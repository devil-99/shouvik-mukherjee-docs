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lsb" ContentType="application/vnd.ms-excel.sheet.binary.macroEnabled.12"/>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theme/theme2.xml" ContentType="application/vnd.openxmlformats-officedocument.them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theme/theme3.xml" ContentType="application/vnd.openxmlformats-officedocument.theme+xml"/>
  <Override PartName="/ppt/tags/tag22.xml" ContentType="application/vnd.openxmlformats-officedocument.presentationml.tags+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theme/theme4.xml" ContentType="application/vnd.openxmlformats-officedocument.theme+xml"/>
  <Override PartName="/ppt/tags/tag23.xml" ContentType="application/vnd.openxmlformats-officedocument.presentationml.tags+xml"/>
  <Override PartName="/ppt/theme/theme5.xml" ContentType="application/vnd.openxmlformats-officedocument.theme+xml"/>
  <Override PartName="/ppt/theme/theme6.xml" ContentType="application/vnd.openxmlformats-officedocument.theme+xml"/>
  <Override PartName="/ppt/tags/tag24.xml" ContentType="application/vnd.openxmlformats-officedocument.presentationml.tags+xml"/>
  <Override PartName="/ppt/notesSlides/notesSlide1.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notesSlides/notesSlide2.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tags/tag41.xml" ContentType="application/vnd.openxmlformats-officedocument.presentationml.tags+xml"/>
  <Override PartName="/ppt/notesSlides/notesSlide3.xml" ContentType="application/vnd.openxmlformats-officedocument.presentationml.notesSlide+xml"/>
  <Override PartName="/ppt/tags/tag42.xml" ContentType="application/vnd.openxmlformats-officedocument.presentationml.tags+xml"/>
  <Override PartName="/ppt/notesSlides/notesSlide4.xml" ContentType="application/vnd.openxmlformats-officedocument.presentationml.notesSlide+xml"/>
  <Override PartName="/ppt/tags/tag43.xml" ContentType="application/vnd.openxmlformats-officedocument.presentationml.tags+xml"/>
  <Override PartName="/ppt/tags/tag44.xml" ContentType="application/vnd.openxmlformats-officedocument.presentationml.tags+xml"/>
  <Override PartName="/ppt/notesSlides/notesSlide5.xml" ContentType="application/vnd.openxmlformats-officedocument.presentationml.notesSlide+xml"/>
  <Override PartName="/ppt/tags/tag45.xml" ContentType="application/vnd.openxmlformats-officedocument.presentationml.tags+xml"/>
  <Override PartName="/ppt/tags/tag46.xml" ContentType="application/vnd.openxmlformats-officedocument.presentationml.tags+xml"/>
  <Override PartName="/ppt/notesSlides/notesSlide6.xml" ContentType="application/vnd.openxmlformats-officedocument.presentationml.notesSlide+xml"/>
  <Override PartName="/ppt/tags/tag47.xml" ContentType="application/vnd.openxmlformats-officedocument.presentationml.tags+xml"/>
  <Override PartName="/ppt/notesSlides/notesSlide7.xml" ContentType="application/vnd.openxmlformats-officedocument.presentationml.notesSlide+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notesSlides/notesSlide8.xml" ContentType="application/vnd.openxmlformats-officedocument.presentationml.notesSlide+xml"/>
  <Override PartName="/ppt/tags/tag57.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4175" r:id="rId4"/>
    <p:sldMasterId id="2147484218" r:id="rId5"/>
    <p:sldMasterId id="2147484289" r:id="rId6"/>
    <p:sldMasterId id="2147484322" r:id="rId7"/>
  </p:sldMasterIdLst>
  <p:notesMasterIdLst>
    <p:notesMasterId r:id="rId31"/>
  </p:notesMasterIdLst>
  <p:handoutMasterIdLst>
    <p:handoutMasterId r:id="rId32"/>
  </p:handoutMasterIdLst>
  <p:sldIdLst>
    <p:sldId id="2566" r:id="rId8"/>
    <p:sldId id="2364" r:id="rId9"/>
    <p:sldId id="2147347686" r:id="rId10"/>
    <p:sldId id="2147347726" r:id="rId11"/>
    <p:sldId id="2147482258" r:id="rId12"/>
    <p:sldId id="2147482256" r:id="rId13"/>
    <p:sldId id="2147347729" r:id="rId14"/>
    <p:sldId id="2147482251" r:id="rId15"/>
    <p:sldId id="2147347688" r:id="rId16"/>
    <p:sldId id="2147482257" r:id="rId17"/>
    <p:sldId id="2147347740" r:id="rId18"/>
    <p:sldId id="2147482249" r:id="rId19"/>
    <p:sldId id="2147347696" r:id="rId20"/>
    <p:sldId id="2147347730" r:id="rId21"/>
    <p:sldId id="2147482244" r:id="rId22"/>
    <p:sldId id="2147347738" r:id="rId23"/>
    <p:sldId id="2147482254" r:id="rId24"/>
    <p:sldId id="2147347731" r:id="rId25"/>
    <p:sldId id="2147347732" r:id="rId26"/>
    <p:sldId id="2147347703" r:id="rId27"/>
    <p:sldId id="2147347742" r:id="rId28"/>
    <p:sldId id="2147482259" r:id="rId29"/>
    <p:sldId id="481" r:id="rId30"/>
  </p:sldIdLst>
  <p:sldSz cx="12192000" cy="6858000"/>
  <p:notesSz cx="7315200" cy="9601200"/>
  <p:custDataLst>
    <p:tags r:id="rId3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D0A7711-F94C-73EA-B932-7D39831E90DF}" name="Moitra, Meghna" initials="MM" userId="S::memoitra@deloitte.com::141e915a-c98c-4fb8-acba-976ccf0ac07a" providerId="AD"/>
  <p188:author id="{60C3601A-6CE5-C476-D039-DD34EAAABEC5}" name="Dhawan, Shubham" initials="DS" userId="S::shudhawan@deloitte.com::e457b5f3-1f3d-4d58-917e-9019c3073c41" providerId="AD"/>
  <p188:author id="{2C408558-2DBB-6E5F-F0A5-C12E7278D878}" name="Mukherjee, Shouvik" initials="SM" userId="S::shomukherjee@deloitte.com::8a0946e8-3a6b-4d5c-947d-73f4cd578335" providerId="AD"/>
  <p188:author id="{5C2E7482-808A-54CF-D63F-DD5A4340B72C}" name="Mani, Siddharth" initials="MS" userId="S::simani@deloitte.com::ea703a10-db50-4df5-bf72-1a564ac3e541" providerId="AD"/>
  <p188:author id="{3AE890AC-EB14-2DF9-EA9D-005B3390285D}" name="Sharma, Piyush" initials="SP" userId="S::psharma12@deloitte.com::2d18546c-9080-478c-ad55-45412439005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Manthena, Eknath" initials="ME" lastIdx="2" clrIdx="0">
    <p:extLst>
      <p:ext uri="{19B8F6BF-5375-455C-9EA6-DF929625EA0E}">
        <p15:presenceInfo xmlns:p15="http://schemas.microsoft.com/office/powerpoint/2012/main" userId="S::emanthena@deloitte.com::09739fa0-be0f-4996-83aa-bb08663ef57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CB0"/>
    <a:srgbClr val="26890D"/>
    <a:srgbClr val="003E58"/>
    <a:srgbClr val="027CAF"/>
    <a:srgbClr val="6A6A65"/>
    <a:srgbClr val="046A38"/>
    <a:srgbClr val="000000"/>
    <a:srgbClr val="1F4473"/>
    <a:srgbClr val="F4F4F4"/>
    <a:srgbClr val="F4F4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540E0E-20CD-4D37-9DD4-0C1FB63A2D1D}" v="19767" dt="2025-06-20T05:59:14.430"/>
    <p1510:client id="{647F09BE-D240-4890-B3F3-A7934694540E}" v="1026" dt="2025-06-20T09:51:41.581"/>
    <p1510:client id="{8548F708-1E4B-4E9D-97E2-333B83A921AB}" v="114" dt="2025-06-20T09:35:34.579"/>
    <p1510:client id="{878CC057-3D19-408E-8B58-A7E4D5A413A6}" v="2284" dt="2025-06-20T08:38:18.943"/>
    <p1510:client id="{8C266064-0C69-46E8-BFE2-F84150D1F61D}" v="1042" dt="2025-06-20T04:59:34.558"/>
  </p1510:revLst>
</p1510:revInfo>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microsoft.com/office/2016/11/relationships/changesInfo" Target="changesInfos/changesInfo1.xml"/><Relationship Id="rId21" Type="http://schemas.openxmlformats.org/officeDocument/2006/relationships/slide" Target="slides/slide14.xml"/><Relationship Id="rId34" Type="http://schemas.openxmlformats.org/officeDocument/2006/relationships/commentAuthors" Target="commentAuthor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41"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handoutMaster" Target="handoutMasters/handoutMaster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viewProps" Target="viewProps.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presProps" Target="presProps.xml"/><Relationship Id="rId8" Type="http://schemas.openxmlformats.org/officeDocument/2006/relationships/slide" Target="slides/slid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tags" Target="tags/tag1.xml"/><Relationship Id="rId38"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kherjee, Shouvik" userId="8a0946e8-3a6b-4d5c-947d-73f4cd578335" providerId="ADAL" clId="{2A6BCC37-F91F-4F89-85AE-3F66D724BAEF}"/>
    <pc:docChg chg="undo redo custSel addSld delSld modSld sldOrd">
      <pc:chgData name="Mukherjee, Shouvik" userId="8a0946e8-3a6b-4d5c-947d-73f4cd578335" providerId="ADAL" clId="{2A6BCC37-F91F-4F89-85AE-3F66D724BAEF}" dt="2025-06-16T11:25:40.264" v="1182" actId="20577"/>
      <pc:docMkLst>
        <pc:docMk/>
      </pc:docMkLst>
      <pc:sldChg chg="modSp mod">
        <pc:chgData name="Mukherjee, Shouvik" userId="8a0946e8-3a6b-4d5c-947d-73f4cd578335" providerId="ADAL" clId="{2A6BCC37-F91F-4F89-85AE-3F66D724BAEF}" dt="2025-06-16T09:44:09.347" v="230" actId="20577"/>
        <pc:sldMkLst>
          <pc:docMk/>
          <pc:sldMk cId="2293846618" sldId="481"/>
        </pc:sldMkLst>
        <pc:spChg chg="mod">
          <ac:chgData name="Mukherjee, Shouvik" userId="8a0946e8-3a6b-4d5c-947d-73f4cd578335" providerId="ADAL" clId="{2A6BCC37-F91F-4F89-85AE-3F66D724BAEF}" dt="2025-06-16T09:44:09.347" v="230" actId="20577"/>
          <ac:spMkLst>
            <pc:docMk/>
            <pc:sldMk cId="2293846618" sldId="481"/>
            <ac:spMk id="3" creationId="{00000000-0000-0000-0000-000000000000}"/>
          </ac:spMkLst>
        </pc:spChg>
      </pc:sldChg>
      <pc:sldChg chg="modSp mod">
        <pc:chgData name="Mukherjee, Shouvik" userId="8a0946e8-3a6b-4d5c-947d-73f4cd578335" providerId="ADAL" clId="{2A6BCC37-F91F-4F89-85AE-3F66D724BAEF}" dt="2025-06-16T11:25:40.264" v="1182" actId="20577"/>
        <pc:sldMkLst>
          <pc:docMk/>
          <pc:sldMk cId="1131463983" sldId="2364"/>
        </pc:sldMkLst>
        <pc:graphicFrameChg chg="mod modGraphic">
          <ac:chgData name="Mukherjee, Shouvik" userId="8a0946e8-3a6b-4d5c-947d-73f4cd578335" providerId="ADAL" clId="{2A6BCC37-F91F-4F89-85AE-3F66D724BAEF}" dt="2025-06-16T11:25:40.264" v="1182" actId="20577"/>
          <ac:graphicFrameMkLst>
            <pc:docMk/>
            <pc:sldMk cId="1131463983" sldId="2364"/>
            <ac:graphicFrameMk id="5" creationId="{EC955B6D-9E2E-44A0-A0A9-8BEF02287B3A}"/>
          </ac:graphicFrameMkLst>
        </pc:graphicFrameChg>
      </pc:sldChg>
      <pc:sldChg chg="addSp delSp modSp mod">
        <pc:chgData name="Mukherjee, Shouvik" userId="8a0946e8-3a6b-4d5c-947d-73f4cd578335" providerId="ADAL" clId="{2A6BCC37-F91F-4F89-85AE-3F66D724BAEF}" dt="2025-06-16T09:33:20.258" v="186" actId="1076"/>
        <pc:sldMkLst>
          <pc:docMk/>
          <pc:sldMk cId="2672805845" sldId="2566"/>
        </pc:sldMkLst>
        <pc:spChg chg="mod">
          <ac:chgData name="Mukherjee, Shouvik" userId="8a0946e8-3a6b-4d5c-947d-73f4cd578335" providerId="ADAL" clId="{2A6BCC37-F91F-4F89-85AE-3F66D724BAEF}" dt="2025-06-16T09:28:00.435" v="51" actId="20577"/>
          <ac:spMkLst>
            <pc:docMk/>
            <pc:sldMk cId="2672805845" sldId="2566"/>
            <ac:spMk id="3" creationId="{4A3D3CEE-B94A-468A-AE6E-C4D80AFC19E1}"/>
          </ac:spMkLst>
        </pc:spChg>
        <pc:spChg chg="mod">
          <ac:chgData name="Mukherjee, Shouvik" userId="8a0946e8-3a6b-4d5c-947d-73f4cd578335" providerId="ADAL" clId="{2A6BCC37-F91F-4F89-85AE-3F66D724BAEF}" dt="2025-06-16T09:17:10.657" v="9" actId="13926"/>
          <ac:spMkLst>
            <pc:docMk/>
            <pc:sldMk cId="2672805845" sldId="2566"/>
            <ac:spMk id="8" creationId="{AEF7BCE5-1A95-4D72-B6CC-54120B15F706}"/>
          </ac:spMkLst>
        </pc:spChg>
        <pc:picChg chg="add mod">
          <ac:chgData name="Mukherjee, Shouvik" userId="8a0946e8-3a6b-4d5c-947d-73f4cd578335" providerId="ADAL" clId="{2A6BCC37-F91F-4F89-85AE-3F66D724BAEF}" dt="2025-06-16T09:33:20.258" v="186" actId="1076"/>
          <ac:picMkLst>
            <pc:docMk/>
            <pc:sldMk cId="2672805845" sldId="2566"/>
            <ac:picMk id="2" creationId="{2077CDC0-2EC0-73C7-C2F5-149ACD892968}"/>
          </ac:picMkLst>
        </pc:picChg>
        <pc:picChg chg="del">
          <ac:chgData name="Mukherjee, Shouvik" userId="8a0946e8-3a6b-4d5c-947d-73f4cd578335" providerId="ADAL" clId="{2A6BCC37-F91F-4F89-85AE-3F66D724BAEF}" dt="2025-06-16T09:33:15.468" v="184" actId="478"/>
          <ac:picMkLst>
            <pc:docMk/>
            <pc:sldMk cId="2672805845" sldId="2566"/>
            <ac:picMk id="41" creationId="{7C0B6318-080C-C3D2-58A1-29F4DE2CD40F}"/>
          </ac:picMkLst>
        </pc:picChg>
      </pc:sldChg>
      <pc:sldChg chg="addSp delSp modSp mod">
        <pc:chgData name="Mukherjee, Shouvik" userId="8a0946e8-3a6b-4d5c-947d-73f4cd578335" providerId="ADAL" clId="{2A6BCC37-F91F-4F89-85AE-3F66D724BAEF}" dt="2025-06-16T09:34:32.430" v="195" actId="167"/>
        <pc:sldMkLst>
          <pc:docMk/>
          <pc:sldMk cId="660805111" sldId="2147347686"/>
        </pc:sldMkLst>
        <pc:spChg chg="mod">
          <ac:chgData name="Mukherjee, Shouvik" userId="8a0946e8-3a6b-4d5c-947d-73f4cd578335" providerId="ADAL" clId="{2A6BCC37-F91F-4F89-85AE-3F66D724BAEF}" dt="2025-06-16T09:29:48.139" v="119" actId="20577"/>
          <ac:spMkLst>
            <pc:docMk/>
            <pc:sldMk cId="660805111" sldId="2147347686"/>
            <ac:spMk id="4" creationId="{4F9180F4-B7E3-A162-DC9F-7345F1C28F8A}"/>
          </ac:spMkLst>
        </pc:spChg>
        <pc:picChg chg="add mod ord">
          <ac:chgData name="Mukherjee, Shouvik" userId="8a0946e8-3a6b-4d5c-947d-73f4cd578335" providerId="ADAL" clId="{2A6BCC37-F91F-4F89-85AE-3F66D724BAEF}" dt="2025-06-16T09:34:32.430" v="195" actId="167"/>
          <ac:picMkLst>
            <pc:docMk/>
            <pc:sldMk cId="660805111" sldId="2147347686"/>
            <ac:picMk id="6" creationId="{0FF1E559-94FF-BE08-0C66-3FD920DA1558}"/>
          </ac:picMkLst>
        </pc:picChg>
        <pc:picChg chg="add del">
          <ac:chgData name="Mukherjee, Shouvik" userId="8a0946e8-3a6b-4d5c-947d-73f4cd578335" providerId="ADAL" clId="{2A6BCC37-F91F-4F89-85AE-3F66D724BAEF}" dt="2025-06-16T09:34:31.110" v="194" actId="478"/>
          <ac:picMkLst>
            <pc:docMk/>
            <pc:sldMk cId="660805111" sldId="2147347686"/>
            <ac:picMk id="10" creationId="{200F319A-4F13-4EA5-8109-7EC35407DF27}"/>
          </ac:picMkLst>
        </pc:picChg>
      </pc:sldChg>
      <pc:sldChg chg="addSp delSp modSp mod">
        <pc:chgData name="Mukherjee, Shouvik" userId="8a0946e8-3a6b-4d5c-947d-73f4cd578335" providerId="ADAL" clId="{2A6BCC37-F91F-4F89-85AE-3F66D724BAEF}" dt="2025-06-16T10:57:55.837" v="931" actId="1035"/>
        <pc:sldMkLst>
          <pc:docMk/>
          <pc:sldMk cId="1336668509" sldId="2147347688"/>
        </pc:sldMkLst>
        <pc:spChg chg="del mod">
          <ac:chgData name="Mukherjee, Shouvik" userId="8a0946e8-3a6b-4d5c-947d-73f4cd578335" providerId="ADAL" clId="{2A6BCC37-F91F-4F89-85AE-3F66D724BAEF}" dt="2025-06-16T10:19:40.543" v="488" actId="478"/>
          <ac:spMkLst>
            <pc:docMk/>
            <pc:sldMk cId="1336668509" sldId="2147347688"/>
            <ac:spMk id="2" creationId="{00000000-0000-0000-0000-000000000000}"/>
          </ac:spMkLst>
        </pc:spChg>
        <pc:spChg chg="del">
          <ac:chgData name="Mukherjee, Shouvik" userId="8a0946e8-3a6b-4d5c-947d-73f4cd578335" providerId="ADAL" clId="{2A6BCC37-F91F-4F89-85AE-3F66D724BAEF}" dt="2025-06-16T10:24:50.693" v="614" actId="478"/>
          <ac:spMkLst>
            <pc:docMk/>
            <pc:sldMk cId="1336668509" sldId="2147347688"/>
            <ac:spMk id="3" creationId="{43252BB2-A35C-226E-66CE-26F9C4686F72}"/>
          </ac:spMkLst>
        </pc:spChg>
        <pc:spChg chg="del mod">
          <ac:chgData name="Mukherjee, Shouvik" userId="8a0946e8-3a6b-4d5c-947d-73f4cd578335" providerId="ADAL" clId="{2A6BCC37-F91F-4F89-85AE-3F66D724BAEF}" dt="2025-06-16T10:25:02.664" v="635" actId="478"/>
          <ac:spMkLst>
            <pc:docMk/>
            <pc:sldMk cId="1336668509" sldId="2147347688"/>
            <ac:spMk id="5" creationId="{21AB33B5-6A0F-FB55-1056-7B8E45A649B5}"/>
          </ac:spMkLst>
        </pc:spChg>
        <pc:spChg chg="mod">
          <ac:chgData name="Mukherjee, Shouvik" userId="8a0946e8-3a6b-4d5c-947d-73f4cd578335" providerId="ADAL" clId="{2A6BCC37-F91F-4F89-85AE-3F66D724BAEF}" dt="2025-06-16T10:57:55.837" v="931" actId="1035"/>
          <ac:spMkLst>
            <pc:docMk/>
            <pc:sldMk cId="1336668509" sldId="2147347688"/>
            <ac:spMk id="6" creationId="{00000000-0000-0000-0000-000000000000}"/>
          </ac:spMkLst>
        </pc:spChg>
        <pc:spChg chg="add del mod">
          <ac:chgData name="Mukherjee, Shouvik" userId="8a0946e8-3a6b-4d5c-947d-73f4cd578335" providerId="ADAL" clId="{2A6BCC37-F91F-4F89-85AE-3F66D724BAEF}" dt="2025-06-16T10:19:43.037" v="489" actId="478"/>
          <ac:spMkLst>
            <pc:docMk/>
            <pc:sldMk cId="1336668509" sldId="2147347688"/>
            <ac:spMk id="7" creationId="{33D61955-3195-9440-0B94-8419EA877A9C}"/>
          </ac:spMkLst>
        </pc:spChg>
        <pc:spChg chg="mod">
          <ac:chgData name="Mukherjee, Shouvik" userId="8a0946e8-3a6b-4d5c-947d-73f4cd578335" providerId="ADAL" clId="{2A6BCC37-F91F-4F89-85AE-3F66D724BAEF}" dt="2025-06-16T10:34:58.129" v="848" actId="14100"/>
          <ac:spMkLst>
            <pc:docMk/>
            <pc:sldMk cId="1336668509" sldId="2147347688"/>
            <ac:spMk id="8" creationId="{A8BF5520-CCEF-4278-5B10-8E0FC2C91BEE}"/>
          </ac:spMkLst>
        </pc:spChg>
        <pc:spChg chg="mod">
          <ac:chgData name="Mukherjee, Shouvik" userId="8a0946e8-3a6b-4d5c-947d-73f4cd578335" providerId="ADAL" clId="{2A6BCC37-F91F-4F89-85AE-3F66D724BAEF}" dt="2025-06-16T10:35:21.930" v="881" actId="1038"/>
          <ac:spMkLst>
            <pc:docMk/>
            <pc:sldMk cId="1336668509" sldId="2147347688"/>
            <ac:spMk id="9" creationId="{AEB55B45-C336-55C2-FCAB-970DFB94FC9B}"/>
          </ac:spMkLst>
        </pc:spChg>
        <pc:spChg chg="mod">
          <ac:chgData name="Mukherjee, Shouvik" userId="8a0946e8-3a6b-4d5c-947d-73f4cd578335" providerId="ADAL" clId="{2A6BCC37-F91F-4F89-85AE-3F66D724BAEF}" dt="2025-06-16T10:22:02.895" v="612" actId="20577"/>
          <ac:spMkLst>
            <pc:docMk/>
            <pc:sldMk cId="1336668509" sldId="2147347688"/>
            <ac:spMk id="11" creationId="{0933D078-1BBC-89FE-2825-969737B1D1EE}"/>
          </ac:spMkLst>
        </pc:spChg>
        <pc:spChg chg="mod">
          <ac:chgData name="Mukherjee, Shouvik" userId="8a0946e8-3a6b-4d5c-947d-73f4cd578335" providerId="ADAL" clId="{2A6BCC37-F91F-4F89-85AE-3F66D724BAEF}" dt="2025-06-16T10:25:10.666" v="643" actId="20577"/>
          <ac:spMkLst>
            <pc:docMk/>
            <pc:sldMk cId="1336668509" sldId="2147347688"/>
            <ac:spMk id="15" creationId="{58200081-9439-56D3-A219-B7CC1F705730}"/>
          </ac:spMkLst>
        </pc:spChg>
        <pc:spChg chg="mod">
          <ac:chgData name="Mukherjee, Shouvik" userId="8a0946e8-3a6b-4d5c-947d-73f4cd578335" providerId="ADAL" clId="{2A6BCC37-F91F-4F89-85AE-3F66D724BAEF}" dt="2025-06-16T10:34:58.129" v="848" actId="14100"/>
          <ac:spMkLst>
            <pc:docMk/>
            <pc:sldMk cId="1336668509" sldId="2147347688"/>
            <ac:spMk id="17" creationId="{142E2FCD-48E1-E76A-1C7B-60B9D2ED5210}"/>
          </ac:spMkLst>
        </pc:spChg>
        <pc:spChg chg="mod">
          <ac:chgData name="Mukherjee, Shouvik" userId="8a0946e8-3a6b-4d5c-947d-73f4cd578335" providerId="ADAL" clId="{2A6BCC37-F91F-4F89-85AE-3F66D724BAEF}" dt="2025-06-16T10:35:21.930" v="881" actId="1038"/>
          <ac:spMkLst>
            <pc:docMk/>
            <pc:sldMk cId="1336668509" sldId="2147347688"/>
            <ac:spMk id="18" creationId="{76C7CD80-041D-9878-82E4-8FBE8137CF15}"/>
          </ac:spMkLst>
        </pc:spChg>
        <pc:spChg chg="add mod">
          <ac:chgData name="Mukherjee, Shouvik" userId="8a0946e8-3a6b-4d5c-947d-73f4cd578335" providerId="ADAL" clId="{2A6BCC37-F91F-4F89-85AE-3F66D724BAEF}" dt="2025-06-16T10:34:58.129" v="848" actId="14100"/>
          <ac:spMkLst>
            <pc:docMk/>
            <pc:sldMk cId="1336668509" sldId="2147347688"/>
            <ac:spMk id="19" creationId="{285BD952-A5CC-E6F3-60D8-C7475FBD8765}"/>
          </ac:spMkLst>
        </pc:spChg>
        <pc:spChg chg="add mod">
          <ac:chgData name="Mukherjee, Shouvik" userId="8a0946e8-3a6b-4d5c-947d-73f4cd578335" providerId="ADAL" clId="{2A6BCC37-F91F-4F89-85AE-3F66D724BAEF}" dt="2025-06-16T10:35:21.930" v="881" actId="1038"/>
          <ac:spMkLst>
            <pc:docMk/>
            <pc:sldMk cId="1336668509" sldId="2147347688"/>
            <ac:spMk id="20" creationId="{B548AC2A-5231-6AA5-07AA-86B623D12511}"/>
          </ac:spMkLst>
        </pc:spChg>
        <pc:spChg chg="add mod">
          <ac:chgData name="Mukherjee, Shouvik" userId="8a0946e8-3a6b-4d5c-947d-73f4cd578335" providerId="ADAL" clId="{2A6BCC37-F91F-4F89-85AE-3F66D724BAEF}" dt="2025-06-16T10:34:58.129" v="848" actId="14100"/>
          <ac:spMkLst>
            <pc:docMk/>
            <pc:sldMk cId="1336668509" sldId="2147347688"/>
            <ac:spMk id="21" creationId="{F6ACB98D-F600-CDFD-3EB0-03FFE9B3D643}"/>
          </ac:spMkLst>
        </pc:spChg>
        <pc:spChg chg="add mod">
          <ac:chgData name="Mukherjee, Shouvik" userId="8a0946e8-3a6b-4d5c-947d-73f4cd578335" providerId="ADAL" clId="{2A6BCC37-F91F-4F89-85AE-3F66D724BAEF}" dt="2025-06-16T10:35:21.930" v="881" actId="1038"/>
          <ac:spMkLst>
            <pc:docMk/>
            <pc:sldMk cId="1336668509" sldId="2147347688"/>
            <ac:spMk id="22" creationId="{787F8015-A6E8-E6EA-763E-38F07751C3DA}"/>
          </ac:spMkLst>
        </pc:spChg>
        <pc:spChg chg="add mod">
          <ac:chgData name="Mukherjee, Shouvik" userId="8a0946e8-3a6b-4d5c-947d-73f4cd578335" providerId="ADAL" clId="{2A6BCC37-F91F-4F89-85AE-3F66D724BAEF}" dt="2025-06-16T10:57:48.332" v="919" actId="1036"/>
          <ac:spMkLst>
            <pc:docMk/>
            <pc:sldMk cId="1336668509" sldId="2147347688"/>
            <ac:spMk id="23" creationId="{7DD471DA-4A09-222A-F402-8F3F8FE7FE8C}"/>
          </ac:spMkLst>
        </pc:spChg>
        <pc:spChg chg="mod">
          <ac:chgData name="Mukherjee, Shouvik" userId="8a0946e8-3a6b-4d5c-947d-73f4cd578335" providerId="ADAL" clId="{2A6BCC37-F91F-4F89-85AE-3F66D724BAEF}" dt="2025-06-16T10:34:58.129" v="848" actId="14100"/>
          <ac:spMkLst>
            <pc:docMk/>
            <pc:sldMk cId="1336668509" sldId="2147347688"/>
            <ac:spMk id="31" creationId="{0B9B9381-507F-4DED-68B6-8CDF00AD0F40}"/>
          </ac:spMkLst>
        </pc:spChg>
        <pc:spChg chg="mod">
          <ac:chgData name="Mukherjee, Shouvik" userId="8a0946e8-3a6b-4d5c-947d-73f4cd578335" providerId="ADAL" clId="{2A6BCC37-F91F-4F89-85AE-3F66D724BAEF}" dt="2025-06-16T10:35:21.930" v="881" actId="1038"/>
          <ac:spMkLst>
            <pc:docMk/>
            <pc:sldMk cId="1336668509" sldId="2147347688"/>
            <ac:spMk id="32" creationId="{369C62AD-F0D9-211C-C9E1-5C843B12F3C6}"/>
          </ac:spMkLst>
        </pc:spChg>
        <pc:spChg chg="mod">
          <ac:chgData name="Mukherjee, Shouvik" userId="8a0946e8-3a6b-4d5c-947d-73f4cd578335" providerId="ADAL" clId="{2A6BCC37-F91F-4F89-85AE-3F66D724BAEF}" dt="2025-06-16T10:34:58.129" v="848" actId="14100"/>
          <ac:spMkLst>
            <pc:docMk/>
            <pc:sldMk cId="1336668509" sldId="2147347688"/>
            <ac:spMk id="33" creationId="{748ABCE3-ECAC-6355-7D89-B0252AA0A02B}"/>
          </ac:spMkLst>
        </pc:spChg>
        <pc:spChg chg="mod">
          <ac:chgData name="Mukherjee, Shouvik" userId="8a0946e8-3a6b-4d5c-947d-73f4cd578335" providerId="ADAL" clId="{2A6BCC37-F91F-4F89-85AE-3F66D724BAEF}" dt="2025-06-16T10:35:21.930" v="881" actId="1038"/>
          <ac:spMkLst>
            <pc:docMk/>
            <pc:sldMk cId="1336668509" sldId="2147347688"/>
            <ac:spMk id="34" creationId="{B53ABA16-B061-2435-EC09-2365005CE027}"/>
          </ac:spMkLst>
        </pc:spChg>
        <pc:spChg chg="del">
          <ac:chgData name="Mukherjee, Shouvik" userId="8a0946e8-3a6b-4d5c-947d-73f4cd578335" providerId="ADAL" clId="{2A6BCC37-F91F-4F89-85AE-3F66D724BAEF}" dt="2025-06-16T10:24:53.558" v="615" actId="478"/>
          <ac:spMkLst>
            <pc:docMk/>
            <pc:sldMk cId="1336668509" sldId="2147347688"/>
            <ac:spMk id="44" creationId="{4A9DCF60-C5A4-E596-0376-3AE6B33759D9}"/>
          </ac:spMkLst>
        </pc:spChg>
        <pc:grpChg chg="mod">
          <ac:chgData name="Mukherjee, Shouvik" userId="8a0946e8-3a6b-4d5c-947d-73f4cd578335" providerId="ADAL" clId="{2A6BCC37-F91F-4F89-85AE-3F66D724BAEF}" dt="2025-06-16T10:22:16.467" v="613" actId="1076"/>
          <ac:grpSpMkLst>
            <pc:docMk/>
            <pc:sldMk cId="1336668509" sldId="2147347688"/>
            <ac:grpSpMk id="12" creationId="{8950E0DA-F682-263C-713A-121C6ADEDDAD}"/>
          </ac:grpSpMkLst>
        </pc:grpChg>
        <pc:cxnChg chg="mod">
          <ac:chgData name="Mukherjee, Shouvik" userId="8a0946e8-3a6b-4d5c-947d-73f4cd578335" providerId="ADAL" clId="{2A6BCC37-F91F-4F89-85AE-3F66D724BAEF}" dt="2025-06-16T10:24:59.632" v="634" actId="1035"/>
          <ac:cxnSpMkLst>
            <pc:docMk/>
            <pc:sldMk cId="1336668509" sldId="2147347688"/>
            <ac:cxnSpMk id="16" creationId="{36BD85E0-E60E-03AF-2714-93AC3240B33E}"/>
          </ac:cxnSpMkLst>
        </pc:cxnChg>
      </pc:sldChg>
      <pc:sldChg chg="delSp modSp mod">
        <pc:chgData name="Mukherjee, Shouvik" userId="8a0946e8-3a6b-4d5c-947d-73f4cd578335" providerId="ADAL" clId="{2A6BCC37-F91F-4F89-85AE-3F66D724BAEF}" dt="2025-06-16T09:41:00.546" v="206" actId="20577"/>
        <pc:sldMkLst>
          <pc:docMk/>
          <pc:sldMk cId="399483182" sldId="2147347689"/>
        </pc:sldMkLst>
        <pc:spChg chg="mod">
          <ac:chgData name="Mukherjee, Shouvik" userId="8a0946e8-3a6b-4d5c-947d-73f4cd578335" providerId="ADAL" clId="{2A6BCC37-F91F-4F89-85AE-3F66D724BAEF}" dt="2025-06-16T09:41:00.546" v="206" actId="20577"/>
          <ac:spMkLst>
            <pc:docMk/>
            <pc:sldMk cId="399483182" sldId="2147347689"/>
            <ac:spMk id="2" creationId="{00000000-0000-0000-0000-000000000000}"/>
          </ac:spMkLst>
        </pc:spChg>
        <pc:spChg chg="del">
          <ac:chgData name="Mukherjee, Shouvik" userId="8a0946e8-3a6b-4d5c-947d-73f4cd578335" providerId="ADAL" clId="{2A6BCC37-F91F-4F89-85AE-3F66D724BAEF}" dt="2025-06-16T09:40:48.433" v="200" actId="478"/>
          <ac:spMkLst>
            <pc:docMk/>
            <pc:sldMk cId="399483182" sldId="2147347689"/>
            <ac:spMk id="5" creationId="{32DA97C2-9046-7EBB-C4DA-1A9D51C5C516}"/>
          </ac:spMkLst>
        </pc:spChg>
        <pc:spChg chg="del">
          <ac:chgData name="Mukherjee, Shouvik" userId="8a0946e8-3a6b-4d5c-947d-73f4cd578335" providerId="ADAL" clId="{2A6BCC37-F91F-4F89-85AE-3F66D724BAEF}" dt="2025-06-16T09:40:48.433" v="200" actId="478"/>
          <ac:spMkLst>
            <pc:docMk/>
            <pc:sldMk cId="399483182" sldId="2147347689"/>
            <ac:spMk id="8" creationId="{B9A8A099-0D57-9736-2466-EA36476292CC}"/>
          </ac:spMkLst>
        </pc:spChg>
        <pc:spChg chg="del">
          <ac:chgData name="Mukherjee, Shouvik" userId="8a0946e8-3a6b-4d5c-947d-73f4cd578335" providerId="ADAL" clId="{2A6BCC37-F91F-4F89-85AE-3F66D724BAEF}" dt="2025-06-16T09:40:48.433" v="200" actId="478"/>
          <ac:spMkLst>
            <pc:docMk/>
            <pc:sldMk cId="399483182" sldId="2147347689"/>
            <ac:spMk id="9" creationId="{13CA96CC-79E4-6ABA-D890-025F52A22829}"/>
          </ac:spMkLst>
        </pc:spChg>
        <pc:spChg chg="del">
          <ac:chgData name="Mukherjee, Shouvik" userId="8a0946e8-3a6b-4d5c-947d-73f4cd578335" providerId="ADAL" clId="{2A6BCC37-F91F-4F89-85AE-3F66D724BAEF}" dt="2025-06-16T09:40:48.433" v="200" actId="478"/>
          <ac:spMkLst>
            <pc:docMk/>
            <pc:sldMk cId="399483182" sldId="2147347689"/>
            <ac:spMk id="12" creationId="{1A35F1BB-8BAC-6441-0AB4-431DF9E848EC}"/>
          </ac:spMkLst>
        </pc:spChg>
        <pc:spChg chg="del">
          <ac:chgData name="Mukherjee, Shouvik" userId="8a0946e8-3a6b-4d5c-947d-73f4cd578335" providerId="ADAL" clId="{2A6BCC37-F91F-4F89-85AE-3F66D724BAEF}" dt="2025-06-16T09:40:48.433" v="200" actId="478"/>
          <ac:spMkLst>
            <pc:docMk/>
            <pc:sldMk cId="399483182" sldId="2147347689"/>
            <ac:spMk id="17" creationId="{5840E0DE-9A7D-492C-9B30-E1FE2679E14A}"/>
          </ac:spMkLst>
        </pc:spChg>
        <pc:spChg chg="del">
          <ac:chgData name="Mukherjee, Shouvik" userId="8a0946e8-3a6b-4d5c-947d-73f4cd578335" providerId="ADAL" clId="{2A6BCC37-F91F-4F89-85AE-3F66D724BAEF}" dt="2025-06-16T09:40:48.433" v="200" actId="478"/>
          <ac:spMkLst>
            <pc:docMk/>
            <pc:sldMk cId="399483182" sldId="2147347689"/>
            <ac:spMk id="25" creationId="{ECA0AA33-C61C-E679-43D8-B46869962F7A}"/>
          </ac:spMkLst>
        </pc:spChg>
        <pc:spChg chg="del">
          <ac:chgData name="Mukherjee, Shouvik" userId="8a0946e8-3a6b-4d5c-947d-73f4cd578335" providerId="ADAL" clId="{2A6BCC37-F91F-4F89-85AE-3F66D724BAEF}" dt="2025-06-16T09:40:48.433" v="200" actId="478"/>
          <ac:spMkLst>
            <pc:docMk/>
            <pc:sldMk cId="399483182" sldId="2147347689"/>
            <ac:spMk id="146" creationId="{01B1450C-032A-FEAB-19D7-AE40197936B1}"/>
          </ac:spMkLst>
        </pc:spChg>
        <pc:spChg chg="del">
          <ac:chgData name="Mukherjee, Shouvik" userId="8a0946e8-3a6b-4d5c-947d-73f4cd578335" providerId="ADAL" clId="{2A6BCC37-F91F-4F89-85AE-3F66D724BAEF}" dt="2025-06-16T09:40:48.433" v="200" actId="478"/>
          <ac:spMkLst>
            <pc:docMk/>
            <pc:sldMk cId="399483182" sldId="2147347689"/>
            <ac:spMk id="147" creationId="{B825ABCE-2CA3-09E8-A751-E575F50B25A8}"/>
          </ac:spMkLst>
        </pc:spChg>
        <pc:spChg chg="del">
          <ac:chgData name="Mukherjee, Shouvik" userId="8a0946e8-3a6b-4d5c-947d-73f4cd578335" providerId="ADAL" clId="{2A6BCC37-F91F-4F89-85AE-3F66D724BAEF}" dt="2025-06-16T09:40:48.433" v="200" actId="478"/>
          <ac:spMkLst>
            <pc:docMk/>
            <pc:sldMk cId="399483182" sldId="2147347689"/>
            <ac:spMk id="150" creationId="{E41585EE-481F-C42E-FF60-9AA6221D0519}"/>
          </ac:spMkLst>
        </pc:spChg>
        <pc:spChg chg="del">
          <ac:chgData name="Mukherjee, Shouvik" userId="8a0946e8-3a6b-4d5c-947d-73f4cd578335" providerId="ADAL" clId="{2A6BCC37-F91F-4F89-85AE-3F66D724BAEF}" dt="2025-06-16T09:40:48.433" v="200" actId="478"/>
          <ac:spMkLst>
            <pc:docMk/>
            <pc:sldMk cId="399483182" sldId="2147347689"/>
            <ac:spMk id="158" creationId="{7AD3097F-4BEE-EE16-E657-5356B6C84017}"/>
          </ac:spMkLst>
        </pc:spChg>
        <pc:spChg chg="del">
          <ac:chgData name="Mukherjee, Shouvik" userId="8a0946e8-3a6b-4d5c-947d-73f4cd578335" providerId="ADAL" clId="{2A6BCC37-F91F-4F89-85AE-3F66D724BAEF}" dt="2025-06-16T09:40:48.433" v="200" actId="478"/>
          <ac:spMkLst>
            <pc:docMk/>
            <pc:sldMk cId="399483182" sldId="2147347689"/>
            <ac:spMk id="166" creationId="{6418ECC0-575C-1412-F593-A421D37F7B4E}"/>
          </ac:spMkLst>
        </pc:spChg>
        <pc:spChg chg="del">
          <ac:chgData name="Mukherjee, Shouvik" userId="8a0946e8-3a6b-4d5c-947d-73f4cd578335" providerId="ADAL" clId="{2A6BCC37-F91F-4F89-85AE-3F66D724BAEF}" dt="2025-06-16T09:40:48.433" v="200" actId="478"/>
          <ac:spMkLst>
            <pc:docMk/>
            <pc:sldMk cId="399483182" sldId="2147347689"/>
            <ac:spMk id="174" creationId="{9439881F-8D3F-A143-7400-E19E524AF17E}"/>
          </ac:spMkLst>
        </pc:spChg>
        <pc:spChg chg="del">
          <ac:chgData name="Mukherjee, Shouvik" userId="8a0946e8-3a6b-4d5c-947d-73f4cd578335" providerId="ADAL" clId="{2A6BCC37-F91F-4F89-85AE-3F66D724BAEF}" dt="2025-06-16T09:40:48.433" v="200" actId="478"/>
          <ac:spMkLst>
            <pc:docMk/>
            <pc:sldMk cId="399483182" sldId="2147347689"/>
            <ac:spMk id="180" creationId="{934BF141-8CBA-422D-A514-FFF1D24FE115}"/>
          </ac:spMkLst>
        </pc:spChg>
        <pc:spChg chg="del">
          <ac:chgData name="Mukherjee, Shouvik" userId="8a0946e8-3a6b-4d5c-947d-73f4cd578335" providerId="ADAL" clId="{2A6BCC37-F91F-4F89-85AE-3F66D724BAEF}" dt="2025-06-16T09:40:48.433" v="200" actId="478"/>
          <ac:spMkLst>
            <pc:docMk/>
            <pc:sldMk cId="399483182" sldId="2147347689"/>
            <ac:spMk id="192" creationId="{5D59401A-A1C2-9632-91F6-5121D06E7305}"/>
          </ac:spMkLst>
        </pc:spChg>
        <pc:spChg chg="del">
          <ac:chgData name="Mukherjee, Shouvik" userId="8a0946e8-3a6b-4d5c-947d-73f4cd578335" providerId="ADAL" clId="{2A6BCC37-F91F-4F89-85AE-3F66D724BAEF}" dt="2025-06-16T09:40:48.433" v="200" actId="478"/>
          <ac:spMkLst>
            <pc:docMk/>
            <pc:sldMk cId="399483182" sldId="2147347689"/>
            <ac:spMk id="193" creationId="{1F0C7543-45DD-F9E4-012D-CCA2CF7C8446}"/>
          </ac:spMkLst>
        </pc:spChg>
        <pc:spChg chg="del">
          <ac:chgData name="Mukherjee, Shouvik" userId="8a0946e8-3a6b-4d5c-947d-73f4cd578335" providerId="ADAL" clId="{2A6BCC37-F91F-4F89-85AE-3F66D724BAEF}" dt="2025-06-16T09:40:48.433" v="200" actId="478"/>
          <ac:spMkLst>
            <pc:docMk/>
            <pc:sldMk cId="399483182" sldId="2147347689"/>
            <ac:spMk id="194" creationId="{F549E104-453D-2E8A-8B70-FE89BC98F650}"/>
          </ac:spMkLst>
        </pc:spChg>
        <pc:spChg chg="del">
          <ac:chgData name="Mukherjee, Shouvik" userId="8a0946e8-3a6b-4d5c-947d-73f4cd578335" providerId="ADAL" clId="{2A6BCC37-F91F-4F89-85AE-3F66D724BAEF}" dt="2025-06-16T09:40:48.433" v="200" actId="478"/>
          <ac:spMkLst>
            <pc:docMk/>
            <pc:sldMk cId="399483182" sldId="2147347689"/>
            <ac:spMk id="195" creationId="{5AAFB5BE-79E4-A8C6-1153-60DF9D0A2D45}"/>
          </ac:spMkLst>
        </pc:spChg>
        <pc:spChg chg="del">
          <ac:chgData name="Mukherjee, Shouvik" userId="8a0946e8-3a6b-4d5c-947d-73f4cd578335" providerId="ADAL" clId="{2A6BCC37-F91F-4F89-85AE-3F66D724BAEF}" dt="2025-06-16T09:40:48.433" v="200" actId="478"/>
          <ac:spMkLst>
            <pc:docMk/>
            <pc:sldMk cId="399483182" sldId="2147347689"/>
            <ac:spMk id="196" creationId="{01BF27D3-985A-E81B-BD75-1F9E043DA72A}"/>
          </ac:spMkLst>
        </pc:spChg>
        <pc:spChg chg="del">
          <ac:chgData name="Mukherjee, Shouvik" userId="8a0946e8-3a6b-4d5c-947d-73f4cd578335" providerId="ADAL" clId="{2A6BCC37-F91F-4F89-85AE-3F66D724BAEF}" dt="2025-06-16T09:40:48.433" v="200" actId="478"/>
          <ac:spMkLst>
            <pc:docMk/>
            <pc:sldMk cId="399483182" sldId="2147347689"/>
            <ac:spMk id="198" creationId="{CE862740-3513-1104-315A-E31BB338C0EC}"/>
          </ac:spMkLst>
        </pc:spChg>
        <pc:spChg chg="del">
          <ac:chgData name="Mukherjee, Shouvik" userId="8a0946e8-3a6b-4d5c-947d-73f4cd578335" providerId="ADAL" clId="{2A6BCC37-F91F-4F89-85AE-3F66D724BAEF}" dt="2025-06-16T09:40:48.433" v="200" actId="478"/>
          <ac:spMkLst>
            <pc:docMk/>
            <pc:sldMk cId="399483182" sldId="2147347689"/>
            <ac:spMk id="201" creationId="{46DA6D81-F25D-6CBB-2933-995997B8F4B9}"/>
          </ac:spMkLst>
        </pc:spChg>
        <pc:spChg chg="del">
          <ac:chgData name="Mukherjee, Shouvik" userId="8a0946e8-3a6b-4d5c-947d-73f4cd578335" providerId="ADAL" clId="{2A6BCC37-F91F-4F89-85AE-3F66D724BAEF}" dt="2025-06-16T09:40:48.433" v="200" actId="478"/>
          <ac:spMkLst>
            <pc:docMk/>
            <pc:sldMk cId="399483182" sldId="2147347689"/>
            <ac:spMk id="203" creationId="{DB96D7BC-3750-EF55-BD86-482D1D09FA0F}"/>
          </ac:spMkLst>
        </pc:spChg>
        <pc:spChg chg="del">
          <ac:chgData name="Mukherjee, Shouvik" userId="8a0946e8-3a6b-4d5c-947d-73f4cd578335" providerId="ADAL" clId="{2A6BCC37-F91F-4F89-85AE-3F66D724BAEF}" dt="2025-06-16T09:40:48.433" v="200" actId="478"/>
          <ac:spMkLst>
            <pc:docMk/>
            <pc:sldMk cId="399483182" sldId="2147347689"/>
            <ac:spMk id="204" creationId="{6407DACE-C57D-7576-BECD-A01F6DE83299}"/>
          </ac:spMkLst>
        </pc:spChg>
        <pc:spChg chg="del">
          <ac:chgData name="Mukherjee, Shouvik" userId="8a0946e8-3a6b-4d5c-947d-73f4cd578335" providerId="ADAL" clId="{2A6BCC37-F91F-4F89-85AE-3F66D724BAEF}" dt="2025-06-16T09:40:48.433" v="200" actId="478"/>
          <ac:spMkLst>
            <pc:docMk/>
            <pc:sldMk cId="399483182" sldId="2147347689"/>
            <ac:spMk id="205" creationId="{8C69FA08-6788-0223-40A8-819DF14A7673}"/>
          </ac:spMkLst>
        </pc:spChg>
        <pc:spChg chg="del">
          <ac:chgData name="Mukherjee, Shouvik" userId="8a0946e8-3a6b-4d5c-947d-73f4cd578335" providerId="ADAL" clId="{2A6BCC37-F91F-4F89-85AE-3F66D724BAEF}" dt="2025-06-16T09:40:48.433" v="200" actId="478"/>
          <ac:spMkLst>
            <pc:docMk/>
            <pc:sldMk cId="399483182" sldId="2147347689"/>
            <ac:spMk id="206" creationId="{F99F7E69-9487-4F34-A544-15EB692697A5}"/>
          </ac:spMkLst>
        </pc:spChg>
        <pc:grpChg chg="del">
          <ac:chgData name="Mukherjee, Shouvik" userId="8a0946e8-3a6b-4d5c-947d-73f4cd578335" providerId="ADAL" clId="{2A6BCC37-F91F-4F89-85AE-3F66D724BAEF}" dt="2025-06-16T09:40:48.433" v="200" actId="478"/>
          <ac:grpSpMkLst>
            <pc:docMk/>
            <pc:sldMk cId="399483182" sldId="2147347689"/>
            <ac:grpSpMk id="22" creationId="{9754F44F-AD40-757C-5FE1-626689428511}"/>
          </ac:grpSpMkLst>
        </pc:grpChg>
        <pc:grpChg chg="del">
          <ac:chgData name="Mukherjee, Shouvik" userId="8a0946e8-3a6b-4d5c-947d-73f4cd578335" providerId="ADAL" clId="{2A6BCC37-F91F-4F89-85AE-3F66D724BAEF}" dt="2025-06-16T09:40:48.433" v="200" actId="478"/>
          <ac:grpSpMkLst>
            <pc:docMk/>
            <pc:sldMk cId="399483182" sldId="2147347689"/>
            <ac:grpSpMk id="24" creationId="{930A6363-373F-A1F6-F79D-A233FAECA603}"/>
          </ac:grpSpMkLst>
        </pc:grpChg>
        <pc:picChg chg="del">
          <ac:chgData name="Mukherjee, Shouvik" userId="8a0946e8-3a6b-4d5c-947d-73f4cd578335" providerId="ADAL" clId="{2A6BCC37-F91F-4F89-85AE-3F66D724BAEF}" dt="2025-06-16T09:40:48.433" v="200" actId="478"/>
          <ac:picMkLst>
            <pc:docMk/>
            <pc:sldMk cId="399483182" sldId="2147347689"/>
            <ac:picMk id="3" creationId="{012BA852-71BB-F007-76F3-14E37E2626F8}"/>
          </ac:picMkLst>
        </pc:picChg>
        <pc:picChg chg="del">
          <ac:chgData name="Mukherjee, Shouvik" userId="8a0946e8-3a6b-4d5c-947d-73f4cd578335" providerId="ADAL" clId="{2A6BCC37-F91F-4F89-85AE-3F66D724BAEF}" dt="2025-06-16T09:40:48.433" v="200" actId="478"/>
          <ac:picMkLst>
            <pc:docMk/>
            <pc:sldMk cId="399483182" sldId="2147347689"/>
            <ac:picMk id="4" creationId="{84F5A04D-A393-90D2-B21F-8E68324C7F31}"/>
          </ac:picMkLst>
        </pc:picChg>
        <pc:picChg chg="del">
          <ac:chgData name="Mukherjee, Shouvik" userId="8a0946e8-3a6b-4d5c-947d-73f4cd578335" providerId="ADAL" clId="{2A6BCC37-F91F-4F89-85AE-3F66D724BAEF}" dt="2025-06-16T09:40:48.433" v="200" actId="478"/>
          <ac:picMkLst>
            <pc:docMk/>
            <pc:sldMk cId="399483182" sldId="2147347689"/>
            <ac:picMk id="7" creationId="{6908EAF3-BA35-8F4D-278D-2218256D09A8}"/>
          </ac:picMkLst>
        </pc:picChg>
        <pc:picChg chg="del">
          <ac:chgData name="Mukherjee, Shouvik" userId="8a0946e8-3a6b-4d5c-947d-73f4cd578335" providerId="ADAL" clId="{2A6BCC37-F91F-4F89-85AE-3F66D724BAEF}" dt="2025-06-16T09:40:48.433" v="200" actId="478"/>
          <ac:picMkLst>
            <pc:docMk/>
            <pc:sldMk cId="399483182" sldId="2147347689"/>
            <ac:picMk id="11" creationId="{E6E5EFAD-E8C0-84E1-3BED-DDFC410E8FF2}"/>
          </ac:picMkLst>
        </pc:picChg>
        <pc:picChg chg="del">
          <ac:chgData name="Mukherjee, Shouvik" userId="8a0946e8-3a6b-4d5c-947d-73f4cd578335" providerId="ADAL" clId="{2A6BCC37-F91F-4F89-85AE-3F66D724BAEF}" dt="2025-06-16T09:40:48.433" v="200" actId="478"/>
          <ac:picMkLst>
            <pc:docMk/>
            <pc:sldMk cId="399483182" sldId="2147347689"/>
            <ac:picMk id="13" creationId="{7B5D2024-7CC5-3B75-BC6B-A4C5BF6BF2ED}"/>
          </ac:picMkLst>
        </pc:picChg>
        <pc:picChg chg="del">
          <ac:chgData name="Mukherjee, Shouvik" userId="8a0946e8-3a6b-4d5c-947d-73f4cd578335" providerId="ADAL" clId="{2A6BCC37-F91F-4F89-85AE-3F66D724BAEF}" dt="2025-06-16T09:40:48.433" v="200" actId="478"/>
          <ac:picMkLst>
            <pc:docMk/>
            <pc:sldMk cId="399483182" sldId="2147347689"/>
            <ac:picMk id="27" creationId="{3A1AA149-D1B1-603F-0567-C72DC2BD2C3D}"/>
          </ac:picMkLst>
        </pc:picChg>
        <pc:picChg chg="del">
          <ac:chgData name="Mukherjee, Shouvik" userId="8a0946e8-3a6b-4d5c-947d-73f4cd578335" providerId="ADAL" clId="{2A6BCC37-F91F-4F89-85AE-3F66D724BAEF}" dt="2025-06-16T09:40:48.433" v="200" actId="478"/>
          <ac:picMkLst>
            <pc:docMk/>
            <pc:sldMk cId="399483182" sldId="2147347689"/>
            <ac:picMk id="149" creationId="{5B605B44-0EDE-E502-782A-882213302883}"/>
          </ac:picMkLst>
        </pc:picChg>
        <pc:picChg chg="del">
          <ac:chgData name="Mukherjee, Shouvik" userId="8a0946e8-3a6b-4d5c-947d-73f4cd578335" providerId="ADAL" clId="{2A6BCC37-F91F-4F89-85AE-3F66D724BAEF}" dt="2025-06-16T09:40:48.433" v="200" actId="478"/>
          <ac:picMkLst>
            <pc:docMk/>
            <pc:sldMk cId="399483182" sldId="2147347689"/>
            <ac:picMk id="157" creationId="{7EC0EDFB-4072-6AAB-6D18-90E996B914B7}"/>
          </ac:picMkLst>
        </pc:picChg>
        <pc:picChg chg="del">
          <ac:chgData name="Mukherjee, Shouvik" userId="8a0946e8-3a6b-4d5c-947d-73f4cd578335" providerId="ADAL" clId="{2A6BCC37-F91F-4F89-85AE-3F66D724BAEF}" dt="2025-06-16T09:40:48.433" v="200" actId="478"/>
          <ac:picMkLst>
            <pc:docMk/>
            <pc:sldMk cId="399483182" sldId="2147347689"/>
            <ac:picMk id="197" creationId="{737B2049-F26E-FDB5-19A4-D2EC3666E2F0}"/>
          </ac:picMkLst>
        </pc:picChg>
      </pc:sldChg>
      <pc:sldChg chg="addSp delSp modSp mod">
        <pc:chgData name="Mukherjee, Shouvik" userId="8a0946e8-3a6b-4d5c-947d-73f4cd578335" providerId="ADAL" clId="{2A6BCC37-F91F-4F89-85AE-3F66D724BAEF}" dt="2025-06-16T11:24:54.128" v="1166" actId="20577"/>
        <pc:sldMkLst>
          <pc:docMk/>
          <pc:sldMk cId="575742730" sldId="2147347696"/>
        </pc:sldMkLst>
        <pc:spChg chg="add del mod">
          <ac:chgData name="Mukherjee, Shouvik" userId="8a0946e8-3a6b-4d5c-947d-73f4cd578335" providerId="ADAL" clId="{2A6BCC37-F91F-4F89-85AE-3F66D724BAEF}" dt="2025-06-16T10:57:23.609" v="906" actId="20577"/>
          <ac:spMkLst>
            <pc:docMk/>
            <pc:sldMk cId="575742730" sldId="2147347696"/>
            <ac:spMk id="2" creationId="{00000000-0000-0000-0000-000000000000}"/>
          </ac:spMkLst>
        </pc:spChg>
        <pc:spChg chg="mod">
          <ac:chgData name="Mukherjee, Shouvik" userId="8a0946e8-3a6b-4d5c-947d-73f4cd578335" providerId="ADAL" clId="{2A6BCC37-F91F-4F89-85AE-3F66D724BAEF}" dt="2025-06-16T10:38:15.902" v="883"/>
          <ac:spMkLst>
            <pc:docMk/>
            <pc:sldMk cId="575742730" sldId="2147347696"/>
            <ac:spMk id="4" creationId="{2F1804D5-9795-2915-1026-ABDDB6B8AB57}"/>
          </ac:spMkLst>
        </pc:spChg>
        <pc:spChg chg="mod">
          <ac:chgData name="Mukherjee, Shouvik" userId="8a0946e8-3a6b-4d5c-947d-73f4cd578335" providerId="ADAL" clId="{2A6BCC37-F91F-4F89-85AE-3F66D724BAEF}" dt="2025-06-16T10:38:15.902" v="883"/>
          <ac:spMkLst>
            <pc:docMk/>
            <pc:sldMk cId="575742730" sldId="2147347696"/>
            <ac:spMk id="5" creationId="{FFD04350-F7A4-B2E1-1880-EB2D6DE081A8}"/>
          </ac:spMkLst>
        </pc:spChg>
        <pc:spChg chg="mod">
          <ac:chgData name="Mukherjee, Shouvik" userId="8a0946e8-3a6b-4d5c-947d-73f4cd578335" providerId="ADAL" clId="{2A6BCC37-F91F-4F89-85AE-3F66D724BAEF}" dt="2025-06-16T10:57:13.864" v="898" actId="1076"/>
          <ac:spMkLst>
            <pc:docMk/>
            <pc:sldMk cId="575742730" sldId="2147347696"/>
            <ac:spMk id="6" creationId="{00000000-0000-0000-0000-000000000000}"/>
          </ac:spMkLst>
        </pc:spChg>
        <pc:spChg chg="mod">
          <ac:chgData name="Mukherjee, Shouvik" userId="8a0946e8-3a6b-4d5c-947d-73f4cd578335" providerId="ADAL" clId="{2A6BCC37-F91F-4F89-85AE-3F66D724BAEF}" dt="2025-06-16T10:38:15.902" v="883"/>
          <ac:spMkLst>
            <pc:docMk/>
            <pc:sldMk cId="575742730" sldId="2147347696"/>
            <ac:spMk id="7" creationId="{96BBF10C-28CB-0B34-4913-F5C65993CA41}"/>
          </ac:spMkLst>
        </pc:spChg>
        <pc:spChg chg="mod">
          <ac:chgData name="Mukherjee, Shouvik" userId="8a0946e8-3a6b-4d5c-947d-73f4cd578335" providerId="ADAL" clId="{2A6BCC37-F91F-4F89-85AE-3F66D724BAEF}" dt="2025-06-16T10:38:15.902" v="883"/>
          <ac:spMkLst>
            <pc:docMk/>
            <pc:sldMk cId="575742730" sldId="2147347696"/>
            <ac:spMk id="9" creationId="{BEFCA9C1-D98A-4C22-C32F-090A1044EA0C}"/>
          </ac:spMkLst>
        </pc:spChg>
        <pc:spChg chg="mod">
          <ac:chgData name="Mukherjee, Shouvik" userId="8a0946e8-3a6b-4d5c-947d-73f4cd578335" providerId="ADAL" clId="{2A6BCC37-F91F-4F89-85AE-3F66D724BAEF}" dt="2025-06-16T10:38:15.902" v="883"/>
          <ac:spMkLst>
            <pc:docMk/>
            <pc:sldMk cId="575742730" sldId="2147347696"/>
            <ac:spMk id="11" creationId="{78FCB95D-FDFB-36B6-83A7-AA89ACF6EBC9}"/>
          </ac:spMkLst>
        </pc:spChg>
        <pc:spChg chg="mod">
          <ac:chgData name="Mukherjee, Shouvik" userId="8a0946e8-3a6b-4d5c-947d-73f4cd578335" providerId="ADAL" clId="{2A6BCC37-F91F-4F89-85AE-3F66D724BAEF}" dt="2025-06-16T10:38:15.902" v="883"/>
          <ac:spMkLst>
            <pc:docMk/>
            <pc:sldMk cId="575742730" sldId="2147347696"/>
            <ac:spMk id="12" creationId="{C6BD0D7F-557F-5A4A-C573-F654B49749D5}"/>
          </ac:spMkLst>
        </pc:spChg>
        <pc:spChg chg="mod">
          <ac:chgData name="Mukherjee, Shouvik" userId="8a0946e8-3a6b-4d5c-947d-73f4cd578335" providerId="ADAL" clId="{2A6BCC37-F91F-4F89-85AE-3F66D724BAEF}" dt="2025-06-16T10:38:15.902" v="883"/>
          <ac:spMkLst>
            <pc:docMk/>
            <pc:sldMk cId="575742730" sldId="2147347696"/>
            <ac:spMk id="14" creationId="{3B26B0D4-9598-0A62-DA74-941D94BF5854}"/>
          </ac:spMkLst>
        </pc:spChg>
        <pc:spChg chg="mod">
          <ac:chgData name="Mukherjee, Shouvik" userId="8a0946e8-3a6b-4d5c-947d-73f4cd578335" providerId="ADAL" clId="{2A6BCC37-F91F-4F89-85AE-3F66D724BAEF}" dt="2025-06-16T10:38:15.902" v="883"/>
          <ac:spMkLst>
            <pc:docMk/>
            <pc:sldMk cId="575742730" sldId="2147347696"/>
            <ac:spMk id="15" creationId="{34B9C5E2-E13B-7A94-EABD-91F3BEBE96D8}"/>
          </ac:spMkLst>
        </pc:spChg>
        <pc:spChg chg="mod">
          <ac:chgData name="Mukherjee, Shouvik" userId="8a0946e8-3a6b-4d5c-947d-73f4cd578335" providerId="ADAL" clId="{2A6BCC37-F91F-4F89-85AE-3F66D724BAEF}" dt="2025-06-16T10:38:15.902" v="883"/>
          <ac:spMkLst>
            <pc:docMk/>
            <pc:sldMk cId="575742730" sldId="2147347696"/>
            <ac:spMk id="16" creationId="{F424FBC9-FFCD-D3D4-9DCB-22B240E766BB}"/>
          </ac:spMkLst>
        </pc:spChg>
        <pc:spChg chg="mod">
          <ac:chgData name="Mukherjee, Shouvik" userId="8a0946e8-3a6b-4d5c-947d-73f4cd578335" providerId="ADAL" clId="{2A6BCC37-F91F-4F89-85AE-3F66D724BAEF}" dt="2025-06-16T10:38:15.902" v="883"/>
          <ac:spMkLst>
            <pc:docMk/>
            <pc:sldMk cId="575742730" sldId="2147347696"/>
            <ac:spMk id="18" creationId="{19CCD282-288D-1D93-76CB-111635D637E5}"/>
          </ac:spMkLst>
        </pc:spChg>
        <pc:spChg chg="mod">
          <ac:chgData name="Mukherjee, Shouvik" userId="8a0946e8-3a6b-4d5c-947d-73f4cd578335" providerId="ADAL" clId="{2A6BCC37-F91F-4F89-85AE-3F66D724BAEF}" dt="2025-06-16T10:38:15.902" v="883"/>
          <ac:spMkLst>
            <pc:docMk/>
            <pc:sldMk cId="575742730" sldId="2147347696"/>
            <ac:spMk id="20" creationId="{D0E28070-5407-BBE3-0994-223A755D0E3E}"/>
          </ac:spMkLst>
        </pc:spChg>
        <pc:spChg chg="mod">
          <ac:chgData name="Mukherjee, Shouvik" userId="8a0946e8-3a6b-4d5c-947d-73f4cd578335" providerId="ADAL" clId="{2A6BCC37-F91F-4F89-85AE-3F66D724BAEF}" dt="2025-06-16T10:38:15.902" v="883"/>
          <ac:spMkLst>
            <pc:docMk/>
            <pc:sldMk cId="575742730" sldId="2147347696"/>
            <ac:spMk id="21" creationId="{F40D1832-485D-9CDE-0D12-2E6D9F1406F8}"/>
          </ac:spMkLst>
        </pc:spChg>
        <pc:spChg chg="add mod">
          <ac:chgData name="Mukherjee, Shouvik" userId="8a0946e8-3a6b-4d5c-947d-73f4cd578335" providerId="ADAL" clId="{2A6BCC37-F91F-4F89-85AE-3F66D724BAEF}" dt="2025-06-16T10:38:15.902" v="883"/>
          <ac:spMkLst>
            <pc:docMk/>
            <pc:sldMk cId="575742730" sldId="2147347696"/>
            <ac:spMk id="26" creationId="{1FD2B8D7-0846-E045-3E79-D66FD53E372D}"/>
          </ac:spMkLst>
        </pc:spChg>
        <pc:spChg chg="add mod">
          <ac:chgData name="Mukherjee, Shouvik" userId="8a0946e8-3a6b-4d5c-947d-73f4cd578335" providerId="ADAL" clId="{2A6BCC37-F91F-4F89-85AE-3F66D724BAEF}" dt="2025-06-16T10:38:15.902" v="883"/>
          <ac:spMkLst>
            <pc:docMk/>
            <pc:sldMk cId="575742730" sldId="2147347696"/>
            <ac:spMk id="27" creationId="{BF58F004-D74B-C389-FDAE-526FCF901251}"/>
          </ac:spMkLst>
        </pc:spChg>
        <pc:spChg chg="add mod">
          <ac:chgData name="Mukherjee, Shouvik" userId="8a0946e8-3a6b-4d5c-947d-73f4cd578335" providerId="ADAL" clId="{2A6BCC37-F91F-4F89-85AE-3F66D724BAEF}" dt="2025-06-16T10:38:15.902" v="883"/>
          <ac:spMkLst>
            <pc:docMk/>
            <pc:sldMk cId="575742730" sldId="2147347696"/>
            <ac:spMk id="28" creationId="{346D6B95-2162-5420-09A5-2A970B6D62F6}"/>
          </ac:spMkLst>
        </pc:spChg>
        <pc:spChg chg="add mod">
          <ac:chgData name="Mukherjee, Shouvik" userId="8a0946e8-3a6b-4d5c-947d-73f4cd578335" providerId="ADAL" clId="{2A6BCC37-F91F-4F89-85AE-3F66D724BAEF}" dt="2025-06-16T10:38:15.902" v="883"/>
          <ac:spMkLst>
            <pc:docMk/>
            <pc:sldMk cId="575742730" sldId="2147347696"/>
            <ac:spMk id="29" creationId="{2383C7B6-6534-72B4-DE0A-4F483F596BF0}"/>
          </ac:spMkLst>
        </pc:spChg>
        <pc:spChg chg="mod">
          <ac:chgData name="Mukherjee, Shouvik" userId="8a0946e8-3a6b-4d5c-947d-73f4cd578335" providerId="ADAL" clId="{2A6BCC37-F91F-4F89-85AE-3F66D724BAEF}" dt="2025-06-16T10:38:15.902" v="883"/>
          <ac:spMkLst>
            <pc:docMk/>
            <pc:sldMk cId="575742730" sldId="2147347696"/>
            <ac:spMk id="31" creationId="{D76790E5-95B5-48B6-873C-2936A067FDDB}"/>
          </ac:spMkLst>
        </pc:spChg>
        <pc:spChg chg="mod">
          <ac:chgData name="Mukherjee, Shouvik" userId="8a0946e8-3a6b-4d5c-947d-73f4cd578335" providerId="ADAL" clId="{2A6BCC37-F91F-4F89-85AE-3F66D724BAEF}" dt="2025-06-16T10:38:15.902" v="883"/>
          <ac:spMkLst>
            <pc:docMk/>
            <pc:sldMk cId="575742730" sldId="2147347696"/>
            <ac:spMk id="32" creationId="{1582C372-B849-653A-6028-784A66FDC442}"/>
          </ac:spMkLst>
        </pc:spChg>
        <pc:spChg chg="del">
          <ac:chgData name="Mukherjee, Shouvik" userId="8a0946e8-3a6b-4d5c-947d-73f4cd578335" providerId="ADAL" clId="{2A6BCC37-F91F-4F89-85AE-3F66D724BAEF}" dt="2025-06-16T10:38:14.675" v="882" actId="478"/>
          <ac:spMkLst>
            <pc:docMk/>
            <pc:sldMk cId="575742730" sldId="2147347696"/>
            <ac:spMk id="34" creationId="{AC06B5A3-6092-87F1-C177-15A2814881D4}"/>
          </ac:spMkLst>
        </pc:spChg>
        <pc:spChg chg="del">
          <ac:chgData name="Mukherjee, Shouvik" userId="8a0946e8-3a6b-4d5c-947d-73f4cd578335" providerId="ADAL" clId="{2A6BCC37-F91F-4F89-85AE-3F66D724BAEF}" dt="2025-06-16T10:38:14.675" v="882" actId="478"/>
          <ac:spMkLst>
            <pc:docMk/>
            <pc:sldMk cId="575742730" sldId="2147347696"/>
            <ac:spMk id="35" creationId="{54AE923B-4CAF-B1C3-605D-CB36A78C5293}"/>
          </ac:spMkLst>
        </pc:spChg>
        <pc:spChg chg="del">
          <ac:chgData name="Mukherjee, Shouvik" userId="8a0946e8-3a6b-4d5c-947d-73f4cd578335" providerId="ADAL" clId="{2A6BCC37-F91F-4F89-85AE-3F66D724BAEF}" dt="2025-06-16T10:38:14.675" v="882" actId="478"/>
          <ac:spMkLst>
            <pc:docMk/>
            <pc:sldMk cId="575742730" sldId="2147347696"/>
            <ac:spMk id="36" creationId="{45A3901A-7FFB-3DE7-A06F-0AB9DE4A6305}"/>
          </ac:spMkLst>
        </pc:spChg>
        <pc:spChg chg="del">
          <ac:chgData name="Mukherjee, Shouvik" userId="8a0946e8-3a6b-4d5c-947d-73f4cd578335" providerId="ADAL" clId="{2A6BCC37-F91F-4F89-85AE-3F66D724BAEF}" dt="2025-06-16T10:38:14.675" v="882" actId="478"/>
          <ac:spMkLst>
            <pc:docMk/>
            <pc:sldMk cId="575742730" sldId="2147347696"/>
            <ac:spMk id="37" creationId="{3F45DFD4-DFA9-DADC-1046-28467F91D1FC}"/>
          </ac:spMkLst>
        </pc:spChg>
        <pc:spChg chg="mod">
          <ac:chgData name="Mukherjee, Shouvik" userId="8a0946e8-3a6b-4d5c-947d-73f4cd578335" providerId="ADAL" clId="{2A6BCC37-F91F-4F89-85AE-3F66D724BAEF}" dt="2025-06-16T10:38:15.902" v="883"/>
          <ac:spMkLst>
            <pc:docMk/>
            <pc:sldMk cId="575742730" sldId="2147347696"/>
            <ac:spMk id="39" creationId="{6BCB968E-E725-2D91-A469-521F7DCA01A4}"/>
          </ac:spMkLst>
        </pc:spChg>
        <pc:spChg chg="mod">
          <ac:chgData name="Mukherjee, Shouvik" userId="8a0946e8-3a6b-4d5c-947d-73f4cd578335" providerId="ADAL" clId="{2A6BCC37-F91F-4F89-85AE-3F66D724BAEF}" dt="2025-06-16T10:38:15.902" v="883"/>
          <ac:spMkLst>
            <pc:docMk/>
            <pc:sldMk cId="575742730" sldId="2147347696"/>
            <ac:spMk id="40" creationId="{8153ACB1-C359-003C-E878-1EF79B87DAB4}"/>
          </ac:spMkLst>
        </pc:spChg>
        <pc:spChg chg="mod">
          <ac:chgData name="Mukherjee, Shouvik" userId="8a0946e8-3a6b-4d5c-947d-73f4cd578335" providerId="ADAL" clId="{2A6BCC37-F91F-4F89-85AE-3F66D724BAEF}" dt="2025-06-16T10:38:15.902" v="883"/>
          <ac:spMkLst>
            <pc:docMk/>
            <pc:sldMk cId="575742730" sldId="2147347696"/>
            <ac:spMk id="43" creationId="{A90AAE52-15D2-7FBA-0FD6-170BDD9A3BCE}"/>
          </ac:spMkLst>
        </pc:spChg>
        <pc:spChg chg="mod">
          <ac:chgData name="Mukherjee, Shouvik" userId="8a0946e8-3a6b-4d5c-947d-73f4cd578335" providerId="ADAL" clId="{2A6BCC37-F91F-4F89-85AE-3F66D724BAEF}" dt="2025-06-16T10:38:15.902" v="883"/>
          <ac:spMkLst>
            <pc:docMk/>
            <pc:sldMk cId="575742730" sldId="2147347696"/>
            <ac:spMk id="44" creationId="{DF6F1C38-61AE-2CFA-8440-67B93FCC76DD}"/>
          </ac:spMkLst>
        </pc:spChg>
        <pc:spChg chg="mod">
          <ac:chgData name="Mukherjee, Shouvik" userId="8a0946e8-3a6b-4d5c-947d-73f4cd578335" providerId="ADAL" clId="{2A6BCC37-F91F-4F89-85AE-3F66D724BAEF}" dt="2025-06-16T10:38:15.902" v="883"/>
          <ac:spMkLst>
            <pc:docMk/>
            <pc:sldMk cId="575742730" sldId="2147347696"/>
            <ac:spMk id="46" creationId="{39480C89-F557-C321-2DC3-4E9558055621}"/>
          </ac:spMkLst>
        </pc:spChg>
        <pc:spChg chg="mod">
          <ac:chgData name="Mukherjee, Shouvik" userId="8a0946e8-3a6b-4d5c-947d-73f4cd578335" providerId="ADAL" clId="{2A6BCC37-F91F-4F89-85AE-3F66D724BAEF}" dt="2025-06-16T10:38:15.902" v="883"/>
          <ac:spMkLst>
            <pc:docMk/>
            <pc:sldMk cId="575742730" sldId="2147347696"/>
            <ac:spMk id="47" creationId="{BEBACABE-CB60-2B76-3AAD-E8B001BFAEF3}"/>
          </ac:spMkLst>
        </pc:spChg>
        <pc:spChg chg="add mod">
          <ac:chgData name="Mukherjee, Shouvik" userId="8a0946e8-3a6b-4d5c-947d-73f4cd578335" providerId="ADAL" clId="{2A6BCC37-F91F-4F89-85AE-3F66D724BAEF}" dt="2025-06-16T11:01:42.305" v="1033" actId="20577"/>
          <ac:spMkLst>
            <pc:docMk/>
            <pc:sldMk cId="575742730" sldId="2147347696"/>
            <ac:spMk id="48" creationId="{284C906B-4DA7-7FC5-FD03-3C7BB8AB6433}"/>
          </ac:spMkLst>
        </pc:spChg>
        <pc:spChg chg="add mod">
          <ac:chgData name="Mukherjee, Shouvik" userId="8a0946e8-3a6b-4d5c-947d-73f4cd578335" providerId="ADAL" clId="{2A6BCC37-F91F-4F89-85AE-3F66D724BAEF}" dt="2025-06-16T11:15:47.885" v="1089" actId="20577"/>
          <ac:spMkLst>
            <pc:docMk/>
            <pc:sldMk cId="575742730" sldId="2147347696"/>
            <ac:spMk id="50" creationId="{5B823FBD-975F-DDC6-E254-6A4253E9CADB}"/>
          </ac:spMkLst>
        </pc:spChg>
        <pc:spChg chg="add mod">
          <ac:chgData name="Mukherjee, Shouvik" userId="8a0946e8-3a6b-4d5c-947d-73f4cd578335" providerId="ADAL" clId="{2A6BCC37-F91F-4F89-85AE-3F66D724BAEF}" dt="2025-06-16T11:22:50.649" v="1140"/>
          <ac:spMkLst>
            <pc:docMk/>
            <pc:sldMk cId="575742730" sldId="2147347696"/>
            <ac:spMk id="52" creationId="{B54BADF9-4CC5-0D5F-717D-92EFD0179D39}"/>
          </ac:spMkLst>
        </pc:spChg>
        <pc:spChg chg="add mod">
          <ac:chgData name="Mukherjee, Shouvik" userId="8a0946e8-3a6b-4d5c-947d-73f4cd578335" providerId="ADAL" clId="{2A6BCC37-F91F-4F89-85AE-3F66D724BAEF}" dt="2025-06-16T11:24:38.243" v="1163"/>
          <ac:spMkLst>
            <pc:docMk/>
            <pc:sldMk cId="575742730" sldId="2147347696"/>
            <ac:spMk id="54" creationId="{FC141058-1400-D11F-0332-9EDE9E9B5ADF}"/>
          </ac:spMkLst>
        </pc:spChg>
        <pc:spChg chg="add mod">
          <ac:chgData name="Mukherjee, Shouvik" userId="8a0946e8-3a6b-4d5c-947d-73f4cd578335" providerId="ADAL" clId="{2A6BCC37-F91F-4F89-85AE-3F66D724BAEF}" dt="2025-06-16T11:24:54.128" v="1166" actId="20577"/>
          <ac:spMkLst>
            <pc:docMk/>
            <pc:sldMk cId="575742730" sldId="2147347696"/>
            <ac:spMk id="56" creationId="{77F2B996-41C2-53C1-7586-F528B49984F6}"/>
          </ac:spMkLst>
        </pc:spChg>
        <pc:spChg chg="mod">
          <ac:chgData name="Mukherjee, Shouvik" userId="8a0946e8-3a6b-4d5c-947d-73f4cd578335" providerId="ADAL" clId="{2A6BCC37-F91F-4F89-85AE-3F66D724BAEF}" dt="2025-06-16T10:38:15.902" v="883"/>
          <ac:spMkLst>
            <pc:docMk/>
            <pc:sldMk cId="575742730" sldId="2147347696"/>
            <ac:spMk id="58" creationId="{7763313E-14A0-3E1D-8A58-0C6EE60DDF3C}"/>
          </ac:spMkLst>
        </pc:spChg>
        <pc:spChg chg="mod">
          <ac:chgData name="Mukherjee, Shouvik" userId="8a0946e8-3a6b-4d5c-947d-73f4cd578335" providerId="ADAL" clId="{2A6BCC37-F91F-4F89-85AE-3F66D724BAEF}" dt="2025-06-16T10:38:15.902" v="883"/>
          <ac:spMkLst>
            <pc:docMk/>
            <pc:sldMk cId="575742730" sldId="2147347696"/>
            <ac:spMk id="59" creationId="{27359A70-5479-BDB3-6338-7744BE61E0B6}"/>
          </ac:spMkLst>
        </pc:spChg>
        <pc:spChg chg="mod">
          <ac:chgData name="Mukherjee, Shouvik" userId="8a0946e8-3a6b-4d5c-947d-73f4cd578335" providerId="ADAL" clId="{2A6BCC37-F91F-4F89-85AE-3F66D724BAEF}" dt="2025-06-16T10:38:15.902" v="883"/>
          <ac:spMkLst>
            <pc:docMk/>
            <pc:sldMk cId="575742730" sldId="2147347696"/>
            <ac:spMk id="60" creationId="{788AA804-A598-A922-B90E-B70F0C2C525E}"/>
          </ac:spMkLst>
        </pc:spChg>
        <pc:spChg chg="mod">
          <ac:chgData name="Mukherjee, Shouvik" userId="8a0946e8-3a6b-4d5c-947d-73f4cd578335" providerId="ADAL" clId="{2A6BCC37-F91F-4F89-85AE-3F66D724BAEF}" dt="2025-06-16T10:38:15.902" v="883"/>
          <ac:spMkLst>
            <pc:docMk/>
            <pc:sldMk cId="575742730" sldId="2147347696"/>
            <ac:spMk id="61" creationId="{1A316738-D10A-A816-D000-BF56759D9C69}"/>
          </ac:spMkLst>
        </pc:spChg>
        <pc:spChg chg="mod">
          <ac:chgData name="Mukherjee, Shouvik" userId="8a0946e8-3a6b-4d5c-947d-73f4cd578335" providerId="ADAL" clId="{2A6BCC37-F91F-4F89-85AE-3F66D724BAEF}" dt="2025-06-16T10:38:15.902" v="883"/>
          <ac:spMkLst>
            <pc:docMk/>
            <pc:sldMk cId="575742730" sldId="2147347696"/>
            <ac:spMk id="62" creationId="{7A4F15D6-56BB-A185-9F11-8F1C82D0BB7D}"/>
          </ac:spMkLst>
        </pc:spChg>
        <pc:spChg chg="mod">
          <ac:chgData name="Mukherjee, Shouvik" userId="8a0946e8-3a6b-4d5c-947d-73f4cd578335" providerId="ADAL" clId="{2A6BCC37-F91F-4F89-85AE-3F66D724BAEF}" dt="2025-06-16T10:38:15.902" v="883"/>
          <ac:spMkLst>
            <pc:docMk/>
            <pc:sldMk cId="575742730" sldId="2147347696"/>
            <ac:spMk id="64" creationId="{8959CD03-ED5E-4AA2-6A16-9324490E91DF}"/>
          </ac:spMkLst>
        </pc:spChg>
        <pc:spChg chg="mod">
          <ac:chgData name="Mukherjee, Shouvik" userId="8a0946e8-3a6b-4d5c-947d-73f4cd578335" providerId="ADAL" clId="{2A6BCC37-F91F-4F89-85AE-3F66D724BAEF}" dt="2025-06-16T10:38:15.902" v="883"/>
          <ac:spMkLst>
            <pc:docMk/>
            <pc:sldMk cId="575742730" sldId="2147347696"/>
            <ac:spMk id="65" creationId="{7C36A556-20B5-36C5-EBFD-4644FEB2CD78}"/>
          </ac:spMkLst>
        </pc:spChg>
        <pc:spChg chg="mod">
          <ac:chgData name="Mukherjee, Shouvik" userId="8a0946e8-3a6b-4d5c-947d-73f4cd578335" providerId="ADAL" clId="{2A6BCC37-F91F-4F89-85AE-3F66D724BAEF}" dt="2025-06-16T10:38:15.902" v="883"/>
          <ac:spMkLst>
            <pc:docMk/>
            <pc:sldMk cId="575742730" sldId="2147347696"/>
            <ac:spMk id="66" creationId="{5CBACFB2-B196-A787-A5AB-4808EA6A040B}"/>
          </ac:spMkLst>
        </pc:spChg>
        <pc:spChg chg="mod">
          <ac:chgData name="Mukherjee, Shouvik" userId="8a0946e8-3a6b-4d5c-947d-73f4cd578335" providerId="ADAL" clId="{2A6BCC37-F91F-4F89-85AE-3F66D724BAEF}" dt="2025-06-16T10:38:15.902" v="883"/>
          <ac:spMkLst>
            <pc:docMk/>
            <pc:sldMk cId="575742730" sldId="2147347696"/>
            <ac:spMk id="67" creationId="{E5DC4C31-8113-277B-FCA0-4864208A2A36}"/>
          </ac:spMkLst>
        </pc:spChg>
        <pc:spChg chg="mod">
          <ac:chgData name="Mukherjee, Shouvik" userId="8a0946e8-3a6b-4d5c-947d-73f4cd578335" providerId="ADAL" clId="{2A6BCC37-F91F-4F89-85AE-3F66D724BAEF}" dt="2025-06-16T10:38:15.902" v="883"/>
          <ac:spMkLst>
            <pc:docMk/>
            <pc:sldMk cId="575742730" sldId="2147347696"/>
            <ac:spMk id="68" creationId="{9CC92990-02E2-C53D-3BC1-B073A10B47AE}"/>
          </ac:spMkLst>
        </pc:spChg>
        <pc:spChg chg="mod">
          <ac:chgData name="Mukherjee, Shouvik" userId="8a0946e8-3a6b-4d5c-947d-73f4cd578335" providerId="ADAL" clId="{2A6BCC37-F91F-4F89-85AE-3F66D724BAEF}" dt="2025-06-16T10:38:15.902" v="883"/>
          <ac:spMkLst>
            <pc:docMk/>
            <pc:sldMk cId="575742730" sldId="2147347696"/>
            <ac:spMk id="70" creationId="{212C228D-F17B-B0D8-FFE7-70F45BFD7580}"/>
          </ac:spMkLst>
        </pc:spChg>
        <pc:spChg chg="mod">
          <ac:chgData name="Mukherjee, Shouvik" userId="8a0946e8-3a6b-4d5c-947d-73f4cd578335" providerId="ADAL" clId="{2A6BCC37-F91F-4F89-85AE-3F66D724BAEF}" dt="2025-06-16T10:38:15.902" v="883"/>
          <ac:spMkLst>
            <pc:docMk/>
            <pc:sldMk cId="575742730" sldId="2147347696"/>
            <ac:spMk id="71" creationId="{D215765D-5719-5150-9180-778D2024236F}"/>
          </ac:spMkLst>
        </pc:spChg>
        <pc:spChg chg="mod">
          <ac:chgData name="Mukherjee, Shouvik" userId="8a0946e8-3a6b-4d5c-947d-73f4cd578335" providerId="ADAL" clId="{2A6BCC37-F91F-4F89-85AE-3F66D724BAEF}" dt="2025-06-16T10:38:15.902" v="883"/>
          <ac:spMkLst>
            <pc:docMk/>
            <pc:sldMk cId="575742730" sldId="2147347696"/>
            <ac:spMk id="72" creationId="{9FF41C70-8410-C059-EF70-F173C7E40C6F}"/>
          </ac:spMkLst>
        </pc:spChg>
        <pc:spChg chg="mod">
          <ac:chgData name="Mukherjee, Shouvik" userId="8a0946e8-3a6b-4d5c-947d-73f4cd578335" providerId="ADAL" clId="{2A6BCC37-F91F-4F89-85AE-3F66D724BAEF}" dt="2025-06-16T10:38:15.902" v="883"/>
          <ac:spMkLst>
            <pc:docMk/>
            <pc:sldMk cId="575742730" sldId="2147347696"/>
            <ac:spMk id="73" creationId="{E2B0610F-37E0-4496-4361-F5812CAC8458}"/>
          </ac:spMkLst>
        </pc:spChg>
        <pc:spChg chg="mod">
          <ac:chgData name="Mukherjee, Shouvik" userId="8a0946e8-3a6b-4d5c-947d-73f4cd578335" providerId="ADAL" clId="{2A6BCC37-F91F-4F89-85AE-3F66D724BAEF}" dt="2025-06-16T10:38:15.902" v="883"/>
          <ac:spMkLst>
            <pc:docMk/>
            <pc:sldMk cId="575742730" sldId="2147347696"/>
            <ac:spMk id="74" creationId="{4645D388-57E8-1DA8-E413-4B8D5B1F76C5}"/>
          </ac:spMkLst>
        </pc:spChg>
        <pc:spChg chg="add mod">
          <ac:chgData name="Mukherjee, Shouvik" userId="8a0946e8-3a6b-4d5c-947d-73f4cd578335" providerId="ADAL" clId="{2A6BCC37-F91F-4F89-85AE-3F66D724BAEF}" dt="2025-06-16T10:38:15.902" v="883"/>
          <ac:spMkLst>
            <pc:docMk/>
            <pc:sldMk cId="575742730" sldId="2147347696"/>
            <ac:spMk id="75" creationId="{7B807E30-6F25-9363-4AA1-17E90E961FA5}"/>
          </ac:spMkLst>
        </pc:spChg>
        <pc:spChg chg="add mod">
          <ac:chgData name="Mukherjee, Shouvik" userId="8a0946e8-3a6b-4d5c-947d-73f4cd578335" providerId="ADAL" clId="{2A6BCC37-F91F-4F89-85AE-3F66D724BAEF}" dt="2025-06-16T10:38:15.902" v="883"/>
          <ac:spMkLst>
            <pc:docMk/>
            <pc:sldMk cId="575742730" sldId="2147347696"/>
            <ac:spMk id="76" creationId="{11E7DEF0-00B1-CA5D-BB82-C046DB09EA76}"/>
          </ac:spMkLst>
        </pc:spChg>
        <pc:spChg chg="mod">
          <ac:chgData name="Mukherjee, Shouvik" userId="8a0946e8-3a6b-4d5c-947d-73f4cd578335" providerId="ADAL" clId="{2A6BCC37-F91F-4F89-85AE-3F66D724BAEF}" dt="2025-06-16T10:38:15.902" v="883"/>
          <ac:spMkLst>
            <pc:docMk/>
            <pc:sldMk cId="575742730" sldId="2147347696"/>
            <ac:spMk id="78" creationId="{B55D76E1-1E6A-6FA4-763F-27B0B9F7C743}"/>
          </ac:spMkLst>
        </pc:spChg>
        <pc:spChg chg="mod">
          <ac:chgData name="Mukherjee, Shouvik" userId="8a0946e8-3a6b-4d5c-947d-73f4cd578335" providerId="ADAL" clId="{2A6BCC37-F91F-4F89-85AE-3F66D724BAEF}" dt="2025-06-16T10:38:15.902" v="883"/>
          <ac:spMkLst>
            <pc:docMk/>
            <pc:sldMk cId="575742730" sldId="2147347696"/>
            <ac:spMk id="79" creationId="{0AC40898-BA45-E67E-F7F1-B584B9D3D8B3}"/>
          </ac:spMkLst>
        </pc:spChg>
        <pc:spChg chg="mod">
          <ac:chgData name="Mukherjee, Shouvik" userId="8a0946e8-3a6b-4d5c-947d-73f4cd578335" providerId="ADAL" clId="{2A6BCC37-F91F-4F89-85AE-3F66D724BAEF}" dt="2025-06-16T10:38:15.902" v="883"/>
          <ac:spMkLst>
            <pc:docMk/>
            <pc:sldMk cId="575742730" sldId="2147347696"/>
            <ac:spMk id="80" creationId="{C362DC2A-4133-0003-CCE3-E7D5A978D99F}"/>
          </ac:spMkLst>
        </pc:spChg>
        <pc:spChg chg="mod">
          <ac:chgData name="Mukherjee, Shouvik" userId="8a0946e8-3a6b-4d5c-947d-73f4cd578335" providerId="ADAL" clId="{2A6BCC37-F91F-4F89-85AE-3F66D724BAEF}" dt="2025-06-16T10:38:15.902" v="883"/>
          <ac:spMkLst>
            <pc:docMk/>
            <pc:sldMk cId="575742730" sldId="2147347696"/>
            <ac:spMk id="81" creationId="{6EA24628-59AA-388F-FA52-52E7A8377A0F}"/>
          </ac:spMkLst>
        </pc:spChg>
        <pc:spChg chg="mod">
          <ac:chgData name="Mukherjee, Shouvik" userId="8a0946e8-3a6b-4d5c-947d-73f4cd578335" providerId="ADAL" clId="{2A6BCC37-F91F-4F89-85AE-3F66D724BAEF}" dt="2025-06-16T10:38:15.902" v="883"/>
          <ac:spMkLst>
            <pc:docMk/>
            <pc:sldMk cId="575742730" sldId="2147347696"/>
            <ac:spMk id="82" creationId="{02DF7DA1-B311-4701-5662-0D18B6C870B5}"/>
          </ac:spMkLst>
        </pc:spChg>
        <pc:spChg chg="mod">
          <ac:chgData name="Mukherjee, Shouvik" userId="8a0946e8-3a6b-4d5c-947d-73f4cd578335" providerId="ADAL" clId="{2A6BCC37-F91F-4F89-85AE-3F66D724BAEF}" dt="2025-06-16T10:38:15.902" v="883"/>
          <ac:spMkLst>
            <pc:docMk/>
            <pc:sldMk cId="575742730" sldId="2147347696"/>
            <ac:spMk id="83" creationId="{25C478B3-4178-4349-0231-4A445C0C3D90}"/>
          </ac:spMkLst>
        </pc:spChg>
        <pc:spChg chg="mod">
          <ac:chgData name="Mukherjee, Shouvik" userId="8a0946e8-3a6b-4d5c-947d-73f4cd578335" providerId="ADAL" clId="{2A6BCC37-F91F-4F89-85AE-3F66D724BAEF}" dt="2025-06-16T10:38:15.902" v="883"/>
          <ac:spMkLst>
            <pc:docMk/>
            <pc:sldMk cId="575742730" sldId="2147347696"/>
            <ac:spMk id="84" creationId="{A7F78CA3-CCE4-904B-617D-25E1B0A38163}"/>
          </ac:spMkLst>
        </pc:spChg>
        <pc:spChg chg="mod">
          <ac:chgData name="Mukherjee, Shouvik" userId="8a0946e8-3a6b-4d5c-947d-73f4cd578335" providerId="ADAL" clId="{2A6BCC37-F91F-4F89-85AE-3F66D724BAEF}" dt="2025-06-16T10:38:15.902" v="883"/>
          <ac:spMkLst>
            <pc:docMk/>
            <pc:sldMk cId="575742730" sldId="2147347696"/>
            <ac:spMk id="85" creationId="{915F84C9-F27A-6CB5-74DE-41B21442C8FB}"/>
          </ac:spMkLst>
        </pc:spChg>
        <pc:spChg chg="mod">
          <ac:chgData name="Mukherjee, Shouvik" userId="8a0946e8-3a6b-4d5c-947d-73f4cd578335" providerId="ADAL" clId="{2A6BCC37-F91F-4F89-85AE-3F66D724BAEF}" dt="2025-06-16T10:38:15.902" v="883"/>
          <ac:spMkLst>
            <pc:docMk/>
            <pc:sldMk cId="575742730" sldId="2147347696"/>
            <ac:spMk id="86" creationId="{426FE08D-24A9-8E27-F9C4-3587EDE8B6EF}"/>
          </ac:spMkLst>
        </pc:spChg>
        <pc:spChg chg="mod">
          <ac:chgData name="Mukherjee, Shouvik" userId="8a0946e8-3a6b-4d5c-947d-73f4cd578335" providerId="ADAL" clId="{2A6BCC37-F91F-4F89-85AE-3F66D724BAEF}" dt="2025-06-16T10:38:15.902" v="883"/>
          <ac:spMkLst>
            <pc:docMk/>
            <pc:sldMk cId="575742730" sldId="2147347696"/>
            <ac:spMk id="87" creationId="{6B9314EE-3B77-3120-5A10-D0D3DC08070C}"/>
          </ac:spMkLst>
        </pc:spChg>
        <pc:spChg chg="mod">
          <ac:chgData name="Mukherjee, Shouvik" userId="8a0946e8-3a6b-4d5c-947d-73f4cd578335" providerId="ADAL" clId="{2A6BCC37-F91F-4F89-85AE-3F66D724BAEF}" dt="2025-06-16T10:38:15.902" v="883"/>
          <ac:spMkLst>
            <pc:docMk/>
            <pc:sldMk cId="575742730" sldId="2147347696"/>
            <ac:spMk id="89" creationId="{5296E968-94B1-0A25-8345-1E342696B4F7}"/>
          </ac:spMkLst>
        </pc:spChg>
        <pc:spChg chg="mod">
          <ac:chgData name="Mukherjee, Shouvik" userId="8a0946e8-3a6b-4d5c-947d-73f4cd578335" providerId="ADAL" clId="{2A6BCC37-F91F-4F89-85AE-3F66D724BAEF}" dt="2025-06-16T10:38:15.902" v="883"/>
          <ac:spMkLst>
            <pc:docMk/>
            <pc:sldMk cId="575742730" sldId="2147347696"/>
            <ac:spMk id="90" creationId="{E38553AD-99C6-ECAE-3C6D-F02E9F9A29A7}"/>
          </ac:spMkLst>
        </pc:spChg>
        <pc:spChg chg="mod">
          <ac:chgData name="Mukherjee, Shouvik" userId="8a0946e8-3a6b-4d5c-947d-73f4cd578335" providerId="ADAL" clId="{2A6BCC37-F91F-4F89-85AE-3F66D724BAEF}" dt="2025-06-16T10:38:15.902" v="883"/>
          <ac:spMkLst>
            <pc:docMk/>
            <pc:sldMk cId="575742730" sldId="2147347696"/>
            <ac:spMk id="91" creationId="{F2FEA1BC-0B3A-44AA-5C3D-81F8257D4F92}"/>
          </ac:spMkLst>
        </pc:spChg>
        <pc:spChg chg="mod">
          <ac:chgData name="Mukherjee, Shouvik" userId="8a0946e8-3a6b-4d5c-947d-73f4cd578335" providerId="ADAL" clId="{2A6BCC37-F91F-4F89-85AE-3F66D724BAEF}" dt="2025-06-16T10:38:15.902" v="883"/>
          <ac:spMkLst>
            <pc:docMk/>
            <pc:sldMk cId="575742730" sldId="2147347696"/>
            <ac:spMk id="92" creationId="{457B2E3A-9581-1EC2-27D5-7EB7965BEAF9}"/>
          </ac:spMkLst>
        </pc:spChg>
        <pc:spChg chg="mod">
          <ac:chgData name="Mukherjee, Shouvik" userId="8a0946e8-3a6b-4d5c-947d-73f4cd578335" providerId="ADAL" clId="{2A6BCC37-F91F-4F89-85AE-3F66D724BAEF}" dt="2025-06-16T10:38:15.902" v="883"/>
          <ac:spMkLst>
            <pc:docMk/>
            <pc:sldMk cId="575742730" sldId="2147347696"/>
            <ac:spMk id="93" creationId="{37AF0DEA-DB94-0770-FB42-E91F218F5EC6}"/>
          </ac:spMkLst>
        </pc:spChg>
        <pc:spChg chg="add mod">
          <ac:chgData name="Mukherjee, Shouvik" userId="8a0946e8-3a6b-4d5c-947d-73f4cd578335" providerId="ADAL" clId="{2A6BCC37-F91F-4F89-85AE-3F66D724BAEF}" dt="2025-06-16T10:38:15.902" v="883"/>
          <ac:spMkLst>
            <pc:docMk/>
            <pc:sldMk cId="575742730" sldId="2147347696"/>
            <ac:spMk id="94" creationId="{2CC95A67-8668-782B-B9AF-A4E35CBC2AD4}"/>
          </ac:spMkLst>
        </pc:spChg>
        <pc:spChg chg="mod">
          <ac:chgData name="Mukherjee, Shouvik" userId="8a0946e8-3a6b-4d5c-947d-73f4cd578335" providerId="ADAL" clId="{2A6BCC37-F91F-4F89-85AE-3F66D724BAEF}" dt="2025-06-16T10:38:15.902" v="883"/>
          <ac:spMkLst>
            <pc:docMk/>
            <pc:sldMk cId="575742730" sldId="2147347696"/>
            <ac:spMk id="96" creationId="{ACD40E67-2783-2854-D218-611B7811CD61}"/>
          </ac:spMkLst>
        </pc:spChg>
        <pc:spChg chg="mod">
          <ac:chgData name="Mukherjee, Shouvik" userId="8a0946e8-3a6b-4d5c-947d-73f4cd578335" providerId="ADAL" clId="{2A6BCC37-F91F-4F89-85AE-3F66D724BAEF}" dt="2025-06-16T10:38:15.902" v="883"/>
          <ac:spMkLst>
            <pc:docMk/>
            <pc:sldMk cId="575742730" sldId="2147347696"/>
            <ac:spMk id="97" creationId="{24674EA3-87F9-747E-E6B3-E09B9D39BD03}"/>
          </ac:spMkLst>
        </pc:spChg>
        <pc:spChg chg="mod">
          <ac:chgData name="Mukherjee, Shouvik" userId="8a0946e8-3a6b-4d5c-947d-73f4cd578335" providerId="ADAL" clId="{2A6BCC37-F91F-4F89-85AE-3F66D724BAEF}" dt="2025-06-16T10:38:15.902" v="883"/>
          <ac:spMkLst>
            <pc:docMk/>
            <pc:sldMk cId="575742730" sldId="2147347696"/>
            <ac:spMk id="98" creationId="{9E2DE387-A963-4FDB-3EFC-B57CBDADBBDE}"/>
          </ac:spMkLst>
        </pc:spChg>
        <pc:spChg chg="mod">
          <ac:chgData name="Mukherjee, Shouvik" userId="8a0946e8-3a6b-4d5c-947d-73f4cd578335" providerId="ADAL" clId="{2A6BCC37-F91F-4F89-85AE-3F66D724BAEF}" dt="2025-06-16T10:38:15.902" v="883"/>
          <ac:spMkLst>
            <pc:docMk/>
            <pc:sldMk cId="575742730" sldId="2147347696"/>
            <ac:spMk id="99" creationId="{21B2124D-F479-4F53-64C7-75F83F9624F0}"/>
          </ac:spMkLst>
        </pc:spChg>
        <pc:spChg chg="mod">
          <ac:chgData name="Mukherjee, Shouvik" userId="8a0946e8-3a6b-4d5c-947d-73f4cd578335" providerId="ADAL" clId="{2A6BCC37-F91F-4F89-85AE-3F66D724BAEF}" dt="2025-06-16T10:38:15.902" v="883"/>
          <ac:spMkLst>
            <pc:docMk/>
            <pc:sldMk cId="575742730" sldId="2147347696"/>
            <ac:spMk id="100" creationId="{8016A009-4902-9A5B-4625-27891225FF18}"/>
          </ac:spMkLst>
        </pc:spChg>
        <pc:spChg chg="mod">
          <ac:chgData name="Mukherjee, Shouvik" userId="8a0946e8-3a6b-4d5c-947d-73f4cd578335" providerId="ADAL" clId="{2A6BCC37-F91F-4F89-85AE-3F66D724BAEF}" dt="2025-06-16T10:38:15.902" v="883"/>
          <ac:spMkLst>
            <pc:docMk/>
            <pc:sldMk cId="575742730" sldId="2147347696"/>
            <ac:spMk id="101" creationId="{3568E79F-9007-B5DF-BEDC-E2F6F91205A1}"/>
          </ac:spMkLst>
        </pc:spChg>
        <pc:spChg chg="mod">
          <ac:chgData name="Mukherjee, Shouvik" userId="8a0946e8-3a6b-4d5c-947d-73f4cd578335" providerId="ADAL" clId="{2A6BCC37-F91F-4F89-85AE-3F66D724BAEF}" dt="2025-06-16T10:38:15.902" v="883"/>
          <ac:spMkLst>
            <pc:docMk/>
            <pc:sldMk cId="575742730" sldId="2147347696"/>
            <ac:spMk id="102" creationId="{F30DF33C-8C5D-31C9-EF95-6BCFAB968779}"/>
          </ac:spMkLst>
        </pc:spChg>
        <pc:spChg chg="mod">
          <ac:chgData name="Mukherjee, Shouvik" userId="8a0946e8-3a6b-4d5c-947d-73f4cd578335" providerId="ADAL" clId="{2A6BCC37-F91F-4F89-85AE-3F66D724BAEF}" dt="2025-06-16T10:38:15.902" v="883"/>
          <ac:spMkLst>
            <pc:docMk/>
            <pc:sldMk cId="575742730" sldId="2147347696"/>
            <ac:spMk id="103" creationId="{1FD1C9E5-8054-11DE-B46E-7317376CD716}"/>
          </ac:spMkLst>
        </pc:spChg>
        <pc:spChg chg="mod">
          <ac:chgData name="Mukherjee, Shouvik" userId="8a0946e8-3a6b-4d5c-947d-73f4cd578335" providerId="ADAL" clId="{2A6BCC37-F91F-4F89-85AE-3F66D724BAEF}" dt="2025-06-16T10:38:15.902" v="883"/>
          <ac:spMkLst>
            <pc:docMk/>
            <pc:sldMk cId="575742730" sldId="2147347696"/>
            <ac:spMk id="104" creationId="{6CA47EB9-7811-F651-AD7A-8B9EFC11A4E0}"/>
          </ac:spMkLst>
        </pc:spChg>
        <pc:spChg chg="mod">
          <ac:chgData name="Mukherjee, Shouvik" userId="8a0946e8-3a6b-4d5c-947d-73f4cd578335" providerId="ADAL" clId="{2A6BCC37-F91F-4F89-85AE-3F66D724BAEF}" dt="2025-06-16T10:38:15.902" v="883"/>
          <ac:spMkLst>
            <pc:docMk/>
            <pc:sldMk cId="575742730" sldId="2147347696"/>
            <ac:spMk id="105" creationId="{2FA4AF72-0D68-9F2D-CBCF-F04647AC69DF}"/>
          </ac:spMkLst>
        </pc:spChg>
        <pc:spChg chg="add mod">
          <ac:chgData name="Mukherjee, Shouvik" userId="8a0946e8-3a6b-4d5c-947d-73f4cd578335" providerId="ADAL" clId="{2A6BCC37-F91F-4F89-85AE-3F66D724BAEF}" dt="2025-06-16T11:22:29.553" v="1139" actId="1076"/>
          <ac:spMkLst>
            <pc:docMk/>
            <pc:sldMk cId="575742730" sldId="2147347696"/>
            <ac:spMk id="106" creationId="{31D3F2A5-DF22-0212-C13E-72CF4A6B354E}"/>
          </ac:spMkLst>
        </pc:spChg>
        <pc:spChg chg="add mod">
          <ac:chgData name="Mukherjee, Shouvik" userId="8a0946e8-3a6b-4d5c-947d-73f4cd578335" providerId="ADAL" clId="{2A6BCC37-F91F-4F89-85AE-3F66D724BAEF}" dt="2025-06-16T11:23:22.082" v="1152" actId="20577"/>
          <ac:spMkLst>
            <pc:docMk/>
            <pc:sldMk cId="575742730" sldId="2147347696"/>
            <ac:spMk id="107" creationId="{9ADEBA79-41C8-63C0-ED86-DF22D9FA5D13}"/>
          </ac:spMkLst>
        </pc:spChg>
        <pc:spChg chg="add mod">
          <ac:chgData name="Mukherjee, Shouvik" userId="8a0946e8-3a6b-4d5c-947d-73f4cd578335" providerId="ADAL" clId="{2A6BCC37-F91F-4F89-85AE-3F66D724BAEF}" dt="2025-06-16T10:38:15.902" v="883"/>
          <ac:spMkLst>
            <pc:docMk/>
            <pc:sldMk cId="575742730" sldId="2147347696"/>
            <ac:spMk id="108" creationId="{FEA6814B-A695-53F4-4EC2-11F39A710663}"/>
          </ac:spMkLst>
        </pc:spChg>
        <pc:spChg chg="add mod">
          <ac:chgData name="Mukherjee, Shouvik" userId="8a0946e8-3a6b-4d5c-947d-73f4cd578335" providerId="ADAL" clId="{2A6BCC37-F91F-4F89-85AE-3F66D724BAEF}" dt="2025-06-16T11:16:50.148" v="1107" actId="403"/>
          <ac:spMkLst>
            <pc:docMk/>
            <pc:sldMk cId="575742730" sldId="2147347696"/>
            <ac:spMk id="109" creationId="{17DAE020-ADC5-FD5C-9495-9DC029532E2E}"/>
          </ac:spMkLst>
        </pc:spChg>
        <pc:spChg chg="add mod">
          <ac:chgData name="Mukherjee, Shouvik" userId="8a0946e8-3a6b-4d5c-947d-73f4cd578335" providerId="ADAL" clId="{2A6BCC37-F91F-4F89-85AE-3F66D724BAEF}" dt="2025-06-16T11:16:43.327" v="1106" actId="403"/>
          <ac:spMkLst>
            <pc:docMk/>
            <pc:sldMk cId="575742730" sldId="2147347696"/>
            <ac:spMk id="110" creationId="{E1D1B288-C8B5-90C3-11FB-9FB62237D3F5}"/>
          </ac:spMkLst>
        </pc:spChg>
        <pc:spChg chg="add del mod">
          <ac:chgData name="Mukherjee, Shouvik" userId="8a0946e8-3a6b-4d5c-947d-73f4cd578335" providerId="ADAL" clId="{2A6BCC37-F91F-4F89-85AE-3F66D724BAEF}" dt="2025-06-16T11:23:48.403" v="1157" actId="478"/>
          <ac:spMkLst>
            <pc:docMk/>
            <pc:sldMk cId="575742730" sldId="2147347696"/>
            <ac:spMk id="111" creationId="{2277F5DF-8094-FD83-A126-733A834A0DDF}"/>
          </ac:spMkLst>
        </pc:spChg>
        <pc:spChg chg="add mod">
          <ac:chgData name="Mukherjee, Shouvik" userId="8a0946e8-3a6b-4d5c-947d-73f4cd578335" providerId="ADAL" clId="{2A6BCC37-F91F-4F89-85AE-3F66D724BAEF}" dt="2025-06-16T11:24:15.246" v="1160" actId="403"/>
          <ac:spMkLst>
            <pc:docMk/>
            <pc:sldMk cId="575742730" sldId="2147347696"/>
            <ac:spMk id="112" creationId="{D937C8F3-0336-B4F1-FDD6-1B11A9310D67}"/>
          </ac:spMkLst>
        </pc:spChg>
        <pc:spChg chg="mod">
          <ac:chgData name="Mukherjee, Shouvik" userId="8a0946e8-3a6b-4d5c-947d-73f4cd578335" providerId="ADAL" clId="{2A6BCC37-F91F-4F89-85AE-3F66D724BAEF}" dt="2025-06-16T10:38:25.219" v="884"/>
          <ac:spMkLst>
            <pc:docMk/>
            <pc:sldMk cId="575742730" sldId="2147347696"/>
            <ac:spMk id="114" creationId="{4F554B30-EC7B-3827-9964-40C9D96D53E0}"/>
          </ac:spMkLst>
        </pc:spChg>
        <pc:spChg chg="mod">
          <ac:chgData name="Mukherjee, Shouvik" userId="8a0946e8-3a6b-4d5c-947d-73f4cd578335" providerId="ADAL" clId="{2A6BCC37-F91F-4F89-85AE-3F66D724BAEF}" dt="2025-06-16T10:38:25.219" v="884"/>
          <ac:spMkLst>
            <pc:docMk/>
            <pc:sldMk cId="575742730" sldId="2147347696"/>
            <ac:spMk id="115" creationId="{58D10B58-3BD9-D6A7-D7DF-E822ED74F511}"/>
          </ac:spMkLst>
        </pc:spChg>
        <pc:spChg chg="add del mod">
          <ac:chgData name="Mukherjee, Shouvik" userId="8a0946e8-3a6b-4d5c-947d-73f4cd578335" providerId="ADAL" clId="{2A6BCC37-F91F-4F89-85AE-3F66D724BAEF}" dt="2025-06-16T10:57:16.345" v="900" actId="478"/>
          <ac:spMkLst>
            <pc:docMk/>
            <pc:sldMk cId="575742730" sldId="2147347696"/>
            <ac:spMk id="117" creationId="{31706591-981D-FB6D-C3FB-7847984BA694}"/>
          </ac:spMkLst>
        </pc:spChg>
        <pc:spChg chg="mod">
          <ac:chgData name="Mukherjee, Shouvik" userId="8a0946e8-3a6b-4d5c-947d-73f4cd578335" providerId="ADAL" clId="{2A6BCC37-F91F-4F89-85AE-3F66D724BAEF}" dt="2025-06-16T11:15:53.926" v="1090"/>
          <ac:spMkLst>
            <pc:docMk/>
            <pc:sldMk cId="575742730" sldId="2147347696"/>
            <ac:spMk id="119" creationId="{1C3FF7F4-863C-39D3-3A75-FE3B98EE7C8F}"/>
          </ac:spMkLst>
        </pc:spChg>
        <pc:spChg chg="mod">
          <ac:chgData name="Mukherjee, Shouvik" userId="8a0946e8-3a6b-4d5c-947d-73f4cd578335" providerId="ADAL" clId="{2A6BCC37-F91F-4F89-85AE-3F66D724BAEF}" dt="2025-06-16T11:15:53.926" v="1090"/>
          <ac:spMkLst>
            <pc:docMk/>
            <pc:sldMk cId="575742730" sldId="2147347696"/>
            <ac:spMk id="120" creationId="{FFA329A0-5135-C7B0-B36A-35CAFE0B2C64}"/>
          </ac:spMkLst>
        </pc:spChg>
        <pc:spChg chg="mod">
          <ac:chgData name="Mukherjee, Shouvik" userId="8a0946e8-3a6b-4d5c-947d-73f4cd578335" providerId="ADAL" clId="{2A6BCC37-F91F-4F89-85AE-3F66D724BAEF}" dt="2025-06-16T11:15:53.926" v="1090"/>
          <ac:spMkLst>
            <pc:docMk/>
            <pc:sldMk cId="575742730" sldId="2147347696"/>
            <ac:spMk id="121" creationId="{4E09AE8E-A946-2E47-8A8B-6B1A82E93F57}"/>
          </ac:spMkLst>
        </pc:spChg>
        <pc:spChg chg="mod">
          <ac:chgData name="Mukherjee, Shouvik" userId="8a0946e8-3a6b-4d5c-947d-73f4cd578335" providerId="ADAL" clId="{2A6BCC37-F91F-4F89-85AE-3F66D724BAEF}" dt="2025-06-16T11:15:53.926" v="1090"/>
          <ac:spMkLst>
            <pc:docMk/>
            <pc:sldMk cId="575742730" sldId="2147347696"/>
            <ac:spMk id="122" creationId="{DE61FB76-78C3-7B00-4A30-6F229DEA766C}"/>
          </ac:spMkLst>
        </pc:spChg>
        <pc:spChg chg="mod">
          <ac:chgData name="Mukherjee, Shouvik" userId="8a0946e8-3a6b-4d5c-947d-73f4cd578335" providerId="ADAL" clId="{2A6BCC37-F91F-4F89-85AE-3F66D724BAEF}" dt="2025-06-16T11:15:53.926" v="1090"/>
          <ac:spMkLst>
            <pc:docMk/>
            <pc:sldMk cId="575742730" sldId="2147347696"/>
            <ac:spMk id="123" creationId="{49E63C72-4486-13CE-4599-2D5C13BCF11C}"/>
          </ac:spMkLst>
        </pc:spChg>
        <pc:spChg chg="mod">
          <ac:chgData name="Mukherjee, Shouvik" userId="8a0946e8-3a6b-4d5c-947d-73f4cd578335" providerId="ADAL" clId="{2A6BCC37-F91F-4F89-85AE-3F66D724BAEF}" dt="2025-06-16T11:23:31.293" v="1153"/>
          <ac:spMkLst>
            <pc:docMk/>
            <pc:sldMk cId="575742730" sldId="2147347696"/>
            <ac:spMk id="125" creationId="{74DCAACA-C955-0DAF-1855-39C05698A851}"/>
          </ac:spMkLst>
        </pc:spChg>
        <pc:spChg chg="mod">
          <ac:chgData name="Mukherjee, Shouvik" userId="8a0946e8-3a6b-4d5c-947d-73f4cd578335" providerId="ADAL" clId="{2A6BCC37-F91F-4F89-85AE-3F66D724BAEF}" dt="2025-06-16T11:23:31.293" v="1153"/>
          <ac:spMkLst>
            <pc:docMk/>
            <pc:sldMk cId="575742730" sldId="2147347696"/>
            <ac:spMk id="126" creationId="{794D77CF-06BF-EF13-9D65-7655322283BB}"/>
          </ac:spMkLst>
        </pc:spChg>
        <pc:spChg chg="mod">
          <ac:chgData name="Mukherjee, Shouvik" userId="8a0946e8-3a6b-4d5c-947d-73f4cd578335" providerId="ADAL" clId="{2A6BCC37-F91F-4F89-85AE-3F66D724BAEF}" dt="2025-06-16T11:23:31.293" v="1153"/>
          <ac:spMkLst>
            <pc:docMk/>
            <pc:sldMk cId="575742730" sldId="2147347696"/>
            <ac:spMk id="127" creationId="{6C3446FF-ACAA-D9B3-9499-321A7813311C}"/>
          </ac:spMkLst>
        </pc:spChg>
        <pc:spChg chg="mod">
          <ac:chgData name="Mukherjee, Shouvik" userId="8a0946e8-3a6b-4d5c-947d-73f4cd578335" providerId="ADAL" clId="{2A6BCC37-F91F-4F89-85AE-3F66D724BAEF}" dt="2025-06-16T11:23:31.293" v="1153"/>
          <ac:spMkLst>
            <pc:docMk/>
            <pc:sldMk cId="575742730" sldId="2147347696"/>
            <ac:spMk id="128" creationId="{5F084DB6-1EBE-6F07-52F9-D26BB482B3C5}"/>
          </ac:spMkLst>
        </pc:spChg>
        <pc:spChg chg="mod">
          <ac:chgData name="Mukherjee, Shouvik" userId="8a0946e8-3a6b-4d5c-947d-73f4cd578335" providerId="ADAL" clId="{2A6BCC37-F91F-4F89-85AE-3F66D724BAEF}" dt="2025-06-16T11:23:31.293" v="1153"/>
          <ac:spMkLst>
            <pc:docMk/>
            <pc:sldMk cId="575742730" sldId="2147347696"/>
            <ac:spMk id="129" creationId="{65B2D046-D426-DB2F-9264-A10DE306A7BD}"/>
          </ac:spMkLst>
        </pc:spChg>
        <pc:spChg chg="mod">
          <ac:chgData name="Mukherjee, Shouvik" userId="8a0946e8-3a6b-4d5c-947d-73f4cd578335" providerId="ADAL" clId="{2A6BCC37-F91F-4F89-85AE-3F66D724BAEF}" dt="2025-06-16T11:23:31.293" v="1153"/>
          <ac:spMkLst>
            <pc:docMk/>
            <pc:sldMk cId="575742730" sldId="2147347696"/>
            <ac:spMk id="130" creationId="{C6705215-93EB-7FA6-40BF-286AD34AD6FB}"/>
          </ac:spMkLst>
        </pc:spChg>
        <pc:spChg chg="mod">
          <ac:chgData name="Mukherjee, Shouvik" userId="8a0946e8-3a6b-4d5c-947d-73f4cd578335" providerId="ADAL" clId="{2A6BCC37-F91F-4F89-85AE-3F66D724BAEF}" dt="2025-06-16T11:23:31.293" v="1153"/>
          <ac:spMkLst>
            <pc:docMk/>
            <pc:sldMk cId="575742730" sldId="2147347696"/>
            <ac:spMk id="131" creationId="{92A8900F-A5AE-C0CE-0BF8-A3857183D78E}"/>
          </ac:spMkLst>
        </pc:spChg>
        <pc:spChg chg="mod">
          <ac:chgData name="Mukherjee, Shouvik" userId="8a0946e8-3a6b-4d5c-947d-73f4cd578335" providerId="ADAL" clId="{2A6BCC37-F91F-4F89-85AE-3F66D724BAEF}" dt="2025-06-16T11:23:31.293" v="1153"/>
          <ac:spMkLst>
            <pc:docMk/>
            <pc:sldMk cId="575742730" sldId="2147347696"/>
            <ac:spMk id="132" creationId="{835064B8-E5D1-C85B-E278-A76C54707047}"/>
          </ac:spMkLst>
        </pc:spChg>
        <pc:spChg chg="mod">
          <ac:chgData name="Mukherjee, Shouvik" userId="8a0946e8-3a6b-4d5c-947d-73f4cd578335" providerId="ADAL" clId="{2A6BCC37-F91F-4F89-85AE-3F66D724BAEF}" dt="2025-06-16T11:23:31.293" v="1153"/>
          <ac:spMkLst>
            <pc:docMk/>
            <pc:sldMk cId="575742730" sldId="2147347696"/>
            <ac:spMk id="133" creationId="{1C2C9713-3D4B-685A-AE63-324312F0131B}"/>
          </ac:spMkLst>
        </pc:spChg>
        <pc:spChg chg="mod">
          <ac:chgData name="Mukherjee, Shouvik" userId="8a0946e8-3a6b-4d5c-947d-73f4cd578335" providerId="ADAL" clId="{2A6BCC37-F91F-4F89-85AE-3F66D724BAEF}" dt="2025-06-16T11:23:31.293" v="1153"/>
          <ac:spMkLst>
            <pc:docMk/>
            <pc:sldMk cId="575742730" sldId="2147347696"/>
            <ac:spMk id="134" creationId="{3AF9B8D7-8F67-F98C-F5A8-B7D3A5A79C49}"/>
          </ac:spMkLst>
        </pc:spChg>
        <pc:spChg chg="add del">
          <ac:chgData name="Mukherjee, Shouvik" userId="8a0946e8-3a6b-4d5c-947d-73f4cd578335" providerId="ADAL" clId="{2A6BCC37-F91F-4F89-85AE-3F66D724BAEF}" dt="2025-06-16T11:24:30.697" v="1162" actId="22"/>
          <ac:spMkLst>
            <pc:docMk/>
            <pc:sldMk cId="575742730" sldId="2147347696"/>
            <ac:spMk id="136" creationId="{D49E23BA-BE6A-EC56-F16B-0E79B7C53F9B}"/>
          </ac:spMkLst>
        </pc:spChg>
        <pc:grpChg chg="add mod">
          <ac:chgData name="Mukherjee, Shouvik" userId="8a0946e8-3a6b-4d5c-947d-73f4cd578335" providerId="ADAL" clId="{2A6BCC37-F91F-4F89-85AE-3F66D724BAEF}" dt="2025-06-16T10:38:15.902" v="883"/>
          <ac:grpSpMkLst>
            <pc:docMk/>
            <pc:sldMk cId="575742730" sldId="2147347696"/>
            <ac:grpSpMk id="3" creationId="{9A414144-50E8-A2DA-6775-22EFF4D4CD85}"/>
          </ac:grpSpMkLst>
        </pc:grpChg>
        <pc:grpChg chg="add mod">
          <ac:chgData name="Mukherjee, Shouvik" userId="8a0946e8-3a6b-4d5c-947d-73f4cd578335" providerId="ADAL" clId="{2A6BCC37-F91F-4F89-85AE-3F66D724BAEF}" dt="2025-06-16T10:38:15.902" v="883"/>
          <ac:grpSpMkLst>
            <pc:docMk/>
            <pc:sldMk cId="575742730" sldId="2147347696"/>
            <ac:grpSpMk id="8" creationId="{B36669C0-EEB5-30A0-9E75-C3B73B70310D}"/>
          </ac:grpSpMkLst>
        </pc:grpChg>
        <pc:grpChg chg="add mod">
          <ac:chgData name="Mukherjee, Shouvik" userId="8a0946e8-3a6b-4d5c-947d-73f4cd578335" providerId="ADAL" clId="{2A6BCC37-F91F-4F89-85AE-3F66D724BAEF}" dt="2025-06-16T10:38:15.902" v="883"/>
          <ac:grpSpMkLst>
            <pc:docMk/>
            <pc:sldMk cId="575742730" sldId="2147347696"/>
            <ac:grpSpMk id="13" creationId="{2299992D-C45E-6D73-0EAE-369D9F1E7FCD}"/>
          </ac:grpSpMkLst>
        </pc:grpChg>
        <pc:grpChg chg="add mod">
          <ac:chgData name="Mukherjee, Shouvik" userId="8a0946e8-3a6b-4d5c-947d-73f4cd578335" providerId="ADAL" clId="{2A6BCC37-F91F-4F89-85AE-3F66D724BAEF}" dt="2025-06-16T10:38:15.902" v="883"/>
          <ac:grpSpMkLst>
            <pc:docMk/>
            <pc:sldMk cId="575742730" sldId="2147347696"/>
            <ac:grpSpMk id="17" creationId="{789BAA01-A22C-D8D1-31C9-E75EE9435E52}"/>
          </ac:grpSpMkLst>
        </pc:grpChg>
        <pc:grpChg chg="add mod">
          <ac:chgData name="Mukherjee, Shouvik" userId="8a0946e8-3a6b-4d5c-947d-73f4cd578335" providerId="ADAL" clId="{2A6BCC37-F91F-4F89-85AE-3F66D724BAEF}" dt="2025-06-16T10:38:15.902" v="883"/>
          <ac:grpSpMkLst>
            <pc:docMk/>
            <pc:sldMk cId="575742730" sldId="2147347696"/>
            <ac:grpSpMk id="30" creationId="{FB4D8449-28F4-14B7-316F-386AB0858BEE}"/>
          </ac:grpSpMkLst>
        </pc:grpChg>
        <pc:grpChg chg="add mod">
          <ac:chgData name="Mukherjee, Shouvik" userId="8a0946e8-3a6b-4d5c-947d-73f4cd578335" providerId="ADAL" clId="{2A6BCC37-F91F-4F89-85AE-3F66D724BAEF}" dt="2025-06-16T10:38:15.902" v="883"/>
          <ac:grpSpMkLst>
            <pc:docMk/>
            <pc:sldMk cId="575742730" sldId="2147347696"/>
            <ac:grpSpMk id="38" creationId="{9E3F2704-3CF2-1DBD-9C40-82692C4A4178}"/>
          </ac:grpSpMkLst>
        </pc:grpChg>
        <pc:grpChg chg="add mod">
          <ac:chgData name="Mukherjee, Shouvik" userId="8a0946e8-3a6b-4d5c-947d-73f4cd578335" providerId="ADAL" clId="{2A6BCC37-F91F-4F89-85AE-3F66D724BAEF}" dt="2025-06-16T10:38:15.902" v="883"/>
          <ac:grpSpMkLst>
            <pc:docMk/>
            <pc:sldMk cId="575742730" sldId="2147347696"/>
            <ac:grpSpMk id="41" creationId="{68CAB101-6A88-4054-FF1C-A4B4959FCFA2}"/>
          </ac:grpSpMkLst>
        </pc:grpChg>
        <pc:grpChg chg="add mod">
          <ac:chgData name="Mukherjee, Shouvik" userId="8a0946e8-3a6b-4d5c-947d-73f4cd578335" providerId="ADAL" clId="{2A6BCC37-F91F-4F89-85AE-3F66D724BAEF}" dt="2025-06-16T10:38:15.902" v="883"/>
          <ac:grpSpMkLst>
            <pc:docMk/>
            <pc:sldMk cId="575742730" sldId="2147347696"/>
            <ac:grpSpMk id="45" creationId="{3977FEC6-61FF-4C56-CC12-6E31C7C2CA62}"/>
          </ac:grpSpMkLst>
        </pc:grpChg>
        <pc:grpChg chg="add mod">
          <ac:chgData name="Mukherjee, Shouvik" userId="8a0946e8-3a6b-4d5c-947d-73f4cd578335" providerId="ADAL" clId="{2A6BCC37-F91F-4F89-85AE-3F66D724BAEF}" dt="2025-06-16T10:38:15.902" v="883"/>
          <ac:grpSpMkLst>
            <pc:docMk/>
            <pc:sldMk cId="575742730" sldId="2147347696"/>
            <ac:grpSpMk id="57" creationId="{EE8366BC-BE3E-6525-BADF-F14B0B0F4E1C}"/>
          </ac:grpSpMkLst>
        </pc:grpChg>
        <pc:grpChg chg="add mod">
          <ac:chgData name="Mukherjee, Shouvik" userId="8a0946e8-3a6b-4d5c-947d-73f4cd578335" providerId="ADAL" clId="{2A6BCC37-F91F-4F89-85AE-3F66D724BAEF}" dt="2025-06-16T10:38:15.902" v="883"/>
          <ac:grpSpMkLst>
            <pc:docMk/>
            <pc:sldMk cId="575742730" sldId="2147347696"/>
            <ac:grpSpMk id="63" creationId="{CAC05B34-4DBF-5B85-98C4-95CE41E1E710}"/>
          </ac:grpSpMkLst>
        </pc:grpChg>
        <pc:grpChg chg="add del mod">
          <ac:chgData name="Mukherjee, Shouvik" userId="8a0946e8-3a6b-4d5c-947d-73f4cd578335" providerId="ADAL" clId="{2A6BCC37-F91F-4F89-85AE-3F66D724BAEF}" dt="2025-06-16T11:16:57.367" v="1108" actId="478"/>
          <ac:grpSpMkLst>
            <pc:docMk/>
            <pc:sldMk cId="575742730" sldId="2147347696"/>
            <ac:grpSpMk id="69" creationId="{88B35F5B-A4DD-3D4F-136B-52A852A59E7E}"/>
          </ac:grpSpMkLst>
        </pc:grpChg>
        <pc:grpChg chg="add del mod">
          <ac:chgData name="Mukherjee, Shouvik" userId="8a0946e8-3a6b-4d5c-947d-73f4cd578335" providerId="ADAL" clId="{2A6BCC37-F91F-4F89-85AE-3F66D724BAEF}" dt="2025-06-16T11:16:04.365" v="1094" actId="478"/>
          <ac:grpSpMkLst>
            <pc:docMk/>
            <pc:sldMk cId="575742730" sldId="2147347696"/>
            <ac:grpSpMk id="77" creationId="{3F641427-405B-FAAB-5BCF-EA19CADD4F34}"/>
          </ac:grpSpMkLst>
        </pc:grpChg>
        <pc:grpChg chg="add mod">
          <ac:chgData name="Mukherjee, Shouvik" userId="8a0946e8-3a6b-4d5c-947d-73f4cd578335" providerId="ADAL" clId="{2A6BCC37-F91F-4F89-85AE-3F66D724BAEF}" dt="2025-06-16T10:38:15.902" v="883"/>
          <ac:grpSpMkLst>
            <pc:docMk/>
            <pc:sldMk cId="575742730" sldId="2147347696"/>
            <ac:grpSpMk id="88" creationId="{32DA208E-C036-64A4-6617-8E43EB8C2272}"/>
          </ac:grpSpMkLst>
        </pc:grpChg>
        <pc:grpChg chg="add mod">
          <ac:chgData name="Mukherjee, Shouvik" userId="8a0946e8-3a6b-4d5c-947d-73f4cd578335" providerId="ADAL" clId="{2A6BCC37-F91F-4F89-85AE-3F66D724BAEF}" dt="2025-06-16T10:38:15.902" v="883"/>
          <ac:grpSpMkLst>
            <pc:docMk/>
            <pc:sldMk cId="575742730" sldId="2147347696"/>
            <ac:grpSpMk id="95" creationId="{B45F6D64-D9EF-7EC0-027C-2D89D5DF9527}"/>
          </ac:grpSpMkLst>
        </pc:grpChg>
        <pc:grpChg chg="add mod ord">
          <ac:chgData name="Mukherjee, Shouvik" userId="8a0946e8-3a6b-4d5c-947d-73f4cd578335" providerId="ADAL" clId="{2A6BCC37-F91F-4F89-85AE-3F66D724BAEF}" dt="2025-06-16T10:38:29.261" v="885" actId="167"/>
          <ac:grpSpMkLst>
            <pc:docMk/>
            <pc:sldMk cId="575742730" sldId="2147347696"/>
            <ac:grpSpMk id="113" creationId="{AE28D631-B186-4336-E9A0-882E6475BF0A}"/>
          </ac:grpSpMkLst>
        </pc:grpChg>
        <pc:grpChg chg="add mod">
          <ac:chgData name="Mukherjee, Shouvik" userId="8a0946e8-3a6b-4d5c-947d-73f4cd578335" providerId="ADAL" clId="{2A6BCC37-F91F-4F89-85AE-3F66D724BAEF}" dt="2025-06-16T11:16:14.965" v="1104" actId="1036"/>
          <ac:grpSpMkLst>
            <pc:docMk/>
            <pc:sldMk cId="575742730" sldId="2147347696"/>
            <ac:grpSpMk id="118" creationId="{EEBED8FF-29CD-B79A-C5B6-73CD056EAF1D}"/>
          </ac:grpSpMkLst>
        </pc:grpChg>
        <pc:grpChg chg="add mod">
          <ac:chgData name="Mukherjee, Shouvik" userId="8a0946e8-3a6b-4d5c-947d-73f4cd578335" providerId="ADAL" clId="{2A6BCC37-F91F-4F89-85AE-3F66D724BAEF}" dt="2025-06-16T11:23:51.484" v="1158" actId="1076"/>
          <ac:grpSpMkLst>
            <pc:docMk/>
            <pc:sldMk cId="575742730" sldId="2147347696"/>
            <ac:grpSpMk id="124" creationId="{68215A42-5149-8E16-D46C-B5473D8C4844}"/>
          </ac:grpSpMkLst>
        </pc:grpChg>
        <pc:graphicFrameChg chg="del">
          <ac:chgData name="Mukherjee, Shouvik" userId="8a0946e8-3a6b-4d5c-947d-73f4cd578335" providerId="ADAL" clId="{2A6BCC37-F91F-4F89-85AE-3F66D724BAEF}" dt="2025-06-16T10:38:14.675" v="882" actId="478"/>
          <ac:graphicFrameMkLst>
            <pc:docMk/>
            <pc:sldMk cId="575742730" sldId="2147347696"/>
            <ac:graphicFrameMk id="19" creationId="{73067F2B-B680-6612-ADA0-F5611DC46860}"/>
          </ac:graphicFrameMkLst>
        </pc:graphicFrameChg>
        <pc:cxnChg chg="add mod">
          <ac:chgData name="Mukherjee, Shouvik" userId="8a0946e8-3a6b-4d5c-947d-73f4cd578335" providerId="ADAL" clId="{2A6BCC37-F91F-4F89-85AE-3F66D724BAEF}" dt="2025-06-16T10:38:15.902" v="883"/>
          <ac:cxnSpMkLst>
            <pc:docMk/>
            <pc:sldMk cId="575742730" sldId="2147347696"/>
            <ac:cxnSpMk id="22" creationId="{EBE2BFB2-67B7-E33A-7AA4-1DA7AC23961F}"/>
          </ac:cxnSpMkLst>
        </pc:cxnChg>
        <pc:cxnChg chg="add mod">
          <ac:chgData name="Mukherjee, Shouvik" userId="8a0946e8-3a6b-4d5c-947d-73f4cd578335" providerId="ADAL" clId="{2A6BCC37-F91F-4F89-85AE-3F66D724BAEF}" dt="2025-06-16T10:38:15.902" v="883"/>
          <ac:cxnSpMkLst>
            <pc:docMk/>
            <pc:sldMk cId="575742730" sldId="2147347696"/>
            <ac:cxnSpMk id="23" creationId="{60F66E03-8E65-3C50-3877-1316A3B6F2A5}"/>
          </ac:cxnSpMkLst>
        </pc:cxnChg>
        <pc:cxnChg chg="add mod">
          <ac:chgData name="Mukherjee, Shouvik" userId="8a0946e8-3a6b-4d5c-947d-73f4cd578335" providerId="ADAL" clId="{2A6BCC37-F91F-4F89-85AE-3F66D724BAEF}" dt="2025-06-16T10:38:15.902" v="883"/>
          <ac:cxnSpMkLst>
            <pc:docMk/>
            <pc:sldMk cId="575742730" sldId="2147347696"/>
            <ac:cxnSpMk id="24" creationId="{0A3BD4BA-2742-332C-C355-905A8BB7617D}"/>
          </ac:cxnSpMkLst>
        </pc:cxnChg>
        <pc:cxnChg chg="add mod">
          <ac:chgData name="Mukherjee, Shouvik" userId="8a0946e8-3a6b-4d5c-947d-73f4cd578335" providerId="ADAL" clId="{2A6BCC37-F91F-4F89-85AE-3F66D724BAEF}" dt="2025-06-16T10:38:15.902" v="883"/>
          <ac:cxnSpMkLst>
            <pc:docMk/>
            <pc:sldMk cId="575742730" sldId="2147347696"/>
            <ac:cxnSpMk id="25" creationId="{9954EB95-1B2D-0F0C-3A44-B14E64786EE7}"/>
          </ac:cxnSpMkLst>
        </pc:cxnChg>
        <pc:cxnChg chg="del">
          <ac:chgData name="Mukherjee, Shouvik" userId="8a0946e8-3a6b-4d5c-947d-73f4cd578335" providerId="ADAL" clId="{2A6BCC37-F91F-4F89-85AE-3F66D724BAEF}" dt="2025-06-16T10:38:14.675" v="882" actId="478"/>
          <ac:cxnSpMkLst>
            <pc:docMk/>
            <pc:sldMk cId="575742730" sldId="2147347696"/>
            <ac:cxnSpMk id="33" creationId="{8D061946-FFC5-CF67-455D-6A18916CC714}"/>
          </ac:cxnSpMkLst>
        </pc:cxnChg>
        <pc:cxnChg chg="add mod">
          <ac:chgData name="Mukherjee, Shouvik" userId="8a0946e8-3a6b-4d5c-947d-73f4cd578335" providerId="ADAL" clId="{2A6BCC37-F91F-4F89-85AE-3F66D724BAEF}" dt="2025-06-16T10:38:15.902" v="883"/>
          <ac:cxnSpMkLst>
            <pc:docMk/>
            <pc:sldMk cId="575742730" sldId="2147347696"/>
            <ac:cxnSpMk id="49" creationId="{9273504F-F042-1B82-0AA0-87A8F7D5E64E}"/>
          </ac:cxnSpMkLst>
        </pc:cxnChg>
        <pc:cxnChg chg="add mod">
          <ac:chgData name="Mukherjee, Shouvik" userId="8a0946e8-3a6b-4d5c-947d-73f4cd578335" providerId="ADAL" clId="{2A6BCC37-F91F-4F89-85AE-3F66D724BAEF}" dt="2025-06-16T11:15:57.283" v="1092" actId="1076"/>
          <ac:cxnSpMkLst>
            <pc:docMk/>
            <pc:sldMk cId="575742730" sldId="2147347696"/>
            <ac:cxnSpMk id="51" creationId="{6BE4B709-7302-B19D-7425-C4CCCCE24BD7}"/>
          </ac:cxnSpMkLst>
        </pc:cxnChg>
        <pc:cxnChg chg="add mod">
          <ac:chgData name="Mukherjee, Shouvik" userId="8a0946e8-3a6b-4d5c-947d-73f4cd578335" providerId="ADAL" clId="{2A6BCC37-F91F-4F89-85AE-3F66D724BAEF}" dt="2025-06-16T10:38:15.902" v="883"/>
          <ac:cxnSpMkLst>
            <pc:docMk/>
            <pc:sldMk cId="575742730" sldId="2147347696"/>
            <ac:cxnSpMk id="53" creationId="{D1862D43-DE5B-B14E-4531-847F6E4D92B6}"/>
          </ac:cxnSpMkLst>
        </pc:cxnChg>
        <pc:cxnChg chg="add mod">
          <ac:chgData name="Mukherjee, Shouvik" userId="8a0946e8-3a6b-4d5c-947d-73f4cd578335" providerId="ADAL" clId="{2A6BCC37-F91F-4F89-85AE-3F66D724BAEF}" dt="2025-06-16T10:38:15.902" v="883"/>
          <ac:cxnSpMkLst>
            <pc:docMk/>
            <pc:sldMk cId="575742730" sldId="2147347696"/>
            <ac:cxnSpMk id="55" creationId="{0A468A26-3A25-72F5-1EB8-1EAA29CF698D}"/>
          </ac:cxnSpMkLst>
        </pc:cxnChg>
      </pc:sldChg>
      <pc:sldChg chg="addSp delSp modSp mod ord">
        <pc:chgData name="Mukherjee, Shouvik" userId="8a0946e8-3a6b-4d5c-947d-73f4cd578335" providerId="ADAL" clId="{2A6BCC37-F91F-4F89-85AE-3F66D724BAEF}" dt="2025-06-16T11:01:23.078" v="1015"/>
        <pc:sldMkLst>
          <pc:docMk/>
          <pc:sldMk cId="3259243359" sldId="2147347697"/>
        </pc:sldMkLst>
        <pc:spChg chg="mod">
          <ac:chgData name="Mukherjee, Shouvik" userId="8a0946e8-3a6b-4d5c-947d-73f4cd578335" providerId="ADAL" clId="{2A6BCC37-F91F-4F89-85AE-3F66D724BAEF}" dt="2025-06-16T11:01:20.683" v="1013" actId="20577"/>
          <ac:spMkLst>
            <pc:docMk/>
            <pc:sldMk cId="3259243359" sldId="2147347697"/>
            <ac:spMk id="2" creationId="{00000000-0000-0000-0000-000000000000}"/>
          </ac:spMkLst>
        </pc:spChg>
        <pc:spChg chg="mod">
          <ac:chgData name="Mukherjee, Shouvik" userId="8a0946e8-3a6b-4d5c-947d-73f4cd578335" providerId="ADAL" clId="{2A6BCC37-F91F-4F89-85AE-3F66D724BAEF}" dt="2025-06-16T11:01:13.759" v="981" actId="20577"/>
          <ac:spMkLst>
            <pc:docMk/>
            <pc:sldMk cId="3259243359" sldId="2147347697"/>
            <ac:spMk id="6" creationId="{00000000-0000-0000-0000-000000000000}"/>
          </ac:spMkLst>
        </pc:spChg>
        <pc:spChg chg="add del">
          <ac:chgData name="Mukherjee, Shouvik" userId="8a0946e8-3a6b-4d5c-947d-73f4cd578335" providerId="ADAL" clId="{2A6BCC37-F91F-4F89-85AE-3F66D724BAEF}" dt="2025-06-16T09:41:36.909" v="212" actId="478"/>
          <ac:spMkLst>
            <pc:docMk/>
            <pc:sldMk cId="3259243359" sldId="2147347697"/>
            <ac:spMk id="57" creationId="{85A80303-4315-474C-A124-0856A909F141}"/>
          </ac:spMkLst>
        </pc:spChg>
        <pc:spChg chg="add del">
          <ac:chgData name="Mukherjee, Shouvik" userId="8a0946e8-3a6b-4d5c-947d-73f4cd578335" providerId="ADAL" clId="{2A6BCC37-F91F-4F89-85AE-3F66D724BAEF}" dt="2025-06-16T09:41:36.909" v="212" actId="478"/>
          <ac:spMkLst>
            <pc:docMk/>
            <pc:sldMk cId="3259243359" sldId="2147347697"/>
            <ac:spMk id="58" creationId="{6D92837A-4C98-3B66-1819-F765735B3A67}"/>
          </ac:spMkLst>
        </pc:spChg>
        <pc:spChg chg="add del">
          <ac:chgData name="Mukherjee, Shouvik" userId="8a0946e8-3a6b-4d5c-947d-73f4cd578335" providerId="ADAL" clId="{2A6BCC37-F91F-4F89-85AE-3F66D724BAEF}" dt="2025-06-16T09:41:36.909" v="212" actId="478"/>
          <ac:spMkLst>
            <pc:docMk/>
            <pc:sldMk cId="3259243359" sldId="2147347697"/>
            <ac:spMk id="59" creationId="{D2A7BF47-34A4-2EE1-3D7E-6902DEDBDAF7}"/>
          </ac:spMkLst>
        </pc:spChg>
        <pc:spChg chg="add del">
          <ac:chgData name="Mukherjee, Shouvik" userId="8a0946e8-3a6b-4d5c-947d-73f4cd578335" providerId="ADAL" clId="{2A6BCC37-F91F-4F89-85AE-3F66D724BAEF}" dt="2025-06-16T09:41:36.909" v="212" actId="478"/>
          <ac:spMkLst>
            <pc:docMk/>
            <pc:sldMk cId="3259243359" sldId="2147347697"/>
            <ac:spMk id="60" creationId="{B6D224C0-353D-EC05-B423-98E5F8EC15DA}"/>
          </ac:spMkLst>
        </pc:spChg>
        <pc:spChg chg="add del">
          <ac:chgData name="Mukherjee, Shouvik" userId="8a0946e8-3a6b-4d5c-947d-73f4cd578335" providerId="ADAL" clId="{2A6BCC37-F91F-4F89-85AE-3F66D724BAEF}" dt="2025-06-16T09:41:36.909" v="212" actId="478"/>
          <ac:spMkLst>
            <pc:docMk/>
            <pc:sldMk cId="3259243359" sldId="2147347697"/>
            <ac:spMk id="84" creationId="{3B8950DA-F913-9938-E4CB-12230F7B9325}"/>
          </ac:spMkLst>
        </pc:spChg>
        <pc:spChg chg="add del">
          <ac:chgData name="Mukherjee, Shouvik" userId="8a0946e8-3a6b-4d5c-947d-73f4cd578335" providerId="ADAL" clId="{2A6BCC37-F91F-4F89-85AE-3F66D724BAEF}" dt="2025-06-16T09:41:36.909" v="212" actId="478"/>
          <ac:spMkLst>
            <pc:docMk/>
            <pc:sldMk cId="3259243359" sldId="2147347697"/>
            <ac:spMk id="87" creationId="{12691236-0423-AFC9-21AE-7FF1ED5DC2F5}"/>
          </ac:spMkLst>
        </pc:spChg>
        <pc:spChg chg="add del">
          <ac:chgData name="Mukherjee, Shouvik" userId="8a0946e8-3a6b-4d5c-947d-73f4cd578335" providerId="ADAL" clId="{2A6BCC37-F91F-4F89-85AE-3F66D724BAEF}" dt="2025-06-16T09:41:36.909" v="212" actId="478"/>
          <ac:spMkLst>
            <pc:docMk/>
            <pc:sldMk cId="3259243359" sldId="2147347697"/>
            <ac:spMk id="89" creationId="{5E61D678-343A-615D-7F08-CE09283B1CA5}"/>
          </ac:spMkLst>
        </pc:spChg>
        <pc:spChg chg="add del">
          <ac:chgData name="Mukherjee, Shouvik" userId="8a0946e8-3a6b-4d5c-947d-73f4cd578335" providerId="ADAL" clId="{2A6BCC37-F91F-4F89-85AE-3F66D724BAEF}" dt="2025-06-16T09:41:36.909" v="212" actId="478"/>
          <ac:spMkLst>
            <pc:docMk/>
            <pc:sldMk cId="3259243359" sldId="2147347697"/>
            <ac:spMk id="91" creationId="{C20CCB8E-0963-83A8-FB83-FFC0160B230A}"/>
          </ac:spMkLst>
        </pc:spChg>
        <pc:spChg chg="add del">
          <ac:chgData name="Mukherjee, Shouvik" userId="8a0946e8-3a6b-4d5c-947d-73f4cd578335" providerId="ADAL" clId="{2A6BCC37-F91F-4F89-85AE-3F66D724BAEF}" dt="2025-06-16T09:41:36.909" v="212" actId="478"/>
          <ac:spMkLst>
            <pc:docMk/>
            <pc:sldMk cId="3259243359" sldId="2147347697"/>
            <ac:spMk id="94" creationId="{C92440B0-1F21-E164-35BE-89EE597761C3}"/>
          </ac:spMkLst>
        </pc:spChg>
        <pc:spChg chg="add del">
          <ac:chgData name="Mukherjee, Shouvik" userId="8a0946e8-3a6b-4d5c-947d-73f4cd578335" providerId="ADAL" clId="{2A6BCC37-F91F-4F89-85AE-3F66D724BAEF}" dt="2025-06-16T09:41:36.909" v="212" actId="478"/>
          <ac:spMkLst>
            <pc:docMk/>
            <pc:sldMk cId="3259243359" sldId="2147347697"/>
            <ac:spMk id="113" creationId="{5952BC33-8D7C-3B35-7512-229624196509}"/>
          </ac:spMkLst>
        </pc:spChg>
        <pc:spChg chg="add del">
          <ac:chgData name="Mukherjee, Shouvik" userId="8a0946e8-3a6b-4d5c-947d-73f4cd578335" providerId="ADAL" clId="{2A6BCC37-F91F-4F89-85AE-3F66D724BAEF}" dt="2025-06-16T09:41:36.909" v="212" actId="478"/>
          <ac:spMkLst>
            <pc:docMk/>
            <pc:sldMk cId="3259243359" sldId="2147347697"/>
            <ac:spMk id="114" creationId="{1337DAD4-1109-EFB8-E0F5-8E19B4F2FDB8}"/>
          </ac:spMkLst>
        </pc:spChg>
        <pc:spChg chg="add del">
          <ac:chgData name="Mukherjee, Shouvik" userId="8a0946e8-3a6b-4d5c-947d-73f4cd578335" providerId="ADAL" clId="{2A6BCC37-F91F-4F89-85AE-3F66D724BAEF}" dt="2025-06-16T09:41:36.909" v="212" actId="478"/>
          <ac:spMkLst>
            <pc:docMk/>
            <pc:sldMk cId="3259243359" sldId="2147347697"/>
            <ac:spMk id="132" creationId="{F449A3FC-C8BE-1B13-4620-8E95FD4A1309}"/>
          </ac:spMkLst>
        </pc:spChg>
        <pc:spChg chg="add del">
          <ac:chgData name="Mukherjee, Shouvik" userId="8a0946e8-3a6b-4d5c-947d-73f4cd578335" providerId="ADAL" clId="{2A6BCC37-F91F-4F89-85AE-3F66D724BAEF}" dt="2025-06-16T09:41:36.909" v="212" actId="478"/>
          <ac:spMkLst>
            <pc:docMk/>
            <pc:sldMk cId="3259243359" sldId="2147347697"/>
            <ac:spMk id="145" creationId="{006C8E70-453F-E17A-3FFD-32752B51ED39}"/>
          </ac:spMkLst>
        </pc:spChg>
        <pc:spChg chg="add del">
          <ac:chgData name="Mukherjee, Shouvik" userId="8a0946e8-3a6b-4d5c-947d-73f4cd578335" providerId="ADAL" clId="{2A6BCC37-F91F-4F89-85AE-3F66D724BAEF}" dt="2025-06-16T09:41:36.909" v="212" actId="478"/>
          <ac:spMkLst>
            <pc:docMk/>
            <pc:sldMk cId="3259243359" sldId="2147347697"/>
            <ac:spMk id="146" creationId="{06C29919-F644-6882-B0E9-852AE4154109}"/>
          </ac:spMkLst>
        </pc:spChg>
        <pc:spChg chg="add del">
          <ac:chgData name="Mukherjee, Shouvik" userId="8a0946e8-3a6b-4d5c-947d-73f4cd578335" providerId="ADAL" clId="{2A6BCC37-F91F-4F89-85AE-3F66D724BAEF}" dt="2025-06-16T09:41:36.909" v="212" actId="478"/>
          <ac:spMkLst>
            <pc:docMk/>
            <pc:sldMk cId="3259243359" sldId="2147347697"/>
            <ac:spMk id="147" creationId="{5C88D227-3BF7-854B-FB65-8C5A3766892A}"/>
          </ac:spMkLst>
        </pc:spChg>
        <pc:spChg chg="add del">
          <ac:chgData name="Mukherjee, Shouvik" userId="8a0946e8-3a6b-4d5c-947d-73f4cd578335" providerId="ADAL" clId="{2A6BCC37-F91F-4F89-85AE-3F66D724BAEF}" dt="2025-06-16T09:41:36.909" v="212" actId="478"/>
          <ac:spMkLst>
            <pc:docMk/>
            <pc:sldMk cId="3259243359" sldId="2147347697"/>
            <ac:spMk id="148" creationId="{607A4649-FDFC-85AF-3E1A-86FEE2499BCF}"/>
          </ac:spMkLst>
        </pc:spChg>
        <pc:spChg chg="add del">
          <ac:chgData name="Mukherjee, Shouvik" userId="8a0946e8-3a6b-4d5c-947d-73f4cd578335" providerId="ADAL" clId="{2A6BCC37-F91F-4F89-85AE-3F66D724BAEF}" dt="2025-06-16T09:41:36.909" v="212" actId="478"/>
          <ac:spMkLst>
            <pc:docMk/>
            <pc:sldMk cId="3259243359" sldId="2147347697"/>
            <ac:spMk id="149" creationId="{CCA6FFF4-14F9-27A5-6AF5-198ADE93C71F}"/>
          </ac:spMkLst>
        </pc:spChg>
        <pc:spChg chg="add del">
          <ac:chgData name="Mukherjee, Shouvik" userId="8a0946e8-3a6b-4d5c-947d-73f4cd578335" providerId="ADAL" clId="{2A6BCC37-F91F-4F89-85AE-3F66D724BAEF}" dt="2025-06-16T09:41:36.909" v="212" actId="478"/>
          <ac:spMkLst>
            <pc:docMk/>
            <pc:sldMk cId="3259243359" sldId="2147347697"/>
            <ac:spMk id="150" creationId="{82D7F715-EBBA-E8F6-F586-D149C7E80A5B}"/>
          </ac:spMkLst>
        </pc:spChg>
        <pc:spChg chg="add del">
          <ac:chgData name="Mukherjee, Shouvik" userId="8a0946e8-3a6b-4d5c-947d-73f4cd578335" providerId="ADAL" clId="{2A6BCC37-F91F-4F89-85AE-3F66D724BAEF}" dt="2025-06-16T09:41:36.909" v="212" actId="478"/>
          <ac:spMkLst>
            <pc:docMk/>
            <pc:sldMk cId="3259243359" sldId="2147347697"/>
            <ac:spMk id="151" creationId="{506093BB-E6F2-6D0F-3CDC-A58BD395F2F5}"/>
          </ac:spMkLst>
        </pc:spChg>
        <pc:grpChg chg="del">
          <ac:chgData name="Mukherjee, Shouvik" userId="8a0946e8-3a6b-4d5c-947d-73f4cd578335" providerId="ADAL" clId="{2A6BCC37-F91F-4F89-85AE-3F66D724BAEF}" dt="2025-06-16T09:41:39.798" v="213" actId="478"/>
          <ac:grpSpMkLst>
            <pc:docMk/>
            <pc:sldMk cId="3259243359" sldId="2147347697"/>
            <ac:grpSpMk id="27" creationId="{7BBA126C-CFC4-4CE6-7775-7DA80092C2B9}"/>
          </ac:grpSpMkLst>
        </pc:grpChg>
        <pc:grpChg chg="add del">
          <ac:chgData name="Mukherjee, Shouvik" userId="8a0946e8-3a6b-4d5c-947d-73f4cd578335" providerId="ADAL" clId="{2A6BCC37-F91F-4F89-85AE-3F66D724BAEF}" dt="2025-06-16T09:41:36.909" v="212" actId="478"/>
          <ac:grpSpMkLst>
            <pc:docMk/>
            <pc:sldMk cId="3259243359" sldId="2147347697"/>
            <ac:grpSpMk id="30" creationId="{FE010355-F1C8-B3D9-80D1-37C2E60F2B7A}"/>
          </ac:grpSpMkLst>
        </pc:grpChg>
        <pc:grpChg chg="add del">
          <ac:chgData name="Mukherjee, Shouvik" userId="8a0946e8-3a6b-4d5c-947d-73f4cd578335" providerId="ADAL" clId="{2A6BCC37-F91F-4F89-85AE-3F66D724BAEF}" dt="2025-06-16T09:41:36.909" v="212" actId="478"/>
          <ac:grpSpMkLst>
            <pc:docMk/>
            <pc:sldMk cId="3259243359" sldId="2147347697"/>
            <ac:grpSpMk id="35" creationId="{5F44FFB2-5F92-F564-692A-EC6EFF5D9C60}"/>
          </ac:grpSpMkLst>
        </pc:grpChg>
        <pc:grpChg chg="add del">
          <ac:chgData name="Mukherjee, Shouvik" userId="8a0946e8-3a6b-4d5c-947d-73f4cd578335" providerId="ADAL" clId="{2A6BCC37-F91F-4F89-85AE-3F66D724BAEF}" dt="2025-06-16T09:41:36.909" v="212" actId="478"/>
          <ac:grpSpMkLst>
            <pc:docMk/>
            <pc:sldMk cId="3259243359" sldId="2147347697"/>
            <ac:grpSpMk id="39" creationId="{11F53ED1-0BFF-72C3-1F00-5574568D046E}"/>
          </ac:grpSpMkLst>
        </pc:grpChg>
        <pc:grpChg chg="add del">
          <ac:chgData name="Mukherjee, Shouvik" userId="8a0946e8-3a6b-4d5c-947d-73f4cd578335" providerId="ADAL" clId="{2A6BCC37-F91F-4F89-85AE-3F66D724BAEF}" dt="2025-06-16T09:41:36.909" v="212" actId="478"/>
          <ac:grpSpMkLst>
            <pc:docMk/>
            <pc:sldMk cId="3259243359" sldId="2147347697"/>
            <ac:grpSpMk id="44" creationId="{98CAB5E3-DA77-64FD-53FE-EC7EC121DB6D}"/>
          </ac:grpSpMkLst>
        </pc:grpChg>
        <pc:grpChg chg="add del">
          <ac:chgData name="Mukherjee, Shouvik" userId="8a0946e8-3a6b-4d5c-947d-73f4cd578335" providerId="ADAL" clId="{2A6BCC37-F91F-4F89-85AE-3F66D724BAEF}" dt="2025-06-16T09:41:36.909" v="212" actId="478"/>
          <ac:grpSpMkLst>
            <pc:docMk/>
            <pc:sldMk cId="3259243359" sldId="2147347697"/>
            <ac:grpSpMk id="68" creationId="{D2DB481A-6164-6E45-703E-C63A69FEED99}"/>
          </ac:grpSpMkLst>
        </pc:grpChg>
        <pc:grpChg chg="add del">
          <ac:chgData name="Mukherjee, Shouvik" userId="8a0946e8-3a6b-4d5c-947d-73f4cd578335" providerId="ADAL" clId="{2A6BCC37-F91F-4F89-85AE-3F66D724BAEF}" dt="2025-06-16T09:41:36.909" v="212" actId="478"/>
          <ac:grpSpMkLst>
            <pc:docMk/>
            <pc:sldMk cId="3259243359" sldId="2147347697"/>
            <ac:grpSpMk id="74" creationId="{BAFDCEC1-E164-B542-4AB5-F666E97B3BBB}"/>
          </ac:grpSpMkLst>
        </pc:grpChg>
        <pc:grpChg chg="add del">
          <ac:chgData name="Mukherjee, Shouvik" userId="8a0946e8-3a6b-4d5c-947d-73f4cd578335" providerId="ADAL" clId="{2A6BCC37-F91F-4F89-85AE-3F66D724BAEF}" dt="2025-06-16T09:41:36.909" v="212" actId="478"/>
          <ac:grpSpMkLst>
            <pc:docMk/>
            <pc:sldMk cId="3259243359" sldId="2147347697"/>
            <ac:grpSpMk id="77" creationId="{D55F45C7-B0E1-173B-33B8-50957F839984}"/>
          </ac:grpSpMkLst>
        </pc:grpChg>
        <pc:grpChg chg="add del">
          <ac:chgData name="Mukherjee, Shouvik" userId="8a0946e8-3a6b-4d5c-947d-73f4cd578335" providerId="ADAL" clId="{2A6BCC37-F91F-4F89-85AE-3F66D724BAEF}" dt="2025-06-16T09:41:36.909" v="212" actId="478"/>
          <ac:grpSpMkLst>
            <pc:docMk/>
            <pc:sldMk cId="3259243359" sldId="2147347697"/>
            <ac:grpSpMk id="80" creationId="{404EF510-C3C0-A8F8-BFAB-72A8202D66FF}"/>
          </ac:grpSpMkLst>
        </pc:grpChg>
        <pc:grpChg chg="add del">
          <ac:chgData name="Mukherjee, Shouvik" userId="8a0946e8-3a6b-4d5c-947d-73f4cd578335" providerId="ADAL" clId="{2A6BCC37-F91F-4F89-85AE-3F66D724BAEF}" dt="2025-06-16T09:41:36.909" v="212" actId="478"/>
          <ac:grpSpMkLst>
            <pc:docMk/>
            <pc:sldMk cId="3259243359" sldId="2147347697"/>
            <ac:grpSpMk id="95" creationId="{18ED44B8-1CCF-C4B1-D518-5860D1AD1B69}"/>
          </ac:grpSpMkLst>
        </pc:grpChg>
        <pc:grpChg chg="add del">
          <ac:chgData name="Mukherjee, Shouvik" userId="8a0946e8-3a6b-4d5c-947d-73f4cd578335" providerId="ADAL" clId="{2A6BCC37-F91F-4F89-85AE-3F66D724BAEF}" dt="2025-06-16T09:41:36.909" v="212" actId="478"/>
          <ac:grpSpMkLst>
            <pc:docMk/>
            <pc:sldMk cId="3259243359" sldId="2147347697"/>
            <ac:grpSpMk id="101" creationId="{D90EB091-21D0-0F39-A9BA-73A3A310DCF5}"/>
          </ac:grpSpMkLst>
        </pc:grpChg>
        <pc:grpChg chg="add del">
          <ac:chgData name="Mukherjee, Shouvik" userId="8a0946e8-3a6b-4d5c-947d-73f4cd578335" providerId="ADAL" clId="{2A6BCC37-F91F-4F89-85AE-3F66D724BAEF}" dt="2025-06-16T09:41:36.909" v="212" actId="478"/>
          <ac:grpSpMkLst>
            <pc:docMk/>
            <pc:sldMk cId="3259243359" sldId="2147347697"/>
            <ac:grpSpMk id="107" creationId="{4001C68E-1592-6D9B-9EB4-AF02D8490648}"/>
          </ac:grpSpMkLst>
        </pc:grpChg>
        <pc:grpChg chg="add del">
          <ac:chgData name="Mukherjee, Shouvik" userId="8a0946e8-3a6b-4d5c-947d-73f4cd578335" providerId="ADAL" clId="{2A6BCC37-F91F-4F89-85AE-3F66D724BAEF}" dt="2025-06-16T09:41:36.909" v="212" actId="478"/>
          <ac:grpSpMkLst>
            <pc:docMk/>
            <pc:sldMk cId="3259243359" sldId="2147347697"/>
            <ac:grpSpMk id="115" creationId="{B9E16428-4B6A-D162-D906-6F22B3ED395A}"/>
          </ac:grpSpMkLst>
        </pc:grpChg>
        <pc:grpChg chg="add del">
          <ac:chgData name="Mukherjee, Shouvik" userId="8a0946e8-3a6b-4d5c-947d-73f4cd578335" providerId="ADAL" clId="{2A6BCC37-F91F-4F89-85AE-3F66D724BAEF}" dt="2025-06-16T09:41:36.909" v="212" actId="478"/>
          <ac:grpSpMkLst>
            <pc:docMk/>
            <pc:sldMk cId="3259243359" sldId="2147347697"/>
            <ac:grpSpMk id="126" creationId="{3C70ACD2-E61C-4E72-DFFA-835FDA06E207}"/>
          </ac:grpSpMkLst>
        </pc:grpChg>
        <pc:grpChg chg="add del">
          <ac:chgData name="Mukherjee, Shouvik" userId="8a0946e8-3a6b-4d5c-947d-73f4cd578335" providerId="ADAL" clId="{2A6BCC37-F91F-4F89-85AE-3F66D724BAEF}" dt="2025-06-16T09:41:36.909" v="212" actId="478"/>
          <ac:grpSpMkLst>
            <pc:docMk/>
            <pc:sldMk cId="3259243359" sldId="2147347697"/>
            <ac:grpSpMk id="133" creationId="{E3C04A2E-8D67-0C09-6FDB-BBD69DB6BE57}"/>
          </ac:grpSpMkLst>
        </pc:grpChg>
        <pc:cxnChg chg="add del">
          <ac:chgData name="Mukherjee, Shouvik" userId="8a0946e8-3a6b-4d5c-947d-73f4cd578335" providerId="ADAL" clId="{2A6BCC37-F91F-4F89-85AE-3F66D724BAEF}" dt="2025-06-16T09:41:36.909" v="212" actId="478"/>
          <ac:cxnSpMkLst>
            <pc:docMk/>
            <pc:sldMk cId="3259243359" sldId="2147347697"/>
            <ac:cxnSpMk id="53" creationId="{202218B1-E990-0928-DA16-AB0FFD5466D6}"/>
          </ac:cxnSpMkLst>
        </pc:cxnChg>
        <pc:cxnChg chg="add del">
          <ac:chgData name="Mukherjee, Shouvik" userId="8a0946e8-3a6b-4d5c-947d-73f4cd578335" providerId="ADAL" clId="{2A6BCC37-F91F-4F89-85AE-3F66D724BAEF}" dt="2025-06-16T09:41:36.909" v="212" actId="478"/>
          <ac:cxnSpMkLst>
            <pc:docMk/>
            <pc:sldMk cId="3259243359" sldId="2147347697"/>
            <ac:cxnSpMk id="54" creationId="{C8AAA7DC-4AD1-7D87-F51D-B35211C0097A}"/>
          </ac:cxnSpMkLst>
        </pc:cxnChg>
        <pc:cxnChg chg="add del">
          <ac:chgData name="Mukherjee, Shouvik" userId="8a0946e8-3a6b-4d5c-947d-73f4cd578335" providerId="ADAL" clId="{2A6BCC37-F91F-4F89-85AE-3F66D724BAEF}" dt="2025-06-16T09:41:36.909" v="212" actId="478"/>
          <ac:cxnSpMkLst>
            <pc:docMk/>
            <pc:sldMk cId="3259243359" sldId="2147347697"/>
            <ac:cxnSpMk id="55" creationId="{282278CB-590A-D597-6D72-55B355C402B8}"/>
          </ac:cxnSpMkLst>
        </pc:cxnChg>
        <pc:cxnChg chg="add del">
          <ac:chgData name="Mukherjee, Shouvik" userId="8a0946e8-3a6b-4d5c-947d-73f4cd578335" providerId="ADAL" clId="{2A6BCC37-F91F-4F89-85AE-3F66D724BAEF}" dt="2025-06-16T09:41:36.909" v="212" actId="478"/>
          <ac:cxnSpMkLst>
            <pc:docMk/>
            <pc:sldMk cId="3259243359" sldId="2147347697"/>
            <ac:cxnSpMk id="56" creationId="{A30F50C6-3487-54AC-202A-BC3C9B7E20FE}"/>
          </ac:cxnSpMkLst>
        </pc:cxnChg>
        <pc:cxnChg chg="add del">
          <ac:chgData name="Mukherjee, Shouvik" userId="8a0946e8-3a6b-4d5c-947d-73f4cd578335" providerId="ADAL" clId="{2A6BCC37-F91F-4F89-85AE-3F66D724BAEF}" dt="2025-06-16T09:41:36.909" v="212" actId="478"/>
          <ac:cxnSpMkLst>
            <pc:docMk/>
            <pc:sldMk cId="3259243359" sldId="2147347697"/>
            <ac:cxnSpMk id="85" creationId="{468FBBF2-64C7-FA34-5B9C-46D6F8649DCD}"/>
          </ac:cxnSpMkLst>
        </pc:cxnChg>
        <pc:cxnChg chg="add del">
          <ac:chgData name="Mukherjee, Shouvik" userId="8a0946e8-3a6b-4d5c-947d-73f4cd578335" providerId="ADAL" clId="{2A6BCC37-F91F-4F89-85AE-3F66D724BAEF}" dt="2025-06-16T09:41:36.909" v="212" actId="478"/>
          <ac:cxnSpMkLst>
            <pc:docMk/>
            <pc:sldMk cId="3259243359" sldId="2147347697"/>
            <ac:cxnSpMk id="88" creationId="{5F3C793F-89EF-E275-4CF4-E0C3D8D2E21C}"/>
          </ac:cxnSpMkLst>
        </pc:cxnChg>
        <pc:cxnChg chg="add del">
          <ac:chgData name="Mukherjee, Shouvik" userId="8a0946e8-3a6b-4d5c-947d-73f4cd578335" providerId="ADAL" clId="{2A6BCC37-F91F-4F89-85AE-3F66D724BAEF}" dt="2025-06-16T09:41:36.909" v="212" actId="478"/>
          <ac:cxnSpMkLst>
            <pc:docMk/>
            <pc:sldMk cId="3259243359" sldId="2147347697"/>
            <ac:cxnSpMk id="90" creationId="{C5C35034-3AAF-E224-D159-B966AFEFED15}"/>
          </ac:cxnSpMkLst>
        </pc:cxnChg>
        <pc:cxnChg chg="add del">
          <ac:chgData name="Mukherjee, Shouvik" userId="8a0946e8-3a6b-4d5c-947d-73f4cd578335" providerId="ADAL" clId="{2A6BCC37-F91F-4F89-85AE-3F66D724BAEF}" dt="2025-06-16T09:41:36.909" v="212" actId="478"/>
          <ac:cxnSpMkLst>
            <pc:docMk/>
            <pc:sldMk cId="3259243359" sldId="2147347697"/>
            <ac:cxnSpMk id="92" creationId="{A0C0DF5B-3FE2-BC4E-42B3-0AB801F8309E}"/>
          </ac:cxnSpMkLst>
        </pc:cxnChg>
      </pc:sldChg>
      <pc:sldChg chg="del">
        <pc:chgData name="Mukherjee, Shouvik" userId="8a0946e8-3a6b-4d5c-947d-73f4cd578335" providerId="ADAL" clId="{2A6BCC37-F91F-4F89-85AE-3F66D724BAEF}" dt="2025-06-16T09:43:55.782" v="223" actId="47"/>
        <pc:sldMkLst>
          <pc:docMk/>
          <pc:sldMk cId="209423570" sldId="2147347702"/>
        </pc:sldMkLst>
      </pc:sldChg>
      <pc:sldChg chg="addSp delSp modSp mod">
        <pc:chgData name="Mukherjee, Shouvik" userId="8a0946e8-3a6b-4d5c-947d-73f4cd578335" providerId="ADAL" clId="{2A6BCC37-F91F-4F89-85AE-3F66D724BAEF}" dt="2025-06-16T09:41:36.442" v="211" actId="478"/>
        <pc:sldMkLst>
          <pc:docMk/>
          <pc:sldMk cId="3115566666" sldId="2147347709"/>
        </pc:sldMkLst>
        <pc:spChg chg="add del">
          <ac:chgData name="Mukherjee, Shouvik" userId="8a0946e8-3a6b-4d5c-947d-73f4cd578335" providerId="ADAL" clId="{2A6BCC37-F91F-4F89-85AE-3F66D724BAEF}" dt="2025-06-16T09:41:36.442" v="211" actId="478"/>
          <ac:spMkLst>
            <pc:docMk/>
            <pc:sldMk cId="3115566666" sldId="2147347709"/>
            <ac:spMk id="4" creationId="{2366DA69-52D4-3587-C6CD-B12A109F2ECA}"/>
          </ac:spMkLst>
        </pc:spChg>
        <pc:spChg chg="add del">
          <ac:chgData name="Mukherjee, Shouvik" userId="8a0946e8-3a6b-4d5c-947d-73f4cd578335" providerId="ADAL" clId="{2A6BCC37-F91F-4F89-85AE-3F66D724BAEF}" dt="2025-06-16T09:41:36.442" v="211" actId="478"/>
          <ac:spMkLst>
            <pc:docMk/>
            <pc:sldMk cId="3115566666" sldId="2147347709"/>
            <ac:spMk id="5" creationId="{52467F12-8E77-36C8-C96A-68F0D6F936DD}"/>
          </ac:spMkLst>
        </pc:spChg>
        <pc:spChg chg="add del">
          <ac:chgData name="Mukherjee, Shouvik" userId="8a0946e8-3a6b-4d5c-947d-73f4cd578335" providerId="ADAL" clId="{2A6BCC37-F91F-4F89-85AE-3F66D724BAEF}" dt="2025-06-16T09:41:36.442" v="211" actId="478"/>
          <ac:spMkLst>
            <pc:docMk/>
            <pc:sldMk cId="3115566666" sldId="2147347709"/>
            <ac:spMk id="8" creationId="{6053102B-D28E-935B-BBDE-5CDE1D6F5A21}"/>
          </ac:spMkLst>
        </pc:spChg>
        <pc:spChg chg="add del">
          <ac:chgData name="Mukherjee, Shouvik" userId="8a0946e8-3a6b-4d5c-947d-73f4cd578335" providerId="ADAL" clId="{2A6BCC37-F91F-4F89-85AE-3F66D724BAEF}" dt="2025-06-16T09:41:36.442" v="211" actId="478"/>
          <ac:spMkLst>
            <pc:docMk/>
            <pc:sldMk cId="3115566666" sldId="2147347709"/>
            <ac:spMk id="16" creationId="{AF336965-4A8B-3970-3852-DFD05AEEFADE}"/>
          </ac:spMkLst>
        </pc:spChg>
        <pc:spChg chg="add del">
          <ac:chgData name="Mukherjee, Shouvik" userId="8a0946e8-3a6b-4d5c-947d-73f4cd578335" providerId="ADAL" clId="{2A6BCC37-F91F-4F89-85AE-3F66D724BAEF}" dt="2025-06-16T09:41:36.442" v="211" actId="478"/>
          <ac:spMkLst>
            <pc:docMk/>
            <pc:sldMk cId="3115566666" sldId="2147347709"/>
            <ac:spMk id="20" creationId="{D37E4465-6E4A-9C11-CC42-7DD321AE4699}"/>
          </ac:spMkLst>
        </pc:spChg>
        <pc:spChg chg="add del">
          <ac:chgData name="Mukherjee, Shouvik" userId="8a0946e8-3a6b-4d5c-947d-73f4cd578335" providerId="ADAL" clId="{2A6BCC37-F91F-4F89-85AE-3F66D724BAEF}" dt="2025-06-16T09:41:36.442" v="211" actId="478"/>
          <ac:spMkLst>
            <pc:docMk/>
            <pc:sldMk cId="3115566666" sldId="2147347709"/>
            <ac:spMk id="23" creationId="{E92E2112-E033-B812-4127-C1FA7E4061E0}"/>
          </ac:spMkLst>
        </pc:spChg>
        <pc:spChg chg="add del">
          <ac:chgData name="Mukherjee, Shouvik" userId="8a0946e8-3a6b-4d5c-947d-73f4cd578335" providerId="ADAL" clId="{2A6BCC37-F91F-4F89-85AE-3F66D724BAEF}" dt="2025-06-16T09:41:36.442" v="211" actId="478"/>
          <ac:spMkLst>
            <pc:docMk/>
            <pc:sldMk cId="3115566666" sldId="2147347709"/>
            <ac:spMk id="24" creationId="{579F5B1A-70BF-BD6E-74EC-347F1F04D513}"/>
          </ac:spMkLst>
        </pc:spChg>
        <pc:spChg chg="add del">
          <ac:chgData name="Mukherjee, Shouvik" userId="8a0946e8-3a6b-4d5c-947d-73f4cd578335" providerId="ADAL" clId="{2A6BCC37-F91F-4F89-85AE-3F66D724BAEF}" dt="2025-06-16T09:41:36.442" v="211" actId="478"/>
          <ac:spMkLst>
            <pc:docMk/>
            <pc:sldMk cId="3115566666" sldId="2147347709"/>
            <ac:spMk id="25" creationId="{59174841-6CB8-029B-C879-53C600CBECBA}"/>
          </ac:spMkLst>
        </pc:spChg>
        <pc:spChg chg="add del">
          <ac:chgData name="Mukherjee, Shouvik" userId="8a0946e8-3a6b-4d5c-947d-73f4cd578335" providerId="ADAL" clId="{2A6BCC37-F91F-4F89-85AE-3F66D724BAEF}" dt="2025-06-16T09:41:36.442" v="211" actId="478"/>
          <ac:spMkLst>
            <pc:docMk/>
            <pc:sldMk cId="3115566666" sldId="2147347709"/>
            <ac:spMk id="26" creationId="{2F3DEC5E-336B-45C5-2739-BB4E8EE867F7}"/>
          </ac:spMkLst>
        </pc:spChg>
        <pc:spChg chg="add del">
          <ac:chgData name="Mukherjee, Shouvik" userId="8a0946e8-3a6b-4d5c-947d-73f4cd578335" providerId="ADAL" clId="{2A6BCC37-F91F-4F89-85AE-3F66D724BAEF}" dt="2025-06-16T09:41:36.442" v="211" actId="478"/>
          <ac:spMkLst>
            <pc:docMk/>
            <pc:sldMk cId="3115566666" sldId="2147347709"/>
            <ac:spMk id="28" creationId="{59EA1087-8983-C535-4A27-612C1C41B035}"/>
          </ac:spMkLst>
        </pc:spChg>
        <pc:spChg chg="add del">
          <ac:chgData name="Mukherjee, Shouvik" userId="8a0946e8-3a6b-4d5c-947d-73f4cd578335" providerId="ADAL" clId="{2A6BCC37-F91F-4F89-85AE-3F66D724BAEF}" dt="2025-06-16T09:41:36.442" v="211" actId="478"/>
          <ac:spMkLst>
            <pc:docMk/>
            <pc:sldMk cId="3115566666" sldId="2147347709"/>
            <ac:spMk id="29" creationId="{6F167297-5555-DAFB-B6A6-AC48D96603CB}"/>
          </ac:spMkLst>
        </pc:spChg>
        <pc:spChg chg="add del">
          <ac:chgData name="Mukherjee, Shouvik" userId="8a0946e8-3a6b-4d5c-947d-73f4cd578335" providerId="ADAL" clId="{2A6BCC37-F91F-4F89-85AE-3F66D724BAEF}" dt="2025-06-16T09:41:36.442" v="211" actId="478"/>
          <ac:spMkLst>
            <pc:docMk/>
            <pc:sldMk cId="3115566666" sldId="2147347709"/>
            <ac:spMk id="30" creationId="{09852942-AB9D-8320-22E7-39C8DBDF242E}"/>
          </ac:spMkLst>
        </pc:spChg>
        <pc:spChg chg="add del">
          <ac:chgData name="Mukherjee, Shouvik" userId="8a0946e8-3a6b-4d5c-947d-73f4cd578335" providerId="ADAL" clId="{2A6BCC37-F91F-4F89-85AE-3F66D724BAEF}" dt="2025-06-16T09:41:36.442" v="211" actId="478"/>
          <ac:spMkLst>
            <pc:docMk/>
            <pc:sldMk cId="3115566666" sldId="2147347709"/>
            <ac:spMk id="31" creationId="{0CC9F160-58A8-1F33-7187-CDEFE6AA9C47}"/>
          </ac:spMkLst>
        </pc:spChg>
        <pc:spChg chg="add del">
          <ac:chgData name="Mukherjee, Shouvik" userId="8a0946e8-3a6b-4d5c-947d-73f4cd578335" providerId="ADAL" clId="{2A6BCC37-F91F-4F89-85AE-3F66D724BAEF}" dt="2025-06-16T09:41:36.442" v="211" actId="478"/>
          <ac:spMkLst>
            <pc:docMk/>
            <pc:sldMk cId="3115566666" sldId="2147347709"/>
            <ac:spMk id="32" creationId="{F04167F7-652F-2728-D0FF-70C1949C9B28}"/>
          </ac:spMkLst>
        </pc:spChg>
        <pc:spChg chg="add del">
          <ac:chgData name="Mukherjee, Shouvik" userId="8a0946e8-3a6b-4d5c-947d-73f4cd578335" providerId="ADAL" clId="{2A6BCC37-F91F-4F89-85AE-3F66D724BAEF}" dt="2025-06-16T09:41:36.442" v="211" actId="478"/>
          <ac:spMkLst>
            <pc:docMk/>
            <pc:sldMk cId="3115566666" sldId="2147347709"/>
            <ac:spMk id="38" creationId="{55E75FD4-365F-83A2-098A-E33764B9F55E}"/>
          </ac:spMkLst>
        </pc:spChg>
        <pc:spChg chg="add del">
          <ac:chgData name="Mukherjee, Shouvik" userId="8a0946e8-3a6b-4d5c-947d-73f4cd578335" providerId="ADAL" clId="{2A6BCC37-F91F-4F89-85AE-3F66D724BAEF}" dt="2025-06-16T09:41:36.442" v="211" actId="478"/>
          <ac:spMkLst>
            <pc:docMk/>
            <pc:sldMk cId="3115566666" sldId="2147347709"/>
            <ac:spMk id="46" creationId="{7D06CCB2-9DD5-7CFA-DB18-22DD4D95AA5E}"/>
          </ac:spMkLst>
        </pc:spChg>
        <pc:spChg chg="add del">
          <ac:chgData name="Mukherjee, Shouvik" userId="8a0946e8-3a6b-4d5c-947d-73f4cd578335" providerId="ADAL" clId="{2A6BCC37-F91F-4F89-85AE-3F66D724BAEF}" dt="2025-06-16T09:41:36.442" v="211" actId="478"/>
          <ac:spMkLst>
            <pc:docMk/>
            <pc:sldMk cId="3115566666" sldId="2147347709"/>
            <ac:spMk id="89" creationId="{B4D233EA-D624-2CC0-71D4-935777825E40}"/>
          </ac:spMkLst>
        </pc:spChg>
        <pc:spChg chg="add del">
          <ac:chgData name="Mukherjee, Shouvik" userId="8a0946e8-3a6b-4d5c-947d-73f4cd578335" providerId="ADAL" clId="{2A6BCC37-F91F-4F89-85AE-3F66D724BAEF}" dt="2025-06-16T09:41:36.442" v="211" actId="478"/>
          <ac:spMkLst>
            <pc:docMk/>
            <pc:sldMk cId="3115566666" sldId="2147347709"/>
            <ac:spMk id="91" creationId="{0F5CA507-165F-F414-6F64-00B40E00F8D3}"/>
          </ac:spMkLst>
        </pc:spChg>
        <pc:grpChg chg="add del">
          <ac:chgData name="Mukherjee, Shouvik" userId="8a0946e8-3a6b-4d5c-947d-73f4cd578335" providerId="ADAL" clId="{2A6BCC37-F91F-4F89-85AE-3F66D724BAEF}" dt="2025-06-16T09:41:36.442" v="211" actId="478"/>
          <ac:grpSpMkLst>
            <pc:docMk/>
            <pc:sldMk cId="3115566666" sldId="2147347709"/>
            <ac:grpSpMk id="47" creationId="{6D4E98DF-E59D-736D-D3B5-51CCDEC4E197}"/>
          </ac:grpSpMkLst>
        </pc:grpChg>
        <pc:cxnChg chg="add del mod">
          <ac:chgData name="Mukherjee, Shouvik" userId="8a0946e8-3a6b-4d5c-947d-73f4cd578335" providerId="ADAL" clId="{2A6BCC37-F91F-4F89-85AE-3F66D724BAEF}" dt="2025-06-16T09:41:36.442" v="211" actId="478"/>
          <ac:cxnSpMkLst>
            <pc:docMk/>
            <pc:sldMk cId="3115566666" sldId="2147347709"/>
            <ac:cxnSpMk id="74" creationId="{554487CD-7E91-7A88-A9BF-4E6B1E2DF21A}"/>
          </ac:cxnSpMkLst>
        </pc:cxnChg>
        <pc:cxnChg chg="add del mod">
          <ac:chgData name="Mukherjee, Shouvik" userId="8a0946e8-3a6b-4d5c-947d-73f4cd578335" providerId="ADAL" clId="{2A6BCC37-F91F-4F89-85AE-3F66D724BAEF}" dt="2025-06-16T09:41:36.442" v="211" actId="478"/>
          <ac:cxnSpMkLst>
            <pc:docMk/>
            <pc:sldMk cId="3115566666" sldId="2147347709"/>
            <ac:cxnSpMk id="81" creationId="{F0CAC439-CF49-9B03-8D0F-520C5B414AB0}"/>
          </ac:cxnSpMkLst>
        </pc:cxnChg>
        <pc:cxnChg chg="add del mod">
          <ac:chgData name="Mukherjee, Shouvik" userId="8a0946e8-3a6b-4d5c-947d-73f4cd578335" providerId="ADAL" clId="{2A6BCC37-F91F-4F89-85AE-3F66D724BAEF}" dt="2025-06-16T09:41:36.442" v="211" actId="478"/>
          <ac:cxnSpMkLst>
            <pc:docMk/>
            <pc:sldMk cId="3115566666" sldId="2147347709"/>
            <ac:cxnSpMk id="84" creationId="{B02E9E94-30FD-79A1-3FF6-2FEB6981D96B}"/>
          </ac:cxnSpMkLst>
        </pc:cxnChg>
      </pc:sldChg>
      <pc:sldChg chg="ord">
        <pc:chgData name="Mukherjee, Shouvik" userId="8a0946e8-3a6b-4d5c-947d-73f4cd578335" providerId="ADAL" clId="{2A6BCC37-F91F-4F89-85AE-3F66D724BAEF}" dt="2025-06-16T10:07:03.771" v="265"/>
        <pc:sldMkLst>
          <pc:docMk/>
          <pc:sldMk cId="483280813" sldId="2147347720"/>
        </pc:sldMkLst>
      </pc:sldChg>
      <pc:sldChg chg="delSp modSp mod">
        <pc:chgData name="Mukherjee, Shouvik" userId="8a0946e8-3a6b-4d5c-947d-73f4cd578335" providerId="ADAL" clId="{2A6BCC37-F91F-4F89-85AE-3F66D724BAEF}" dt="2025-06-16T11:00:44.511" v="966" actId="1036"/>
        <pc:sldMkLst>
          <pc:docMk/>
          <pc:sldMk cId="1969856742" sldId="2147347721"/>
        </pc:sldMkLst>
        <pc:spChg chg="del">
          <ac:chgData name="Mukherjee, Shouvik" userId="8a0946e8-3a6b-4d5c-947d-73f4cd578335" providerId="ADAL" clId="{2A6BCC37-F91F-4F89-85AE-3F66D724BAEF}" dt="2025-06-16T09:43:35.523" v="220" actId="478"/>
          <ac:spMkLst>
            <pc:docMk/>
            <pc:sldMk cId="1969856742" sldId="2147347721"/>
            <ac:spMk id="15" creationId="{6F1D5BEF-D9FD-23C2-D83A-F4C2FD9DD540}"/>
          </ac:spMkLst>
        </pc:spChg>
        <pc:spChg chg="del">
          <ac:chgData name="Mukherjee, Shouvik" userId="8a0946e8-3a6b-4d5c-947d-73f4cd578335" providerId="ADAL" clId="{2A6BCC37-F91F-4F89-85AE-3F66D724BAEF}" dt="2025-06-16T09:43:35.523" v="220" actId="478"/>
          <ac:spMkLst>
            <pc:docMk/>
            <pc:sldMk cId="1969856742" sldId="2147347721"/>
            <ac:spMk id="16" creationId="{2CB06FD5-13DD-6604-E989-A4E11D4B7840}"/>
          </ac:spMkLst>
        </pc:spChg>
        <pc:spChg chg="del">
          <ac:chgData name="Mukherjee, Shouvik" userId="8a0946e8-3a6b-4d5c-947d-73f4cd578335" providerId="ADAL" clId="{2A6BCC37-F91F-4F89-85AE-3F66D724BAEF}" dt="2025-06-16T09:43:35.523" v="220" actId="478"/>
          <ac:spMkLst>
            <pc:docMk/>
            <pc:sldMk cId="1969856742" sldId="2147347721"/>
            <ac:spMk id="17" creationId="{E0558910-8C29-53B7-3FDF-3B0179C2144A}"/>
          </ac:spMkLst>
        </pc:spChg>
        <pc:spChg chg="del">
          <ac:chgData name="Mukherjee, Shouvik" userId="8a0946e8-3a6b-4d5c-947d-73f4cd578335" providerId="ADAL" clId="{2A6BCC37-F91F-4F89-85AE-3F66D724BAEF}" dt="2025-06-16T09:43:35.523" v="220" actId="478"/>
          <ac:spMkLst>
            <pc:docMk/>
            <pc:sldMk cId="1969856742" sldId="2147347721"/>
            <ac:spMk id="18" creationId="{097A6EE6-BD0A-FFF2-4F2E-95AC70F6CDC4}"/>
          </ac:spMkLst>
        </pc:spChg>
        <pc:spChg chg="mod">
          <ac:chgData name="Mukherjee, Shouvik" userId="8a0946e8-3a6b-4d5c-947d-73f4cd578335" providerId="ADAL" clId="{2A6BCC37-F91F-4F89-85AE-3F66D724BAEF}" dt="2025-06-16T11:00:44.511" v="966" actId="1036"/>
          <ac:spMkLst>
            <pc:docMk/>
            <pc:sldMk cId="1969856742" sldId="2147347721"/>
            <ac:spMk id="21" creationId="{213B02BA-D0EF-5DAC-0DAC-15548701862B}"/>
          </ac:spMkLst>
        </pc:spChg>
        <pc:spChg chg="del">
          <ac:chgData name="Mukherjee, Shouvik" userId="8a0946e8-3a6b-4d5c-947d-73f4cd578335" providerId="ADAL" clId="{2A6BCC37-F91F-4F89-85AE-3F66D724BAEF}" dt="2025-06-16T09:43:39.219" v="221" actId="478"/>
          <ac:spMkLst>
            <pc:docMk/>
            <pc:sldMk cId="1969856742" sldId="2147347721"/>
            <ac:spMk id="26" creationId="{4B239340-8E5D-DA59-7885-9737CBBE91C5}"/>
          </ac:spMkLst>
        </pc:spChg>
        <pc:spChg chg="del">
          <ac:chgData name="Mukherjee, Shouvik" userId="8a0946e8-3a6b-4d5c-947d-73f4cd578335" providerId="ADAL" clId="{2A6BCC37-F91F-4F89-85AE-3F66D724BAEF}" dt="2025-06-16T09:43:39.219" v="221" actId="478"/>
          <ac:spMkLst>
            <pc:docMk/>
            <pc:sldMk cId="1969856742" sldId="2147347721"/>
            <ac:spMk id="27" creationId="{A271150B-CD70-D228-26DB-569F482558EA}"/>
          </ac:spMkLst>
        </pc:spChg>
        <pc:spChg chg="del">
          <ac:chgData name="Mukherjee, Shouvik" userId="8a0946e8-3a6b-4d5c-947d-73f4cd578335" providerId="ADAL" clId="{2A6BCC37-F91F-4F89-85AE-3F66D724BAEF}" dt="2025-06-16T09:43:39.219" v="221" actId="478"/>
          <ac:spMkLst>
            <pc:docMk/>
            <pc:sldMk cId="1969856742" sldId="2147347721"/>
            <ac:spMk id="28" creationId="{AD3749AA-4AEB-30E9-61D3-78D09B6EDBF7}"/>
          </ac:spMkLst>
        </pc:spChg>
        <pc:spChg chg="del">
          <ac:chgData name="Mukherjee, Shouvik" userId="8a0946e8-3a6b-4d5c-947d-73f4cd578335" providerId="ADAL" clId="{2A6BCC37-F91F-4F89-85AE-3F66D724BAEF}" dt="2025-06-16T09:43:39.219" v="221" actId="478"/>
          <ac:spMkLst>
            <pc:docMk/>
            <pc:sldMk cId="1969856742" sldId="2147347721"/>
            <ac:spMk id="30" creationId="{D1789D68-296E-3F8C-8B0D-BA66CA77A5EE}"/>
          </ac:spMkLst>
        </pc:spChg>
        <pc:spChg chg="del">
          <ac:chgData name="Mukherjee, Shouvik" userId="8a0946e8-3a6b-4d5c-947d-73f4cd578335" providerId="ADAL" clId="{2A6BCC37-F91F-4F89-85AE-3F66D724BAEF}" dt="2025-06-16T09:43:39.219" v="221" actId="478"/>
          <ac:spMkLst>
            <pc:docMk/>
            <pc:sldMk cId="1969856742" sldId="2147347721"/>
            <ac:spMk id="32" creationId="{216210E6-0039-18BE-041B-8F04F437EF31}"/>
          </ac:spMkLst>
        </pc:spChg>
        <pc:spChg chg="del">
          <ac:chgData name="Mukherjee, Shouvik" userId="8a0946e8-3a6b-4d5c-947d-73f4cd578335" providerId="ADAL" clId="{2A6BCC37-F91F-4F89-85AE-3F66D724BAEF}" dt="2025-06-16T09:43:39.219" v="221" actId="478"/>
          <ac:spMkLst>
            <pc:docMk/>
            <pc:sldMk cId="1969856742" sldId="2147347721"/>
            <ac:spMk id="33" creationId="{0B7BA7C1-1C2C-C5BB-B714-F728E0C71674}"/>
          </ac:spMkLst>
        </pc:spChg>
        <pc:spChg chg="del">
          <ac:chgData name="Mukherjee, Shouvik" userId="8a0946e8-3a6b-4d5c-947d-73f4cd578335" providerId="ADAL" clId="{2A6BCC37-F91F-4F89-85AE-3F66D724BAEF}" dt="2025-06-16T09:43:39.219" v="221" actId="478"/>
          <ac:spMkLst>
            <pc:docMk/>
            <pc:sldMk cId="1969856742" sldId="2147347721"/>
            <ac:spMk id="41" creationId="{CB7EEE26-89A9-11C1-2673-44A43AB77290}"/>
          </ac:spMkLst>
        </pc:spChg>
        <pc:grpChg chg="del">
          <ac:chgData name="Mukherjee, Shouvik" userId="8a0946e8-3a6b-4d5c-947d-73f4cd578335" providerId="ADAL" clId="{2A6BCC37-F91F-4F89-85AE-3F66D724BAEF}" dt="2025-06-16T09:43:39.219" v="221" actId="478"/>
          <ac:grpSpMkLst>
            <pc:docMk/>
            <pc:sldMk cId="1969856742" sldId="2147347721"/>
            <ac:grpSpMk id="43" creationId="{5561A658-4EBD-E1B0-5E94-5C552A765D67}"/>
          </ac:grpSpMkLst>
        </pc:grpChg>
        <pc:grpChg chg="del">
          <ac:chgData name="Mukherjee, Shouvik" userId="8a0946e8-3a6b-4d5c-947d-73f4cd578335" providerId="ADAL" clId="{2A6BCC37-F91F-4F89-85AE-3F66D724BAEF}" dt="2025-06-16T09:43:39.219" v="221" actId="478"/>
          <ac:grpSpMkLst>
            <pc:docMk/>
            <pc:sldMk cId="1969856742" sldId="2147347721"/>
            <ac:grpSpMk id="49" creationId="{B75861F5-C396-5229-5B6D-57CAA933F79D}"/>
          </ac:grpSpMkLst>
        </pc:grpChg>
        <pc:cxnChg chg="mod">
          <ac:chgData name="Mukherjee, Shouvik" userId="8a0946e8-3a6b-4d5c-947d-73f4cd578335" providerId="ADAL" clId="{2A6BCC37-F91F-4F89-85AE-3F66D724BAEF}" dt="2025-06-16T11:00:44.511" v="966" actId="1036"/>
          <ac:cxnSpMkLst>
            <pc:docMk/>
            <pc:sldMk cId="1969856742" sldId="2147347721"/>
            <ac:cxnSpMk id="25" creationId="{732272B5-5CDB-F645-E932-0E722355B8D8}"/>
          </ac:cxnSpMkLst>
        </pc:cxnChg>
      </pc:sldChg>
      <pc:sldChg chg="delSp modSp mod">
        <pc:chgData name="Mukherjee, Shouvik" userId="8a0946e8-3a6b-4d5c-947d-73f4cd578335" providerId="ADAL" clId="{2A6BCC37-F91F-4F89-85AE-3F66D724BAEF}" dt="2025-06-16T09:30:12.793" v="164" actId="20577"/>
        <pc:sldMkLst>
          <pc:docMk/>
          <pc:sldMk cId="3523782250" sldId="2147347726"/>
        </pc:sldMkLst>
        <pc:spChg chg="mod">
          <ac:chgData name="Mukherjee, Shouvik" userId="8a0946e8-3a6b-4d5c-947d-73f4cd578335" providerId="ADAL" clId="{2A6BCC37-F91F-4F89-85AE-3F66D724BAEF}" dt="2025-06-16T09:30:12.793" v="164" actId="20577"/>
          <ac:spMkLst>
            <pc:docMk/>
            <pc:sldMk cId="3523782250" sldId="2147347726"/>
            <ac:spMk id="2" creationId="{00000000-0000-0000-0000-000000000000}"/>
          </ac:spMkLst>
        </pc:spChg>
        <pc:spChg chg="mod">
          <ac:chgData name="Mukherjee, Shouvik" userId="8a0946e8-3a6b-4d5c-947d-73f4cd578335" providerId="ADAL" clId="{2A6BCC37-F91F-4F89-85AE-3F66D724BAEF}" dt="2025-06-16T09:30:04.808" v="160" actId="20577"/>
          <ac:spMkLst>
            <pc:docMk/>
            <pc:sldMk cId="3523782250" sldId="2147347726"/>
            <ac:spMk id="6" creationId="{00000000-0000-0000-0000-000000000000}"/>
          </ac:spMkLst>
        </pc:spChg>
        <pc:spChg chg="del">
          <ac:chgData name="Mukherjee, Shouvik" userId="8a0946e8-3a6b-4d5c-947d-73f4cd578335" providerId="ADAL" clId="{2A6BCC37-F91F-4F89-85AE-3F66D724BAEF}" dt="2025-06-16T09:29:08.070" v="52" actId="478"/>
          <ac:spMkLst>
            <pc:docMk/>
            <pc:sldMk cId="3523782250" sldId="2147347726"/>
            <ac:spMk id="7" creationId="{78739314-286B-1503-7666-466B50A4B33E}"/>
          </ac:spMkLst>
        </pc:spChg>
        <pc:spChg chg="del">
          <ac:chgData name="Mukherjee, Shouvik" userId="8a0946e8-3a6b-4d5c-947d-73f4cd578335" providerId="ADAL" clId="{2A6BCC37-F91F-4F89-85AE-3F66D724BAEF}" dt="2025-06-16T09:29:08.070" v="52" actId="478"/>
          <ac:spMkLst>
            <pc:docMk/>
            <pc:sldMk cId="3523782250" sldId="2147347726"/>
            <ac:spMk id="25" creationId="{06F4B463-1202-7C03-0463-7809D2A641F6}"/>
          </ac:spMkLst>
        </pc:spChg>
        <pc:spChg chg="del">
          <ac:chgData name="Mukherjee, Shouvik" userId="8a0946e8-3a6b-4d5c-947d-73f4cd578335" providerId="ADAL" clId="{2A6BCC37-F91F-4F89-85AE-3F66D724BAEF}" dt="2025-06-16T09:29:08.070" v="52" actId="478"/>
          <ac:spMkLst>
            <pc:docMk/>
            <pc:sldMk cId="3523782250" sldId="2147347726"/>
            <ac:spMk id="27" creationId="{C56413D3-D841-B8B4-C898-F61046DCFCBC}"/>
          </ac:spMkLst>
        </pc:spChg>
        <pc:spChg chg="del">
          <ac:chgData name="Mukherjee, Shouvik" userId="8a0946e8-3a6b-4d5c-947d-73f4cd578335" providerId="ADAL" clId="{2A6BCC37-F91F-4F89-85AE-3F66D724BAEF}" dt="2025-06-16T09:29:08.070" v="52" actId="478"/>
          <ac:spMkLst>
            <pc:docMk/>
            <pc:sldMk cId="3523782250" sldId="2147347726"/>
            <ac:spMk id="28" creationId="{F72F9CCA-EDB4-58D1-D260-CC52950F4F4C}"/>
          </ac:spMkLst>
        </pc:spChg>
        <pc:spChg chg="del">
          <ac:chgData name="Mukherjee, Shouvik" userId="8a0946e8-3a6b-4d5c-947d-73f4cd578335" providerId="ADAL" clId="{2A6BCC37-F91F-4F89-85AE-3F66D724BAEF}" dt="2025-06-16T09:29:08.070" v="52" actId="478"/>
          <ac:spMkLst>
            <pc:docMk/>
            <pc:sldMk cId="3523782250" sldId="2147347726"/>
            <ac:spMk id="35" creationId="{127C522C-3156-A4B8-8A04-8C139A5A773A}"/>
          </ac:spMkLst>
        </pc:spChg>
        <pc:spChg chg="del">
          <ac:chgData name="Mukherjee, Shouvik" userId="8a0946e8-3a6b-4d5c-947d-73f4cd578335" providerId="ADAL" clId="{2A6BCC37-F91F-4F89-85AE-3F66D724BAEF}" dt="2025-06-16T09:29:08.070" v="52" actId="478"/>
          <ac:spMkLst>
            <pc:docMk/>
            <pc:sldMk cId="3523782250" sldId="2147347726"/>
            <ac:spMk id="36" creationId="{3A59914E-8B3A-506D-2CD3-4500AB2E50AB}"/>
          </ac:spMkLst>
        </pc:spChg>
        <pc:spChg chg="del">
          <ac:chgData name="Mukherjee, Shouvik" userId="8a0946e8-3a6b-4d5c-947d-73f4cd578335" providerId="ADAL" clId="{2A6BCC37-F91F-4F89-85AE-3F66D724BAEF}" dt="2025-06-16T09:29:08.070" v="52" actId="478"/>
          <ac:spMkLst>
            <pc:docMk/>
            <pc:sldMk cId="3523782250" sldId="2147347726"/>
            <ac:spMk id="39" creationId="{44A9A4B3-2FE1-D596-235F-19DF0279663C}"/>
          </ac:spMkLst>
        </pc:spChg>
        <pc:spChg chg="del">
          <ac:chgData name="Mukherjee, Shouvik" userId="8a0946e8-3a6b-4d5c-947d-73f4cd578335" providerId="ADAL" clId="{2A6BCC37-F91F-4F89-85AE-3F66D724BAEF}" dt="2025-06-16T09:29:08.070" v="52" actId="478"/>
          <ac:spMkLst>
            <pc:docMk/>
            <pc:sldMk cId="3523782250" sldId="2147347726"/>
            <ac:spMk id="43" creationId="{B6E9DF3B-A54A-53DD-2B28-42AF0A89AE41}"/>
          </ac:spMkLst>
        </pc:spChg>
        <pc:spChg chg="del">
          <ac:chgData name="Mukherjee, Shouvik" userId="8a0946e8-3a6b-4d5c-947d-73f4cd578335" providerId="ADAL" clId="{2A6BCC37-F91F-4F89-85AE-3F66D724BAEF}" dt="2025-06-16T09:29:08.070" v="52" actId="478"/>
          <ac:spMkLst>
            <pc:docMk/>
            <pc:sldMk cId="3523782250" sldId="2147347726"/>
            <ac:spMk id="45" creationId="{07DFE3CA-41C5-19FC-2084-D9BCAB9B15C4}"/>
          </ac:spMkLst>
        </pc:spChg>
        <pc:spChg chg="del">
          <ac:chgData name="Mukherjee, Shouvik" userId="8a0946e8-3a6b-4d5c-947d-73f4cd578335" providerId="ADAL" clId="{2A6BCC37-F91F-4F89-85AE-3F66D724BAEF}" dt="2025-06-16T09:29:08.070" v="52" actId="478"/>
          <ac:spMkLst>
            <pc:docMk/>
            <pc:sldMk cId="3523782250" sldId="2147347726"/>
            <ac:spMk id="46" creationId="{1F59464A-3210-361F-A26C-DC9BF33EF024}"/>
          </ac:spMkLst>
        </pc:spChg>
        <pc:spChg chg="del">
          <ac:chgData name="Mukherjee, Shouvik" userId="8a0946e8-3a6b-4d5c-947d-73f4cd578335" providerId="ADAL" clId="{2A6BCC37-F91F-4F89-85AE-3F66D724BAEF}" dt="2025-06-16T09:29:08.070" v="52" actId="478"/>
          <ac:spMkLst>
            <pc:docMk/>
            <pc:sldMk cId="3523782250" sldId="2147347726"/>
            <ac:spMk id="47" creationId="{C19FF164-23D0-59D9-BCA7-8B8FAB0E1290}"/>
          </ac:spMkLst>
        </pc:spChg>
        <pc:spChg chg="del">
          <ac:chgData name="Mukherjee, Shouvik" userId="8a0946e8-3a6b-4d5c-947d-73f4cd578335" providerId="ADAL" clId="{2A6BCC37-F91F-4F89-85AE-3F66D724BAEF}" dt="2025-06-16T09:29:08.070" v="52" actId="478"/>
          <ac:spMkLst>
            <pc:docMk/>
            <pc:sldMk cId="3523782250" sldId="2147347726"/>
            <ac:spMk id="48" creationId="{036A1228-482C-9F25-421B-BAB3D20704EF}"/>
          </ac:spMkLst>
        </pc:spChg>
        <pc:spChg chg="del">
          <ac:chgData name="Mukherjee, Shouvik" userId="8a0946e8-3a6b-4d5c-947d-73f4cd578335" providerId="ADAL" clId="{2A6BCC37-F91F-4F89-85AE-3F66D724BAEF}" dt="2025-06-16T09:29:08.070" v="52" actId="478"/>
          <ac:spMkLst>
            <pc:docMk/>
            <pc:sldMk cId="3523782250" sldId="2147347726"/>
            <ac:spMk id="50" creationId="{A23D7EFD-FB0C-9774-D7FA-2774BBDDA4C5}"/>
          </ac:spMkLst>
        </pc:spChg>
        <pc:spChg chg="del">
          <ac:chgData name="Mukherjee, Shouvik" userId="8a0946e8-3a6b-4d5c-947d-73f4cd578335" providerId="ADAL" clId="{2A6BCC37-F91F-4F89-85AE-3F66D724BAEF}" dt="2025-06-16T09:29:08.070" v="52" actId="478"/>
          <ac:spMkLst>
            <pc:docMk/>
            <pc:sldMk cId="3523782250" sldId="2147347726"/>
            <ac:spMk id="51" creationId="{92ECDC78-E0B0-CABB-3367-EDE997FF306B}"/>
          </ac:spMkLst>
        </pc:spChg>
        <pc:spChg chg="del">
          <ac:chgData name="Mukherjee, Shouvik" userId="8a0946e8-3a6b-4d5c-947d-73f4cd578335" providerId="ADAL" clId="{2A6BCC37-F91F-4F89-85AE-3F66D724BAEF}" dt="2025-06-16T09:29:08.070" v="52" actId="478"/>
          <ac:spMkLst>
            <pc:docMk/>
            <pc:sldMk cId="3523782250" sldId="2147347726"/>
            <ac:spMk id="52" creationId="{4CA03854-ED58-ABCC-4022-F29A8F1B863F}"/>
          </ac:spMkLst>
        </pc:spChg>
        <pc:spChg chg="del">
          <ac:chgData name="Mukherjee, Shouvik" userId="8a0946e8-3a6b-4d5c-947d-73f4cd578335" providerId="ADAL" clId="{2A6BCC37-F91F-4F89-85AE-3F66D724BAEF}" dt="2025-06-16T09:29:08.070" v="52" actId="478"/>
          <ac:spMkLst>
            <pc:docMk/>
            <pc:sldMk cId="3523782250" sldId="2147347726"/>
            <ac:spMk id="53" creationId="{C561B972-45D8-EDCC-6F6A-5FAEC443CBD8}"/>
          </ac:spMkLst>
        </pc:spChg>
        <pc:spChg chg="del">
          <ac:chgData name="Mukherjee, Shouvik" userId="8a0946e8-3a6b-4d5c-947d-73f4cd578335" providerId="ADAL" clId="{2A6BCC37-F91F-4F89-85AE-3F66D724BAEF}" dt="2025-06-16T09:29:08.070" v="52" actId="478"/>
          <ac:spMkLst>
            <pc:docMk/>
            <pc:sldMk cId="3523782250" sldId="2147347726"/>
            <ac:spMk id="54" creationId="{FA2E1D21-2721-095B-F2C1-8B84F9410AD5}"/>
          </ac:spMkLst>
        </pc:spChg>
        <pc:spChg chg="del">
          <ac:chgData name="Mukherjee, Shouvik" userId="8a0946e8-3a6b-4d5c-947d-73f4cd578335" providerId="ADAL" clId="{2A6BCC37-F91F-4F89-85AE-3F66D724BAEF}" dt="2025-06-16T09:29:08.070" v="52" actId="478"/>
          <ac:spMkLst>
            <pc:docMk/>
            <pc:sldMk cId="3523782250" sldId="2147347726"/>
            <ac:spMk id="57" creationId="{DBE63DB3-2398-403E-190B-57A9ABCBBE6F}"/>
          </ac:spMkLst>
        </pc:spChg>
        <pc:spChg chg="del">
          <ac:chgData name="Mukherjee, Shouvik" userId="8a0946e8-3a6b-4d5c-947d-73f4cd578335" providerId="ADAL" clId="{2A6BCC37-F91F-4F89-85AE-3F66D724BAEF}" dt="2025-06-16T09:29:11.894" v="53" actId="478"/>
          <ac:spMkLst>
            <pc:docMk/>
            <pc:sldMk cId="3523782250" sldId="2147347726"/>
            <ac:spMk id="65" creationId="{F73ADEC2-E361-2D09-487F-5AFF1D6CA4F6}"/>
          </ac:spMkLst>
        </pc:spChg>
        <pc:spChg chg="del">
          <ac:chgData name="Mukherjee, Shouvik" userId="8a0946e8-3a6b-4d5c-947d-73f4cd578335" providerId="ADAL" clId="{2A6BCC37-F91F-4F89-85AE-3F66D724BAEF}" dt="2025-06-16T09:29:08.070" v="52" actId="478"/>
          <ac:spMkLst>
            <pc:docMk/>
            <pc:sldMk cId="3523782250" sldId="2147347726"/>
            <ac:spMk id="72" creationId="{9035D13B-E8BF-9404-73F5-231D2B850196}"/>
          </ac:spMkLst>
        </pc:spChg>
        <pc:spChg chg="del">
          <ac:chgData name="Mukherjee, Shouvik" userId="8a0946e8-3a6b-4d5c-947d-73f4cd578335" providerId="ADAL" clId="{2A6BCC37-F91F-4F89-85AE-3F66D724BAEF}" dt="2025-06-16T09:29:08.070" v="52" actId="478"/>
          <ac:spMkLst>
            <pc:docMk/>
            <pc:sldMk cId="3523782250" sldId="2147347726"/>
            <ac:spMk id="73" creationId="{6B6E1D19-1CA4-9FF7-6890-6C677FACA9D2}"/>
          </ac:spMkLst>
        </pc:spChg>
        <pc:spChg chg="del">
          <ac:chgData name="Mukherjee, Shouvik" userId="8a0946e8-3a6b-4d5c-947d-73f4cd578335" providerId="ADAL" clId="{2A6BCC37-F91F-4F89-85AE-3F66D724BAEF}" dt="2025-06-16T09:29:08.070" v="52" actId="478"/>
          <ac:spMkLst>
            <pc:docMk/>
            <pc:sldMk cId="3523782250" sldId="2147347726"/>
            <ac:spMk id="75" creationId="{77872F14-6EC3-5A4B-674E-633D5571C60D}"/>
          </ac:spMkLst>
        </pc:spChg>
        <pc:spChg chg="del">
          <ac:chgData name="Mukherjee, Shouvik" userId="8a0946e8-3a6b-4d5c-947d-73f4cd578335" providerId="ADAL" clId="{2A6BCC37-F91F-4F89-85AE-3F66D724BAEF}" dt="2025-06-16T09:29:08.070" v="52" actId="478"/>
          <ac:spMkLst>
            <pc:docMk/>
            <pc:sldMk cId="3523782250" sldId="2147347726"/>
            <ac:spMk id="76" creationId="{72FE5CE6-8DFE-7244-A8B4-B7D90A560062}"/>
          </ac:spMkLst>
        </pc:spChg>
        <pc:spChg chg="del">
          <ac:chgData name="Mukherjee, Shouvik" userId="8a0946e8-3a6b-4d5c-947d-73f4cd578335" providerId="ADAL" clId="{2A6BCC37-F91F-4F89-85AE-3F66D724BAEF}" dt="2025-06-16T09:29:08.070" v="52" actId="478"/>
          <ac:spMkLst>
            <pc:docMk/>
            <pc:sldMk cId="3523782250" sldId="2147347726"/>
            <ac:spMk id="85" creationId="{47F7B5B6-ABEB-2485-31D7-8F6F5048A0C3}"/>
          </ac:spMkLst>
        </pc:spChg>
        <pc:spChg chg="del">
          <ac:chgData name="Mukherjee, Shouvik" userId="8a0946e8-3a6b-4d5c-947d-73f4cd578335" providerId="ADAL" clId="{2A6BCC37-F91F-4F89-85AE-3F66D724BAEF}" dt="2025-06-16T09:29:08.070" v="52" actId="478"/>
          <ac:spMkLst>
            <pc:docMk/>
            <pc:sldMk cId="3523782250" sldId="2147347726"/>
            <ac:spMk id="86" creationId="{0FF9CB75-F7A0-F62F-76D3-09CBD2F9948F}"/>
          </ac:spMkLst>
        </pc:spChg>
        <pc:spChg chg="del">
          <ac:chgData name="Mukherjee, Shouvik" userId="8a0946e8-3a6b-4d5c-947d-73f4cd578335" providerId="ADAL" clId="{2A6BCC37-F91F-4F89-85AE-3F66D724BAEF}" dt="2025-06-16T09:29:08.070" v="52" actId="478"/>
          <ac:spMkLst>
            <pc:docMk/>
            <pc:sldMk cId="3523782250" sldId="2147347726"/>
            <ac:spMk id="99" creationId="{3498E8F8-9F51-8136-65A2-78F99261EBA4}"/>
          </ac:spMkLst>
        </pc:spChg>
        <pc:spChg chg="del">
          <ac:chgData name="Mukherjee, Shouvik" userId="8a0946e8-3a6b-4d5c-947d-73f4cd578335" providerId="ADAL" clId="{2A6BCC37-F91F-4F89-85AE-3F66D724BAEF}" dt="2025-06-16T09:29:08.070" v="52" actId="478"/>
          <ac:spMkLst>
            <pc:docMk/>
            <pc:sldMk cId="3523782250" sldId="2147347726"/>
            <ac:spMk id="254" creationId="{CDBAAC90-8506-3140-E2AE-63E191095F0D}"/>
          </ac:spMkLst>
        </pc:spChg>
        <pc:spChg chg="del">
          <ac:chgData name="Mukherjee, Shouvik" userId="8a0946e8-3a6b-4d5c-947d-73f4cd578335" providerId="ADAL" clId="{2A6BCC37-F91F-4F89-85AE-3F66D724BAEF}" dt="2025-06-16T09:29:08.070" v="52" actId="478"/>
          <ac:spMkLst>
            <pc:docMk/>
            <pc:sldMk cId="3523782250" sldId="2147347726"/>
            <ac:spMk id="256" creationId="{B923A162-B70A-D644-CB23-12BFBF21EEF6}"/>
          </ac:spMkLst>
        </pc:spChg>
        <pc:spChg chg="del">
          <ac:chgData name="Mukherjee, Shouvik" userId="8a0946e8-3a6b-4d5c-947d-73f4cd578335" providerId="ADAL" clId="{2A6BCC37-F91F-4F89-85AE-3F66D724BAEF}" dt="2025-06-16T09:29:08.070" v="52" actId="478"/>
          <ac:spMkLst>
            <pc:docMk/>
            <pc:sldMk cId="3523782250" sldId="2147347726"/>
            <ac:spMk id="268" creationId="{8ECA175E-51E1-6D68-ABE3-B0A5F405A3B6}"/>
          </ac:spMkLst>
        </pc:spChg>
        <pc:spChg chg="del">
          <ac:chgData name="Mukherjee, Shouvik" userId="8a0946e8-3a6b-4d5c-947d-73f4cd578335" providerId="ADAL" clId="{2A6BCC37-F91F-4F89-85AE-3F66D724BAEF}" dt="2025-06-16T09:29:08.070" v="52" actId="478"/>
          <ac:spMkLst>
            <pc:docMk/>
            <pc:sldMk cId="3523782250" sldId="2147347726"/>
            <ac:spMk id="270" creationId="{F978E173-F08D-AAAA-6563-2225BDC8CAB5}"/>
          </ac:spMkLst>
        </pc:spChg>
        <pc:spChg chg="del">
          <ac:chgData name="Mukherjee, Shouvik" userId="8a0946e8-3a6b-4d5c-947d-73f4cd578335" providerId="ADAL" clId="{2A6BCC37-F91F-4F89-85AE-3F66D724BAEF}" dt="2025-06-16T09:29:08.070" v="52" actId="478"/>
          <ac:spMkLst>
            <pc:docMk/>
            <pc:sldMk cId="3523782250" sldId="2147347726"/>
            <ac:spMk id="296" creationId="{90F9D96F-AF25-C3B8-C52E-C1E967CBE894}"/>
          </ac:spMkLst>
        </pc:spChg>
        <pc:spChg chg="del">
          <ac:chgData name="Mukherjee, Shouvik" userId="8a0946e8-3a6b-4d5c-947d-73f4cd578335" providerId="ADAL" clId="{2A6BCC37-F91F-4F89-85AE-3F66D724BAEF}" dt="2025-06-16T09:29:08.070" v="52" actId="478"/>
          <ac:spMkLst>
            <pc:docMk/>
            <pc:sldMk cId="3523782250" sldId="2147347726"/>
            <ac:spMk id="299" creationId="{771FD8EE-1400-25B9-D9B1-F516056E4ED2}"/>
          </ac:spMkLst>
        </pc:spChg>
        <pc:spChg chg="del">
          <ac:chgData name="Mukherjee, Shouvik" userId="8a0946e8-3a6b-4d5c-947d-73f4cd578335" providerId="ADAL" clId="{2A6BCC37-F91F-4F89-85AE-3F66D724BAEF}" dt="2025-06-16T09:29:08.070" v="52" actId="478"/>
          <ac:spMkLst>
            <pc:docMk/>
            <pc:sldMk cId="3523782250" sldId="2147347726"/>
            <ac:spMk id="303" creationId="{E92A6A3F-568B-750E-B982-B9EA21287872}"/>
          </ac:spMkLst>
        </pc:spChg>
        <pc:spChg chg="del">
          <ac:chgData name="Mukherjee, Shouvik" userId="8a0946e8-3a6b-4d5c-947d-73f4cd578335" providerId="ADAL" clId="{2A6BCC37-F91F-4F89-85AE-3F66D724BAEF}" dt="2025-06-16T09:29:08.070" v="52" actId="478"/>
          <ac:spMkLst>
            <pc:docMk/>
            <pc:sldMk cId="3523782250" sldId="2147347726"/>
            <ac:spMk id="331" creationId="{224833E8-0774-11C1-FC09-5C82C81A1231}"/>
          </ac:spMkLst>
        </pc:spChg>
        <pc:spChg chg="del">
          <ac:chgData name="Mukherjee, Shouvik" userId="8a0946e8-3a6b-4d5c-947d-73f4cd578335" providerId="ADAL" clId="{2A6BCC37-F91F-4F89-85AE-3F66D724BAEF}" dt="2025-06-16T09:29:08.070" v="52" actId="478"/>
          <ac:spMkLst>
            <pc:docMk/>
            <pc:sldMk cId="3523782250" sldId="2147347726"/>
            <ac:spMk id="334" creationId="{3F7216BC-D3A8-E0FE-4608-522D4E9C49E1}"/>
          </ac:spMkLst>
        </pc:spChg>
        <pc:spChg chg="del">
          <ac:chgData name="Mukherjee, Shouvik" userId="8a0946e8-3a6b-4d5c-947d-73f4cd578335" providerId="ADAL" clId="{2A6BCC37-F91F-4F89-85AE-3F66D724BAEF}" dt="2025-06-16T09:29:08.070" v="52" actId="478"/>
          <ac:spMkLst>
            <pc:docMk/>
            <pc:sldMk cId="3523782250" sldId="2147347726"/>
            <ac:spMk id="366" creationId="{362FF576-52DC-5F9B-65DF-EFDA80A09FA7}"/>
          </ac:spMkLst>
        </pc:spChg>
        <pc:spChg chg="del">
          <ac:chgData name="Mukherjee, Shouvik" userId="8a0946e8-3a6b-4d5c-947d-73f4cd578335" providerId="ADAL" clId="{2A6BCC37-F91F-4F89-85AE-3F66D724BAEF}" dt="2025-06-16T09:29:08.070" v="52" actId="478"/>
          <ac:spMkLst>
            <pc:docMk/>
            <pc:sldMk cId="3523782250" sldId="2147347726"/>
            <ac:spMk id="372" creationId="{23252C1C-0DA0-593F-EE00-AB5E6D6979A9}"/>
          </ac:spMkLst>
        </pc:spChg>
        <pc:spChg chg="del">
          <ac:chgData name="Mukherjee, Shouvik" userId="8a0946e8-3a6b-4d5c-947d-73f4cd578335" providerId="ADAL" clId="{2A6BCC37-F91F-4F89-85AE-3F66D724BAEF}" dt="2025-06-16T09:29:08.070" v="52" actId="478"/>
          <ac:spMkLst>
            <pc:docMk/>
            <pc:sldMk cId="3523782250" sldId="2147347726"/>
            <ac:spMk id="382" creationId="{554E2091-CEBE-1365-E90D-8B0A37475252}"/>
          </ac:spMkLst>
        </pc:spChg>
        <pc:spChg chg="del">
          <ac:chgData name="Mukherjee, Shouvik" userId="8a0946e8-3a6b-4d5c-947d-73f4cd578335" providerId="ADAL" clId="{2A6BCC37-F91F-4F89-85AE-3F66D724BAEF}" dt="2025-06-16T09:29:08.070" v="52" actId="478"/>
          <ac:spMkLst>
            <pc:docMk/>
            <pc:sldMk cId="3523782250" sldId="2147347726"/>
            <ac:spMk id="407" creationId="{793FD5D6-8B20-619B-BE23-7B7D50F0D20A}"/>
          </ac:spMkLst>
        </pc:spChg>
        <pc:spChg chg="del">
          <ac:chgData name="Mukherjee, Shouvik" userId="8a0946e8-3a6b-4d5c-947d-73f4cd578335" providerId="ADAL" clId="{2A6BCC37-F91F-4F89-85AE-3F66D724BAEF}" dt="2025-06-16T09:29:08.070" v="52" actId="478"/>
          <ac:spMkLst>
            <pc:docMk/>
            <pc:sldMk cId="3523782250" sldId="2147347726"/>
            <ac:spMk id="408" creationId="{F21EE25A-1C2F-F2EF-627C-13C72A990234}"/>
          </ac:spMkLst>
        </pc:spChg>
        <pc:spChg chg="del">
          <ac:chgData name="Mukherjee, Shouvik" userId="8a0946e8-3a6b-4d5c-947d-73f4cd578335" providerId="ADAL" clId="{2A6BCC37-F91F-4F89-85AE-3F66D724BAEF}" dt="2025-06-16T09:29:08.070" v="52" actId="478"/>
          <ac:spMkLst>
            <pc:docMk/>
            <pc:sldMk cId="3523782250" sldId="2147347726"/>
            <ac:spMk id="424" creationId="{9A239A3C-D7CD-2646-CA86-668F1A72A1E6}"/>
          </ac:spMkLst>
        </pc:spChg>
        <pc:spChg chg="del">
          <ac:chgData name="Mukherjee, Shouvik" userId="8a0946e8-3a6b-4d5c-947d-73f4cd578335" providerId="ADAL" clId="{2A6BCC37-F91F-4F89-85AE-3F66D724BAEF}" dt="2025-06-16T09:29:08.070" v="52" actId="478"/>
          <ac:spMkLst>
            <pc:docMk/>
            <pc:sldMk cId="3523782250" sldId="2147347726"/>
            <ac:spMk id="458" creationId="{340C618D-C70B-D95E-6389-D7E9C590F399}"/>
          </ac:spMkLst>
        </pc:spChg>
        <pc:spChg chg="del">
          <ac:chgData name="Mukherjee, Shouvik" userId="8a0946e8-3a6b-4d5c-947d-73f4cd578335" providerId="ADAL" clId="{2A6BCC37-F91F-4F89-85AE-3F66D724BAEF}" dt="2025-06-16T09:29:08.070" v="52" actId="478"/>
          <ac:spMkLst>
            <pc:docMk/>
            <pc:sldMk cId="3523782250" sldId="2147347726"/>
            <ac:spMk id="459" creationId="{E7081E15-3C52-4D0F-7B2F-C8799BC431EF}"/>
          </ac:spMkLst>
        </pc:spChg>
        <pc:spChg chg="del">
          <ac:chgData name="Mukherjee, Shouvik" userId="8a0946e8-3a6b-4d5c-947d-73f4cd578335" providerId="ADAL" clId="{2A6BCC37-F91F-4F89-85AE-3F66D724BAEF}" dt="2025-06-16T09:29:08.070" v="52" actId="478"/>
          <ac:spMkLst>
            <pc:docMk/>
            <pc:sldMk cId="3523782250" sldId="2147347726"/>
            <ac:spMk id="460" creationId="{6E265631-86F5-03F7-CF78-82C6E6E2EF6B}"/>
          </ac:spMkLst>
        </pc:spChg>
        <pc:grpChg chg="del">
          <ac:chgData name="Mukherjee, Shouvik" userId="8a0946e8-3a6b-4d5c-947d-73f4cd578335" providerId="ADAL" clId="{2A6BCC37-F91F-4F89-85AE-3F66D724BAEF}" dt="2025-06-16T09:29:08.070" v="52" actId="478"/>
          <ac:grpSpMkLst>
            <pc:docMk/>
            <pc:sldMk cId="3523782250" sldId="2147347726"/>
            <ac:grpSpMk id="8" creationId="{BC052E0F-8B2F-C4C8-5EFD-9D86BF0D4046}"/>
          </ac:grpSpMkLst>
        </pc:grpChg>
        <pc:grpChg chg="del">
          <ac:chgData name="Mukherjee, Shouvik" userId="8a0946e8-3a6b-4d5c-947d-73f4cd578335" providerId="ADAL" clId="{2A6BCC37-F91F-4F89-85AE-3F66D724BAEF}" dt="2025-06-16T09:29:08.070" v="52" actId="478"/>
          <ac:grpSpMkLst>
            <pc:docMk/>
            <pc:sldMk cId="3523782250" sldId="2147347726"/>
            <ac:grpSpMk id="37" creationId="{785CC141-B081-C936-7A91-62A545DEBABD}"/>
          </ac:grpSpMkLst>
        </pc:grpChg>
        <pc:graphicFrameChg chg="del">
          <ac:chgData name="Mukherjee, Shouvik" userId="8a0946e8-3a6b-4d5c-947d-73f4cd578335" providerId="ADAL" clId="{2A6BCC37-F91F-4F89-85AE-3F66D724BAEF}" dt="2025-06-16T09:29:08.070" v="52" actId="478"/>
          <ac:graphicFrameMkLst>
            <pc:docMk/>
            <pc:sldMk cId="3523782250" sldId="2147347726"/>
            <ac:graphicFrameMk id="32" creationId="{00FE923C-23F3-108A-878D-35F99F3AD253}"/>
          </ac:graphicFrameMkLst>
        </pc:graphicFrameChg>
        <pc:graphicFrameChg chg="del">
          <ac:chgData name="Mukherjee, Shouvik" userId="8a0946e8-3a6b-4d5c-947d-73f4cd578335" providerId="ADAL" clId="{2A6BCC37-F91F-4F89-85AE-3F66D724BAEF}" dt="2025-06-16T09:29:08.070" v="52" actId="478"/>
          <ac:graphicFrameMkLst>
            <pc:docMk/>
            <pc:sldMk cId="3523782250" sldId="2147347726"/>
            <ac:graphicFrameMk id="34" creationId="{A1B30567-45CE-91E5-ADBB-0664A4A605C4}"/>
          </ac:graphicFrameMkLst>
        </pc:graphicFrameChg>
        <pc:graphicFrameChg chg="del">
          <ac:chgData name="Mukherjee, Shouvik" userId="8a0946e8-3a6b-4d5c-947d-73f4cd578335" providerId="ADAL" clId="{2A6BCC37-F91F-4F89-85AE-3F66D724BAEF}" dt="2025-06-16T09:29:08.070" v="52" actId="478"/>
          <ac:graphicFrameMkLst>
            <pc:docMk/>
            <pc:sldMk cId="3523782250" sldId="2147347726"/>
            <ac:graphicFrameMk id="380" creationId="{DF3E0DCB-F6B8-1E46-862E-35A0F457A9CC}"/>
          </ac:graphicFrameMkLst>
        </pc:graphicFrameChg>
        <pc:cxnChg chg="mod">
          <ac:chgData name="Mukherjee, Shouvik" userId="8a0946e8-3a6b-4d5c-947d-73f4cd578335" providerId="ADAL" clId="{2A6BCC37-F91F-4F89-85AE-3F66D724BAEF}" dt="2025-06-16T09:30:09.804" v="162" actId="1076"/>
          <ac:cxnSpMkLst>
            <pc:docMk/>
            <pc:sldMk cId="3523782250" sldId="2147347726"/>
            <ac:cxnSpMk id="42" creationId="{C3307A9C-FA80-4775-B35A-1A643EF2A1BC}"/>
          </ac:cxnSpMkLst>
        </pc:cxnChg>
        <pc:cxnChg chg="del">
          <ac:chgData name="Mukherjee, Shouvik" userId="8a0946e8-3a6b-4d5c-947d-73f4cd578335" providerId="ADAL" clId="{2A6BCC37-F91F-4F89-85AE-3F66D724BAEF}" dt="2025-06-16T09:29:08.070" v="52" actId="478"/>
          <ac:cxnSpMkLst>
            <pc:docMk/>
            <pc:sldMk cId="3523782250" sldId="2147347726"/>
            <ac:cxnSpMk id="66" creationId="{2456F238-6CB3-D91B-9041-CD789A6DF881}"/>
          </ac:cxnSpMkLst>
        </pc:cxnChg>
        <pc:cxnChg chg="del">
          <ac:chgData name="Mukherjee, Shouvik" userId="8a0946e8-3a6b-4d5c-947d-73f4cd578335" providerId="ADAL" clId="{2A6BCC37-F91F-4F89-85AE-3F66D724BAEF}" dt="2025-06-16T09:29:08.070" v="52" actId="478"/>
          <ac:cxnSpMkLst>
            <pc:docMk/>
            <pc:sldMk cId="3523782250" sldId="2147347726"/>
            <ac:cxnSpMk id="81" creationId="{F4E326AB-FE14-F28B-4FD1-990A59ED4DA4}"/>
          </ac:cxnSpMkLst>
        </pc:cxnChg>
        <pc:cxnChg chg="del">
          <ac:chgData name="Mukherjee, Shouvik" userId="8a0946e8-3a6b-4d5c-947d-73f4cd578335" providerId="ADAL" clId="{2A6BCC37-F91F-4F89-85AE-3F66D724BAEF}" dt="2025-06-16T09:29:08.070" v="52" actId="478"/>
          <ac:cxnSpMkLst>
            <pc:docMk/>
            <pc:sldMk cId="3523782250" sldId="2147347726"/>
            <ac:cxnSpMk id="82" creationId="{6E362924-8AED-0641-7FC1-DDFD77517347}"/>
          </ac:cxnSpMkLst>
        </pc:cxnChg>
        <pc:cxnChg chg="del">
          <ac:chgData name="Mukherjee, Shouvik" userId="8a0946e8-3a6b-4d5c-947d-73f4cd578335" providerId="ADAL" clId="{2A6BCC37-F91F-4F89-85AE-3F66D724BAEF}" dt="2025-06-16T09:29:08.070" v="52" actId="478"/>
          <ac:cxnSpMkLst>
            <pc:docMk/>
            <pc:sldMk cId="3523782250" sldId="2147347726"/>
            <ac:cxnSpMk id="367" creationId="{82B8D05A-92C2-B7D9-A34C-D718F22C8DC5}"/>
          </ac:cxnSpMkLst>
        </pc:cxnChg>
        <pc:cxnChg chg="del">
          <ac:chgData name="Mukherjee, Shouvik" userId="8a0946e8-3a6b-4d5c-947d-73f4cd578335" providerId="ADAL" clId="{2A6BCC37-F91F-4F89-85AE-3F66D724BAEF}" dt="2025-06-16T09:29:08.070" v="52" actId="478"/>
          <ac:cxnSpMkLst>
            <pc:docMk/>
            <pc:sldMk cId="3523782250" sldId="2147347726"/>
            <ac:cxnSpMk id="381" creationId="{CC97BFD9-1134-DD1B-DE22-06F2663F3192}"/>
          </ac:cxnSpMkLst>
        </pc:cxnChg>
      </pc:sldChg>
      <pc:sldChg chg="del">
        <pc:chgData name="Mukherjee, Shouvik" userId="8a0946e8-3a6b-4d5c-947d-73f4cd578335" providerId="ADAL" clId="{2A6BCC37-F91F-4F89-85AE-3F66D724BAEF}" dt="2025-06-16T09:34:43.986" v="196" actId="47"/>
        <pc:sldMkLst>
          <pc:docMk/>
          <pc:sldMk cId="1209638709" sldId="2147347727"/>
        </pc:sldMkLst>
      </pc:sldChg>
      <pc:sldChg chg="addSp delSp modSp mod">
        <pc:chgData name="Mukherjee, Shouvik" userId="8a0946e8-3a6b-4d5c-947d-73f4cd578335" providerId="ADAL" clId="{2A6BCC37-F91F-4F89-85AE-3F66D724BAEF}" dt="2025-06-16T10:07:29.922" v="301" actId="20577"/>
        <pc:sldMkLst>
          <pc:docMk/>
          <pc:sldMk cId="2130489859" sldId="2147347728"/>
        </pc:sldMkLst>
        <pc:spChg chg="mod">
          <ac:chgData name="Mukherjee, Shouvik" userId="8a0946e8-3a6b-4d5c-947d-73f4cd578335" providerId="ADAL" clId="{2A6BCC37-F91F-4F89-85AE-3F66D724BAEF}" dt="2025-06-16T10:07:29.922" v="301" actId="20577"/>
          <ac:spMkLst>
            <pc:docMk/>
            <pc:sldMk cId="2130489859" sldId="2147347728"/>
            <ac:spMk id="4" creationId="{4F9180F4-B7E3-A162-DC9F-7345F1C28F8A}"/>
          </ac:spMkLst>
        </pc:spChg>
        <pc:picChg chg="add mod ord">
          <ac:chgData name="Mukherjee, Shouvik" userId="8a0946e8-3a6b-4d5c-947d-73f4cd578335" providerId="ADAL" clId="{2A6BCC37-F91F-4F89-85AE-3F66D724BAEF}" dt="2025-06-16T09:40:30.046" v="199" actId="167"/>
          <ac:picMkLst>
            <pc:docMk/>
            <pc:sldMk cId="2130489859" sldId="2147347728"/>
            <ac:picMk id="6" creationId="{490B51B1-A498-88D3-7355-A759A4A0BA2D}"/>
          </ac:picMkLst>
        </pc:picChg>
        <pc:picChg chg="del">
          <ac:chgData name="Mukherjee, Shouvik" userId="8a0946e8-3a6b-4d5c-947d-73f4cd578335" providerId="ADAL" clId="{2A6BCC37-F91F-4F89-85AE-3F66D724BAEF}" dt="2025-06-16T09:40:23.149" v="197" actId="478"/>
          <ac:picMkLst>
            <pc:docMk/>
            <pc:sldMk cId="2130489859" sldId="2147347728"/>
            <ac:picMk id="10" creationId="{200F319A-4F13-4EA5-8109-7EC35407DF27}"/>
          </ac:picMkLst>
        </pc:picChg>
      </pc:sldChg>
      <pc:sldChg chg="addSp delSp modSp mod">
        <pc:chgData name="Mukherjee, Shouvik" userId="8a0946e8-3a6b-4d5c-947d-73f4cd578335" providerId="ADAL" clId="{2A6BCC37-F91F-4F89-85AE-3F66D724BAEF}" dt="2025-06-16T10:14:52.293" v="482" actId="20577"/>
        <pc:sldMkLst>
          <pc:docMk/>
          <pc:sldMk cId="1498758882" sldId="2147347729"/>
        </pc:sldMkLst>
        <pc:spChg chg="mod">
          <ac:chgData name="Mukherjee, Shouvik" userId="8a0946e8-3a6b-4d5c-947d-73f4cd578335" providerId="ADAL" clId="{2A6BCC37-F91F-4F89-85AE-3F66D724BAEF}" dt="2025-06-16T10:14:52.293" v="482" actId="20577"/>
          <ac:spMkLst>
            <pc:docMk/>
            <pc:sldMk cId="1498758882" sldId="2147347729"/>
            <ac:spMk id="4" creationId="{4F9180F4-B7E3-A162-DC9F-7345F1C28F8A}"/>
          </ac:spMkLst>
        </pc:spChg>
        <pc:picChg chg="add mod ord">
          <ac:chgData name="Mukherjee, Shouvik" userId="8a0946e8-3a6b-4d5c-947d-73f4cd578335" providerId="ADAL" clId="{2A6BCC37-F91F-4F89-85AE-3F66D724BAEF}" dt="2025-06-16T09:42:32.631" v="216" actId="167"/>
          <ac:picMkLst>
            <pc:docMk/>
            <pc:sldMk cId="1498758882" sldId="2147347729"/>
            <ac:picMk id="6" creationId="{ED5BAF10-2BEB-BD79-A09F-5A324D4DE8C2}"/>
          </ac:picMkLst>
        </pc:picChg>
        <pc:picChg chg="del">
          <ac:chgData name="Mukherjee, Shouvik" userId="8a0946e8-3a6b-4d5c-947d-73f4cd578335" providerId="ADAL" clId="{2A6BCC37-F91F-4F89-85AE-3F66D724BAEF}" dt="2025-06-16T09:42:25.361" v="214" actId="478"/>
          <ac:picMkLst>
            <pc:docMk/>
            <pc:sldMk cId="1498758882" sldId="2147347729"/>
            <ac:picMk id="10" creationId="{200F319A-4F13-4EA5-8109-7EC35407DF27}"/>
          </ac:picMkLst>
        </pc:picChg>
      </pc:sldChg>
      <pc:sldChg chg="addSp delSp modSp mod">
        <pc:chgData name="Mukherjee, Shouvik" userId="8a0946e8-3a6b-4d5c-947d-73f4cd578335" providerId="ADAL" clId="{2A6BCC37-F91F-4F89-85AE-3F66D724BAEF}" dt="2025-06-16T09:43:04.530" v="219" actId="167"/>
        <pc:sldMkLst>
          <pc:docMk/>
          <pc:sldMk cId="2230786566" sldId="2147347730"/>
        </pc:sldMkLst>
        <pc:picChg chg="add mod ord">
          <ac:chgData name="Mukherjee, Shouvik" userId="8a0946e8-3a6b-4d5c-947d-73f4cd578335" providerId="ADAL" clId="{2A6BCC37-F91F-4F89-85AE-3F66D724BAEF}" dt="2025-06-16T09:43:04.530" v="219" actId="167"/>
          <ac:picMkLst>
            <pc:docMk/>
            <pc:sldMk cId="2230786566" sldId="2147347730"/>
            <ac:picMk id="6" creationId="{F21D6F8B-654F-854A-9DBF-9C1C5296E7E4}"/>
          </ac:picMkLst>
        </pc:picChg>
        <pc:picChg chg="del">
          <ac:chgData name="Mukherjee, Shouvik" userId="8a0946e8-3a6b-4d5c-947d-73f4cd578335" providerId="ADAL" clId="{2A6BCC37-F91F-4F89-85AE-3F66D724BAEF}" dt="2025-06-16T09:42:39.318" v="217" actId="478"/>
          <ac:picMkLst>
            <pc:docMk/>
            <pc:sldMk cId="2230786566" sldId="2147347730"/>
            <ac:picMk id="10" creationId="{200F319A-4F13-4EA5-8109-7EC35407DF27}"/>
          </ac:picMkLst>
        </pc:picChg>
      </pc:sldChg>
      <pc:sldChg chg="del">
        <pc:chgData name="Mukherjee, Shouvik" userId="8a0946e8-3a6b-4d5c-947d-73f4cd578335" providerId="ADAL" clId="{2A6BCC37-F91F-4F89-85AE-3F66D724BAEF}" dt="2025-06-16T09:43:56.245" v="224" actId="47"/>
        <pc:sldMkLst>
          <pc:docMk/>
          <pc:sldMk cId="1850544100" sldId="2147347735"/>
        </pc:sldMkLst>
      </pc:sldChg>
      <pc:sldChg chg="del">
        <pc:chgData name="Mukherjee, Shouvik" userId="8a0946e8-3a6b-4d5c-947d-73f4cd578335" providerId="ADAL" clId="{2A6BCC37-F91F-4F89-85AE-3F66D724BAEF}" dt="2025-06-16T09:43:56.701" v="225" actId="47"/>
        <pc:sldMkLst>
          <pc:docMk/>
          <pc:sldMk cId="2885299500" sldId="2147347736"/>
        </pc:sldMkLst>
      </pc:sldChg>
      <pc:sldChg chg="del">
        <pc:chgData name="Mukherjee, Shouvik" userId="8a0946e8-3a6b-4d5c-947d-73f4cd578335" providerId="ADAL" clId="{2A6BCC37-F91F-4F89-85AE-3F66D724BAEF}" dt="2025-06-16T09:43:57.259" v="226" actId="47"/>
        <pc:sldMkLst>
          <pc:docMk/>
          <pc:sldMk cId="1091933045" sldId="2147347737"/>
        </pc:sldMkLst>
      </pc:sldChg>
      <pc:sldChg chg="delSp">
        <pc:chgData name="Mukherjee, Shouvik" userId="8a0946e8-3a6b-4d5c-947d-73f4cd578335" providerId="ADAL" clId="{2A6BCC37-F91F-4F89-85AE-3F66D724BAEF}" dt="2025-06-16T09:43:47.008" v="222" actId="478"/>
        <pc:sldMkLst>
          <pc:docMk/>
          <pc:sldMk cId="3063834027" sldId="2147347738"/>
        </pc:sldMkLst>
        <pc:spChg chg="del">
          <ac:chgData name="Mukherjee, Shouvik" userId="8a0946e8-3a6b-4d5c-947d-73f4cd578335" providerId="ADAL" clId="{2A6BCC37-F91F-4F89-85AE-3F66D724BAEF}" dt="2025-06-16T09:43:47.008" v="222" actId="478"/>
          <ac:spMkLst>
            <pc:docMk/>
            <pc:sldMk cId="3063834027" sldId="2147347738"/>
            <ac:spMk id="9" creationId="{4464FD08-704D-A95E-1E48-BF213CFC3C5B}"/>
          </ac:spMkLst>
        </pc:spChg>
        <pc:spChg chg="del">
          <ac:chgData name="Mukherjee, Shouvik" userId="8a0946e8-3a6b-4d5c-947d-73f4cd578335" providerId="ADAL" clId="{2A6BCC37-F91F-4F89-85AE-3F66D724BAEF}" dt="2025-06-16T09:43:47.008" v="222" actId="478"/>
          <ac:spMkLst>
            <pc:docMk/>
            <pc:sldMk cId="3063834027" sldId="2147347738"/>
            <ac:spMk id="11" creationId="{11C17D5D-ED07-7C6E-3C95-B60677BA3432}"/>
          </ac:spMkLst>
        </pc:spChg>
        <pc:spChg chg="del">
          <ac:chgData name="Mukherjee, Shouvik" userId="8a0946e8-3a6b-4d5c-947d-73f4cd578335" providerId="ADAL" clId="{2A6BCC37-F91F-4F89-85AE-3F66D724BAEF}" dt="2025-06-16T09:43:47.008" v="222" actId="478"/>
          <ac:spMkLst>
            <pc:docMk/>
            <pc:sldMk cId="3063834027" sldId="2147347738"/>
            <ac:spMk id="13" creationId="{CFFE5491-65EA-9372-DD9E-7060AD0E1377}"/>
          </ac:spMkLst>
        </pc:spChg>
        <pc:spChg chg="del">
          <ac:chgData name="Mukherjee, Shouvik" userId="8a0946e8-3a6b-4d5c-947d-73f4cd578335" providerId="ADAL" clId="{2A6BCC37-F91F-4F89-85AE-3F66D724BAEF}" dt="2025-06-16T09:43:47.008" v="222" actId="478"/>
          <ac:spMkLst>
            <pc:docMk/>
            <pc:sldMk cId="3063834027" sldId="2147347738"/>
            <ac:spMk id="23" creationId="{416389BC-1AB0-DA63-A153-EFEC1107AABF}"/>
          </ac:spMkLst>
        </pc:spChg>
        <pc:spChg chg="del">
          <ac:chgData name="Mukherjee, Shouvik" userId="8a0946e8-3a6b-4d5c-947d-73f4cd578335" providerId="ADAL" clId="{2A6BCC37-F91F-4F89-85AE-3F66D724BAEF}" dt="2025-06-16T09:43:47.008" v="222" actId="478"/>
          <ac:spMkLst>
            <pc:docMk/>
            <pc:sldMk cId="3063834027" sldId="2147347738"/>
            <ac:spMk id="24" creationId="{B30E2ADE-A098-66CD-4F00-DC7BABA03F59}"/>
          </ac:spMkLst>
        </pc:spChg>
        <pc:spChg chg="del">
          <ac:chgData name="Mukherjee, Shouvik" userId="8a0946e8-3a6b-4d5c-947d-73f4cd578335" providerId="ADAL" clId="{2A6BCC37-F91F-4F89-85AE-3F66D724BAEF}" dt="2025-06-16T09:43:47.008" v="222" actId="478"/>
          <ac:spMkLst>
            <pc:docMk/>
            <pc:sldMk cId="3063834027" sldId="2147347738"/>
            <ac:spMk id="29" creationId="{2DE43FD7-866B-1C83-50DF-99C22641F425}"/>
          </ac:spMkLst>
        </pc:spChg>
        <pc:spChg chg="del">
          <ac:chgData name="Mukherjee, Shouvik" userId="8a0946e8-3a6b-4d5c-947d-73f4cd578335" providerId="ADAL" clId="{2A6BCC37-F91F-4F89-85AE-3F66D724BAEF}" dt="2025-06-16T09:43:47.008" v="222" actId="478"/>
          <ac:spMkLst>
            <pc:docMk/>
            <pc:sldMk cId="3063834027" sldId="2147347738"/>
            <ac:spMk id="36" creationId="{8DD202A2-2135-A738-2650-753E5E3BFA44}"/>
          </ac:spMkLst>
        </pc:spChg>
        <pc:spChg chg="del">
          <ac:chgData name="Mukherjee, Shouvik" userId="8a0946e8-3a6b-4d5c-947d-73f4cd578335" providerId="ADAL" clId="{2A6BCC37-F91F-4F89-85AE-3F66D724BAEF}" dt="2025-06-16T09:43:47.008" v="222" actId="478"/>
          <ac:spMkLst>
            <pc:docMk/>
            <pc:sldMk cId="3063834027" sldId="2147347738"/>
            <ac:spMk id="37" creationId="{B4F29C93-DDDD-82E4-5093-E4C89472A766}"/>
          </ac:spMkLst>
        </pc:spChg>
        <pc:spChg chg="del">
          <ac:chgData name="Mukherjee, Shouvik" userId="8a0946e8-3a6b-4d5c-947d-73f4cd578335" providerId="ADAL" clId="{2A6BCC37-F91F-4F89-85AE-3F66D724BAEF}" dt="2025-06-16T09:43:47.008" v="222" actId="478"/>
          <ac:spMkLst>
            <pc:docMk/>
            <pc:sldMk cId="3063834027" sldId="2147347738"/>
            <ac:spMk id="38" creationId="{04198199-03B2-56EE-FB00-9BFAB9D56FBB}"/>
          </ac:spMkLst>
        </pc:spChg>
        <pc:spChg chg="del">
          <ac:chgData name="Mukherjee, Shouvik" userId="8a0946e8-3a6b-4d5c-947d-73f4cd578335" providerId="ADAL" clId="{2A6BCC37-F91F-4F89-85AE-3F66D724BAEF}" dt="2025-06-16T09:43:47.008" v="222" actId="478"/>
          <ac:spMkLst>
            <pc:docMk/>
            <pc:sldMk cId="3063834027" sldId="2147347738"/>
            <ac:spMk id="61" creationId="{912F396F-7C2B-4D4C-1E15-996B9431CD96}"/>
          </ac:spMkLst>
        </pc:spChg>
        <pc:spChg chg="del">
          <ac:chgData name="Mukherjee, Shouvik" userId="8a0946e8-3a6b-4d5c-947d-73f4cd578335" providerId="ADAL" clId="{2A6BCC37-F91F-4F89-85AE-3F66D724BAEF}" dt="2025-06-16T09:43:47.008" v="222" actId="478"/>
          <ac:spMkLst>
            <pc:docMk/>
            <pc:sldMk cId="3063834027" sldId="2147347738"/>
            <ac:spMk id="62" creationId="{C3A6BA92-DE94-8A8F-3BFB-F3DEAD5E7708}"/>
          </ac:spMkLst>
        </pc:spChg>
        <pc:spChg chg="del">
          <ac:chgData name="Mukherjee, Shouvik" userId="8a0946e8-3a6b-4d5c-947d-73f4cd578335" providerId="ADAL" clId="{2A6BCC37-F91F-4F89-85AE-3F66D724BAEF}" dt="2025-06-16T09:43:47.008" v="222" actId="478"/>
          <ac:spMkLst>
            <pc:docMk/>
            <pc:sldMk cId="3063834027" sldId="2147347738"/>
            <ac:spMk id="63" creationId="{A9B2FC61-F2A7-A1E3-55E7-8626F946D202}"/>
          </ac:spMkLst>
        </pc:spChg>
        <pc:grpChg chg="del">
          <ac:chgData name="Mukherjee, Shouvik" userId="8a0946e8-3a6b-4d5c-947d-73f4cd578335" providerId="ADAL" clId="{2A6BCC37-F91F-4F89-85AE-3F66D724BAEF}" dt="2025-06-16T09:43:47.008" v="222" actId="478"/>
          <ac:grpSpMkLst>
            <pc:docMk/>
            <pc:sldMk cId="3063834027" sldId="2147347738"/>
            <ac:grpSpMk id="5" creationId="{816C935B-E4E9-1FE5-D241-EA00A96FC7F0}"/>
          </ac:grpSpMkLst>
        </pc:grpChg>
        <pc:grpChg chg="del">
          <ac:chgData name="Mukherjee, Shouvik" userId="8a0946e8-3a6b-4d5c-947d-73f4cd578335" providerId="ADAL" clId="{2A6BCC37-F91F-4F89-85AE-3F66D724BAEF}" dt="2025-06-16T09:43:47.008" v="222" actId="478"/>
          <ac:grpSpMkLst>
            <pc:docMk/>
            <pc:sldMk cId="3063834027" sldId="2147347738"/>
            <ac:grpSpMk id="19" creationId="{C087B2BF-6368-920F-D736-18E6A964F418}"/>
          </ac:grpSpMkLst>
        </pc:grpChg>
        <pc:grpChg chg="del">
          <ac:chgData name="Mukherjee, Shouvik" userId="8a0946e8-3a6b-4d5c-947d-73f4cd578335" providerId="ADAL" clId="{2A6BCC37-F91F-4F89-85AE-3F66D724BAEF}" dt="2025-06-16T09:43:47.008" v="222" actId="478"/>
          <ac:grpSpMkLst>
            <pc:docMk/>
            <pc:sldMk cId="3063834027" sldId="2147347738"/>
            <ac:grpSpMk id="31" creationId="{DB35F778-1316-E358-3366-3EC587EA9051}"/>
          </ac:grpSpMkLst>
        </pc:grpChg>
        <pc:grpChg chg="del">
          <ac:chgData name="Mukherjee, Shouvik" userId="8a0946e8-3a6b-4d5c-947d-73f4cd578335" providerId="ADAL" clId="{2A6BCC37-F91F-4F89-85AE-3F66D724BAEF}" dt="2025-06-16T09:43:47.008" v="222" actId="478"/>
          <ac:grpSpMkLst>
            <pc:docMk/>
            <pc:sldMk cId="3063834027" sldId="2147347738"/>
            <ac:grpSpMk id="39" creationId="{FE24EB12-9990-6DA5-BC9B-3086E2F5081C}"/>
          </ac:grpSpMkLst>
        </pc:grpChg>
        <pc:grpChg chg="del">
          <ac:chgData name="Mukherjee, Shouvik" userId="8a0946e8-3a6b-4d5c-947d-73f4cd578335" providerId="ADAL" clId="{2A6BCC37-F91F-4F89-85AE-3F66D724BAEF}" dt="2025-06-16T09:43:47.008" v="222" actId="478"/>
          <ac:grpSpMkLst>
            <pc:docMk/>
            <pc:sldMk cId="3063834027" sldId="2147347738"/>
            <ac:grpSpMk id="64" creationId="{28A06D20-76D4-0D39-0F35-F27EA651C666}"/>
          </ac:grpSpMkLst>
        </pc:grpChg>
        <pc:grpChg chg="del">
          <ac:chgData name="Mukherjee, Shouvik" userId="8a0946e8-3a6b-4d5c-947d-73f4cd578335" providerId="ADAL" clId="{2A6BCC37-F91F-4F89-85AE-3F66D724BAEF}" dt="2025-06-16T09:43:47.008" v="222" actId="478"/>
          <ac:grpSpMkLst>
            <pc:docMk/>
            <pc:sldMk cId="3063834027" sldId="2147347738"/>
            <ac:grpSpMk id="67" creationId="{3892D7D1-BEEF-A90B-E91C-253A51993489}"/>
          </ac:grpSpMkLst>
        </pc:grpChg>
        <pc:grpChg chg="del">
          <ac:chgData name="Mukherjee, Shouvik" userId="8a0946e8-3a6b-4d5c-947d-73f4cd578335" providerId="ADAL" clId="{2A6BCC37-F91F-4F89-85AE-3F66D724BAEF}" dt="2025-06-16T09:43:47.008" v="222" actId="478"/>
          <ac:grpSpMkLst>
            <pc:docMk/>
            <pc:sldMk cId="3063834027" sldId="2147347738"/>
            <ac:grpSpMk id="75" creationId="{068414C4-000A-7985-F88D-D5F5C3F95B99}"/>
          </ac:grpSpMkLst>
        </pc:grpChg>
        <pc:grpChg chg="del">
          <ac:chgData name="Mukherjee, Shouvik" userId="8a0946e8-3a6b-4d5c-947d-73f4cd578335" providerId="ADAL" clId="{2A6BCC37-F91F-4F89-85AE-3F66D724BAEF}" dt="2025-06-16T09:43:47.008" v="222" actId="478"/>
          <ac:grpSpMkLst>
            <pc:docMk/>
            <pc:sldMk cId="3063834027" sldId="2147347738"/>
            <ac:grpSpMk id="78" creationId="{DAAB14CE-592E-562B-6322-53048842EDCD}"/>
          </ac:grpSpMkLst>
        </pc:grpChg>
      </pc:sldChg>
      <pc:sldChg chg="modSp add mod">
        <pc:chgData name="Mukherjee, Shouvik" userId="8a0946e8-3a6b-4d5c-947d-73f4cd578335" providerId="ADAL" clId="{2A6BCC37-F91F-4F89-85AE-3F66D724BAEF}" dt="2025-06-16T09:30:20.155" v="167" actId="20577"/>
        <pc:sldMkLst>
          <pc:docMk/>
          <pc:sldMk cId="1818282989" sldId="2147347739"/>
        </pc:sldMkLst>
        <pc:spChg chg="mod">
          <ac:chgData name="Mukherjee, Shouvik" userId="8a0946e8-3a6b-4d5c-947d-73f4cd578335" providerId="ADAL" clId="{2A6BCC37-F91F-4F89-85AE-3F66D724BAEF}" dt="2025-06-16T09:30:20.155" v="167" actId="20577"/>
          <ac:spMkLst>
            <pc:docMk/>
            <pc:sldMk cId="1818282989" sldId="2147347739"/>
            <ac:spMk id="6" creationId="{00000000-0000-0000-0000-000000000000}"/>
          </ac:spMkLst>
        </pc:spChg>
      </pc:sldChg>
    </pc:docChg>
  </pc:docChgLst>
  <pc:docChgLst>
    <pc:chgData name="Khiroria, Adit" userId="125b7d01-0557-4756-b3b5-aac8221948e3" providerId="ADAL" clId="{8548F708-1E4B-4E9D-97E2-333B83A921AB}"/>
    <pc:docChg chg="undo modSld">
      <pc:chgData name="Khiroria, Adit" userId="125b7d01-0557-4756-b3b5-aac8221948e3" providerId="ADAL" clId="{8548F708-1E4B-4E9D-97E2-333B83A921AB}" dt="2025-06-20T09:35:34.579" v="113" actId="20577"/>
      <pc:docMkLst>
        <pc:docMk/>
      </pc:docMkLst>
      <pc:sldChg chg="modSp mod">
        <pc:chgData name="Khiroria, Adit" userId="125b7d01-0557-4756-b3b5-aac8221948e3" providerId="ADAL" clId="{8548F708-1E4B-4E9D-97E2-333B83A921AB}" dt="2025-06-20T09:35:34.579" v="113" actId="20577"/>
        <pc:sldMkLst>
          <pc:docMk/>
          <pc:sldMk cId="31875403" sldId="2147482254"/>
        </pc:sldMkLst>
        <pc:graphicFrameChg chg="modGraphic">
          <ac:chgData name="Khiroria, Adit" userId="125b7d01-0557-4756-b3b5-aac8221948e3" providerId="ADAL" clId="{8548F708-1E4B-4E9D-97E2-333B83A921AB}" dt="2025-06-20T09:35:34.579" v="113" actId="20577"/>
          <ac:graphicFrameMkLst>
            <pc:docMk/>
            <pc:sldMk cId="31875403" sldId="2147482254"/>
            <ac:graphicFrameMk id="73" creationId="{4AB9FB55-2A88-9B6F-FC5B-58780C81F070}"/>
          </ac:graphicFrameMkLst>
        </pc:graphicFrameChg>
      </pc:sldChg>
    </pc:docChg>
  </pc:docChgLst>
  <pc:docChgLst>
    <pc:chgData name="Sharma, Piyush" userId="2d18546c-9080-478c-ad55-454124390050" providerId="ADAL" clId="{B0E42D7B-49D5-4CFD-BF98-757A074EC622}"/>
    <pc:docChg chg="modSld">
      <pc:chgData name="Sharma, Piyush" userId="2d18546c-9080-478c-ad55-454124390050" providerId="ADAL" clId="{B0E42D7B-49D5-4CFD-BF98-757A074EC622}" dt="2025-02-05T08:33:15.457" v="2" actId="20577"/>
      <pc:docMkLst>
        <pc:docMk/>
      </pc:docMkLst>
      <pc:sldChg chg="modSp mod">
        <pc:chgData name="Sharma, Piyush" userId="2d18546c-9080-478c-ad55-454124390050" providerId="ADAL" clId="{B0E42D7B-49D5-4CFD-BF98-757A074EC622}" dt="2025-02-05T08:33:15.457" v="2" actId="20577"/>
        <pc:sldMkLst>
          <pc:docMk/>
          <pc:sldMk cId="399483182" sldId="2147347689"/>
        </pc:sldMkLst>
        <pc:spChg chg="mod">
          <ac:chgData name="Sharma, Piyush" userId="2d18546c-9080-478c-ad55-454124390050" providerId="ADAL" clId="{B0E42D7B-49D5-4CFD-BF98-757A074EC622}" dt="2025-02-05T08:33:15.457" v="2" actId="20577"/>
          <ac:spMkLst>
            <pc:docMk/>
            <pc:sldMk cId="399483182" sldId="2147347689"/>
            <ac:spMk id="198" creationId="{CE862740-3513-1104-315A-E31BB338C0EC}"/>
          </ac:spMkLst>
        </pc:spChg>
        <pc:picChg chg="mod">
          <ac:chgData name="Sharma, Piyush" userId="2d18546c-9080-478c-ad55-454124390050" providerId="ADAL" clId="{B0E42D7B-49D5-4CFD-BF98-757A074EC622}" dt="2025-02-05T08:33:10.553" v="0" actId="14826"/>
          <ac:picMkLst>
            <pc:docMk/>
            <pc:sldMk cId="399483182" sldId="2147347689"/>
            <ac:picMk id="27" creationId="{3A1AA149-D1B1-603F-0567-C72DC2BD2C3D}"/>
          </ac:picMkLst>
        </pc:picChg>
      </pc:sldChg>
    </pc:docChg>
  </pc:docChgLst>
  <pc:docChgLst>
    <pc:chgData name="Mani, Siddharth" userId="ea703a10-db50-4df5-bf72-1a564ac3e541" providerId="ADAL" clId="{647F09BE-D240-4890-B3F3-A7934694540E}"/>
    <pc:docChg chg="undo redo custSel addSld delSld modSld">
      <pc:chgData name="Mani, Siddharth" userId="ea703a10-db50-4df5-bf72-1a564ac3e541" providerId="ADAL" clId="{647F09BE-D240-4890-B3F3-A7934694540E}" dt="2025-06-20T09:51:41.581" v="1023" actId="1036"/>
      <pc:docMkLst>
        <pc:docMk/>
      </pc:docMkLst>
      <pc:sldChg chg="modSp mod">
        <pc:chgData name="Mani, Siddharth" userId="ea703a10-db50-4df5-bf72-1a564ac3e541" providerId="ADAL" clId="{647F09BE-D240-4890-B3F3-A7934694540E}" dt="2025-06-20T06:16:41.858" v="1" actId="20577"/>
        <pc:sldMkLst>
          <pc:docMk/>
          <pc:sldMk cId="1131463983" sldId="2364"/>
        </pc:sldMkLst>
        <pc:graphicFrameChg chg="modGraphic">
          <ac:chgData name="Mani, Siddharth" userId="ea703a10-db50-4df5-bf72-1a564ac3e541" providerId="ADAL" clId="{647F09BE-D240-4890-B3F3-A7934694540E}" dt="2025-06-20T06:16:41.858" v="1" actId="20577"/>
          <ac:graphicFrameMkLst>
            <pc:docMk/>
            <pc:sldMk cId="1131463983" sldId="2364"/>
            <ac:graphicFrameMk id="5" creationId="{EC955B6D-9E2E-44A0-A0A9-8BEF02287B3A}"/>
          </ac:graphicFrameMkLst>
        </pc:graphicFrameChg>
      </pc:sldChg>
      <pc:sldChg chg="addSp delSp modSp mod">
        <pc:chgData name="Mani, Siddharth" userId="ea703a10-db50-4df5-bf72-1a564ac3e541" providerId="ADAL" clId="{647F09BE-D240-4890-B3F3-A7934694540E}" dt="2025-06-20T09:51:41.581" v="1023" actId="1036"/>
        <pc:sldMkLst>
          <pc:docMk/>
          <pc:sldMk cId="1336668509" sldId="2147347688"/>
        </pc:sldMkLst>
        <pc:spChg chg="add mod">
          <ac:chgData name="Mani, Siddharth" userId="ea703a10-db50-4df5-bf72-1a564ac3e541" providerId="ADAL" clId="{647F09BE-D240-4890-B3F3-A7934694540E}" dt="2025-06-20T09:51:41.581" v="1023" actId="1036"/>
          <ac:spMkLst>
            <pc:docMk/>
            <pc:sldMk cId="1336668509" sldId="2147347688"/>
            <ac:spMk id="2" creationId="{0B9B9381-507F-4DED-68B6-8CDF00AD0F40}"/>
          </ac:spMkLst>
        </pc:spChg>
        <pc:spChg chg="add mod">
          <ac:chgData name="Mani, Siddharth" userId="ea703a10-db50-4df5-bf72-1a564ac3e541" providerId="ADAL" clId="{647F09BE-D240-4890-B3F3-A7934694540E}" dt="2025-06-20T09:51:41.581" v="1023" actId="1036"/>
          <ac:spMkLst>
            <pc:docMk/>
            <pc:sldMk cId="1336668509" sldId="2147347688"/>
            <ac:spMk id="3" creationId="{369C62AD-F0D9-211C-C9E1-5C843B12F3C6}"/>
          </ac:spMkLst>
        </pc:spChg>
        <pc:spChg chg="mod">
          <ac:chgData name="Mani, Siddharth" userId="ea703a10-db50-4df5-bf72-1a564ac3e541" providerId="ADAL" clId="{647F09BE-D240-4890-B3F3-A7934694540E}" dt="2025-06-20T06:27:27.635" v="76" actId="20577"/>
          <ac:spMkLst>
            <pc:docMk/>
            <pc:sldMk cId="1336668509" sldId="2147347688"/>
            <ac:spMk id="6" creationId="{00000000-0000-0000-0000-000000000000}"/>
          </ac:spMkLst>
        </pc:spChg>
        <pc:spChg chg="mod">
          <ac:chgData name="Mani, Siddharth" userId="ea703a10-db50-4df5-bf72-1a564ac3e541" providerId="ADAL" clId="{647F09BE-D240-4890-B3F3-A7934694540E}" dt="2025-06-20T06:30:00.090" v="83" actId="465"/>
          <ac:spMkLst>
            <pc:docMk/>
            <pc:sldMk cId="1336668509" sldId="2147347688"/>
            <ac:spMk id="8" creationId="{A8BF5520-CCEF-4278-5B10-8E0FC2C91BEE}"/>
          </ac:spMkLst>
        </pc:spChg>
        <pc:spChg chg="mod">
          <ac:chgData name="Mani, Siddharth" userId="ea703a10-db50-4df5-bf72-1a564ac3e541" providerId="ADAL" clId="{647F09BE-D240-4890-B3F3-A7934694540E}" dt="2025-06-20T06:30:29.238" v="87" actId="465"/>
          <ac:spMkLst>
            <pc:docMk/>
            <pc:sldMk cId="1336668509" sldId="2147347688"/>
            <ac:spMk id="9" creationId="{AEB55B45-C336-55C2-FCAB-970DFB94FC9B}"/>
          </ac:spMkLst>
        </pc:spChg>
        <pc:spChg chg="del mod">
          <ac:chgData name="Mani, Siddharth" userId="ea703a10-db50-4df5-bf72-1a564ac3e541" providerId="ADAL" clId="{647F09BE-D240-4890-B3F3-A7934694540E}" dt="2025-06-20T06:29:21.966" v="78" actId="478"/>
          <ac:spMkLst>
            <pc:docMk/>
            <pc:sldMk cId="1336668509" sldId="2147347688"/>
            <ac:spMk id="11" creationId="{0933D078-1BBC-89FE-2825-969737B1D1EE}"/>
          </ac:spMkLst>
        </pc:spChg>
        <pc:spChg chg="mod">
          <ac:chgData name="Mani, Siddharth" userId="ea703a10-db50-4df5-bf72-1a564ac3e541" providerId="ADAL" clId="{647F09BE-D240-4890-B3F3-A7934694540E}" dt="2025-06-20T06:29:26.604" v="79" actId="1076"/>
          <ac:spMkLst>
            <pc:docMk/>
            <pc:sldMk cId="1336668509" sldId="2147347688"/>
            <ac:spMk id="15" creationId="{58200081-9439-56D3-A219-B7CC1F705730}"/>
          </ac:spMkLst>
        </pc:spChg>
        <pc:spChg chg="mod">
          <ac:chgData name="Mani, Siddharth" userId="ea703a10-db50-4df5-bf72-1a564ac3e541" providerId="ADAL" clId="{647F09BE-D240-4890-B3F3-A7934694540E}" dt="2025-06-20T06:30:00.090" v="83" actId="465"/>
          <ac:spMkLst>
            <pc:docMk/>
            <pc:sldMk cId="1336668509" sldId="2147347688"/>
            <ac:spMk id="17" creationId="{142E2FCD-48E1-E76A-1C7B-60B9D2ED5210}"/>
          </ac:spMkLst>
        </pc:spChg>
        <pc:spChg chg="mod">
          <ac:chgData name="Mani, Siddharth" userId="ea703a10-db50-4df5-bf72-1a564ac3e541" providerId="ADAL" clId="{647F09BE-D240-4890-B3F3-A7934694540E}" dt="2025-06-20T06:30:29.238" v="87" actId="465"/>
          <ac:spMkLst>
            <pc:docMk/>
            <pc:sldMk cId="1336668509" sldId="2147347688"/>
            <ac:spMk id="18" creationId="{76C7CD80-041D-9878-82E4-8FBE8137CF15}"/>
          </ac:spMkLst>
        </pc:spChg>
        <pc:spChg chg="mod">
          <ac:chgData name="Mani, Siddharth" userId="ea703a10-db50-4df5-bf72-1a564ac3e541" providerId="ADAL" clId="{647F09BE-D240-4890-B3F3-A7934694540E}" dt="2025-06-20T06:30:00.090" v="83" actId="465"/>
          <ac:spMkLst>
            <pc:docMk/>
            <pc:sldMk cId="1336668509" sldId="2147347688"/>
            <ac:spMk id="19" creationId="{285BD952-A5CC-E6F3-60D8-C7475FBD8765}"/>
          </ac:spMkLst>
        </pc:spChg>
        <pc:spChg chg="mod">
          <ac:chgData name="Mani, Siddharth" userId="ea703a10-db50-4df5-bf72-1a564ac3e541" providerId="ADAL" clId="{647F09BE-D240-4890-B3F3-A7934694540E}" dt="2025-06-20T06:30:29.238" v="87" actId="465"/>
          <ac:spMkLst>
            <pc:docMk/>
            <pc:sldMk cId="1336668509" sldId="2147347688"/>
            <ac:spMk id="20" creationId="{B548AC2A-5231-6AA5-07AA-86B623D12511}"/>
          </ac:spMkLst>
        </pc:spChg>
        <pc:spChg chg="del mod">
          <ac:chgData name="Mani, Siddharth" userId="ea703a10-db50-4df5-bf72-1a564ac3e541" providerId="ADAL" clId="{647F09BE-D240-4890-B3F3-A7934694540E}" dt="2025-06-20T09:51:31.756" v="967" actId="21"/>
          <ac:spMkLst>
            <pc:docMk/>
            <pc:sldMk cId="1336668509" sldId="2147347688"/>
            <ac:spMk id="31" creationId="{0B9B9381-507F-4DED-68B6-8CDF00AD0F40}"/>
          </ac:spMkLst>
        </pc:spChg>
        <pc:spChg chg="del mod">
          <ac:chgData name="Mani, Siddharth" userId="ea703a10-db50-4df5-bf72-1a564ac3e541" providerId="ADAL" clId="{647F09BE-D240-4890-B3F3-A7934694540E}" dt="2025-06-20T09:51:31.756" v="967" actId="21"/>
          <ac:spMkLst>
            <pc:docMk/>
            <pc:sldMk cId="1336668509" sldId="2147347688"/>
            <ac:spMk id="32" creationId="{369C62AD-F0D9-211C-C9E1-5C843B12F3C6}"/>
          </ac:spMkLst>
        </pc:spChg>
        <pc:spChg chg="mod">
          <ac:chgData name="Mani, Siddharth" userId="ea703a10-db50-4df5-bf72-1a564ac3e541" providerId="ADAL" clId="{647F09BE-D240-4890-B3F3-A7934694540E}" dt="2025-06-20T09:51:38.176" v="1001" actId="1035"/>
          <ac:spMkLst>
            <pc:docMk/>
            <pc:sldMk cId="1336668509" sldId="2147347688"/>
            <ac:spMk id="33" creationId="{748ABCE3-ECAC-6355-7D89-B0252AA0A02B}"/>
          </ac:spMkLst>
        </pc:spChg>
        <pc:spChg chg="mod">
          <ac:chgData name="Mani, Siddharth" userId="ea703a10-db50-4df5-bf72-1a564ac3e541" providerId="ADAL" clId="{647F09BE-D240-4890-B3F3-A7934694540E}" dt="2025-06-20T09:51:38.176" v="1001" actId="1035"/>
          <ac:spMkLst>
            <pc:docMk/>
            <pc:sldMk cId="1336668509" sldId="2147347688"/>
            <ac:spMk id="34" creationId="{B53ABA16-B061-2435-EC09-2365005CE027}"/>
          </ac:spMkLst>
        </pc:spChg>
        <pc:grpChg chg="del">
          <ac:chgData name="Mani, Siddharth" userId="ea703a10-db50-4df5-bf72-1a564ac3e541" providerId="ADAL" clId="{647F09BE-D240-4890-B3F3-A7934694540E}" dt="2025-06-20T06:29:21.966" v="78" actId="478"/>
          <ac:grpSpMkLst>
            <pc:docMk/>
            <pc:sldMk cId="1336668509" sldId="2147347688"/>
            <ac:grpSpMk id="12" creationId="{8950E0DA-F682-263C-713A-121C6ADEDDAD}"/>
          </ac:grpSpMkLst>
        </pc:grpChg>
        <pc:cxnChg chg="mod">
          <ac:chgData name="Mani, Siddharth" userId="ea703a10-db50-4df5-bf72-1a564ac3e541" providerId="ADAL" clId="{647F09BE-D240-4890-B3F3-A7934694540E}" dt="2025-06-20T06:29:30.074" v="80" actId="1076"/>
          <ac:cxnSpMkLst>
            <pc:docMk/>
            <pc:sldMk cId="1336668509" sldId="2147347688"/>
            <ac:cxnSpMk id="16" creationId="{36BD85E0-E60E-03AF-2714-93AC3240B33E}"/>
          </ac:cxnSpMkLst>
        </pc:cxnChg>
      </pc:sldChg>
      <pc:sldChg chg="addSp delSp modSp mod">
        <pc:chgData name="Mani, Siddharth" userId="ea703a10-db50-4df5-bf72-1a564ac3e541" providerId="ADAL" clId="{647F09BE-D240-4890-B3F3-A7934694540E}" dt="2025-06-20T06:55:02.382" v="319" actId="20577"/>
        <pc:sldMkLst>
          <pc:docMk/>
          <pc:sldMk cId="575742730" sldId="2147347696"/>
        </pc:sldMkLst>
        <pc:spChg chg="add mod">
          <ac:chgData name="Mani, Siddharth" userId="ea703a10-db50-4df5-bf72-1a564ac3e541" providerId="ADAL" clId="{647F09BE-D240-4890-B3F3-A7934694540E}" dt="2025-06-20T06:39:36.146" v="213" actId="1076"/>
          <ac:spMkLst>
            <pc:docMk/>
            <pc:sldMk cId="575742730" sldId="2147347696"/>
            <ac:spMk id="19" creationId="{FC141058-1400-D11F-0332-9EDE9E9B5ADF}"/>
          </ac:spMkLst>
        </pc:spChg>
        <pc:spChg chg="mod">
          <ac:chgData name="Mani, Siddharth" userId="ea703a10-db50-4df5-bf72-1a564ac3e541" providerId="ADAL" clId="{647F09BE-D240-4890-B3F3-A7934694540E}" dt="2025-06-20T06:39:10.531" v="209" actId="20577"/>
          <ac:spMkLst>
            <pc:docMk/>
            <pc:sldMk cId="575742730" sldId="2147347696"/>
            <ac:spMk id="26" creationId="{1FD2B8D7-0846-E045-3E79-D66FD53E372D}"/>
          </ac:spMkLst>
        </pc:spChg>
        <pc:spChg chg="mod">
          <ac:chgData name="Mani, Siddharth" userId="ea703a10-db50-4df5-bf72-1a564ac3e541" providerId="ADAL" clId="{647F09BE-D240-4890-B3F3-A7934694540E}" dt="2025-06-20T06:39:08.255" v="208" actId="20577"/>
          <ac:spMkLst>
            <pc:docMk/>
            <pc:sldMk cId="575742730" sldId="2147347696"/>
            <ac:spMk id="27" creationId="{BF58F004-D74B-C389-FDAE-526FCF901251}"/>
          </ac:spMkLst>
        </pc:spChg>
        <pc:spChg chg="mod">
          <ac:chgData name="Mani, Siddharth" userId="ea703a10-db50-4df5-bf72-1a564ac3e541" providerId="ADAL" clId="{647F09BE-D240-4890-B3F3-A7934694540E}" dt="2025-06-20T06:39:05.694" v="207" actId="20577"/>
          <ac:spMkLst>
            <pc:docMk/>
            <pc:sldMk cId="575742730" sldId="2147347696"/>
            <ac:spMk id="28" creationId="{346D6B95-2162-5420-09A5-2A970B6D62F6}"/>
          </ac:spMkLst>
        </pc:spChg>
        <pc:spChg chg="mod">
          <ac:chgData name="Mani, Siddharth" userId="ea703a10-db50-4df5-bf72-1a564ac3e541" providerId="ADAL" clId="{647F09BE-D240-4890-B3F3-A7934694540E}" dt="2025-06-20T06:39:03.014" v="206" actId="20577"/>
          <ac:spMkLst>
            <pc:docMk/>
            <pc:sldMk cId="575742730" sldId="2147347696"/>
            <ac:spMk id="29" creationId="{2383C7B6-6534-72B4-DE0A-4F483F596BF0}"/>
          </ac:spMkLst>
        </pc:spChg>
        <pc:spChg chg="add mod">
          <ac:chgData name="Mani, Siddharth" userId="ea703a10-db50-4df5-bf72-1a564ac3e541" providerId="ADAL" clId="{647F09BE-D240-4890-B3F3-A7934694540E}" dt="2025-06-20T06:55:02.382" v="319" actId="20577"/>
          <ac:spMkLst>
            <pc:docMk/>
            <pc:sldMk cId="575742730" sldId="2147347696"/>
            <ac:spMk id="34" creationId="{77F2B996-41C2-53C1-7586-F528B49984F6}"/>
          </ac:spMkLst>
        </pc:spChg>
        <pc:spChg chg="mod">
          <ac:chgData name="Mani, Siddharth" userId="ea703a10-db50-4df5-bf72-1a564ac3e541" providerId="ADAL" clId="{647F09BE-D240-4890-B3F3-A7934694540E}" dt="2025-06-20T06:39:31.313" v="212"/>
          <ac:spMkLst>
            <pc:docMk/>
            <pc:sldMk cId="575742730" sldId="2147347696"/>
            <ac:spMk id="36" creationId="{7763313E-14A0-3E1D-8A58-0C6EE60DDF3C}"/>
          </ac:spMkLst>
        </pc:spChg>
        <pc:spChg chg="mod">
          <ac:chgData name="Mani, Siddharth" userId="ea703a10-db50-4df5-bf72-1a564ac3e541" providerId="ADAL" clId="{647F09BE-D240-4890-B3F3-A7934694540E}" dt="2025-06-20T06:39:31.313" v="212"/>
          <ac:spMkLst>
            <pc:docMk/>
            <pc:sldMk cId="575742730" sldId="2147347696"/>
            <ac:spMk id="37" creationId="{27359A70-5479-BDB3-6338-7744BE61E0B6}"/>
          </ac:spMkLst>
        </pc:spChg>
        <pc:spChg chg="mod">
          <ac:chgData name="Mani, Siddharth" userId="ea703a10-db50-4df5-bf72-1a564ac3e541" providerId="ADAL" clId="{647F09BE-D240-4890-B3F3-A7934694540E}" dt="2025-06-20T06:39:29.857" v="211" actId="1076"/>
          <ac:spMkLst>
            <pc:docMk/>
            <pc:sldMk cId="575742730" sldId="2147347696"/>
            <ac:spMk id="48" creationId="{284C906B-4DA7-7FC5-FD03-3C7BB8AB6433}"/>
          </ac:spMkLst>
        </pc:spChg>
        <pc:spChg chg="del">
          <ac:chgData name="Mani, Siddharth" userId="ea703a10-db50-4df5-bf72-1a564ac3e541" providerId="ADAL" clId="{647F09BE-D240-4890-B3F3-A7934694540E}" dt="2025-06-20T06:39:39.061" v="214" actId="21"/>
          <ac:spMkLst>
            <pc:docMk/>
            <pc:sldMk cId="575742730" sldId="2147347696"/>
            <ac:spMk id="50" creationId="{5B823FBD-975F-DDC6-E254-6A4253E9CADB}"/>
          </ac:spMkLst>
        </pc:spChg>
        <pc:spChg chg="mod">
          <ac:chgData name="Mani, Siddharth" userId="ea703a10-db50-4df5-bf72-1a564ac3e541" providerId="ADAL" clId="{647F09BE-D240-4890-B3F3-A7934694540E}" dt="2025-06-20T06:39:45.043" v="215" actId="1076"/>
          <ac:spMkLst>
            <pc:docMk/>
            <pc:sldMk cId="575742730" sldId="2147347696"/>
            <ac:spMk id="52" creationId="{B54BADF9-4CC5-0D5F-717D-92EFD0179D39}"/>
          </ac:spMkLst>
        </pc:spChg>
        <pc:spChg chg="del">
          <ac:chgData name="Mani, Siddharth" userId="ea703a10-db50-4df5-bf72-1a564ac3e541" providerId="ADAL" clId="{647F09BE-D240-4890-B3F3-A7934694540E}" dt="2025-06-20T06:39:21.478" v="210" actId="21"/>
          <ac:spMkLst>
            <pc:docMk/>
            <pc:sldMk cId="575742730" sldId="2147347696"/>
            <ac:spMk id="54" creationId="{FC141058-1400-D11F-0332-9EDE9E9B5ADF}"/>
          </ac:spMkLst>
        </pc:spChg>
        <pc:spChg chg="del">
          <ac:chgData name="Mani, Siddharth" userId="ea703a10-db50-4df5-bf72-1a564ac3e541" providerId="ADAL" clId="{647F09BE-D240-4890-B3F3-A7934694540E}" dt="2025-06-20T06:39:21.478" v="210" actId="21"/>
          <ac:spMkLst>
            <pc:docMk/>
            <pc:sldMk cId="575742730" sldId="2147347696"/>
            <ac:spMk id="56" creationId="{77F2B996-41C2-53C1-7586-F528B49984F6}"/>
          </ac:spMkLst>
        </pc:spChg>
        <pc:spChg chg="mod">
          <ac:chgData name="Mani, Siddharth" userId="ea703a10-db50-4df5-bf72-1a564ac3e541" providerId="ADAL" clId="{647F09BE-D240-4890-B3F3-A7934694540E}" dt="2025-06-20T06:39:31.313" v="212"/>
          <ac:spMkLst>
            <pc:docMk/>
            <pc:sldMk cId="575742730" sldId="2147347696"/>
            <ac:spMk id="69" creationId="{788AA804-A598-A922-B90E-B70F0C2C525E}"/>
          </ac:spMkLst>
        </pc:spChg>
        <pc:spChg chg="mod">
          <ac:chgData name="Mani, Siddharth" userId="ea703a10-db50-4df5-bf72-1a564ac3e541" providerId="ADAL" clId="{647F09BE-D240-4890-B3F3-A7934694540E}" dt="2025-06-20T06:39:31.313" v="212"/>
          <ac:spMkLst>
            <pc:docMk/>
            <pc:sldMk cId="575742730" sldId="2147347696"/>
            <ac:spMk id="70" creationId="{1A316738-D10A-A816-D000-BF56759D9C69}"/>
          </ac:spMkLst>
        </pc:spChg>
        <pc:spChg chg="mod">
          <ac:chgData name="Mani, Siddharth" userId="ea703a10-db50-4df5-bf72-1a564ac3e541" providerId="ADAL" clId="{647F09BE-D240-4890-B3F3-A7934694540E}" dt="2025-06-20T06:39:31.313" v="212"/>
          <ac:spMkLst>
            <pc:docMk/>
            <pc:sldMk cId="575742730" sldId="2147347696"/>
            <ac:spMk id="71" creationId="{7A4F15D6-56BB-A185-9F11-8F1C82D0BB7D}"/>
          </ac:spMkLst>
        </pc:spChg>
        <pc:spChg chg="add mod">
          <ac:chgData name="Mani, Siddharth" userId="ea703a10-db50-4df5-bf72-1a564ac3e541" providerId="ADAL" clId="{647F09BE-D240-4890-B3F3-A7934694540E}" dt="2025-06-20T06:39:36.146" v="213" actId="1076"/>
          <ac:spMkLst>
            <pc:docMk/>
            <pc:sldMk cId="575742730" sldId="2147347696"/>
            <ac:spMk id="72" creationId="{11E7DEF0-00B1-CA5D-BB82-C046DB09EA76}"/>
          </ac:spMkLst>
        </pc:spChg>
        <pc:spChg chg="add mod">
          <ac:chgData name="Mani, Siddharth" userId="ea703a10-db50-4df5-bf72-1a564ac3e541" providerId="ADAL" clId="{647F09BE-D240-4890-B3F3-A7934694540E}" dt="2025-06-20T06:44:53.994" v="229" actId="20577"/>
          <ac:spMkLst>
            <pc:docMk/>
            <pc:sldMk cId="575742730" sldId="2147347696"/>
            <ac:spMk id="73" creationId="{5B823FBD-975F-DDC6-E254-6A4253E9CADB}"/>
          </ac:spMkLst>
        </pc:spChg>
        <pc:spChg chg="mod">
          <ac:chgData name="Mani, Siddharth" userId="ea703a10-db50-4df5-bf72-1a564ac3e541" providerId="ADAL" clId="{647F09BE-D240-4890-B3F3-A7934694540E}" dt="2025-06-20T06:39:45.043" v="215" actId="1076"/>
          <ac:spMkLst>
            <pc:docMk/>
            <pc:sldMk cId="575742730" sldId="2147347696"/>
            <ac:spMk id="75" creationId="{7B807E30-6F25-9363-4AA1-17E90E961FA5}"/>
          </ac:spMkLst>
        </pc:spChg>
        <pc:spChg chg="del">
          <ac:chgData name="Mani, Siddharth" userId="ea703a10-db50-4df5-bf72-1a564ac3e541" providerId="ADAL" clId="{647F09BE-D240-4890-B3F3-A7934694540E}" dt="2025-06-20T06:39:21.478" v="210" actId="21"/>
          <ac:spMkLst>
            <pc:docMk/>
            <pc:sldMk cId="575742730" sldId="2147347696"/>
            <ac:spMk id="76" creationId="{11E7DEF0-00B1-CA5D-BB82-C046DB09EA76}"/>
          </ac:spMkLst>
        </pc:spChg>
        <pc:spChg chg="add mod">
          <ac:chgData name="Mani, Siddharth" userId="ea703a10-db50-4df5-bf72-1a564ac3e541" providerId="ADAL" clId="{647F09BE-D240-4890-B3F3-A7934694540E}" dt="2025-06-20T06:45:06.012" v="261" actId="20577"/>
          <ac:spMkLst>
            <pc:docMk/>
            <pc:sldMk cId="575742730" sldId="2147347696"/>
            <ac:spMk id="77" creationId="{E1D1B288-C8B5-90C3-11FB-9FB62237D3F5}"/>
          </ac:spMkLst>
        </pc:spChg>
        <pc:spChg chg="mod">
          <ac:chgData name="Mani, Siddharth" userId="ea703a10-db50-4df5-bf72-1a564ac3e541" providerId="ADAL" clId="{647F09BE-D240-4890-B3F3-A7934694540E}" dt="2025-06-20T06:39:46.491" v="216"/>
          <ac:spMkLst>
            <pc:docMk/>
            <pc:sldMk cId="575742730" sldId="2147347696"/>
            <ac:spMk id="79" creationId="{74DCAACA-C955-0DAF-1855-39C05698A851}"/>
          </ac:spMkLst>
        </pc:spChg>
        <pc:spChg chg="mod">
          <ac:chgData name="Mani, Siddharth" userId="ea703a10-db50-4df5-bf72-1a564ac3e541" providerId="ADAL" clId="{647F09BE-D240-4890-B3F3-A7934694540E}" dt="2025-06-20T06:39:46.491" v="216"/>
          <ac:spMkLst>
            <pc:docMk/>
            <pc:sldMk cId="575742730" sldId="2147347696"/>
            <ac:spMk id="80" creationId="{794D77CF-06BF-EF13-9D65-7655322283BB}"/>
          </ac:spMkLst>
        </pc:spChg>
        <pc:spChg chg="mod">
          <ac:chgData name="Mani, Siddharth" userId="ea703a10-db50-4df5-bf72-1a564ac3e541" providerId="ADAL" clId="{647F09BE-D240-4890-B3F3-A7934694540E}" dt="2025-06-20T06:39:46.491" v="216"/>
          <ac:spMkLst>
            <pc:docMk/>
            <pc:sldMk cId="575742730" sldId="2147347696"/>
            <ac:spMk id="81" creationId="{6C3446FF-ACAA-D9B3-9499-321A7813311C}"/>
          </ac:spMkLst>
        </pc:spChg>
        <pc:spChg chg="mod">
          <ac:chgData name="Mani, Siddharth" userId="ea703a10-db50-4df5-bf72-1a564ac3e541" providerId="ADAL" clId="{647F09BE-D240-4890-B3F3-A7934694540E}" dt="2025-06-20T06:39:46.491" v="216"/>
          <ac:spMkLst>
            <pc:docMk/>
            <pc:sldMk cId="575742730" sldId="2147347696"/>
            <ac:spMk id="82" creationId="{5F084DB6-1EBE-6F07-52F9-D26BB482B3C5}"/>
          </ac:spMkLst>
        </pc:spChg>
        <pc:spChg chg="mod">
          <ac:chgData name="Mani, Siddharth" userId="ea703a10-db50-4df5-bf72-1a564ac3e541" providerId="ADAL" clId="{647F09BE-D240-4890-B3F3-A7934694540E}" dt="2025-06-20T06:39:46.491" v="216"/>
          <ac:spMkLst>
            <pc:docMk/>
            <pc:sldMk cId="575742730" sldId="2147347696"/>
            <ac:spMk id="83" creationId="{65B2D046-D426-DB2F-9264-A10DE306A7BD}"/>
          </ac:spMkLst>
        </pc:spChg>
        <pc:spChg chg="mod">
          <ac:chgData name="Mani, Siddharth" userId="ea703a10-db50-4df5-bf72-1a564ac3e541" providerId="ADAL" clId="{647F09BE-D240-4890-B3F3-A7934694540E}" dt="2025-06-20T06:39:46.491" v="216"/>
          <ac:spMkLst>
            <pc:docMk/>
            <pc:sldMk cId="575742730" sldId="2147347696"/>
            <ac:spMk id="84" creationId="{C6705215-93EB-7FA6-40BF-286AD34AD6FB}"/>
          </ac:spMkLst>
        </pc:spChg>
        <pc:spChg chg="mod">
          <ac:chgData name="Mani, Siddharth" userId="ea703a10-db50-4df5-bf72-1a564ac3e541" providerId="ADAL" clId="{647F09BE-D240-4890-B3F3-A7934694540E}" dt="2025-06-20T06:39:46.491" v="216"/>
          <ac:spMkLst>
            <pc:docMk/>
            <pc:sldMk cId="575742730" sldId="2147347696"/>
            <ac:spMk id="85" creationId="{92A8900F-A5AE-C0CE-0BF8-A3857183D78E}"/>
          </ac:spMkLst>
        </pc:spChg>
        <pc:spChg chg="mod">
          <ac:chgData name="Mani, Siddharth" userId="ea703a10-db50-4df5-bf72-1a564ac3e541" providerId="ADAL" clId="{647F09BE-D240-4890-B3F3-A7934694540E}" dt="2025-06-20T06:39:46.491" v="216"/>
          <ac:spMkLst>
            <pc:docMk/>
            <pc:sldMk cId="575742730" sldId="2147347696"/>
            <ac:spMk id="86" creationId="{835064B8-E5D1-C85B-E278-A76C54707047}"/>
          </ac:spMkLst>
        </pc:spChg>
        <pc:spChg chg="mod">
          <ac:chgData name="Mani, Siddharth" userId="ea703a10-db50-4df5-bf72-1a564ac3e541" providerId="ADAL" clId="{647F09BE-D240-4890-B3F3-A7934694540E}" dt="2025-06-20T06:39:46.491" v="216"/>
          <ac:spMkLst>
            <pc:docMk/>
            <pc:sldMk cId="575742730" sldId="2147347696"/>
            <ac:spMk id="87" creationId="{1C2C9713-3D4B-685A-AE63-324312F0131B}"/>
          </ac:spMkLst>
        </pc:spChg>
        <pc:spChg chg="mod">
          <ac:chgData name="Mani, Siddharth" userId="ea703a10-db50-4df5-bf72-1a564ac3e541" providerId="ADAL" clId="{647F09BE-D240-4890-B3F3-A7934694540E}" dt="2025-06-20T06:39:29.857" v="211" actId="1076"/>
          <ac:spMkLst>
            <pc:docMk/>
            <pc:sldMk cId="575742730" sldId="2147347696"/>
            <ac:spMk id="109" creationId="{17DAE020-ADC5-FD5C-9495-9DC029532E2E}"/>
          </ac:spMkLst>
        </pc:spChg>
        <pc:spChg chg="del">
          <ac:chgData name="Mani, Siddharth" userId="ea703a10-db50-4df5-bf72-1a564ac3e541" providerId="ADAL" clId="{647F09BE-D240-4890-B3F3-A7934694540E}" dt="2025-06-20T06:39:39.061" v="214" actId="21"/>
          <ac:spMkLst>
            <pc:docMk/>
            <pc:sldMk cId="575742730" sldId="2147347696"/>
            <ac:spMk id="110" creationId="{E1D1B288-C8B5-90C3-11FB-9FB62237D3F5}"/>
          </ac:spMkLst>
        </pc:spChg>
        <pc:spChg chg="mod">
          <ac:chgData name="Mani, Siddharth" userId="ea703a10-db50-4df5-bf72-1a564ac3e541" providerId="ADAL" clId="{647F09BE-D240-4890-B3F3-A7934694540E}" dt="2025-06-20T06:39:46.491" v="216"/>
          <ac:spMkLst>
            <pc:docMk/>
            <pc:sldMk cId="575742730" sldId="2147347696"/>
            <ac:spMk id="111" creationId="{3AF9B8D7-8F67-F98C-F5A8-B7D3A5A79C49}"/>
          </ac:spMkLst>
        </pc:spChg>
        <pc:spChg chg="mod">
          <ac:chgData name="Mani, Siddharth" userId="ea703a10-db50-4df5-bf72-1a564ac3e541" providerId="ADAL" clId="{647F09BE-D240-4890-B3F3-A7934694540E}" dt="2025-06-20T06:45:44.920" v="283" actId="20577"/>
          <ac:spMkLst>
            <pc:docMk/>
            <pc:sldMk cId="575742730" sldId="2147347696"/>
            <ac:spMk id="112" creationId="{D937C8F3-0336-B4F1-FDD6-1B11A9310D67}"/>
          </ac:spMkLst>
        </pc:spChg>
        <pc:grpChg chg="add mod">
          <ac:chgData name="Mani, Siddharth" userId="ea703a10-db50-4df5-bf72-1a564ac3e541" providerId="ADAL" clId="{647F09BE-D240-4890-B3F3-A7934694540E}" dt="2025-06-20T06:39:36.146" v="213" actId="1076"/>
          <ac:grpSpMkLst>
            <pc:docMk/>
            <pc:sldMk cId="575742730" sldId="2147347696"/>
            <ac:grpSpMk id="35" creationId="{EE8366BC-BE3E-6525-BADF-F14B0B0F4E1C}"/>
          </ac:grpSpMkLst>
        </pc:grpChg>
        <pc:grpChg chg="del">
          <ac:chgData name="Mani, Siddharth" userId="ea703a10-db50-4df5-bf72-1a564ac3e541" providerId="ADAL" clId="{647F09BE-D240-4890-B3F3-A7934694540E}" dt="2025-06-20T06:39:21.478" v="210" actId="21"/>
          <ac:grpSpMkLst>
            <pc:docMk/>
            <pc:sldMk cId="575742730" sldId="2147347696"/>
            <ac:grpSpMk id="57" creationId="{EE8366BC-BE3E-6525-BADF-F14B0B0F4E1C}"/>
          </ac:grpSpMkLst>
        </pc:grpChg>
        <pc:grpChg chg="mod">
          <ac:chgData name="Mani, Siddharth" userId="ea703a10-db50-4df5-bf72-1a564ac3e541" providerId="ADAL" clId="{647F09BE-D240-4890-B3F3-A7934694540E}" dt="2025-06-20T06:39:45.043" v="215" actId="1076"/>
          <ac:grpSpMkLst>
            <pc:docMk/>
            <pc:sldMk cId="575742730" sldId="2147347696"/>
            <ac:grpSpMk id="63" creationId="{CAC05B34-4DBF-5B85-98C4-95CE41E1E710}"/>
          </ac:grpSpMkLst>
        </pc:grpChg>
        <pc:grpChg chg="add mod">
          <ac:chgData name="Mani, Siddharth" userId="ea703a10-db50-4df5-bf72-1a564ac3e541" providerId="ADAL" clId="{647F09BE-D240-4890-B3F3-A7934694540E}" dt="2025-06-20T06:45:00.137" v="254" actId="1038"/>
          <ac:grpSpMkLst>
            <pc:docMk/>
            <pc:sldMk cId="575742730" sldId="2147347696"/>
            <ac:grpSpMk id="78" creationId="{68215A42-5149-8E16-D46C-B5473D8C4844}"/>
          </ac:grpSpMkLst>
        </pc:grpChg>
        <pc:grpChg chg="mod">
          <ac:chgData name="Mani, Siddharth" userId="ea703a10-db50-4df5-bf72-1a564ac3e541" providerId="ADAL" clId="{647F09BE-D240-4890-B3F3-A7934694540E}" dt="2025-06-20T06:39:29.857" v="211" actId="1076"/>
          <ac:grpSpMkLst>
            <pc:docMk/>
            <pc:sldMk cId="575742730" sldId="2147347696"/>
            <ac:grpSpMk id="118" creationId="{EEBED8FF-29CD-B79A-C5B6-73CD056EAF1D}"/>
          </ac:grpSpMkLst>
        </pc:grpChg>
        <pc:grpChg chg="del">
          <ac:chgData name="Mani, Siddharth" userId="ea703a10-db50-4df5-bf72-1a564ac3e541" providerId="ADAL" clId="{647F09BE-D240-4890-B3F3-A7934694540E}" dt="2025-06-20T06:39:39.061" v="214" actId="21"/>
          <ac:grpSpMkLst>
            <pc:docMk/>
            <pc:sldMk cId="575742730" sldId="2147347696"/>
            <ac:grpSpMk id="124" creationId="{68215A42-5149-8E16-D46C-B5473D8C4844}"/>
          </ac:grpSpMkLst>
        </pc:grpChg>
        <pc:cxnChg chg="add mod">
          <ac:chgData name="Mani, Siddharth" userId="ea703a10-db50-4df5-bf72-1a564ac3e541" providerId="ADAL" clId="{647F09BE-D240-4890-B3F3-A7934694540E}" dt="2025-06-20T06:39:36.146" v="213" actId="1076"/>
          <ac:cxnSpMkLst>
            <pc:docMk/>
            <pc:sldMk cId="575742730" sldId="2147347696"/>
            <ac:cxnSpMk id="33" creationId="{0A468A26-3A25-72F5-1EB8-1EAA29CF698D}"/>
          </ac:cxnSpMkLst>
        </pc:cxnChg>
        <pc:cxnChg chg="mod">
          <ac:chgData name="Mani, Siddharth" userId="ea703a10-db50-4df5-bf72-1a564ac3e541" providerId="ADAL" clId="{647F09BE-D240-4890-B3F3-A7934694540E}" dt="2025-06-20T06:39:29.857" v="211" actId="1076"/>
          <ac:cxnSpMkLst>
            <pc:docMk/>
            <pc:sldMk cId="575742730" sldId="2147347696"/>
            <ac:cxnSpMk id="49" creationId="{9273504F-F042-1B82-0AA0-87A8F7D5E64E}"/>
          </ac:cxnSpMkLst>
        </pc:cxnChg>
        <pc:cxnChg chg="del">
          <ac:chgData name="Mani, Siddharth" userId="ea703a10-db50-4df5-bf72-1a564ac3e541" providerId="ADAL" clId="{647F09BE-D240-4890-B3F3-A7934694540E}" dt="2025-06-20T06:39:39.061" v="214" actId="21"/>
          <ac:cxnSpMkLst>
            <pc:docMk/>
            <pc:sldMk cId="575742730" sldId="2147347696"/>
            <ac:cxnSpMk id="51" creationId="{6BE4B709-7302-B19D-7425-C4CCCCE24BD7}"/>
          </ac:cxnSpMkLst>
        </pc:cxnChg>
        <pc:cxnChg chg="mod">
          <ac:chgData name="Mani, Siddharth" userId="ea703a10-db50-4df5-bf72-1a564ac3e541" providerId="ADAL" clId="{647F09BE-D240-4890-B3F3-A7934694540E}" dt="2025-06-20T06:39:45.043" v="215" actId="1076"/>
          <ac:cxnSpMkLst>
            <pc:docMk/>
            <pc:sldMk cId="575742730" sldId="2147347696"/>
            <ac:cxnSpMk id="53" creationId="{D1862D43-DE5B-B14E-4531-847F6E4D92B6}"/>
          </ac:cxnSpMkLst>
        </pc:cxnChg>
        <pc:cxnChg chg="del">
          <ac:chgData name="Mani, Siddharth" userId="ea703a10-db50-4df5-bf72-1a564ac3e541" providerId="ADAL" clId="{647F09BE-D240-4890-B3F3-A7934694540E}" dt="2025-06-20T06:39:21.478" v="210" actId="21"/>
          <ac:cxnSpMkLst>
            <pc:docMk/>
            <pc:sldMk cId="575742730" sldId="2147347696"/>
            <ac:cxnSpMk id="55" creationId="{0A468A26-3A25-72F5-1EB8-1EAA29CF698D}"/>
          </ac:cxnSpMkLst>
        </pc:cxnChg>
        <pc:cxnChg chg="add mod">
          <ac:chgData name="Mani, Siddharth" userId="ea703a10-db50-4df5-bf72-1a564ac3e541" providerId="ADAL" clId="{647F09BE-D240-4890-B3F3-A7934694540E}" dt="2025-06-20T06:39:50.488" v="217" actId="1076"/>
          <ac:cxnSpMkLst>
            <pc:docMk/>
            <pc:sldMk cId="575742730" sldId="2147347696"/>
            <ac:cxnSpMk id="74" creationId="{6BE4B709-7302-B19D-7425-C4CCCCE24BD7}"/>
          </ac:cxnSpMkLst>
        </pc:cxnChg>
      </pc:sldChg>
      <pc:sldChg chg="modSp mod">
        <pc:chgData name="Mani, Siddharth" userId="ea703a10-db50-4df5-bf72-1a564ac3e541" providerId="ADAL" clId="{647F09BE-D240-4890-B3F3-A7934694540E}" dt="2025-06-20T06:20:15.556" v="68" actId="20577"/>
        <pc:sldMkLst>
          <pc:docMk/>
          <pc:sldMk cId="3523782250" sldId="2147347726"/>
        </pc:sldMkLst>
        <pc:spChg chg="mod">
          <ac:chgData name="Mani, Siddharth" userId="ea703a10-db50-4df5-bf72-1a564ac3e541" providerId="ADAL" clId="{647F09BE-D240-4890-B3F3-A7934694540E}" dt="2025-06-20T06:20:15.556" v="68" actId="20577"/>
          <ac:spMkLst>
            <pc:docMk/>
            <pc:sldMk cId="3523782250" sldId="2147347726"/>
            <ac:spMk id="17" creationId="{D750086D-0331-1856-83D4-4FE2A7DD2840}"/>
          </ac:spMkLst>
        </pc:spChg>
        <pc:spChg chg="mod">
          <ac:chgData name="Mani, Siddharth" userId="ea703a10-db50-4df5-bf72-1a564ac3e541" providerId="ADAL" clId="{647F09BE-D240-4890-B3F3-A7934694540E}" dt="2025-06-20T06:17:50.925" v="17" actId="948"/>
          <ac:spMkLst>
            <pc:docMk/>
            <pc:sldMk cId="3523782250" sldId="2147347726"/>
            <ac:spMk id="273" creationId="{792E4446-6BE7-7869-9ECB-2D857F2D4239}"/>
          </ac:spMkLst>
        </pc:spChg>
      </pc:sldChg>
      <pc:sldChg chg="modSp mod">
        <pc:chgData name="Mani, Siddharth" userId="ea703a10-db50-4df5-bf72-1a564ac3e541" providerId="ADAL" clId="{647F09BE-D240-4890-B3F3-A7934694540E}" dt="2025-06-20T09:50:16.872" v="966" actId="20577"/>
        <pc:sldMkLst>
          <pc:docMk/>
          <pc:sldMk cId="1498758882" sldId="2147347729"/>
        </pc:sldMkLst>
        <pc:spChg chg="mod">
          <ac:chgData name="Mani, Siddharth" userId="ea703a10-db50-4df5-bf72-1a564ac3e541" providerId="ADAL" clId="{647F09BE-D240-4890-B3F3-A7934694540E}" dt="2025-06-20T09:50:16.872" v="966" actId="20577"/>
          <ac:spMkLst>
            <pc:docMk/>
            <pc:sldMk cId="1498758882" sldId="2147347729"/>
            <ac:spMk id="4" creationId="{4F9180F4-B7E3-A162-DC9F-7345F1C28F8A}"/>
          </ac:spMkLst>
        </pc:spChg>
      </pc:sldChg>
      <pc:sldChg chg="addSp delSp modSp mod">
        <pc:chgData name="Mani, Siddharth" userId="ea703a10-db50-4df5-bf72-1a564ac3e541" providerId="ADAL" clId="{647F09BE-D240-4890-B3F3-A7934694540E}" dt="2025-06-20T07:34:54.261" v="888" actId="1036"/>
        <pc:sldMkLst>
          <pc:docMk/>
          <pc:sldMk cId="3063834027" sldId="2147347738"/>
        </pc:sldMkLst>
        <pc:spChg chg="mod">
          <ac:chgData name="Mani, Siddharth" userId="ea703a10-db50-4df5-bf72-1a564ac3e541" providerId="ADAL" clId="{647F09BE-D240-4890-B3F3-A7934694540E}" dt="2025-06-20T07:30:47.152" v="659" actId="20577"/>
          <ac:spMkLst>
            <pc:docMk/>
            <pc:sldMk cId="3063834027" sldId="2147347738"/>
            <ac:spMk id="4" creationId="{D2602E27-7CCF-078D-11F6-EFC8E89849D4}"/>
          </ac:spMkLst>
        </pc:spChg>
        <pc:spChg chg="mod">
          <ac:chgData name="Mani, Siddharth" userId="ea703a10-db50-4df5-bf72-1a564ac3e541" providerId="ADAL" clId="{647F09BE-D240-4890-B3F3-A7934694540E}" dt="2025-06-20T07:08:16.672" v="445" actId="1076"/>
          <ac:spMkLst>
            <pc:docMk/>
            <pc:sldMk cId="3063834027" sldId="2147347738"/>
            <ac:spMk id="7" creationId="{EFACE7DA-A687-700F-E1AE-E99576B73342}"/>
          </ac:spMkLst>
        </pc:spChg>
        <pc:spChg chg="mod">
          <ac:chgData name="Mani, Siddharth" userId="ea703a10-db50-4df5-bf72-1a564ac3e541" providerId="ADAL" clId="{647F09BE-D240-4890-B3F3-A7934694540E}" dt="2025-06-20T07:08:16.672" v="445" actId="1076"/>
          <ac:spMkLst>
            <pc:docMk/>
            <pc:sldMk cId="3063834027" sldId="2147347738"/>
            <ac:spMk id="8" creationId="{64BB022F-4E9F-50BB-66B2-EDEC204E218F}"/>
          </ac:spMkLst>
        </pc:spChg>
        <pc:spChg chg="mod">
          <ac:chgData name="Mani, Siddharth" userId="ea703a10-db50-4df5-bf72-1a564ac3e541" providerId="ADAL" clId="{647F09BE-D240-4890-B3F3-A7934694540E}" dt="2025-06-20T07:08:16.672" v="445" actId="1076"/>
          <ac:spMkLst>
            <pc:docMk/>
            <pc:sldMk cId="3063834027" sldId="2147347738"/>
            <ac:spMk id="9" creationId="{CBCB8E37-4472-2E59-96FA-BDF9B804B0BA}"/>
          </ac:spMkLst>
        </pc:spChg>
        <pc:spChg chg="mod">
          <ac:chgData name="Mani, Siddharth" userId="ea703a10-db50-4df5-bf72-1a564ac3e541" providerId="ADAL" clId="{647F09BE-D240-4890-B3F3-A7934694540E}" dt="2025-06-20T07:08:16.672" v="445" actId="1076"/>
          <ac:spMkLst>
            <pc:docMk/>
            <pc:sldMk cId="3063834027" sldId="2147347738"/>
            <ac:spMk id="11" creationId="{70594856-6983-16D5-9CC2-D8D4F4904C3B}"/>
          </ac:spMkLst>
        </pc:spChg>
        <pc:spChg chg="mod">
          <ac:chgData name="Mani, Siddharth" userId="ea703a10-db50-4df5-bf72-1a564ac3e541" providerId="ADAL" clId="{647F09BE-D240-4890-B3F3-A7934694540E}" dt="2025-06-20T07:08:16.672" v="445" actId="1076"/>
          <ac:spMkLst>
            <pc:docMk/>
            <pc:sldMk cId="3063834027" sldId="2147347738"/>
            <ac:spMk id="12" creationId="{52E3D18A-D8F6-12F3-E502-BA87EC9934BE}"/>
          </ac:spMkLst>
        </pc:spChg>
        <pc:spChg chg="mod">
          <ac:chgData name="Mani, Siddharth" userId="ea703a10-db50-4df5-bf72-1a564ac3e541" providerId="ADAL" clId="{647F09BE-D240-4890-B3F3-A7934694540E}" dt="2025-06-20T07:08:16.672" v="445" actId="1076"/>
          <ac:spMkLst>
            <pc:docMk/>
            <pc:sldMk cId="3063834027" sldId="2147347738"/>
            <ac:spMk id="14" creationId="{656EDC82-0385-17B0-2122-11A4AF512B6E}"/>
          </ac:spMkLst>
        </pc:spChg>
        <pc:spChg chg="mod">
          <ac:chgData name="Mani, Siddharth" userId="ea703a10-db50-4df5-bf72-1a564ac3e541" providerId="ADAL" clId="{647F09BE-D240-4890-B3F3-A7934694540E}" dt="2025-06-20T07:08:16.672" v="445" actId="1076"/>
          <ac:spMkLst>
            <pc:docMk/>
            <pc:sldMk cId="3063834027" sldId="2147347738"/>
            <ac:spMk id="15" creationId="{A56BD8DC-7AF4-703E-7ED4-2864FEA171E1}"/>
          </ac:spMkLst>
        </pc:spChg>
        <pc:spChg chg="mod">
          <ac:chgData name="Mani, Siddharth" userId="ea703a10-db50-4df5-bf72-1a564ac3e541" providerId="ADAL" clId="{647F09BE-D240-4890-B3F3-A7934694540E}" dt="2025-06-20T07:32:57.750" v="794" actId="207"/>
          <ac:spMkLst>
            <pc:docMk/>
            <pc:sldMk cId="3063834027" sldId="2147347738"/>
            <ac:spMk id="16" creationId="{687D3D11-7075-870F-069E-0E0B1808C487}"/>
          </ac:spMkLst>
        </pc:spChg>
        <pc:spChg chg="mod">
          <ac:chgData name="Mani, Siddharth" userId="ea703a10-db50-4df5-bf72-1a564ac3e541" providerId="ADAL" clId="{647F09BE-D240-4890-B3F3-A7934694540E}" dt="2025-06-20T07:08:16.672" v="445" actId="1076"/>
          <ac:spMkLst>
            <pc:docMk/>
            <pc:sldMk cId="3063834027" sldId="2147347738"/>
            <ac:spMk id="17" creationId="{3ECE6B01-7157-A6D3-9F1A-3F644951DE2B}"/>
          </ac:spMkLst>
        </pc:spChg>
        <pc:spChg chg="mod">
          <ac:chgData name="Mani, Siddharth" userId="ea703a10-db50-4df5-bf72-1a564ac3e541" providerId="ADAL" clId="{647F09BE-D240-4890-B3F3-A7934694540E}" dt="2025-06-20T07:08:16.672" v="445" actId="1076"/>
          <ac:spMkLst>
            <pc:docMk/>
            <pc:sldMk cId="3063834027" sldId="2147347738"/>
            <ac:spMk id="18" creationId="{275BBDDD-8BCE-89CB-D6A0-38E1388B48DA}"/>
          </ac:spMkLst>
        </pc:spChg>
        <pc:spChg chg="mod">
          <ac:chgData name="Mani, Siddharth" userId="ea703a10-db50-4df5-bf72-1a564ac3e541" providerId="ADAL" clId="{647F09BE-D240-4890-B3F3-A7934694540E}" dt="2025-06-20T07:33:15.727" v="795" actId="207"/>
          <ac:spMkLst>
            <pc:docMk/>
            <pc:sldMk cId="3063834027" sldId="2147347738"/>
            <ac:spMk id="20" creationId="{8C90C299-0DFF-124A-5088-A695BE4E8742}"/>
          </ac:spMkLst>
        </pc:spChg>
        <pc:spChg chg="mod">
          <ac:chgData name="Mani, Siddharth" userId="ea703a10-db50-4df5-bf72-1a564ac3e541" providerId="ADAL" clId="{647F09BE-D240-4890-B3F3-A7934694540E}" dt="2025-06-20T07:33:34.516" v="796" actId="207"/>
          <ac:spMkLst>
            <pc:docMk/>
            <pc:sldMk cId="3063834027" sldId="2147347738"/>
            <ac:spMk id="21" creationId="{F1125915-F516-A28E-C48E-74830468FC7C}"/>
          </ac:spMkLst>
        </pc:spChg>
        <pc:spChg chg="mod">
          <ac:chgData name="Mani, Siddharth" userId="ea703a10-db50-4df5-bf72-1a564ac3e541" providerId="ADAL" clId="{647F09BE-D240-4890-B3F3-A7934694540E}" dt="2025-06-20T07:32:08.947" v="682" actId="1038"/>
          <ac:spMkLst>
            <pc:docMk/>
            <pc:sldMk cId="3063834027" sldId="2147347738"/>
            <ac:spMk id="22" creationId="{B497AFBA-48D7-F28B-03E8-6C1E633E762A}"/>
          </ac:spMkLst>
        </pc:spChg>
        <pc:spChg chg="mod">
          <ac:chgData name="Mani, Siddharth" userId="ea703a10-db50-4df5-bf72-1a564ac3e541" providerId="ADAL" clId="{647F09BE-D240-4890-B3F3-A7934694540E}" dt="2025-06-20T07:32:08.947" v="682" actId="1038"/>
          <ac:spMkLst>
            <pc:docMk/>
            <pc:sldMk cId="3063834027" sldId="2147347738"/>
            <ac:spMk id="23" creationId="{EE835D95-1114-AEE3-F425-50FD4780F316}"/>
          </ac:spMkLst>
        </pc:spChg>
        <pc:spChg chg="mod">
          <ac:chgData name="Mani, Siddharth" userId="ea703a10-db50-4df5-bf72-1a564ac3e541" providerId="ADAL" clId="{647F09BE-D240-4890-B3F3-A7934694540E}" dt="2025-06-20T07:32:08.947" v="682" actId="1038"/>
          <ac:spMkLst>
            <pc:docMk/>
            <pc:sldMk cId="3063834027" sldId="2147347738"/>
            <ac:spMk id="24" creationId="{5ED26CCD-05BB-E995-0A9B-9B8437651565}"/>
          </ac:spMkLst>
        </pc:spChg>
        <pc:spChg chg="del">
          <ac:chgData name="Mani, Siddharth" userId="ea703a10-db50-4df5-bf72-1a564ac3e541" providerId="ADAL" clId="{647F09BE-D240-4890-B3F3-A7934694540E}" dt="2025-06-20T07:08:06.230" v="443" actId="21"/>
          <ac:spMkLst>
            <pc:docMk/>
            <pc:sldMk cId="3063834027" sldId="2147347738"/>
            <ac:spMk id="28" creationId="{6F67C0FC-581A-F2E0-2286-399E92833799}"/>
          </ac:spMkLst>
        </pc:spChg>
        <pc:spChg chg="del">
          <ac:chgData name="Mani, Siddharth" userId="ea703a10-db50-4df5-bf72-1a564ac3e541" providerId="ADAL" clId="{647F09BE-D240-4890-B3F3-A7934694540E}" dt="2025-06-20T07:08:06.230" v="443" actId="21"/>
          <ac:spMkLst>
            <pc:docMk/>
            <pc:sldMk cId="3063834027" sldId="2147347738"/>
            <ac:spMk id="29" creationId="{A96680F9-6D5B-208C-9255-206D31A734C7}"/>
          </ac:spMkLst>
        </pc:spChg>
        <pc:spChg chg="del">
          <ac:chgData name="Mani, Siddharth" userId="ea703a10-db50-4df5-bf72-1a564ac3e541" providerId="ADAL" clId="{647F09BE-D240-4890-B3F3-A7934694540E}" dt="2025-06-20T07:08:06.230" v="443" actId="21"/>
          <ac:spMkLst>
            <pc:docMk/>
            <pc:sldMk cId="3063834027" sldId="2147347738"/>
            <ac:spMk id="30" creationId="{3E3E3A0F-5835-2D5A-1DFE-9ECF90E5360D}"/>
          </ac:spMkLst>
        </pc:spChg>
        <pc:spChg chg="mod">
          <ac:chgData name="Mani, Siddharth" userId="ea703a10-db50-4df5-bf72-1a564ac3e541" providerId="ADAL" clId="{647F09BE-D240-4890-B3F3-A7934694540E}" dt="2025-06-20T07:08:16.672" v="445" actId="1076"/>
          <ac:spMkLst>
            <pc:docMk/>
            <pc:sldMk cId="3063834027" sldId="2147347738"/>
            <ac:spMk id="32" creationId="{5EA7CDE7-E59C-322E-6234-E64A7FDF8167}"/>
          </ac:spMkLst>
        </pc:spChg>
        <pc:spChg chg="mod">
          <ac:chgData name="Mani, Siddharth" userId="ea703a10-db50-4df5-bf72-1a564ac3e541" providerId="ADAL" clId="{647F09BE-D240-4890-B3F3-A7934694540E}" dt="2025-06-20T07:08:16.672" v="445" actId="1076"/>
          <ac:spMkLst>
            <pc:docMk/>
            <pc:sldMk cId="3063834027" sldId="2147347738"/>
            <ac:spMk id="33" creationId="{07933E02-2D5E-22DC-E9C8-988A3CB063CD}"/>
          </ac:spMkLst>
        </pc:spChg>
        <pc:spChg chg="mod">
          <ac:chgData name="Mani, Siddharth" userId="ea703a10-db50-4df5-bf72-1a564ac3e541" providerId="ADAL" clId="{647F09BE-D240-4890-B3F3-A7934694540E}" dt="2025-06-20T07:08:16.672" v="445" actId="1076"/>
          <ac:spMkLst>
            <pc:docMk/>
            <pc:sldMk cId="3063834027" sldId="2147347738"/>
            <ac:spMk id="35" creationId="{A7ECC827-C72B-035C-37A0-AAC6A75577E1}"/>
          </ac:spMkLst>
        </pc:spChg>
        <pc:spChg chg="mod">
          <ac:chgData name="Mani, Siddharth" userId="ea703a10-db50-4df5-bf72-1a564ac3e541" providerId="ADAL" clId="{647F09BE-D240-4890-B3F3-A7934694540E}" dt="2025-06-20T07:08:16.672" v="445" actId="1076"/>
          <ac:spMkLst>
            <pc:docMk/>
            <pc:sldMk cId="3063834027" sldId="2147347738"/>
            <ac:spMk id="36" creationId="{87CE055C-14DF-A883-7907-BD2AF2F7185A}"/>
          </ac:spMkLst>
        </pc:spChg>
        <pc:spChg chg="mod">
          <ac:chgData name="Mani, Siddharth" userId="ea703a10-db50-4df5-bf72-1a564ac3e541" providerId="ADAL" clId="{647F09BE-D240-4890-B3F3-A7934694540E}" dt="2025-06-20T07:08:16.672" v="445" actId="1076"/>
          <ac:spMkLst>
            <pc:docMk/>
            <pc:sldMk cId="3063834027" sldId="2147347738"/>
            <ac:spMk id="37" creationId="{F529F290-5E37-A41A-AE5A-5A25A08FBD37}"/>
          </ac:spMkLst>
        </pc:spChg>
        <pc:spChg chg="mod">
          <ac:chgData name="Mani, Siddharth" userId="ea703a10-db50-4df5-bf72-1a564ac3e541" providerId="ADAL" clId="{647F09BE-D240-4890-B3F3-A7934694540E}" dt="2025-06-20T07:08:16.672" v="445" actId="1076"/>
          <ac:spMkLst>
            <pc:docMk/>
            <pc:sldMk cId="3063834027" sldId="2147347738"/>
            <ac:spMk id="38" creationId="{E88344C5-357A-D513-894D-7BA9D94C753F}"/>
          </ac:spMkLst>
        </pc:spChg>
        <pc:spChg chg="mod">
          <ac:chgData name="Mani, Siddharth" userId="ea703a10-db50-4df5-bf72-1a564ac3e541" providerId="ADAL" clId="{647F09BE-D240-4890-B3F3-A7934694540E}" dt="2025-06-20T07:08:16.672" v="445" actId="1076"/>
          <ac:spMkLst>
            <pc:docMk/>
            <pc:sldMk cId="3063834027" sldId="2147347738"/>
            <ac:spMk id="39" creationId="{8B27F2AA-9395-617C-B2D9-B7B305E0F57B}"/>
          </ac:spMkLst>
        </pc:spChg>
        <pc:spChg chg="mod">
          <ac:chgData name="Mani, Siddharth" userId="ea703a10-db50-4df5-bf72-1a564ac3e541" providerId="ADAL" clId="{647F09BE-D240-4890-B3F3-A7934694540E}" dt="2025-06-20T07:08:16.672" v="445" actId="1076"/>
          <ac:spMkLst>
            <pc:docMk/>
            <pc:sldMk cId="3063834027" sldId="2147347738"/>
            <ac:spMk id="40" creationId="{4B89734F-5B45-61B5-C06D-C5E92B48F116}"/>
          </ac:spMkLst>
        </pc:spChg>
        <pc:spChg chg="mod">
          <ac:chgData name="Mani, Siddharth" userId="ea703a10-db50-4df5-bf72-1a564ac3e541" providerId="ADAL" clId="{647F09BE-D240-4890-B3F3-A7934694540E}" dt="2025-06-20T07:08:16.672" v="445" actId="1076"/>
          <ac:spMkLst>
            <pc:docMk/>
            <pc:sldMk cId="3063834027" sldId="2147347738"/>
            <ac:spMk id="41" creationId="{0C573F26-183C-23FF-2819-36D3EDB81D14}"/>
          </ac:spMkLst>
        </pc:spChg>
        <pc:spChg chg="mod">
          <ac:chgData name="Mani, Siddharth" userId="ea703a10-db50-4df5-bf72-1a564ac3e541" providerId="ADAL" clId="{647F09BE-D240-4890-B3F3-A7934694540E}" dt="2025-06-20T07:32:08.947" v="682" actId="1038"/>
          <ac:spMkLst>
            <pc:docMk/>
            <pc:sldMk cId="3063834027" sldId="2147347738"/>
            <ac:spMk id="47" creationId="{7D574B1C-13A4-AA70-6576-8CB1E7472608}"/>
          </ac:spMkLst>
        </pc:spChg>
        <pc:spChg chg="mod">
          <ac:chgData name="Mani, Siddharth" userId="ea703a10-db50-4df5-bf72-1a564ac3e541" providerId="ADAL" clId="{647F09BE-D240-4890-B3F3-A7934694540E}" dt="2025-06-20T07:32:08.947" v="682" actId="1038"/>
          <ac:spMkLst>
            <pc:docMk/>
            <pc:sldMk cId="3063834027" sldId="2147347738"/>
            <ac:spMk id="48" creationId="{0B4D6669-2F1C-2572-0C76-59A83788244E}"/>
          </ac:spMkLst>
        </pc:spChg>
        <pc:spChg chg="mod">
          <ac:chgData name="Mani, Siddharth" userId="ea703a10-db50-4df5-bf72-1a564ac3e541" providerId="ADAL" clId="{647F09BE-D240-4890-B3F3-A7934694540E}" dt="2025-06-20T07:32:08.947" v="682" actId="1038"/>
          <ac:spMkLst>
            <pc:docMk/>
            <pc:sldMk cId="3063834027" sldId="2147347738"/>
            <ac:spMk id="49" creationId="{96FD10F3-3CCC-DBA9-AD74-9685C390DB48}"/>
          </ac:spMkLst>
        </pc:spChg>
        <pc:spChg chg="mod">
          <ac:chgData name="Mani, Siddharth" userId="ea703a10-db50-4df5-bf72-1a564ac3e541" providerId="ADAL" clId="{647F09BE-D240-4890-B3F3-A7934694540E}" dt="2025-06-20T07:08:22.912" v="447" actId="1076"/>
          <ac:spMkLst>
            <pc:docMk/>
            <pc:sldMk cId="3063834027" sldId="2147347738"/>
            <ac:spMk id="51" creationId="{4789186F-056B-B596-7CAE-5BBE9EDD50CC}"/>
          </ac:spMkLst>
        </pc:spChg>
        <pc:spChg chg="mod">
          <ac:chgData name="Mani, Siddharth" userId="ea703a10-db50-4df5-bf72-1a564ac3e541" providerId="ADAL" clId="{647F09BE-D240-4890-B3F3-A7934694540E}" dt="2025-06-20T07:08:22.912" v="447" actId="1076"/>
          <ac:spMkLst>
            <pc:docMk/>
            <pc:sldMk cId="3063834027" sldId="2147347738"/>
            <ac:spMk id="52" creationId="{4A0C7DCC-C7DB-FEB9-FC25-E47C4C6FF60F}"/>
          </ac:spMkLst>
        </pc:spChg>
        <pc:spChg chg="add mod">
          <ac:chgData name="Mani, Siddharth" userId="ea703a10-db50-4df5-bf72-1a564ac3e541" providerId="ADAL" clId="{647F09BE-D240-4890-B3F3-A7934694540E}" dt="2025-06-20T07:09:17.680" v="568" actId="122"/>
          <ac:spMkLst>
            <pc:docMk/>
            <pc:sldMk cId="3063834027" sldId="2147347738"/>
            <ac:spMk id="53" creationId="{6F67C0FC-581A-F2E0-2286-399E92833799}"/>
          </ac:spMkLst>
        </pc:spChg>
        <pc:spChg chg="add del mod">
          <ac:chgData name="Mani, Siddharth" userId="ea703a10-db50-4df5-bf72-1a564ac3e541" providerId="ADAL" clId="{647F09BE-D240-4890-B3F3-A7934694540E}" dt="2025-06-20T07:09:33.015" v="576" actId="478"/>
          <ac:spMkLst>
            <pc:docMk/>
            <pc:sldMk cId="3063834027" sldId="2147347738"/>
            <ac:spMk id="54" creationId="{A96680F9-6D5B-208C-9255-206D31A734C7}"/>
          </ac:spMkLst>
        </pc:spChg>
        <pc:spChg chg="add mod">
          <ac:chgData name="Mani, Siddharth" userId="ea703a10-db50-4df5-bf72-1a564ac3e541" providerId="ADAL" clId="{647F09BE-D240-4890-B3F3-A7934694540E}" dt="2025-06-20T07:08:22.912" v="447" actId="1076"/>
          <ac:spMkLst>
            <pc:docMk/>
            <pc:sldMk cId="3063834027" sldId="2147347738"/>
            <ac:spMk id="55" creationId="{3E3E3A0F-5835-2D5A-1DFE-9ECF90E5360D}"/>
          </ac:spMkLst>
        </pc:spChg>
        <pc:spChg chg="mod">
          <ac:chgData name="Mani, Siddharth" userId="ea703a10-db50-4df5-bf72-1a564ac3e541" providerId="ADAL" clId="{647F09BE-D240-4890-B3F3-A7934694540E}" dt="2025-06-20T07:08:22.912" v="447" actId="1076"/>
          <ac:spMkLst>
            <pc:docMk/>
            <pc:sldMk cId="3063834027" sldId="2147347738"/>
            <ac:spMk id="57" creationId="{61590F31-5E6D-13D2-2726-21DA451D0FF7}"/>
          </ac:spMkLst>
        </pc:spChg>
        <pc:spChg chg="mod">
          <ac:chgData name="Mani, Siddharth" userId="ea703a10-db50-4df5-bf72-1a564ac3e541" providerId="ADAL" clId="{647F09BE-D240-4890-B3F3-A7934694540E}" dt="2025-06-20T07:08:22.912" v="447" actId="1076"/>
          <ac:spMkLst>
            <pc:docMk/>
            <pc:sldMk cId="3063834027" sldId="2147347738"/>
            <ac:spMk id="58" creationId="{5C9ABCFF-B07D-210A-F867-B0BEE4A11472}"/>
          </ac:spMkLst>
        </pc:spChg>
        <pc:spChg chg="add mod">
          <ac:chgData name="Mani, Siddharth" userId="ea703a10-db50-4df5-bf72-1a564ac3e541" providerId="ADAL" clId="{647F09BE-D240-4890-B3F3-A7934694540E}" dt="2025-06-20T07:34:54.261" v="888" actId="1036"/>
          <ac:spMkLst>
            <pc:docMk/>
            <pc:sldMk cId="3063834027" sldId="2147347738"/>
            <ac:spMk id="60" creationId="{D9789AE8-1B02-8F8B-B6F7-C533C756DB57}"/>
          </ac:spMkLst>
        </pc:spChg>
        <pc:spChg chg="mod">
          <ac:chgData name="Mani, Siddharth" userId="ea703a10-db50-4df5-bf72-1a564ac3e541" providerId="ADAL" clId="{647F09BE-D240-4890-B3F3-A7934694540E}" dt="2025-06-20T07:31:55.860" v="662" actId="1076"/>
          <ac:spMkLst>
            <pc:docMk/>
            <pc:sldMk cId="3063834027" sldId="2147347738"/>
            <ac:spMk id="62" creationId="{09C55353-15B1-8A52-9DB6-5699582CA05E}"/>
          </ac:spMkLst>
        </pc:spChg>
        <pc:spChg chg="mod">
          <ac:chgData name="Mani, Siddharth" userId="ea703a10-db50-4df5-bf72-1a564ac3e541" providerId="ADAL" clId="{647F09BE-D240-4890-B3F3-A7934694540E}" dt="2025-06-20T07:31:55.860" v="662" actId="1076"/>
          <ac:spMkLst>
            <pc:docMk/>
            <pc:sldMk cId="3063834027" sldId="2147347738"/>
            <ac:spMk id="63" creationId="{5B7F8CEA-C150-1A42-A7AD-5A8ED5CF2233}"/>
          </ac:spMkLst>
        </pc:spChg>
        <pc:spChg chg="add mod">
          <ac:chgData name="Mani, Siddharth" userId="ea703a10-db50-4df5-bf72-1a564ac3e541" providerId="ADAL" clId="{647F09BE-D240-4890-B3F3-A7934694540E}" dt="2025-06-20T07:31:55.860" v="662" actId="1076"/>
          <ac:spMkLst>
            <pc:docMk/>
            <pc:sldMk cId="3063834027" sldId="2147347738"/>
            <ac:spMk id="64" creationId="{289CC316-F914-7347-942C-7B16F43AA6F1}"/>
          </ac:spMkLst>
        </pc:spChg>
        <pc:spChg chg="add mod">
          <ac:chgData name="Mani, Siddharth" userId="ea703a10-db50-4df5-bf72-1a564ac3e541" providerId="ADAL" clId="{647F09BE-D240-4890-B3F3-A7934694540E}" dt="2025-06-20T07:31:55.860" v="662" actId="1076"/>
          <ac:spMkLst>
            <pc:docMk/>
            <pc:sldMk cId="3063834027" sldId="2147347738"/>
            <ac:spMk id="65" creationId="{DF941835-B0EF-C9D1-9FC3-FE91629B4F6B}"/>
          </ac:spMkLst>
        </pc:spChg>
        <pc:spChg chg="add mod">
          <ac:chgData name="Mani, Siddharth" userId="ea703a10-db50-4df5-bf72-1a564ac3e541" providerId="ADAL" clId="{647F09BE-D240-4890-B3F3-A7934694540E}" dt="2025-06-20T07:31:55.860" v="662" actId="1076"/>
          <ac:spMkLst>
            <pc:docMk/>
            <pc:sldMk cId="3063834027" sldId="2147347738"/>
            <ac:spMk id="66" creationId="{33A952D4-55A9-18E8-F5C5-E51673A6E6AD}"/>
          </ac:spMkLst>
        </pc:spChg>
        <pc:spChg chg="mod">
          <ac:chgData name="Mani, Siddharth" userId="ea703a10-db50-4df5-bf72-1a564ac3e541" providerId="ADAL" clId="{647F09BE-D240-4890-B3F3-A7934694540E}" dt="2025-06-20T07:31:55.860" v="662" actId="1076"/>
          <ac:spMkLst>
            <pc:docMk/>
            <pc:sldMk cId="3063834027" sldId="2147347738"/>
            <ac:spMk id="68" creationId="{C9C6A6BB-A22D-89A4-8FBA-06A721794A47}"/>
          </ac:spMkLst>
        </pc:spChg>
        <pc:spChg chg="mod">
          <ac:chgData name="Mani, Siddharth" userId="ea703a10-db50-4df5-bf72-1a564ac3e541" providerId="ADAL" clId="{647F09BE-D240-4890-B3F3-A7934694540E}" dt="2025-06-20T07:31:55.860" v="662" actId="1076"/>
          <ac:spMkLst>
            <pc:docMk/>
            <pc:sldMk cId="3063834027" sldId="2147347738"/>
            <ac:spMk id="69" creationId="{C710208E-2C7D-7595-EBFA-A9C94EC82EDB}"/>
          </ac:spMkLst>
        </pc:spChg>
        <pc:spChg chg="mod">
          <ac:chgData name="Mani, Siddharth" userId="ea703a10-db50-4df5-bf72-1a564ac3e541" providerId="ADAL" clId="{647F09BE-D240-4890-B3F3-A7934694540E}" dt="2025-06-20T07:31:55.860" v="662" actId="1076"/>
          <ac:spMkLst>
            <pc:docMk/>
            <pc:sldMk cId="3063834027" sldId="2147347738"/>
            <ac:spMk id="70" creationId="{67750CC4-9764-63C4-CFA2-CA83C6EC0CC6}"/>
          </ac:spMkLst>
        </pc:spChg>
        <pc:spChg chg="mod">
          <ac:chgData name="Mani, Siddharth" userId="ea703a10-db50-4df5-bf72-1a564ac3e541" providerId="ADAL" clId="{647F09BE-D240-4890-B3F3-A7934694540E}" dt="2025-06-20T07:32:03.996" v="664"/>
          <ac:spMkLst>
            <pc:docMk/>
            <pc:sldMk cId="3063834027" sldId="2147347738"/>
            <ac:spMk id="72" creationId="{FA6286BA-9FF3-08DC-520C-0BBFB2C7BF7C}"/>
          </ac:spMkLst>
        </pc:spChg>
        <pc:spChg chg="mod">
          <ac:chgData name="Mani, Siddharth" userId="ea703a10-db50-4df5-bf72-1a564ac3e541" providerId="ADAL" clId="{647F09BE-D240-4890-B3F3-A7934694540E}" dt="2025-06-20T07:32:03.996" v="664"/>
          <ac:spMkLst>
            <pc:docMk/>
            <pc:sldMk cId="3063834027" sldId="2147347738"/>
            <ac:spMk id="73" creationId="{0CFEB3B7-EE6E-B248-1A99-27A7FB13A41F}"/>
          </ac:spMkLst>
        </pc:spChg>
        <pc:spChg chg="add mod">
          <ac:chgData name="Mani, Siddharth" userId="ea703a10-db50-4df5-bf72-1a564ac3e541" providerId="ADAL" clId="{647F09BE-D240-4890-B3F3-A7934694540E}" dt="2025-06-20T07:32:03.996" v="664"/>
          <ac:spMkLst>
            <pc:docMk/>
            <pc:sldMk cId="3063834027" sldId="2147347738"/>
            <ac:spMk id="74" creationId="{E1E99A97-9E6F-2EC5-2DC6-B3EB2340F7D1}"/>
          </ac:spMkLst>
        </pc:spChg>
        <pc:spChg chg="add mod">
          <ac:chgData name="Mani, Siddharth" userId="ea703a10-db50-4df5-bf72-1a564ac3e541" providerId="ADAL" clId="{647F09BE-D240-4890-B3F3-A7934694540E}" dt="2025-06-20T07:32:03.996" v="664"/>
          <ac:spMkLst>
            <pc:docMk/>
            <pc:sldMk cId="3063834027" sldId="2147347738"/>
            <ac:spMk id="75" creationId="{F2DD17A7-FEDA-C801-FD68-9B3C826A8E1E}"/>
          </ac:spMkLst>
        </pc:spChg>
        <pc:spChg chg="add mod">
          <ac:chgData name="Mani, Siddharth" userId="ea703a10-db50-4df5-bf72-1a564ac3e541" providerId="ADAL" clId="{647F09BE-D240-4890-B3F3-A7934694540E}" dt="2025-06-20T07:32:03.996" v="664"/>
          <ac:spMkLst>
            <pc:docMk/>
            <pc:sldMk cId="3063834027" sldId="2147347738"/>
            <ac:spMk id="76" creationId="{AA51B3A4-5766-3BCE-E34F-3B12DEF3FD91}"/>
          </ac:spMkLst>
        </pc:spChg>
        <pc:spChg chg="mod">
          <ac:chgData name="Mani, Siddharth" userId="ea703a10-db50-4df5-bf72-1a564ac3e541" providerId="ADAL" clId="{647F09BE-D240-4890-B3F3-A7934694540E}" dt="2025-06-20T07:32:03.996" v="664"/>
          <ac:spMkLst>
            <pc:docMk/>
            <pc:sldMk cId="3063834027" sldId="2147347738"/>
            <ac:spMk id="78" creationId="{6E8D875A-FB80-A0DD-CA81-4E107944021D}"/>
          </ac:spMkLst>
        </pc:spChg>
        <pc:spChg chg="mod">
          <ac:chgData name="Mani, Siddharth" userId="ea703a10-db50-4df5-bf72-1a564ac3e541" providerId="ADAL" clId="{647F09BE-D240-4890-B3F3-A7934694540E}" dt="2025-06-20T07:32:03.996" v="664"/>
          <ac:spMkLst>
            <pc:docMk/>
            <pc:sldMk cId="3063834027" sldId="2147347738"/>
            <ac:spMk id="79" creationId="{9C1164F0-29B3-AD5D-2EE9-E77B71C038F5}"/>
          </ac:spMkLst>
        </pc:spChg>
        <pc:spChg chg="mod">
          <ac:chgData name="Mani, Siddharth" userId="ea703a10-db50-4df5-bf72-1a564ac3e541" providerId="ADAL" clId="{647F09BE-D240-4890-B3F3-A7934694540E}" dt="2025-06-20T07:32:03.996" v="664"/>
          <ac:spMkLst>
            <pc:docMk/>
            <pc:sldMk cId="3063834027" sldId="2147347738"/>
            <ac:spMk id="80" creationId="{044D9100-C736-19C1-1FCD-4928AACD48E9}"/>
          </ac:spMkLst>
        </pc:spChg>
        <pc:spChg chg="mod">
          <ac:chgData name="Mani, Siddharth" userId="ea703a10-db50-4df5-bf72-1a564ac3e541" providerId="ADAL" clId="{647F09BE-D240-4890-B3F3-A7934694540E}" dt="2025-06-20T07:32:22.497" v="749" actId="1076"/>
          <ac:spMkLst>
            <pc:docMk/>
            <pc:sldMk cId="3063834027" sldId="2147347738"/>
            <ac:spMk id="82" creationId="{07E3D9F2-D4DF-9325-4321-DD5B1DDF6C36}"/>
          </ac:spMkLst>
        </pc:spChg>
        <pc:spChg chg="mod">
          <ac:chgData name="Mani, Siddharth" userId="ea703a10-db50-4df5-bf72-1a564ac3e541" providerId="ADAL" clId="{647F09BE-D240-4890-B3F3-A7934694540E}" dt="2025-06-20T07:32:22.497" v="749" actId="1076"/>
          <ac:spMkLst>
            <pc:docMk/>
            <pc:sldMk cId="3063834027" sldId="2147347738"/>
            <ac:spMk id="83" creationId="{DE3DCB68-9363-5ED2-215B-4A3AC59CCB94}"/>
          </ac:spMkLst>
        </pc:spChg>
        <pc:spChg chg="add mod">
          <ac:chgData name="Mani, Siddharth" userId="ea703a10-db50-4df5-bf72-1a564ac3e541" providerId="ADAL" clId="{647F09BE-D240-4890-B3F3-A7934694540E}" dt="2025-06-20T07:34:41.826" v="885" actId="20577"/>
          <ac:spMkLst>
            <pc:docMk/>
            <pc:sldMk cId="3063834027" sldId="2147347738"/>
            <ac:spMk id="84" creationId="{F8B5856B-42E9-D73E-4676-0438BA0639BD}"/>
          </ac:spMkLst>
        </pc:spChg>
        <pc:spChg chg="add mod">
          <ac:chgData name="Mani, Siddharth" userId="ea703a10-db50-4df5-bf72-1a564ac3e541" providerId="ADAL" clId="{647F09BE-D240-4890-B3F3-A7934694540E}" dt="2025-06-20T07:32:48.386" v="793" actId="20577"/>
          <ac:spMkLst>
            <pc:docMk/>
            <pc:sldMk cId="3063834027" sldId="2147347738"/>
            <ac:spMk id="85" creationId="{C829C3EA-E171-9462-D7A8-D4EB645B3418}"/>
          </ac:spMkLst>
        </pc:spChg>
        <pc:spChg chg="add mod">
          <ac:chgData name="Mani, Siddharth" userId="ea703a10-db50-4df5-bf72-1a564ac3e541" providerId="ADAL" clId="{647F09BE-D240-4890-B3F3-A7934694540E}" dt="2025-06-20T07:32:22.497" v="749" actId="1076"/>
          <ac:spMkLst>
            <pc:docMk/>
            <pc:sldMk cId="3063834027" sldId="2147347738"/>
            <ac:spMk id="86" creationId="{F89571A0-D004-B35E-2DBD-10522027035D}"/>
          </ac:spMkLst>
        </pc:spChg>
        <pc:spChg chg="mod">
          <ac:chgData name="Mani, Siddharth" userId="ea703a10-db50-4df5-bf72-1a564ac3e541" providerId="ADAL" clId="{647F09BE-D240-4890-B3F3-A7934694540E}" dt="2025-06-20T07:32:22.497" v="749" actId="1076"/>
          <ac:spMkLst>
            <pc:docMk/>
            <pc:sldMk cId="3063834027" sldId="2147347738"/>
            <ac:spMk id="88" creationId="{160D950A-BBE5-764E-37AC-F4B9BC9A0871}"/>
          </ac:spMkLst>
        </pc:spChg>
        <pc:spChg chg="mod">
          <ac:chgData name="Mani, Siddharth" userId="ea703a10-db50-4df5-bf72-1a564ac3e541" providerId="ADAL" clId="{647F09BE-D240-4890-B3F3-A7934694540E}" dt="2025-06-20T07:32:22.497" v="749" actId="1076"/>
          <ac:spMkLst>
            <pc:docMk/>
            <pc:sldMk cId="3063834027" sldId="2147347738"/>
            <ac:spMk id="89" creationId="{2DEE527C-FC16-61E9-32F9-4C1827B40BA4}"/>
          </ac:spMkLst>
        </pc:spChg>
        <pc:spChg chg="mod">
          <ac:chgData name="Mani, Siddharth" userId="ea703a10-db50-4df5-bf72-1a564ac3e541" providerId="ADAL" clId="{647F09BE-D240-4890-B3F3-A7934694540E}" dt="2025-06-20T07:32:22.497" v="749" actId="1076"/>
          <ac:spMkLst>
            <pc:docMk/>
            <pc:sldMk cId="3063834027" sldId="2147347738"/>
            <ac:spMk id="90" creationId="{676EEF86-B789-91D2-1CE9-0F037A88E3F0}"/>
          </ac:spMkLst>
        </pc:spChg>
        <pc:grpChg chg="mod">
          <ac:chgData name="Mani, Siddharth" userId="ea703a10-db50-4df5-bf72-1a564ac3e541" providerId="ADAL" clId="{647F09BE-D240-4890-B3F3-A7934694540E}" dt="2025-06-20T07:08:16.672" v="445" actId="1076"/>
          <ac:grpSpMkLst>
            <pc:docMk/>
            <pc:sldMk cId="3063834027" sldId="2147347738"/>
            <ac:grpSpMk id="5" creationId="{16FD34D1-BE99-8BFC-FA41-6A12B5DAA8E4}"/>
          </ac:grpSpMkLst>
        </pc:grpChg>
        <pc:grpChg chg="mod">
          <ac:chgData name="Mani, Siddharth" userId="ea703a10-db50-4df5-bf72-1a564ac3e541" providerId="ADAL" clId="{647F09BE-D240-4890-B3F3-A7934694540E}" dt="2025-06-20T07:08:16.672" v="445" actId="1076"/>
          <ac:grpSpMkLst>
            <pc:docMk/>
            <pc:sldMk cId="3063834027" sldId="2147347738"/>
            <ac:grpSpMk id="13" creationId="{9E4DD949-1F05-F533-4015-C10A89D0723A}"/>
          </ac:grpSpMkLst>
        </pc:grpChg>
        <pc:grpChg chg="mod">
          <ac:chgData name="Mani, Siddharth" userId="ea703a10-db50-4df5-bf72-1a564ac3e541" providerId="ADAL" clId="{647F09BE-D240-4890-B3F3-A7934694540E}" dt="2025-06-20T07:32:08.947" v="682" actId="1038"/>
          <ac:grpSpMkLst>
            <pc:docMk/>
            <pc:sldMk cId="3063834027" sldId="2147347738"/>
            <ac:grpSpMk id="19" creationId="{D57B54EF-D552-B793-E4C1-A85FC7982551}"/>
          </ac:grpSpMkLst>
        </pc:grpChg>
        <pc:grpChg chg="del">
          <ac:chgData name="Mani, Siddharth" userId="ea703a10-db50-4df5-bf72-1a564ac3e541" providerId="ADAL" clId="{647F09BE-D240-4890-B3F3-A7934694540E}" dt="2025-06-20T07:08:06.230" v="443" actId="21"/>
          <ac:grpSpMkLst>
            <pc:docMk/>
            <pc:sldMk cId="3063834027" sldId="2147347738"/>
            <ac:grpSpMk id="25" creationId="{671CB365-3B6A-0097-119F-7E219287E367}"/>
          </ac:grpSpMkLst>
        </pc:grpChg>
        <pc:grpChg chg="mod">
          <ac:chgData name="Mani, Siddharth" userId="ea703a10-db50-4df5-bf72-1a564ac3e541" providerId="ADAL" clId="{647F09BE-D240-4890-B3F3-A7934694540E}" dt="2025-06-20T07:08:16.672" v="445" actId="1076"/>
          <ac:grpSpMkLst>
            <pc:docMk/>
            <pc:sldMk cId="3063834027" sldId="2147347738"/>
            <ac:grpSpMk id="31" creationId="{E4CF6344-553B-F42C-09B6-877BCE3CCCFC}"/>
          </ac:grpSpMkLst>
        </pc:grpChg>
        <pc:grpChg chg="mod">
          <ac:chgData name="Mani, Siddharth" userId="ea703a10-db50-4df5-bf72-1a564ac3e541" providerId="ADAL" clId="{647F09BE-D240-4890-B3F3-A7934694540E}" dt="2025-06-20T07:08:16.672" v="445" actId="1076"/>
          <ac:grpSpMkLst>
            <pc:docMk/>
            <pc:sldMk cId="3063834027" sldId="2147347738"/>
            <ac:grpSpMk id="34" creationId="{87DD5578-259A-5074-B374-C3CF8127F90F}"/>
          </ac:grpSpMkLst>
        </pc:grpChg>
        <pc:grpChg chg="del">
          <ac:chgData name="Mani, Siddharth" userId="ea703a10-db50-4df5-bf72-1a564ac3e541" providerId="ADAL" clId="{647F09BE-D240-4890-B3F3-A7934694540E}" dt="2025-06-20T07:08:06.230" v="443" actId="21"/>
          <ac:grpSpMkLst>
            <pc:docMk/>
            <pc:sldMk cId="3063834027" sldId="2147347738"/>
            <ac:grpSpMk id="43" creationId="{53E5DB7C-7EE3-F6B9-54CC-F6A44968D068}"/>
          </ac:grpSpMkLst>
        </pc:grpChg>
        <pc:grpChg chg="mod">
          <ac:chgData name="Mani, Siddharth" userId="ea703a10-db50-4df5-bf72-1a564ac3e541" providerId="ADAL" clId="{647F09BE-D240-4890-B3F3-A7934694540E}" dt="2025-06-20T07:32:08.947" v="682" actId="1038"/>
          <ac:grpSpMkLst>
            <pc:docMk/>
            <pc:sldMk cId="3063834027" sldId="2147347738"/>
            <ac:grpSpMk id="46" creationId="{C0F4D832-457D-6BCA-962E-475996481CD2}"/>
          </ac:grpSpMkLst>
        </pc:grpChg>
        <pc:grpChg chg="add mod">
          <ac:chgData name="Mani, Siddharth" userId="ea703a10-db50-4df5-bf72-1a564ac3e541" providerId="ADAL" clId="{647F09BE-D240-4890-B3F3-A7934694540E}" dt="2025-06-20T07:08:22.912" v="447" actId="1076"/>
          <ac:grpSpMkLst>
            <pc:docMk/>
            <pc:sldMk cId="3063834027" sldId="2147347738"/>
            <ac:grpSpMk id="50" creationId="{671CB365-3B6A-0097-119F-7E219287E367}"/>
          </ac:grpSpMkLst>
        </pc:grpChg>
        <pc:grpChg chg="add mod">
          <ac:chgData name="Mani, Siddharth" userId="ea703a10-db50-4df5-bf72-1a564ac3e541" providerId="ADAL" clId="{647F09BE-D240-4890-B3F3-A7934694540E}" dt="2025-06-20T07:08:22.912" v="447" actId="1076"/>
          <ac:grpSpMkLst>
            <pc:docMk/>
            <pc:sldMk cId="3063834027" sldId="2147347738"/>
            <ac:grpSpMk id="56" creationId="{53E5DB7C-7EE3-F6B9-54CC-F6A44968D068}"/>
          </ac:grpSpMkLst>
        </pc:grpChg>
        <pc:grpChg chg="add mod">
          <ac:chgData name="Mani, Siddharth" userId="ea703a10-db50-4df5-bf72-1a564ac3e541" providerId="ADAL" clId="{647F09BE-D240-4890-B3F3-A7934694540E}" dt="2025-06-20T07:31:55.860" v="662" actId="1076"/>
          <ac:grpSpMkLst>
            <pc:docMk/>
            <pc:sldMk cId="3063834027" sldId="2147347738"/>
            <ac:grpSpMk id="61" creationId="{D6073CDF-CAA2-53E9-BC57-4066D41FE22B}"/>
          </ac:grpSpMkLst>
        </pc:grpChg>
        <pc:grpChg chg="add mod">
          <ac:chgData name="Mani, Siddharth" userId="ea703a10-db50-4df5-bf72-1a564ac3e541" providerId="ADAL" clId="{647F09BE-D240-4890-B3F3-A7934694540E}" dt="2025-06-20T07:31:55.860" v="662" actId="1076"/>
          <ac:grpSpMkLst>
            <pc:docMk/>
            <pc:sldMk cId="3063834027" sldId="2147347738"/>
            <ac:grpSpMk id="67" creationId="{3458DC30-66F0-D8C0-65C6-A3321984E80F}"/>
          </ac:grpSpMkLst>
        </pc:grpChg>
        <pc:grpChg chg="add mod">
          <ac:chgData name="Mani, Siddharth" userId="ea703a10-db50-4df5-bf72-1a564ac3e541" providerId="ADAL" clId="{647F09BE-D240-4890-B3F3-A7934694540E}" dt="2025-06-20T07:32:03.996" v="664"/>
          <ac:grpSpMkLst>
            <pc:docMk/>
            <pc:sldMk cId="3063834027" sldId="2147347738"/>
            <ac:grpSpMk id="71" creationId="{F9FAD1AA-A6AA-D732-4226-48C50DEEF047}"/>
          </ac:grpSpMkLst>
        </pc:grpChg>
        <pc:grpChg chg="add mod">
          <ac:chgData name="Mani, Siddharth" userId="ea703a10-db50-4df5-bf72-1a564ac3e541" providerId="ADAL" clId="{647F09BE-D240-4890-B3F3-A7934694540E}" dt="2025-06-20T07:32:03.996" v="664"/>
          <ac:grpSpMkLst>
            <pc:docMk/>
            <pc:sldMk cId="3063834027" sldId="2147347738"/>
            <ac:grpSpMk id="77" creationId="{CBE136ED-7664-C7D1-452A-9492E2A70BF5}"/>
          </ac:grpSpMkLst>
        </pc:grpChg>
        <pc:grpChg chg="add mod">
          <ac:chgData name="Mani, Siddharth" userId="ea703a10-db50-4df5-bf72-1a564ac3e541" providerId="ADAL" clId="{647F09BE-D240-4890-B3F3-A7934694540E}" dt="2025-06-20T07:32:22.497" v="749" actId="1076"/>
          <ac:grpSpMkLst>
            <pc:docMk/>
            <pc:sldMk cId="3063834027" sldId="2147347738"/>
            <ac:grpSpMk id="81" creationId="{4C422753-ECFF-E66B-AC57-DAEF96D28F39}"/>
          </ac:grpSpMkLst>
        </pc:grpChg>
        <pc:grpChg chg="add mod">
          <ac:chgData name="Mani, Siddharth" userId="ea703a10-db50-4df5-bf72-1a564ac3e541" providerId="ADAL" clId="{647F09BE-D240-4890-B3F3-A7934694540E}" dt="2025-06-20T07:32:22.497" v="749" actId="1076"/>
          <ac:grpSpMkLst>
            <pc:docMk/>
            <pc:sldMk cId="3063834027" sldId="2147347738"/>
            <ac:grpSpMk id="87" creationId="{65E8E970-E5CF-592A-8CE9-3DA832013650}"/>
          </ac:grpSpMkLst>
        </pc:grpChg>
        <pc:cxnChg chg="add mod">
          <ac:chgData name="Mani, Siddharth" userId="ea703a10-db50-4df5-bf72-1a564ac3e541" providerId="ADAL" clId="{647F09BE-D240-4890-B3F3-A7934694540E}" dt="2025-06-20T07:34:54.261" v="888" actId="1036"/>
          <ac:cxnSpMkLst>
            <pc:docMk/>
            <pc:sldMk cId="3063834027" sldId="2147347738"/>
            <ac:cxnSpMk id="59" creationId="{3C9A1DB2-13C0-DAB4-1933-3D52D437829F}"/>
          </ac:cxnSpMkLst>
        </pc:cxnChg>
      </pc:sldChg>
      <pc:sldChg chg="addSp modSp mod addCm delCm">
        <pc:chgData name="Mani, Siddharth" userId="ea703a10-db50-4df5-bf72-1a564ac3e541" providerId="ADAL" clId="{647F09BE-D240-4890-B3F3-A7934694540E}" dt="2025-06-20T09:09:41.142" v="936"/>
        <pc:sldMkLst>
          <pc:docMk/>
          <pc:sldMk cId="462382829" sldId="2147347740"/>
        </pc:sldMkLst>
        <pc:spChg chg="mod">
          <ac:chgData name="Mani, Siddharth" userId="ea703a10-db50-4df5-bf72-1a564ac3e541" providerId="ADAL" clId="{647F09BE-D240-4890-B3F3-A7934694540E}" dt="2025-06-20T06:34:15.251" v="196" actId="20577"/>
          <ac:spMkLst>
            <pc:docMk/>
            <pc:sldMk cId="462382829" sldId="2147347740"/>
            <ac:spMk id="6" creationId="{00000000-0000-0000-0000-000000000000}"/>
          </ac:spMkLst>
        </pc:spChg>
        <pc:spChg chg="add mod">
          <ac:chgData name="Mani, Siddharth" userId="ea703a10-db50-4df5-bf72-1a564ac3e541" providerId="ADAL" clId="{647F09BE-D240-4890-B3F3-A7934694540E}" dt="2025-06-20T09:09:31.643" v="935" actId="20577"/>
          <ac:spMkLst>
            <pc:docMk/>
            <pc:sldMk cId="462382829" sldId="2147347740"/>
            <ac:spMk id="9" creationId="{09A8C4DF-097B-21EA-158C-8F9534D7A9D7}"/>
          </ac:spMkLst>
        </pc:spChg>
        <pc:grpChg chg="mod">
          <ac:chgData name="Mani, Siddharth" userId="ea703a10-db50-4df5-bf72-1a564ac3e541" providerId="ADAL" clId="{647F09BE-D240-4890-B3F3-A7934694540E}" dt="2025-06-20T06:36:23.455" v="198" actId="1076"/>
          <ac:grpSpMkLst>
            <pc:docMk/>
            <pc:sldMk cId="462382829" sldId="2147347740"/>
            <ac:grpSpMk id="12" creationId="{DCC5220A-2F88-D2DE-2CD5-37582AA6AD69}"/>
          </ac:grpSpMkLst>
        </pc:grpChg>
        <pc:picChg chg="mod">
          <ac:chgData name="Mani, Siddharth" userId="ea703a10-db50-4df5-bf72-1a564ac3e541" providerId="ADAL" clId="{647F09BE-D240-4890-B3F3-A7934694540E}" dt="2025-06-20T06:36:23.455" v="198" actId="1076"/>
          <ac:picMkLst>
            <pc:docMk/>
            <pc:sldMk cId="462382829" sldId="2147347740"/>
            <ac:picMk id="18" creationId="{85F532EA-34C6-D3F3-4DF9-E8BCF74413C7}"/>
          </ac:picMkLst>
        </pc:picChg>
        <pc:extLst>
          <p:ext xmlns:p="http://schemas.openxmlformats.org/presentationml/2006/main" uri="{D6D511B9-2390-475A-947B-AFAB55BFBCF1}">
            <pc226:cmChg xmlns:pc226="http://schemas.microsoft.com/office/powerpoint/2022/06/main/command" chg="add del">
              <pc226:chgData name="Mani, Siddharth" userId="ea703a10-db50-4df5-bf72-1a564ac3e541" providerId="ADAL" clId="{647F09BE-D240-4890-B3F3-A7934694540E}" dt="2025-06-20T09:09:41.142" v="936"/>
              <pc2:cmMkLst xmlns:pc2="http://schemas.microsoft.com/office/powerpoint/2019/9/main/command">
                <pc:docMk/>
                <pc:sldMk cId="462382829" sldId="2147347740"/>
                <pc2:cmMk id="{7A07B065-85CB-4BB9-A3C4-DEEFC6DF1102}"/>
              </pc2:cmMkLst>
            </pc226:cmChg>
          </p:ext>
        </pc:extLst>
      </pc:sldChg>
      <pc:sldChg chg="modSp mod addCm delCm">
        <pc:chgData name="Mani, Siddharth" userId="ea703a10-db50-4df5-bf72-1a564ac3e541" providerId="ADAL" clId="{647F09BE-D240-4890-B3F3-A7934694540E}" dt="2025-06-20T09:08:43.241" v="905"/>
        <pc:sldMkLst>
          <pc:docMk/>
          <pc:sldMk cId="3486595903" sldId="2147482244"/>
        </pc:sldMkLst>
        <pc:spChg chg="mod">
          <ac:chgData name="Mani, Siddharth" userId="ea703a10-db50-4df5-bf72-1a564ac3e541" providerId="ADAL" clId="{647F09BE-D240-4890-B3F3-A7934694540E}" dt="2025-06-20T07:01:19.305" v="336" actId="20577"/>
          <ac:spMkLst>
            <pc:docMk/>
            <pc:sldMk cId="3486595903" sldId="2147482244"/>
            <ac:spMk id="6" creationId="{00000000-0000-0000-0000-000000000000}"/>
          </ac:spMkLst>
        </pc:spChg>
        <pc:spChg chg="mod">
          <ac:chgData name="Mani, Siddharth" userId="ea703a10-db50-4df5-bf72-1a564ac3e541" providerId="ADAL" clId="{647F09BE-D240-4890-B3F3-A7934694540E}" dt="2025-06-20T09:08:37.759" v="904" actId="20577"/>
          <ac:spMkLst>
            <pc:docMk/>
            <pc:sldMk cId="3486595903" sldId="2147482244"/>
            <ac:spMk id="18" creationId="{9A27E93E-52A7-89CD-94B0-76D6FDACEBA6}"/>
          </ac:spMkLst>
        </pc:spChg>
        <pc:spChg chg="mod">
          <ac:chgData name="Mani, Siddharth" userId="ea703a10-db50-4df5-bf72-1a564ac3e541" providerId="ADAL" clId="{647F09BE-D240-4890-B3F3-A7934694540E}" dt="2025-06-20T07:21:15.775" v="603" actId="20577"/>
          <ac:spMkLst>
            <pc:docMk/>
            <pc:sldMk cId="3486595903" sldId="2147482244"/>
            <ac:spMk id="21" creationId="{213B02BA-D0EF-5DAC-0DAC-15548701862B}"/>
          </ac:spMkLst>
        </pc:spChg>
        <pc:spChg chg="mod">
          <ac:chgData name="Mani, Siddharth" userId="ea703a10-db50-4df5-bf72-1a564ac3e541" providerId="ADAL" clId="{647F09BE-D240-4890-B3F3-A7934694540E}" dt="2025-06-20T07:23:12.739" v="605" actId="13926"/>
          <ac:spMkLst>
            <pc:docMk/>
            <pc:sldMk cId="3486595903" sldId="2147482244"/>
            <ac:spMk id="24" creationId="{80A278B5-620C-9626-B342-11887F37F9BE}"/>
          </ac:spMkLst>
        </pc:spChg>
        <pc:spChg chg="mod">
          <ac:chgData name="Mani, Siddharth" userId="ea703a10-db50-4df5-bf72-1a564ac3e541" providerId="ADAL" clId="{647F09BE-D240-4890-B3F3-A7934694540E}" dt="2025-06-20T07:24:00.122" v="625" actId="20577"/>
          <ac:spMkLst>
            <pc:docMk/>
            <pc:sldMk cId="3486595903" sldId="2147482244"/>
            <ac:spMk id="72" creationId="{AB3C28F3-806D-F9CA-657A-C538F4C53AF0}"/>
          </ac:spMkLst>
        </pc:spChg>
        <pc:extLst>
          <p:ext xmlns:p="http://schemas.openxmlformats.org/presentationml/2006/main" uri="{D6D511B9-2390-475A-947B-AFAB55BFBCF1}">
            <pc226:cmChg xmlns:pc226="http://schemas.microsoft.com/office/powerpoint/2022/06/main/command" chg="add del">
              <pc226:chgData name="Mani, Siddharth" userId="ea703a10-db50-4df5-bf72-1a564ac3e541" providerId="ADAL" clId="{647F09BE-D240-4890-B3F3-A7934694540E}" dt="2025-06-20T09:08:43.241" v="905"/>
              <pc2:cmMkLst xmlns:pc2="http://schemas.microsoft.com/office/powerpoint/2019/9/main/command">
                <pc:docMk/>
                <pc:sldMk cId="3486595903" sldId="2147482244"/>
                <pc2:cmMk id="{43559429-0FD0-45FD-8184-CEE8277C96A0}"/>
              </pc2:cmMkLst>
            </pc226:cmChg>
          </p:ext>
        </pc:extLst>
      </pc:sldChg>
      <pc:sldChg chg="delSp mod">
        <pc:chgData name="Mani, Siddharth" userId="ea703a10-db50-4df5-bf72-1a564ac3e541" providerId="ADAL" clId="{647F09BE-D240-4890-B3F3-A7934694540E}" dt="2025-06-20T06:34:45.186" v="197" actId="478"/>
        <pc:sldMkLst>
          <pc:docMk/>
          <pc:sldMk cId="2798809810" sldId="2147482249"/>
        </pc:sldMkLst>
        <pc:picChg chg="del">
          <ac:chgData name="Mani, Siddharth" userId="ea703a10-db50-4df5-bf72-1a564ac3e541" providerId="ADAL" clId="{647F09BE-D240-4890-B3F3-A7934694540E}" dt="2025-06-20T06:34:45.186" v="197" actId="478"/>
          <ac:picMkLst>
            <pc:docMk/>
            <pc:sldMk cId="2798809810" sldId="2147482249"/>
            <ac:picMk id="7" creationId="{95A7A0AA-492B-DA8B-18A8-17BB46843121}"/>
          </ac:picMkLst>
        </pc:picChg>
        <pc:picChg chg="del">
          <ac:chgData name="Mani, Siddharth" userId="ea703a10-db50-4df5-bf72-1a564ac3e541" providerId="ADAL" clId="{647F09BE-D240-4890-B3F3-A7934694540E}" dt="2025-06-20T06:34:45.186" v="197" actId="478"/>
          <ac:picMkLst>
            <pc:docMk/>
            <pc:sldMk cId="2798809810" sldId="2147482249"/>
            <ac:picMk id="12" creationId="{95502B23-535F-6743-33B1-A9CA24E5FB2D}"/>
          </ac:picMkLst>
        </pc:picChg>
        <pc:picChg chg="del">
          <ac:chgData name="Mani, Siddharth" userId="ea703a10-db50-4df5-bf72-1a564ac3e541" providerId="ADAL" clId="{647F09BE-D240-4890-B3F3-A7934694540E}" dt="2025-06-20T06:34:45.186" v="197" actId="478"/>
          <ac:picMkLst>
            <pc:docMk/>
            <pc:sldMk cId="2798809810" sldId="2147482249"/>
            <ac:picMk id="18" creationId="{7AA0F465-DB94-284F-9931-1DB85E63B38F}"/>
          </ac:picMkLst>
        </pc:picChg>
        <pc:picChg chg="del">
          <ac:chgData name="Mani, Siddharth" userId="ea703a10-db50-4df5-bf72-1a564ac3e541" providerId="ADAL" clId="{647F09BE-D240-4890-B3F3-A7934694540E}" dt="2025-06-20T06:34:45.186" v="197" actId="478"/>
          <ac:picMkLst>
            <pc:docMk/>
            <pc:sldMk cId="2798809810" sldId="2147482249"/>
            <ac:picMk id="25" creationId="{071D815A-23D5-9889-6DCF-21563346A740}"/>
          </ac:picMkLst>
        </pc:picChg>
        <pc:picChg chg="del">
          <ac:chgData name="Mani, Siddharth" userId="ea703a10-db50-4df5-bf72-1a564ac3e541" providerId="ADAL" clId="{647F09BE-D240-4890-B3F3-A7934694540E}" dt="2025-06-20T06:34:45.186" v="197" actId="478"/>
          <ac:picMkLst>
            <pc:docMk/>
            <pc:sldMk cId="2798809810" sldId="2147482249"/>
            <ac:picMk id="28" creationId="{D3E487A1-4B9C-385F-BC39-987B77F71361}"/>
          </ac:picMkLst>
        </pc:picChg>
      </pc:sldChg>
      <pc:sldChg chg="del">
        <pc:chgData name="Mani, Siddharth" userId="ea703a10-db50-4df5-bf72-1a564ac3e541" providerId="ADAL" clId="{647F09BE-D240-4890-B3F3-A7934694540E}" dt="2025-06-20T07:12:56.266" v="581" actId="47"/>
        <pc:sldMkLst>
          <pc:docMk/>
          <pc:sldMk cId="624739403" sldId="2147482253"/>
        </pc:sldMkLst>
      </pc:sldChg>
      <pc:sldChg chg="addSp delSp modSp mod">
        <pc:chgData name="Mani, Siddharth" userId="ea703a10-db50-4df5-bf72-1a564ac3e541" providerId="ADAL" clId="{647F09BE-D240-4890-B3F3-A7934694540E}" dt="2025-06-20T07:26:00.060" v="658" actId="20577"/>
        <pc:sldMkLst>
          <pc:docMk/>
          <pc:sldMk cId="31875403" sldId="2147482254"/>
        </pc:sldMkLst>
        <pc:spChg chg="del">
          <ac:chgData name="Mani, Siddharth" userId="ea703a10-db50-4df5-bf72-1a564ac3e541" providerId="ADAL" clId="{647F09BE-D240-4890-B3F3-A7934694540E}" dt="2025-06-20T07:12:32.609" v="580" actId="478"/>
          <ac:spMkLst>
            <pc:docMk/>
            <pc:sldMk cId="31875403" sldId="2147482254"/>
            <ac:spMk id="2" creationId="{00000000-0000-0000-0000-000000000000}"/>
          </ac:spMkLst>
        </pc:spChg>
        <pc:spChg chg="add mod">
          <ac:chgData name="Mani, Siddharth" userId="ea703a10-db50-4df5-bf72-1a564ac3e541" providerId="ADAL" clId="{647F09BE-D240-4890-B3F3-A7934694540E}" dt="2025-06-20T07:12:32.609" v="580" actId="478"/>
          <ac:spMkLst>
            <pc:docMk/>
            <pc:sldMk cId="31875403" sldId="2147482254"/>
            <ac:spMk id="4" creationId="{F83E4DBF-252D-5B75-3488-E5C64B1404E0}"/>
          </ac:spMkLst>
        </pc:spChg>
        <pc:graphicFrameChg chg="mod modGraphic">
          <ac:chgData name="Mani, Siddharth" userId="ea703a10-db50-4df5-bf72-1a564ac3e541" providerId="ADAL" clId="{647F09BE-D240-4890-B3F3-A7934694540E}" dt="2025-06-20T07:26:00.060" v="658" actId="20577"/>
          <ac:graphicFrameMkLst>
            <pc:docMk/>
            <pc:sldMk cId="31875403" sldId="2147482254"/>
            <ac:graphicFrameMk id="73" creationId="{4AB9FB55-2A88-9B6F-FC5B-58780C81F070}"/>
          </ac:graphicFrameMkLst>
        </pc:graphicFrameChg>
      </pc:sldChg>
      <pc:sldChg chg="modSp mod">
        <pc:chgData name="Mani, Siddharth" userId="ea703a10-db50-4df5-bf72-1a564ac3e541" providerId="ADAL" clId="{647F09BE-D240-4890-B3F3-A7934694540E}" dt="2025-06-20T09:50:04.153" v="965" actId="20577"/>
        <pc:sldMkLst>
          <pc:docMk/>
          <pc:sldMk cId="2757560814" sldId="2147482256"/>
        </pc:sldMkLst>
        <pc:spChg chg="mod">
          <ac:chgData name="Mani, Siddharth" userId="ea703a10-db50-4df5-bf72-1a564ac3e541" providerId="ADAL" clId="{647F09BE-D240-4890-B3F3-A7934694540E}" dt="2025-06-20T06:23:53.017" v="74" actId="20577"/>
          <ac:spMkLst>
            <pc:docMk/>
            <pc:sldMk cId="2757560814" sldId="2147482256"/>
            <ac:spMk id="2" creationId="{00000000-0000-0000-0000-000000000000}"/>
          </ac:spMkLst>
        </pc:spChg>
        <pc:spChg chg="mod">
          <ac:chgData name="Mani, Siddharth" userId="ea703a10-db50-4df5-bf72-1a564ac3e541" providerId="ADAL" clId="{647F09BE-D240-4890-B3F3-A7934694540E}" dt="2025-06-20T09:50:04.153" v="965" actId="20577"/>
          <ac:spMkLst>
            <pc:docMk/>
            <pc:sldMk cId="2757560814" sldId="2147482256"/>
            <ac:spMk id="255" creationId="{53FDAA17-D7BD-9017-A5C7-11E8C32BC471}"/>
          </ac:spMkLst>
        </pc:spChg>
        <pc:spChg chg="mod">
          <ac:chgData name="Mani, Siddharth" userId="ea703a10-db50-4df5-bf72-1a564ac3e541" providerId="ADAL" clId="{647F09BE-D240-4890-B3F3-A7934694540E}" dt="2025-06-20T09:36:48.465" v="960" actId="1076"/>
          <ac:spMkLst>
            <pc:docMk/>
            <pc:sldMk cId="2757560814" sldId="2147482256"/>
            <ac:spMk id="261" creationId="{7995B794-B0B1-C024-803E-9093C8970F3F}"/>
          </ac:spMkLst>
        </pc:spChg>
        <pc:spChg chg="mod">
          <ac:chgData name="Mani, Siddharth" userId="ea703a10-db50-4df5-bf72-1a564ac3e541" providerId="ADAL" clId="{647F09BE-D240-4890-B3F3-A7934694540E}" dt="2025-06-20T09:49:14.786" v="964" actId="20577"/>
          <ac:spMkLst>
            <pc:docMk/>
            <pc:sldMk cId="2757560814" sldId="2147482256"/>
            <ac:spMk id="262" creationId="{648BBF8F-9035-B0C2-9350-3619F77BA0BC}"/>
          </ac:spMkLst>
        </pc:spChg>
        <pc:spChg chg="mod">
          <ac:chgData name="Mani, Siddharth" userId="ea703a10-db50-4df5-bf72-1a564ac3e541" providerId="ADAL" clId="{647F09BE-D240-4890-B3F3-A7934694540E}" dt="2025-06-20T06:24:12.529" v="75" actId="20577"/>
          <ac:spMkLst>
            <pc:docMk/>
            <pc:sldMk cId="2757560814" sldId="2147482256"/>
            <ac:spMk id="263" creationId="{0E4AF704-54D3-3974-9C8D-38722CF2429F}"/>
          </ac:spMkLst>
        </pc:spChg>
      </pc:sldChg>
      <pc:sldChg chg="modSp mod">
        <pc:chgData name="Mani, Siddharth" userId="ea703a10-db50-4df5-bf72-1a564ac3e541" providerId="ADAL" clId="{647F09BE-D240-4890-B3F3-A7934694540E}" dt="2025-06-20T06:33:02.511" v="137" actId="20577"/>
        <pc:sldMkLst>
          <pc:docMk/>
          <pc:sldMk cId="376927323" sldId="2147482257"/>
        </pc:sldMkLst>
        <pc:spChg chg="mod">
          <ac:chgData name="Mani, Siddharth" userId="ea703a10-db50-4df5-bf72-1a564ac3e541" providerId="ADAL" clId="{647F09BE-D240-4890-B3F3-A7934694540E}" dt="2025-06-20T06:32:24.546" v="102" actId="20577"/>
          <ac:spMkLst>
            <pc:docMk/>
            <pc:sldMk cId="376927323" sldId="2147482257"/>
            <ac:spMk id="6" creationId="{00000000-0000-0000-0000-000000000000}"/>
          </ac:spMkLst>
        </pc:spChg>
        <pc:spChg chg="mod">
          <ac:chgData name="Mani, Siddharth" userId="ea703a10-db50-4df5-bf72-1a564ac3e541" providerId="ADAL" clId="{647F09BE-D240-4890-B3F3-A7934694540E}" dt="2025-06-20T06:33:02.511" v="137" actId="20577"/>
          <ac:spMkLst>
            <pc:docMk/>
            <pc:sldMk cId="376927323" sldId="2147482257"/>
            <ac:spMk id="23" creationId="{7DD471DA-4A09-222A-F402-8F3F8FE7FE8C}"/>
          </ac:spMkLst>
        </pc:spChg>
      </pc:sldChg>
      <pc:sldChg chg="modSp mod">
        <pc:chgData name="Mani, Siddharth" userId="ea703a10-db50-4df5-bf72-1a564ac3e541" providerId="ADAL" clId="{647F09BE-D240-4890-B3F3-A7934694540E}" dt="2025-06-20T09:33:22.688" v="949" actId="20577"/>
        <pc:sldMkLst>
          <pc:docMk/>
          <pc:sldMk cId="282004534" sldId="2147482258"/>
        </pc:sldMkLst>
        <pc:spChg chg="mod">
          <ac:chgData name="Mani, Siddharth" userId="ea703a10-db50-4df5-bf72-1a564ac3e541" providerId="ADAL" clId="{647F09BE-D240-4890-B3F3-A7934694540E}" dt="2025-06-20T09:33:22.688" v="949" actId="20577"/>
          <ac:spMkLst>
            <pc:docMk/>
            <pc:sldMk cId="282004534" sldId="2147482258"/>
            <ac:spMk id="194" creationId="{0F1F3255-9E7C-29C3-5878-69EC70AAA222}"/>
          </ac:spMkLst>
        </pc:spChg>
      </pc:sldChg>
      <pc:sldChg chg="add del">
        <pc:chgData name="Mani, Siddharth" userId="ea703a10-db50-4df5-bf72-1a564ac3e541" providerId="ADAL" clId="{647F09BE-D240-4890-B3F3-A7934694540E}" dt="2025-06-20T06:56:40.902" v="320" actId="47"/>
        <pc:sldMkLst>
          <pc:docMk/>
          <pc:sldMk cId="1213330321" sldId="2147482260"/>
        </pc:sldMkLst>
      </pc:sldChg>
    </pc:docChg>
  </pc:docChgLst>
  <pc:docChgLst>
    <pc:chgData name="Halan, Mridul" userId="d8402aca-56b7-4a75-97f5-504434d76ce0" providerId="ADAL" clId="{ED49B9BB-9C7E-481E-8BA2-9E2A6691B9F3}"/>
    <pc:docChg chg="undo custSel addSld delSld modSld">
      <pc:chgData name="Halan, Mridul" userId="d8402aca-56b7-4a75-97f5-504434d76ce0" providerId="ADAL" clId="{ED49B9BB-9C7E-481E-8BA2-9E2A6691B9F3}" dt="2025-06-19T08:02:59.568" v="4094" actId="207"/>
      <pc:docMkLst>
        <pc:docMk/>
      </pc:docMkLst>
      <pc:sldChg chg="addSp delSp modSp mod">
        <pc:chgData name="Halan, Mridul" userId="d8402aca-56b7-4a75-97f5-504434d76ce0" providerId="ADAL" clId="{ED49B9BB-9C7E-481E-8BA2-9E2A6691B9F3}" dt="2025-06-19T08:02:59.568" v="4094" actId="207"/>
        <pc:sldMkLst>
          <pc:docMk/>
          <pc:sldMk cId="3259243359" sldId="2147347697"/>
        </pc:sldMkLst>
        <pc:spChg chg="mod">
          <ac:chgData name="Halan, Mridul" userId="d8402aca-56b7-4a75-97f5-504434d76ce0" providerId="ADAL" clId="{ED49B9BB-9C7E-481E-8BA2-9E2A6691B9F3}" dt="2025-06-19T08:02:10.916" v="4091"/>
          <ac:spMkLst>
            <pc:docMk/>
            <pc:sldMk cId="3259243359" sldId="2147347697"/>
            <ac:spMk id="2" creationId="{00000000-0000-0000-0000-000000000000}"/>
          </ac:spMkLst>
        </pc:spChg>
        <pc:spChg chg="add mod">
          <ac:chgData name="Halan, Mridul" userId="d8402aca-56b7-4a75-97f5-504434d76ce0" providerId="ADAL" clId="{ED49B9BB-9C7E-481E-8BA2-9E2A6691B9F3}" dt="2025-06-19T07:36:04.291" v="3084" actId="20577"/>
          <ac:spMkLst>
            <pc:docMk/>
            <pc:sldMk cId="3259243359" sldId="2147347697"/>
            <ac:spMk id="3" creationId="{B7B13EC6-91E7-DAF7-5FAC-A8E1F11E9D09}"/>
          </ac:spMkLst>
        </pc:spChg>
        <pc:spChg chg="mod">
          <ac:chgData name="Halan, Mridul" userId="d8402aca-56b7-4a75-97f5-504434d76ce0" providerId="ADAL" clId="{ED49B9BB-9C7E-481E-8BA2-9E2A6691B9F3}" dt="2025-06-19T07:33:56.592" v="2929"/>
          <ac:spMkLst>
            <pc:docMk/>
            <pc:sldMk cId="3259243359" sldId="2147347697"/>
            <ac:spMk id="4" creationId="{929B97A3-02FE-24A7-22F8-594DB7DEBE5F}"/>
          </ac:spMkLst>
        </pc:spChg>
        <pc:spChg chg="mod">
          <ac:chgData name="Halan, Mridul" userId="d8402aca-56b7-4a75-97f5-504434d76ce0" providerId="ADAL" clId="{ED49B9BB-9C7E-481E-8BA2-9E2A6691B9F3}" dt="2025-06-19T07:35:40.626" v="3051" actId="20577"/>
          <ac:spMkLst>
            <pc:docMk/>
            <pc:sldMk cId="3259243359" sldId="2147347697"/>
            <ac:spMk id="5" creationId="{7E0406A0-707B-B8F4-04AB-C865CED6776A}"/>
          </ac:spMkLst>
        </pc:spChg>
        <pc:spChg chg="mod">
          <ac:chgData name="Halan, Mridul" userId="d8402aca-56b7-4a75-97f5-504434d76ce0" providerId="ADAL" clId="{ED49B9BB-9C7E-481E-8BA2-9E2A6691B9F3}" dt="2025-06-19T07:51:32.901" v="3959" actId="20577"/>
          <ac:spMkLst>
            <pc:docMk/>
            <pc:sldMk cId="3259243359" sldId="2147347697"/>
            <ac:spMk id="7" creationId="{2B00276A-3356-B273-AC59-D96D8ACA23A8}"/>
          </ac:spMkLst>
        </pc:spChg>
        <pc:spChg chg="mod">
          <ac:chgData name="Halan, Mridul" userId="d8402aca-56b7-4a75-97f5-504434d76ce0" providerId="ADAL" clId="{ED49B9BB-9C7E-481E-8BA2-9E2A6691B9F3}" dt="2025-06-19T07:50:43.367" v="3867" actId="20577"/>
          <ac:spMkLst>
            <pc:docMk/>
            <pc:sldMk cId="3259243359" sldId="2147347697"/>
            <ac:spMk id="8" creationId="{A52EB569-660A-5152-B674-DA866E97C97F}"/>
          </ac:spMkLst>
        </pc:spChg>
        <pc:spChg chg="mod">
          <ac:chgData name="Halan, Mridul" userId="d8402aca-56b7-4a75-97f5-504434d76ce0" providerId="ADAL" clId="{ED49B9BB-9C7E-481E-8BA2-9E2A6691B9F3}" dt="2025-06-19T07:47:06.583" v="3732" actId="1076"/>
          <ac:spMkLst>
            <pc:docMk/>
            <pc:sldMk cId="3259243359" sldId="2147347697"/>
            <ac:spMk id="9" creationId="{D47BB688-FB1C-AD49-6148-483B37D410BE}"/>
          </ac:spMkLst>
        </pc:spChg>
        <pc:spChg chg="mod">
          <ac:chgData name="Halan, Mridul" userId="d8402aca-56b7-4a75-97f5-504434d76ce0" providerId="ADAL" clId="{ED49B9BB-9C7E-481E-8BA2-9E2A6691B9F3}" dt="2025-06-19T07:46:23.727" v="3671" actId="20577"/>
          <ac:spMkLst>
            <pc:docMk/>
            <pc:sldMk cId="3259243359" sldId="2147347697"/>
            <ac:spMk id="11" creationId="{B37248EE-BA5F-15D3-4EC2-E3E954F22F78}"/>
          </ac:spMkLst>
        </pc:spChg>
        <pc:spChg chg="mod">
          <ac:chgData name="Halan, Mridul" userId="d8402aca-56b7-4a75-97f5-504434d76ce0" providerId="ADAL" clId="{ED49B9BB-9C7E-481E-8BA2-9E2A6691B9F3}" dt="2025-06-19T07:04:39.256" v="2152" actId="1037"/>
          <ac:spMkLst>
            <pc:docMk/>
            <pc:sldMk cId="3259243359" sldId="2147347697"/>
            <ac:spMk id="12" creationId="{4CFDADFA-AC42-DDAF-C8DF-9E57F6904911}"/>
          </ac:spMkLst>
        </pc:spChg>
        <pc:spChg chg="mod">
          <ac:chgData name="Halan, Mridul" userId="d8402aca-56b7-4a75-97f5-504434d76ce0" providerId="ADAL" clId="{ED49B9BB-9C7E-481E-8BA2-9E2A6691B9F3}" dt="2025-06-19T08:02:59.568" v="4094" actId="207"/>
          <ac:spMkLst>
            <pc:docMk/>
            <pc:sldMk cId="3259243359" sldId="2147347697"/>
            <ac:spMk id="13" creationId="{98B0DE77-BA56-D052-2EB7-EE36C2045D56}"/>
          </ac:spMkLst>
        </pc:spChg>
        <pc:spChg chg="mod">
          <ac:chgData name="Halan, Mridul" userId="d8402aca-56b7-4a75-97f5-504434d76ce0" providerId="ADAL" clId="{ED49B9BB-9C7E-481E-8BA2-9E2A6691B9F3}" dt="2025-06-19T07:47:48.994" v="3767" actId="14100"/>
          <ac:spMkLst>
            <pc:docMk/>
            <pc:sldMk cId="3259243359" sldId="2147347697"/>
            <ac:spMk id="14" creationId="{4BA45D0D-E5C5-2CF0-9E7E-857A1B0CF057}"/>
          </ac:spMkLst>
        </pc:spChg>
        <pc:spChg chg="mod">
          <ac:chgData name="Halan, Mridul" userId="d8402aca-56b7-4a75-97f5-504434d76ce0" providerId="ADAL" clId="{ED49B9BB-9C7E-481E-8BA2-9E2A6691B9F3}" dt="2025-06-19T07:49:58.257" v="3792" actId="20577"/>
          <ac:spMkLst>
            <pc:docMk/>
            <pc:sldMk cId="3259243359" sldId="2147347697"/>
            <ac:spMk id="15" creationId="{055C84E9-D7AF-7C78-4A4D-AF2A73E5E1B5}"/>
          </ac:spMkLst>
        </pc:spChg>
        <pc:spChg chg="mod">
          <ac:chgData name="Halan, Mridul" userId="d8402aca-56b7-4a75-97f5-504434d76ce0" providerId="ADAL" clId="{ED49B9BB-9C7E-481E-8BA2-9E2A6691B9F3}" dt="2025-06-19T07:45:53.748" v="3664" actId="14100"/>
          <ac:spMkLst>
            <pc:docMk/>
            <pc:sldMk cId="3259243359" sldId="2147347697"/>
            <ac:spMk id="16" creationId="{644E3B3B-EBB6-3620-FFB2-59D723DACA6C}"/>
          </ac:spMkLst>
        </pc:spChg>
        <pc:spChg chg="mod">
          <ac:chgData name="Halan, Mridul" userId="d8402aca-56b7-4a75-97f5-504434d76ce0" providerId="ADAL" clId="{ED49B9BB-9C7E-481E-8BA2-9E2A6691B9F3}" dt="2025-06-19T07:45:06.361" v="3657" actId="20577"/>
          <ac:spMkLst>
            <pc:docMk/>
            <pc:sldMk cId="3259243359" sldId="2147347697"/>
            <ac:spMk id="17" creationId="{539EF84C-87D0-D94A-E540-9C8F87E2C7EC}"/>
          </ac:spMkLst>
        </pc:spChg>
        <pc:spChg chg="mod">
          <ac:chgData name="Halan, Mridul" userId="d8402aca-56b7-4a75-97f5-504434d76ce0" providerId="ADAL" clId="{ED49B9BB-9C7E-481E-8BA2-9E2A6691B9F3}" dt="2025-06-19T07:04:39.256" v="2152" actId="1037"/>
          <ac:spMkLst>
            <pc:docMk/>
            <pc:sldMk cId="3259243359" sldId="2147347697"/>
            <ac:spMk id="25" creationId="{8168066B-FF81-10B9-D3DA-A1D87533766A}"/>
          </ac:spMkLst>
        </pc:spChg>
        <pc:spChg chg="mod">
          <ac:chgData name="Halan, Mridul" userId="d8402aca-56b7-4a75-97f5-504434d76ce0" providerId="ADAL" clId="{ED49B9BB-9C7E-481E-8BA2-9E2A6691B9F3}" dt="2025-06-19T07:22:44.454" v="2257" actId="1036"/>
          <ac:spMkLst>
            <pc:docMk/>
            <pc:sldMk cId="3259243359" sldId="2147347697"/>
            <ac:spMk id="26" creationId="{D2226C8D-5965-458A-054A-94AD7D828E78}"/>
          </ac:spMkLst>
        </pc:spChg>
        <pc:spChg chg="mod">
          <ac:chgData name="Halan, Mridul" userId="d8402aca-56b7-4a75-97f5-504434d76ce0" providerId="ADAL" clId="{ED49B9BB-9C7E-481E-8BA2-9E2A6691B9F3}" dt="2025-06-19T07:41:26.831" v="3141" actId="1076"/>
          <ac:spMkLst>
            <pc:docMk/>
            <pc:sldMk cId="3259243359" sldId="2147347697"/>
            <ac:spMk id="27" creationId="{720B4EEE-20A3-5CC3-624D-2CD1794D2021}"/>
          </ac:spMkLst>
        </pc:spChg>
        <pc:spChg chg="mod">
          <ac:chgData name="Halan, Mridul" userId="d8402aca-56b7-4a75-97f5-504434d76ce0" providerId="ADAL" clId="{ED49B9BB-9C7E-481E-8BA2-9E2A6691B9F3}" dt="2025-06-19T07:04:39.256" v="2152" actId="1037"/>
          <ac:spMkLst>
            <pc:docMk/>
            <pc:sldMk cId="3259243359" sldId="2147347697"/>
            <ac:spMk id="28" creationId="{9B84E288-1B05-857D-D472-179D457844B2}"/>
          </ac:spMkLst>
        </pc:spChg>
        <pc:spChg chg="mod">
          <ac:chgData name="Halan, Mridul" userId="d8402aca-56b7-4a75-97f5-504434d76ce0" providerId="ADAL" clId="{ED49B9BB-9C7E-481E-8BA2-9E2A6691B9F3}" dt="2025-06-19T07:04:39.256" v="2152" actId="1037"/>
          <ac:spMkLst>
            <pc:docMk/>
            <pc:sldMk cId="3259243359" sldId="2147347697"/>
            <ac:spMk id="29" creationId="{39F7ACB7-E104-A787-6AFA-C83EF6FABB82}"/>
          </ac:spMkLst>
        </pc:spChg>
        <pc:spChg chg="add mod">
          <ac:chgData name="Halan, Mridul" userId="d8402aca-56b7-4a75-97f5-504434d76ce0" providerId="ADAL" clId="{ED49B9BB-9C7E-481E-8BA2-9E2A6691B9F3}" dt="2025-06-19T08:02:55.646" v="4093" actId="207"/>
          <ac:spMkLst>
            <pc:docMk/>
            <pc:sldMk cId="3259243359" sldId="2147347697"/>
            <ac:spMk id="30" creationId="{66460E70-1C75-FCAD-F053-B8861BF82047}"/>
          </ac:spMkLst>
        </pc:spChg>
        <pc:spChg chg="add mod">
          <ac:chgData name="Halan, Mridul" userId="d8402aca-56b7-4a75-97f5-504434d76ce0" providerId="ADAL" clId="{ED49B9BB-9C7E-481E-8BA2-9E2A6691B9F3}" dt="2025-06-19T07:04:39.256" v="2152" actId="1037"/>
          <ac:spMkLst>
            <pc:docMk/>
            <pc:sldMk cId="3259243359" sldId="2147347697"/>
            <ac:spMk id="31" creationId="{031EFB0C-483D-BF85-8D11-86A98934A145}"/>
          </ac:spMkLst>
        </pc:spChg>
        <pc:spChg chg="add del mod">
          <ac:chgData name="Halan, Mridul" userId="d8402aca-56b7-4a75-97f5-504434d76ce0" providerId="ADAL" clId="{ED49B9BB-9C7E-481E-8BA2-9E2A6691B9F3}" dt="2025-06-19T07:02:08.619" v="2048" actId="478"/>
          <ac:spMkLst>
            <pc:docMk/>
            <pc:sldMk cId="3259243359" sldId="2147347697"/>
            <ac:spMk id="33" creationId="{B9CF7912-FEC6-8BBD-5253-223E11EC84C6}"/>
          </ac:spMkLst>
        </pc:spChg>
        <pc:spChg chg="add del mod">
          <ac:chgData name="Halan, Mridul" userId="d8402aca-56b7-4a75-97f5-504434d76ce0" providerId="ADAL" clId="{ED49B9BB-9C7E-481E-8BA2-9E2A6691B9F3}" dt="2025-06-19T07:02:08.619" v="2048" actId="478"/>
          <ac:spMkLst>
            <pc:docMk/>
            <pc:sldMk cId="3259243359" sldId="2147347697"/>
            <ac:spMk id="34" creationId="{D4ED0EC2-29CD-1825-4FF9-2A82F07231DE}"/>
          </ac:spMkLst>
        </pc:spChg>
        <pc:spChg chg="add del mod">
          <ac:chgData name="Halan, Mridul" userId="d8402aca-56b7-4a75-97f5-504434d76ce0" providerId="ADAL" clId="{ED49B9BB-9C7E-481E-8BA2-9E2A6691B9F3}" dt="2025-06-19T07:02:08.619" v="2048" actId="478"/>
          <ac:spMkLst>
            <pc:docMk/>
            <pc:sldMk cId="3259243359" sldId="2147347697"/>
            <ac:spMk id="35" creationId="{7B80E0D5-4808-8F6E-5991-26A8C6A5A602}"/>
          </ac:spMkLst>
        </pc:spChg>
        <pc:spChg chg="mod">
          <ac:chgData name="Halan, Mridul" userId="d8402aca-56b7-4a75-97f5-504434d76ce0" providerId="ADAL" clId="{ED49B9BB-9C7E-481E-8BA2-9E2A6691B9F3}" dt="2025-06-19T07:04:39.256" v="2152" actId="1037"/>
          <ac:spMkLst>
            <pc:docMk/>
            <pc:sldMk cId="3259243359" sldId="2147347697"/>
            <ac:spMk id="36" creationId="{16C2CB01-5229-8A02-DE8A-86C9FA788A0F}"/>
          </ac:spMkLst>
        </pc:spChg>
        <pc:spChg chg="add del mod">
          <ac:chgData name="Halan, Mridul" userId="d8402aca-56b7-4a75-97f5-504434d76ce0" providerId="ADAL" clId="{ED49B9BB-9C7E-481E-8BA2-9E2A6691B9F3}" dt="2025-06-19T07:02:08.619" v="2048" actId="478"/>
          <ac:spMkLst>
            <pc:docMk/>
            <pc:sldMk cId="3259243359" sldId="2147347697"/>
            <ac:spMk id="37" creationId="{88527943-324E-7B31-10AD-D1A3C48667DD}"/>
          </ac:spMkLst>
        </pc:spChg>
        <pc:grpChg chg="mod">
          <ac:chgData name="Halan, Mridul" userId="d8402aca-56b7-4a75-97f5-504434d76ce0" providerId="ADAL" clId="{ED49B9BB-9C7E-481E-8BA2-9E2A6691B9F3}" dt="2025-06-19T07:02:24.470" v="2050" actId="1076"/>
          <ac:grpSpMkLst>
            <pc:docMk/>
            <pc:sldMk cId="3259243359" sldId="2147347697"/>
            <ac:grpSpMk id="24" creationId="{D6F04807-AF13-C1D1-9B0F-87A51162646D}"/>
          </ac:grpSpMkLst>
        </pc:grpChg>
        <pc:cxnChg chg="mod">
          <ac:chgData name="Halan, Mridul" userId="d8402aca-56b7-4a75-97f5-504434d76ce0" providerId="ADAL" clId="{ED49B9BB-9C7E-481E-8BA2-9E2A6691B9F3}" dt="2025-06-19T07:45:42.574" v="3662" actId="14100"/>
          <ac:cxnSpMkLst>
            <pc:docMk/>
            <pc:sldMk cId="3259243359" sldId="2147347697"/>
            <ac:cxnSpMk id="18" creationId="{BECA7A43-411D-1893-1938-D9BA7D69BE50}"/>
          </ac:cxnSpMkLst>
        </pc:cxnChg>
        <pc:cxnChg chg="mod">
          <ac:chgData name="Halan, Mridul" userId="d8402aca-56b7-4a75-97f5-504434d76ce0" providerId="ADAL" clId="{ED49B9BB-9C7E-481E-8BA2-9E2A6691B9F3}" dt="2025-06-19T07:45:40.149" v="3661" actId="14100"/>
          <ac:cxnSpMkLst>
            <pc:docMk/>
            <pc:sldMk cId="3259243359" sldId="2147347697"/>
            <ac:cxnSpMk id="19" creationId="{B51955B4-3AA7-0194-40EB-03B77DBF6989}"/>
          </ac:cxnSpMkLst>
        </pc:cxnChg>
        <pc:cxnChg chg="mod">
          <ac:chgData name="Halan, Mridul" userId="d8402aca-56b7-4a75-97f5-504434d76ce0" providerId="ADAL" clId="{ED49B9BB-9C7E-481E-8BA2-9E2A6691B9F3}" dt="2025-06-19T07:45:31.871" v="3660" actId="14100"/>
          <ac:cxnSpMkLst>
            <pc:docMk/>
            <pc:sldMk cId="3259243359" sldId="2147347697"/>
            <ac:cxnSpMk id="20" creationId="{8CA5DA22-AACD-44D0-6135-E68DF4692557}"/>
          </ac:cxnSpMkLst>
        </pc:cxnChg>
        <pc:cxnChg chg="mod">
          <ac:chgData name="Halan, Mridul" userId="d8402aca-56b7-4a75-97f5-504434d76ce0" providerId="ADAL" clId="{ED49B9BB-9C7E-481E-8BA2-9E2A6691B9F3}" dt="2025-06-19T07:49:07.403" v="3772" actId="14100"/>
          <ac:cxnSpMkLst>
            <pc:docMk/>
            <pc:sldMk cId="3259243359" sldId="2147347697"/>
            <ac:cxnSpMk id="21" creationId="{FA014A62-02E8-9096-CA9F-0F4BC5C0E841}"/>
          </ac:cxnSpMkLst>
        </pc:cxnChg>
        <pc:cxnChg chg="mod">
          <ac:chgData name="Halan, Mridul" userId="d8402aca-56b7-4a75-97f5-504434d76ce0" providerId="ADAL" clId="{ED49B9BB-9C7E-481E-8BA2-9E2A6691B9F3}" dt="2025-06-19T07:45:53.748" v="3664" actId="14100"/>
          <ac:cxnSpMkLst>
            <pc:docMk/>
            <pc:sldMk cId="3259243359" sldId="2147347697"/>
            <ac:cxnSpMk id="22" creationId="{A960E917-5D57-5096-E52E-84B2C08545EB}"/>
          </ac:cxnSpMkLst>
        </pc:cxnChg>
        <pc:cxnChg chg="mod">
          <ac:chgData name="Halan, Mridul" userId="d8402aca-56b7-4a75-97f5-504434d76ce0" providerId="ADAL" clId="{ED49B9BB-9C7E-481E-8BA2-9E2A6691B9F3}" dt="2025-06-19T07:04:39.256" v="2152" actId="1037"/>
          <ac:cxnSpMkLst>
            <pc:docMk/>
            <pc:sldMk cId="3259243359" sldId="2147347697"/>
            <ac:cxnSpMk id="23" creationId="{8FC025B8-EF34-88B3-AA14-B083891D1DBD}"/>
          </ac:cxnSpMkLst>
        </pc:cxnChg>
        <pc:cxnChg chg="add mod">
          <ac:chgData name="Halan, Mridul" userId="d8402aca-56b7-4a75-97f5-504434d76ce0" providerId="ADAL" clId="{ED49B9BB-9C7E-481E-8BA2-9E2A6691B9F3}" dt="2025-06-19T07:49:00.766" v="3770" actId="1076"/>
          <ac:cxnSpMkLst>
            <pc:docMk/>
            <pc:sldMk cId="3259243359" sldId="2147347697"/>
            <ac:cxnSpMk id="46" creationId="{E36992DD-E65A-D507-CE1F-DCC74A7198F3}"/>
          </ac:cxnSpMkLst>
        </pc:cxnChg>
      </pc:sldChg>
      <pc:sldChg chg="addSp delSp modSp add del mod">
        <pc:chgData name="Halan, Mridul" userId="d8402aca-56b7-4a75-97f5-504434d76ce0" providerId="ADAL" clId="{ED49B9BB-9C7E-481E-8BA2-9E2A6691B9F3}" dt="2025-06-19T07:49:21.902" v="3773" actId="47"/>
        <pc:sldMkLst>
          <pc:docMk/>
          <pc:sldMk cId="537958753" sldId="2147482250"/>
        </pc:sldMkLst>
        <pc:spChg chg="del">
          <ac:chgData name="Halan, Mridul" userId="d8402aca-56b7-4a75-97f5-504434d76ce0" providerId="ADAL" clId="{ED49B9BB-9C7E-481E-8BA2-9E2A6691B9F3}" dt="2025-06-19T06:26:25.374" v="1" actId="478"/>
          <ac:spMkLst>
            <pc:docMk/>
            <pc:sldMk cId="537958753" sldId="2147482250"/>
            <ac:spMk id="4" creationId="{929B97A3-02FE-24A7-22F8-594DB7DEBE5F}"/>
          </ac:spMkLst>
        </pc:spChg>
        <pc:spChg chg="del">
          <ac:chgData name="Halan, Mridul" userId="d8402aca-56b7-4a75-97f5-504434d76ce0" providerId="ADAL" clId="{ED49B9BB-9C7E-481E-8BA2-9E2A6691B9F3}" dt="2025-06-19T06:26:25.374" v="1" actId="478"/>
          <ac:spMkLst>
            <pc:docMk/>
            <pc:sldMk cId="537958753" sldId="2147482250"/>
            <ac:spMk id="5" creationId="{7E0406A0-707B-B8F4-04AB-C865CED6776A}"/>
          </ac:spMkLst>
        </pc:spChg>
        <pc:spChg chg="del">
          <ac:chgData name="Halan, Mridul" userId="d8402aca-56b7-4a75-97f5-504434d76ce0" providerId="ADAL" clId="{ED49B9BB-9C7E-481E-8BA2-9E2A6691B9F3}" dt="2025-06-19T06:26:25.374" v="1" actId="478"/>
          <ac:spMkLst>
            <pc:docMk/>
            <pc:sldMk cId="537958753" sldId="2147482250"/>
            <ac:spMk id="7" creationId="{2B00276A-3356-B273-AC59-D96D8ACA23A8}"/>
          </ac:spMkLst>
        </pc:spChg>
        <pc:spChg chg="del">
          <ac:chgData name="Halan, Mridul" userId="d8402aca-56b7-4a75-97f5-504434d76ce0" providerId="ADAL" clId="{ED49B9BB-9C7E-481E-8BA2-9E2A6691B9F3}" dt="2025-06-19T06:26:25.374" v="1" actId="478"/>
          <ac:spMkLst>
            <pc:docMk/>
            <pc:sldMk cId="537958753" sldId="2147482250"/>
            <ac:spMk id="8" creationId="{A52EB569-660A-5152-B674-DA866E97C97F}"/>
          </ac:spMkLst>
        </pc:spChg>
        <pc:spChg chg="del">
          <ac:chgData name="Halan, Mridul" userId="d8402aca-56b7-4a75-97f5-504434d76ce0" providerId="ADAL" clId="{ED49B9BB-9C7E-481E-8BA2-9E2A6691B9F3}" dt="2025-06-19T06:26:25.374" v="1" actId="478"/>
          <ac:spMkLst>
            <pc:docMk/>
            <pc:sldMk cId="537958753" sldId="2147482250"/>
            <ac:spMk id="9" creationId="{D47BB688-FB1C-AD49-6148-483B37D410BE}"/>
          </ac:spMkLst>
        </pc:spChg>
        <pc:spChg chg="del">
          <ac:chgData name="Halan, Mridul" userId="d8402aca-56b7-4a75-97f5-504434d76ce0" providerId="ADAL" clId="{ED49B9BB-9C7E-481E-8BA2-9E2A6691B9F3}" dt="2025-06-19T06:26:25.374" v="1" actId="478"/>
          <ac:spMkLst>
            <pc:docMk/>
            <pc:sldMk cId="537958753" sldId="2147482250"/>
            <ac:spMk id="11" creationId="{B37248EE-BA5F-15D3-4EC2-E3E954F22F78}"/>
          </ac:spMkLst>
        </pc:spChg>
        <pc:spChg chg="del">
          <ac:chgData name="Halan, Mridul" userId="d8402aca-56b7-4a75-97f5-504434d76ce0" providerId="ADAL" clId="{ED49B9BB-9C7E-481E-8BA2-9E2A6691B9F3}" dt="2025-06-19T06:26:25.374" v="1" actId="478"/>
          <ac:spMkLst>
            <pc:docMk/>
            <pc:sldMk cId="537958753" sldId="2147482250"/>
            <ac:spMk id="12" creationId="{4CFDADFA-AC42-DDAF-C8DF-9E57F6904911}"/>
          </ac:spMkLst>
        </pc:spChg>
        <pc:spChg chg="del">
          <ac:chgData name="Halan, Mridul" userId="d8402aca-56b7-4a75-97f5-504434d76ce0" providerId="ADAL" clId="{ED49B9BB-9C7E-481E-8BA2-9E2A6691B9F3}" dt="2025-06-19T06:26:25.374" v="1" actId="478"/>
          <ac:spMkLst>
            <pc:docMk/>
            <pc:sldMk cId="537958753" sldId="2147482250"/>
            <ac:spMk id="13" creationId="{98B0DE77-BA56-D052-2EB7-EE36C2045D56}"/>
          </ac:spMkLst>
        </pc:spChg>
        <pc:spChg chg="del">
          <ac:chgData name="Halan, Mridul" userId="d8402aca-56b7-4a75-97f5-504434d76ce0" providerId="ADAL" clId="{ED49B9BB-9C7E-481E-8BA2-9E2A6691B9F3}" dt="2025-06-19T06:26:25.374" v="1" actId="478"/>
          <ac:spMkLst>
            <pc:docMk/>
            <pc:sldMk cId="537958753" sldId="2147482250"/>
            <ac:spMk id="14" creationId="{4BA45D0D-E5C5-2CF0-9E7E-857A1B0CF057}"/>
          </ac:spMkLst>
        </pc:spChg>
        <pc:spChg chg="del">
          <ac:chgData name="Halan, Mridul" userId="d8402aca-56b7-4a75-97f5-504434d76ce0" providerId="ADAL" clId="{ED49B9BB-9C7E-481E-8BA2-9E2A6691B9F3}" dt="2025-06-19T06:26:25.374" v="1" actId="478"/>
          <ac:spMkLst>
            <pc:docMk/>
            <pc:sldMk cId="537958753" sldId="2147482250"/>
            <ac:spMk id="15" creationId="{055C84E9-D7AF-7C78-4A4D-AF2A73E5E1B5}"/>
          </ac:spMkLst>
        </pc:spChg>
        <pc:spChg chg="del">
          <ac:chgData name="Halan, Mridul" userId="d8402aca-56b7-4a75-97f5-504434d76ce0" providerId="ADAL" clId="{ED49B9BB-9C7E-481E-8BA2-9E2A6691B9F3}" dt="2025-06-19T06:26:25.374" v="1" actId="478"/>
          <ac:spMkLst>
            <pc:docMk/>
            <pc:sldMk cId="537958753" sldId="2147482250"/>
            <ac:spMk id="16" creationId="{644E3B3B-EBB6-3620-FFB2-59D723DACA6C}"/>
          </ac:spMkLst>
        </pc:spChg>
        <pc:spChg chg="del">
          <ac:chgData name="Halan, Mridul" userId="d8402aca-56b7-4a75-97f5-504434d76ce0" providerId="ADAL" clId="{ED49B9BB-9C7E-481E-8BA2-9E2A6691B9F3}" dt="2025-06-19T06:26:25.374" v="1" actId="478"/>
          <ac:spMkLst>
            <pc:docMk/>
            <pc:sldMk cId="537958753" sldId="2147482250"/>
            <ac:spMk id="17" creationId="{539EF84C-87D0-D94A-E540-9C8F87E2C7EC}"/>
          </ac:spMkLst>
        </pc:spChg>
        <pc:spChg chg="del">
          <ac:chgData name="Halan, Mridul" userId="d8402aca-56b7-4a75-97f5-504434d76ce0" providerId="ADAL" clId="{ED49B9BB-9C7E-481E-8BA2-9E2A6691B9F3}" dt="2025-06-19T06:26:25.374" v="1" actId="478"/>
          <ac:spMkLst>
            <pc:docMk/>
            <pc:sldMk cId="537958753" sldId="2147482250"/>
            <ac:spMk id="25" creationId="{8168066B-FF81-10B9-D3DA-A1D87533766A}"/>
          </ac:spMkLst>
        </pc:spChg>
        <pc:spChg chg="del">
          <ac:chgData name="Halan, Mridul" userId="d8402aca-56b7-4a75-97f5-504434d76ce0" providerId="ADAL" clId="{ED49B9BB-9C7E-481E-8BA2-9E2A6691B9F3}" dt="2025-06-19T06:26:25.374" v="1" actId="478"/>
          <ac:spMkLst>
            <pc:docMk/>
            <pc:sldMk cId="537958753" sldId="2147482250"/>
            <ac:spMk id="26" creationId="{D2226C8D-5965-458A-054A-94AD7D828E78}"/>
          </ac:spMkLst>
        </pc:spChg>
        <pc:spChg chg="del">
          <ac:chgData name="Halan, Mridul" userId="d8402aca-56b7-4a75-97f5-504434d76ce0" providerId="ADAL" clId="{ED49B9BB-9C7E-481E-8BA2-9E2A6691B9F3}" dt="2025-06-19T06:26:25.374" v="1" actId="478"/>
          <ac:spMkLst>
            <pc:docMk/>
            <pc:sldMk cId="537958753" sldId="2147482250"/>
            <ac:spMk id="27" creationId="{720B4EEE-20A3-5CC3-624D-2CD1794D2021}"/>
          </ac:spMkLst>
        </pc:spChg>
        <pc:spChg chg="del">
          <ac:chgData name="Halan, Mridul" userId="d8402aca-56b7-4a75-97f5-504434d76ce0" providerId="ADAL" clId="{ED49B9BB-9C7E-481E-8BA2-9E2A6691B9F3}" dt="2025-06-19T06:26:25.374" v="1" actId="478"/>
          <ac:spMkLst>
            <pc:docMk/>
            <pc:sldMk cId="537958753" sldId="2147482250"/>
            <ac:spMk id="28" creationId="{9B84E288-1B05-857D-D472-179D457844B2}"/>
          </ac:spMkLst>
        </pc:spChg>
        <pc:spChg chg="del">
          <ac:chgData name="Halan, Mridul" userId="d8402aca-56b7-4a75-97f5-504434d76ce0" providerId="ADAL" clId="{ED49B9BB-9C7E-481E-8BA2-9E2A6691B9F3}" dt="2025-06-19T06:26:25.374" v="1" actId="478"/>
          <ac:spMkLst>
            <pc:docMk/>
            <pc:sldMk cId="537958753" sldId="2147482250"/>
            <ac:spMk id="29" creationId="{39F7ACB7-E104-A787-6AFA-C83EF6FABB82}"/>
          </ac:spMkLst>
        </pc:spChg>
        <pc:spChg chg="add mod">
          <ac:chgData name="Halan, Mridul" userId="d8402aca-56b7-4a75-97f5-504434d76ce0" providerId="ADAL" clId="{ED49B9BB-9C7E-481E-8BA2-9E2A6691B9F3}" dt="2025-06-19T06:56:49.321" v="1556" actId="14100"/>
          <ac:spMkLst>
            <pc:docMk/>
            <pc:sldMk cId="537958753" sldId="2147482250"/>
            <ac:spMk id="30" creationId="{0E6BBE3E-1860-F454-0C13-45A3E62B2A4D}"/>
          </ac:spMkLst>
        </pc:spChg>
        <pc:spChg chg="add mod">
          <ac:chgData name="Halan, Mridul" userId="d8402aca-56b7-4a75-97f5-504434d76ce0" providerId="ADAL" clId="{ED49B9BB-9C7E-481E-8BA2-9E2A6691B9F3}" dt="2025-06-19T06:57:02.345" v="1558" actId="14100"/>
          <ac:spMkLst>
            <pc:docMk/>
            <pc:sldMk cId="537958753" sldId="2147482250"/>
            <ac:spMk id="31" creationId="{1E6F902D-F28B-5B5C-95AA-2F02D0514CFF}"/>
          </ac:spMkLst>
        </pc:spChg>
        <pc:spChg chg="add mod">
          <ac:chgData name="Halan, Mridul" userId="d8402aca-56b7-4a75-97f5-504434d76ce0" providerId="ADAL" clId="{ED49B9BB-9C7E-481E-8BA2-9E2A6691B9F3}" dt="2025-06-19T06:57:06.246" v="1559" actId="14100"/>
          <ac:spMkLst>
            <pc:docMk/>
            <pc:sldMk cId="537958753" sldId="2147482250"/>
            <ac:spMk id="32" creationId="{6050DEA0-2962-E88A-8DE2-6161A6C0AE0A}"/>
          </ac:spMkLst>
        </pc:spChg>
        <pc:spChg chg="add mod">
          <ac:chgData name="Halan, Mridul" userId="d8402aca-56b7-4a75-97f5-504434d76ce0" providerId="ADAL" clId="{ED49B9BB-9C7E-481E-8BA2-9E2A6691B9F3}" dt="2025-06-19T06:59:35.470" v="1781" actId="20577"/>
          <ac:spMkLst>
            <pc:docMk/>
            <pc:sldMk cId="537958753" sldId="2147482250"/>
            <ac:spMk id="33" creationId="{47AAA9B5-E0A8-2B83-E98A-056209F93054}"/>
          </ac:spMkLst>
        </pc:spChg>
        <pc:spChg chg="add mod">
          <ac:chgData name="Halan, Mridul" userId="d8402aca-56b7-4a75-97f5-504434d76ce0" providerId="ADAL" clId="{ED49B9BB-9C7E-481E-8BA2-9E2A6691B9F3}" dt="2025-06-19T06:35:02.545" v="229" actId="1036"/>
          <ac:spMkLst>
            <pc:docMk/>
            <pc:sldMk cId="537958753" sldId="2147482250"/>
            <ac:spMk id="34" creationId="{8CC0FA50-27A3-B977-E6D3-4625B9EE667A}"/>
          </ac:spMkLst>
        </pc:spChg>
        <pc:spChg chg="del">
          <ac:chgData name="Halan, Mridul" userId="d8402aca-56b7-4a75-97f5-504434d76ce0" providerId="ADAL" clId="{ED49B9BB-9C7E-481E-8BA2-9E2A6691B9F3}" dt="2025-06-19T06:26:25.374" v="1" actId="478"/>
          <ac:spMkLst>
            <pc:docMk/>
            <pc:sldMk cId="537958753" sldId="2147482250"/>
            <ac:spMk id="36" creationId="{16C2CB01-5229-8A02-DE8A-86C9FA788A0F}"/>
          </ac:spMkLst>
        </pc:spChg>
        <pc:spChg chg="mod">
          <ac:chgData name="Halan, Mridul" userId="d8402aca-56b7-4a75-97f5-504434d76ce0" providerId="ADAL" clId="{ED49B9BB-9C7E-481E-8BA2-9E2A6691B9F3}" dt="2025-06-19T06:27:41.407" v="3"/>
          <ac:spMkLst>
            <pc:docMk/>
            <pc:sldMk cId="537958753" sldId="2147482250"/>
            <ac:spMk id="37" creationId="{6263CBBB-60B9-9B8C-C61C-1398FA20FF2F}"/>
          </ac:spMkLst>
        </pc:spChg>
        <pc:spChg chg="mod">
          <ac:chgData name="Halan, Mridul" userId="d8402aca-56b7-4a75-97f5-504434d76ce0" providerId="ADAL" clId="{ED49B9BB-9C7E-481E-8BA2-9E2A6691B9F3}" dt="2025-06-19T06:27:41.407" v="3"/>
          <ac:spMkLst>
            <pc:docMk/>
            <pc:sldMk cId="537958753" sldId="2147482250"/>
            <ac:spMk id="38" creationId="{4CA5DC86-32DE-F135-9896-D10F34260230}"/>
          </ac:spMkLst>
        </pc:spChg>
        <pc:spChg chg="add mod">
          <ac:chgData name="Halan, Mridul" userId="d8402aca-56b7-4a75-97f5-504434d76ce0" providerId="ADAL" clId="{ED49B9BB-9C7E-481E-8BA2-9E2A6691B9F3}" dt="2025-06-19T06:43:19.674" v="502" actId="207"/>
          <ac:spMkLst>
            <pc:docMk/>
            <pc:sldMk cId="537958753" sldId="2147482250"/>
            <ac:spMk id="39" creationId="{FA733D0F-65FD-DE4B-DB45-262E885F35AA}"/>
          </ac:spMkLst>
        </pc:spChg>
        <pc:spChg chg="mod">
          <ac:chgData name="Halan, Mridul" userId="d8402aca-56b7-4a75-97f5-504434d76ce0" providerId="ADAL" clId="{ED49B9BB-9C7E-481E-8BA2-9E2A6691B9F3}" dt="2025-06-19T06:43:19.674" v="502" actId="207"/>
          <ac:spMkLst>
            <pc:docMk/>
            <pc:sldMk cId="537958753" sldId="2147482250"/>
            <ac:spMk id="41" creationId="{8AD72929-143A-5349-FD7A-C0FDF30271EA}"/>
          </ac:spMkLst>
        </pc:spChg>
        <pc:spChg chg="mod">
          <ac:chgData name="Halan, Mridul" userId="d8402aca-56b7-4a75-97f5-504434d76ce0" providerId="ADAL" clId="{ED49B9BB-9C7E-481E-8BA2-9E2A6691B9F3}" dt="2025-06-19T06:43:19.674" v="502" actId="207"/>
          <ac:spMkLst>
            <pc:docMk/>
            <pc:sldMk cId="537958753" sldId="2147482250"/>
            <ac:spMk id="43" creationId="{693257E5-1DF4-4E0F-BCA4-4E39F5C74411}"/>
          </ac:spMkLst>
        </pc:spChg>
        <pc:spChg chg="add mod">
          <ac:chgData name="Halan, Mridul" userId="d8402aca-56b7-4a75-97f5-504434d76ce0" providerId="ADAL" clId="{ED49B9BB-9C7E-481E-8BA2-9E2A6691B9F3}" dt="2025-06-19T06:56:05.516" v="1478" actId="1037"/>
          <ac:spMkLst>
            <pc:docMk/>
            <pc:sldMk cId="537958753" sldId="2147482250"/>
            <ac:spMk id="44" creationId="{2B6AA267-CABD-2ADE-374D-D83D4586DD43}"/>
          </ac:spMkLst>
        </pc:spChg>
        <pc:spChg chg="mod">
          <ac:chgData name="Halan, Mridul" userId="d8402aca-56b7-4a75-97f5-504434d76ce0" providerId="ADAL" clId="{ED49B9BB-9C7E-481E-8BA2-9E2A6691B9F3}" dt="2025-06-19T06:27:41.407" v="3"/>
          <ac:spMkLst>
            <pc:docMk/>
            <pc:sldMk cId="537958753" sldId="2147482250"/>
            <ac:spMk id="46" creationId="{636CAF62-EA0C-F45A-E095-A8E1A1AAE7C4}"/>
          </ac:spMkLst>
        </pc:spChg>
        <pc:spChg chg="mod">
          <ac:chgData name="Halan, Mridul" userId="d8402aca-56b7-4a75-97f5-504434d76ce0" providerId="ADAL" clId="{ED49B9BB-9C7E-481E-8BA2-9E2A6691B9F3}" dt="2025-06-19T06:27:41.407" v="3"/>
          <ac:spMkLst>
            <pc:docMk/>
            <pc:sldMk cId="537958753" sldId="2147482250"/>
            <ac:spMk id="47" creationId="{C377950B-8B91-2967-DBBF-A0DFB8B6AD2C}"/>
          </ac:spMkLst>
        </pc:spChg>
        <pc:spChg chg="add mod">
          <ac:chgData name="Halan, Mridul" userId="d8402aca-56b7-4a75-97f5-504434d76ce0" providerId="ADAL" clId="{ED49B9BB-9C7E-481E-8BA2-9E2A6691B9F3}" dt="2025-06-19T06:57:15.028" v="1560" actId="1076"/>
          <ac:spMkLst>
            <pc:docMk/>
            <pc:sldMk cId="537958753" sldId="2147482250"/>
            <ac:spMk id="48" creationId="{41532760-B9C0-6F47-971E-84D6B8C2880B}"/>
          </ac:spMkLst>
        </pc:spChg>
        <pc:spChg chg="mod">
          <ac:chgData name="Halan, Mridul" userId="d8402aca-56b7-4a75-97f5-504434d76ce0" providerId="ADAL" clId="{ED49B9BB-9C7E-481E-8BA2-9E2A6691B9F3}" dt="2025-06-19T06:27:41.407" v="3"/>
          <ac:spMkLst>
            <pc:docMk/>
            <pc:sldMk cId="537958753" sldId="2147482250"/>
            <ac:spMk id="50" creationId="{DBB602EF-AF38-5D75-7554-9594E2E56408}"/>
          </ac:spMkLst>
        </pc:spChg>
        <pc:spChg chg="mod">
          <ac:chgData name="Halan, Mridul" userId="d8402aca-56b7-4a75-97f5-504434d76ce0" providerId="ADAL" clId="{ED49B9BB-9C7E-481E-8BA2-9E2A6691B9F3}" dt="2025-06-19T06:27:41.407" v="3"/>
          <ac:spMkLst>
            <pc:docMk/>
            <pc:sldMk cId="537958753" sldId="2147482250"/>
            <ac:spMk id="51" creationId="{A1CF29D5-9478-C356-5310-BCB083149F5F}"/>
          </ac:spMkLst>
        </pc:spChg>
        <pc:spChg chg="add mod">
          <ac:chgData name="Halan, Mridul" userId="d8402aca-56b7-4a75-97f5-504434d76ce0" providerId="ADAL" clId="{ED49B9BB-9C7E-481E-8BA2-9E2A6691B9F3}" dt="2025-06-19T06:55:42.498" v="1379" actId="1038"/>
          <ac:spMkLst>
            <pc:docMk/>
            <pc:sldMk cId="537958753" sldId="2147482250"/>
            <ac:spMk id="67" creationId="{BD1D8377-859F-1BF1-7C44-094D97554C8B}"/>
          </ac:spMkLst>
        </pc:spChg>
        <pc:spChg chg="add mod">
          <ac:chgData name="Halan, Mridul" userId="d8402aca-56b7-4a75-97f5-504434d76ce0" providerId="ADAL" clId="{ED49B9BB-9C7E-481E-8BA2-9E2A6691B9F3}" dt="2025-06-19T06:55:42.498" v="1379" actId="1038"/>
          <ac:spMkLst>
            <pc:docMk/>
            <pc:sldMk cId="537958753" sldId="2147482250"/>
            <ac:spMk id="68" creationId="{DA9E0FBF-159D-DFD8-C2D7-5D7F92914026}"/>
          </ac:spMkLst>
        </pc:spChg>
        <pc:spChg chg="add mod">
          <ac:chgData name="Halan, Mridul" userId="d8402aca-56b7-4a75-97f5-504434d76ce0" providerId="ADAL" clId="{ED49B9BB-9C7E-481E-8BA2-9E2A6691B9F3}" dt="2025-06-19T06:55:40.059" v="1375" actId="1038"/>
          <ac:spMkLst>
            <pc:docMk/>
            <pc:sldMk cId="537958753" sldId="2147482250"/>
            <ac:spMk id="69" creationId="{BB616FC3-C0A0-D3C9-4B24-F0D9854E3F6A}"/>
          </ac:spMkLst>
        </pc:spChg>
        <pc:spChg chg="add mod">
          <ac:chgData name="Halan, Mridul" userId="d8402aca-56b7-4a75-97f5-504434d76ce0" providerId="ADAL" clId="{ED49B9BB-9C7E-481E-8BA2-9E2A6691B9F3}" dt="2025-06-19T06:55:40.059" v="1375" actId="1038"/>
          <ac:spMkLst>
            <pc:docMk/>
            <pc:sldMk cId="537958753" sldId="2147482250"/>
            <ac:spMk id="70" creationId="{2E031B4A-CBDB-9A5A-6E0C-549AF3E7C3A5}"/>
          </ac:spMkLst>
        </pc:spChg>
        <pc:spChg chg="add mod">
          <ac:chgData name="Halan, Mridul" userId="d8402aca-56b7-4a75-97f5-504434d76ce0" providerId="ADAL" clId="{ED49B9BB-9C7E-481E-8BA2-9E2A6691B9F3}" dt="2025-06-19T06:57:21.086" v="1562" actId="14100"/>
          <ac:spMkLst>
            <pc:docMk/>
            <pc:sldMk cId="537958753" sldId="2147482250"/>
            <ac:spMk id="71" creationId="{404B5A0F-156C-094B-5E62-868C13398BBE}"/>
          </ac:spMkLst>
        </pc:spChg>
        <pc:spChg chg="add mod">
          <ac:chgData name="Halan, Mridul" userId="d8402aca-56b7-4a75-97f5-504434d76ce0" providerId="ADAL" clId="{ED49B9BB-9C7E-481E-8BA2-9E2A6691B9F3}" dt="2025-06-19T06:57:29.284" v="1564" actId="14100"/>
          <ac:spMkLst>
            <pc:docMk/>
            <pc:sldMk cId="537958753" sldId="2147482250"/>
            <ac:spMk id="72" creationId="{A45C0FD7-17F9-D622-9998-9327257079E3}"/>
          </ac:spMkLst>
        </pc:spChg>
        <pc:spChg chg="add mod">
          <ac:chgData name="Halan, Mridul" userId="d8402aca-56b7-4a75-97f5-504434d76ce0" providerId="ADAL" clId="{ED49B9BB-9C7E-481E-8BA2-9E2A6691B9F3}" dt="2025-06-19T06:56:05.516" v="1478" actId="1037"/>
          <ac:spMkLst>
            <pc:docMk/>
            <pc:sldMk cId="537958753" sldId="2147482250"/>
            <ac:spMk id="73" creationId="{8577700B-4E36-FC19-7BA0-314A8DF72390}"/>
          </ac:spMkLst>
        </pc:spChg>
        <pc:spChg chg="mod">
          <ac:chgData name="Halan, Mridul" userId="d8402aca-56b7-4a75-97f5-504434d76ce0" providerId="ADAL" clId="{ED49B9BB-9C7E-481E-8BA2-9E2A6691B9F3}" dt="2025-06-19T06:55:48.262" v="1380"/>
          <ac:spMkLst>
            <pc:docMk/>
            <pc:sldMk cId="537958753" sldId="2147482250"/>
            <ac:spMk id="75" creationId="{BFC05541-C266-6AB9-A1A9-E05BBF07BE50}"/>
          </ac:spMkLst>
        </pc:spChg>
        <pc:spChg chg="mod">
          <ac:chgData name="Halan, Mridul" userId="d8402aca-56b7-4a75-97f5-504434d76ce0" providerId="ADAL" clId="{ED49B9BB-9C7E-481E-8BA2-9E2A6691B9F3}" dt="2025-06-19T06:55:48.262" v="1380"/>
          <ac:spMkLst>
            <pc:docMk/>
            <pc:sldMk cId="537958753" sldId="2147482250"/>
            <ac:spMk id="76" creationId="{6AA91105-2E87-4A28-3F3C-7481040558B8}"/>
          </ac:spMkLst>
        </pc:spChg>
        <pc:spChg chg="add mod">
          <ac:chgData name="Halan, Mridul" userId="d8402aca-56b7-4a75-97f5-504434d76ce0" providerId="ADAL" clId="{ED49B9BB-9C7E-481E-8BA2-9E2A6691B9F3}" dt="2025-06-19T06:57:25.549" v="1563" actId="1076"/>
          <ac:spMkLst>
            <pc:docMk/>
            <pc:sldMk cId="537958753" sldId="2147482250"/>
            <ac:spMk id="77" creationId="{E602FF94-7CC5-6A0A-4583-BB02EFCF63BA}"/>
          </ac:spMkLst>
        </pc:spChg>
        <pc:grpChg chg="del">
          <ac:chgData name="Halan, Mridul" userId="d8402aca-56b7-4a75-97f5-504434d76ce0" providerId="ADAL" clId="{ED49B9BB-9C7E-481E-8BA2-9E2A6691B9F3}" dt="2025-06-19T06:26:27.045" v="2" actId="478"/>
          <ac:grpSpMkLst>
            <pc:docMk/>
            <pc:sldMk cId="537958753" sldId="2147482250"/>
            <ac:grpSpMk id="24" creationId="{D6F04807-AF13-C1D1-9B0F-87A51162646D}"/>
          </ac:grpSpMkLst>
        </pc:grpChg>
        <pc:grpChg chg="add mod">
          <ac:chgData name="Halan, Mridul" userId="d8402aca-56b7-4a75-97f5-504434d76ce0" providerId="ADAL" clId="{ED49B9BB-9C7E-481E-8BA2-9E2A6691B9F3}" dt="2025-06-19T06:35:17.789" v="231" actId="1076"/>
          <ac:grpSpMkLst>
            <pc:docMk/>
            <pc:sldMk cId="537958753" sldId="2147482250"/>
            <ac:grpSpMk id="35" creationId="{3D59FF86-07A0-B05C-CA6A-22D534B9E7EF}"/>
          </ac:grpSpMkLst>
        </pc:grpChg>
        <pc:grpChg chg="add mod">
          <ac:chgData name="Halan, Mridul" userId="d8402aca-56b7-4a75-97f5-504434d76ce0" providerId="ADAL" clId="{ED49B9BB-9C7E-481E-8BA2-9E2A6691B9F3}" dt="2025-06-19T06:43:19.674" v="502" actId="207"/>
          <ac:grpSpMkLst>
            <pc:docMk/>
            <pc:sldMk cId="537958753" sldId="2147482250"/>
            <ac:grpSpMk id="40" creationId="{9D35FD1E-7C79-C539-F4C0-BEC83E778E09}"/>
          </ac:grpSpMkLst>
        </pc:grpChg>
        <pc:grpChg chg="add mod">
          <ac:chgData name="Halan, Mridul" userId="d8402aca-56b7-4a75-97f5-504434d76ce0" providerId="ADAL" clId="{ED49B9BB-9C7E-481E-8BA2-9E2A6691B9F3}" dt="2025-06-19T06:56:05.516" v="1478" actId="1037"/>
          <ac:grpSpMkLst>
            <pc:docMk/>
            <pc:sldMk cId="537958753" sldId="2147482250"/>
            <ac:grpSpMk id="45" creationId="{5509D322-C622-94F2-E4FA-1F11E944ED64}"/>
          </ac:grpSpMkLst>
        </pc:grpChg>
        <pc:grpChg chg="add mod">
          <ac:chgData name="Halan, Mridul" userId="d8402aca-56b7-4a75-97f5-504434d76ce0" providerId="ADAL" clId="{ED49B9BB-9C7E-481E-8BA2-9E2A6691B9F3}" dt="2025-06-19T06:28:54.686" v="18" actId="1076"/>
          <ac:grpSpMkLst>
            <pc:docMk/>
            <pc:sldMk cId="537958753" sldId="2147482250"/>
            <ac:grpSpMk id="49" creationId="{E8AE81CC-C96B-1F96-09D4-B13861B2515F}"/>
          </ac:grpSpMkLst>
        </pc:grpChg>
        <pc:grpChg chg="add mod">
          <ac:chgData name="Halan, Mridul" userId="d8402aca-56b7-4a75-97f5-504434d76ce0" providerId="ADAL" clId="{ED49B9BB-9C7E-481E-8BA2-9E2A6691B9F3}" dt="2025-06-19T06:56:56.411" v="1557" actId="1076"/>
          <ac:grpSpMkLst>
            <pc:docMk/>
            <pc:sldMk cId="537958753" sldId="2147482250"/>
            <ac:grpSpMk id="62" creationId="{8ACFC7C8-48BE-7D19-9D7E-393CD21C00C1}"/>
          </ac:grpSpMkLst>
        </pc:grpChg>
        <pc:grpChg chg="add mod">
          <ac:chgData name="Halan, Mridul" userId="d8402aca-56b7-4a75-97f5-504434d76ce0" providerId="ADAL" clId="{ED49B9BB-9C7E-481E-8BA2-9E2A6691B9F3}" dt="2025-06-19T06:56:05.516" v="1478" actId="1037"/>
          <ac:grpSpMkLst>
            <pc:docMk/>
            <pc:sldMk cId="537958753" sldId="2147482250"/>
            <ac:grpSpMk id="74" creationId="{8882F359-41AA-6321-4E5F-5ED16CF7084F}"/>
          </ac:grpSpMkLst>
        </pc:grpChg>
        <pc:cxnChg chg="add mod">
          <ac:chgData name="Halan, Mridul" userId="d8402aca-56b7-4a75-97f5-504434d76ce0" providerId="ADAL" clId="{ED49B9BB-9C7E-481E-8BA2-9E2A6691B9F3}" dt="2025-06-19T06:27:41.407" v="3"/>
          <ac:cxnSpMkLst>
            <pc:docMk/>
            <pc:sldMk cId="537958753" sldId="2147482250"/>
            <ac:cxnSpMk id="3" creationId="{4C57C404-700B-A245-F47B-1761469B8850}"/>
          </ac:cxnSpMkLst>
        </pc:cxnChg>
        <pc:cxnChg chg="del">
          <ac:chgData name="Halan, Mridul" userId="d8402aca-56b7-4a75-97f5-504434d76ce0" providerId="ADAL" clId="{ED49B9BB-9C7E-481E-8BA2-9E2A6691B9F3}" dt="2025-06-19T06:26:25.374" v="1" actId="478"/>
          <ac:cxnSpMkLst>
            <pc:docMk/>
            <pc:sldMk cId="537958753" sldId="2147482250"/>
            <ac:cxnSpMk id="18" creationId="{BECA7A43-411D-1893-1938-D9BA7D69BE50}"/>
          </ac:cxnSpMkLst>
        </pc:cxnChg>
        <pc:cxnChg chg="del mod">
          <ac:chgData name="Halan, Mridul" userId="d8402aca-56b7-4a75-97f5-504434d76ce0" providerId="ADAL" clId="{ED49B9BB-9C7E-481E-8BA2-9E2A6691B9F3}" dt="2025-06-19T06:26:25.374" v="1" actId="478"/>
          <ac:cxnSpMkLst>
            <pc:docMk/>
            <pc:sldMk cId="537958753" sldId="2147482250"/>
            <ac:cxnSpMk id="19" creationId="{B51955B4-3AA7-0194-40EB-03B77DBF6989}"/>
          </ac:cxnSpMkLst>
        </pc:cxnChg>
        <pc:cxnChg chg="del">
          <ac:chgData name="Halan, Mridul" userId="d8402aca-56b7-4a75-97f5-504434d76ce0" providerId="ADAL" clId="{ED49B9BB-9C7E-481E-8BA2-9E2A6691B9F3}" dt="2025-06-19T06:26:25.374" v="1" actId="478"/>
          <ac:cxnSpMkLst>
            <pc:docMk/>
            <pc:sldMk cId="537958753" sldId="2147482250"/>
            <ac:cxnSpMk id="20" creationId="{8CA5DA22-AACD-44D0-6135-E68DF4692557}"/>
          </ac:cxnSpMkLst>
        </pc:cxnChg>
        <pc:cxnChg chg="del mod">
          <ac:chgData name="Halan, Mridul" userId="d8402aca-56b7-4a75-97f5-504434d76ce0" providerId="ADAL" clId="{ED49B9BB-9C7E-481E-8BA2-9E2A6691B9F3}" dt="2025-06-19T06:26:25.374" v="1" actId="478"/>
          <ac:cxnSpMkLst>
            <pc:docMk/>
            <pc:sldMk cId="537958753" sldId="2147482250"/>
            <ac:cxnSpMk id="21" creationId="{FA014A62-02E8-9096-CA9F-0F4BC5C0E841}"/>
          </ac:cxnSpMkLst>
        </pc:cxnChg>
        <pc:cxnChg chg="del mod">
          <ac:chgData name="Halan, Mridul" userId="d8402aca-56b7-4a75-97f5-504434d76ce0" providerId="ADAL" clId="{ED49B9BB-9C7E-481E-8BA2-9E2A6691B9F3}" dt="2025-06-19T06:26:25.374" v="1" actId="478"/>
          <ac:cxnSpMkLst>
            <pc:docMk/>
            <pc:sldMk cId="537958753" sldId="2147482250"/>
            <ac:cxnSpMk id="22" creationId="{A960E917-5D57-5096-E52E-84B2C08545EB}"/>
          </ac:cxnSpMkLst>
        </pc:cxnChg>
        <pc:cxnChg chg="del mod">
          <ac:chgData name="Halan, Mridul" userId="d8402aca-56b7-4a75-97f5-504434d76ce0" providerId="ADAL" clId="{ED49B9BB-9C7E-481E-8BA2-9E2A6691B9F3}" dt="2025-06-19T06:26:25.374" v="1" actId="478"/>
          <ac:cxnSpMkLst>
            <pc:docMk/>
            <pc:sldMk cId="537958753" sldId="2147482250"/>
            <ac:cxnSpMk id="23" creationId="{8FC025B8-EF34-88B3-AA14-B083891D1DBD}"/>
          </ac:cxnSpMkLst>
        </pc:cxnChg>
        <pc:cxnChg chg="add mod">
          <ac:chgData name="Halan, Mridul" userId="d8402aca-56b7-4a75-97f5-504434d76ce0" providerId="ADAL" clId="{ED49B9BB-9C7E-481E-8BA2-9E2A6691B9F3}" dt="2025-06-19T06:56:56.411" v="1557" actId="1076"/>
          <ac:cxnSpMkLst>
            <pc:docMk/>
            <pc:sldMk cId="537958753" sldId="2147482250"/>
            <ac:cxnSpMk id="52" creationId="{4AC4AB33-A9CE-763D-97EB-650CD906B537}"/>
          </ac:cxnSpMkLst>
        </pc:cxnChg>
        <pc:cxnChg chg="add mod">
          <ac:chgData name="Halan, Mridul" userId="d8402aca-56b7-4a75-97f5-504434d76ce0" providerId="ADAL" clId="{ED49B9BB-9C7E-481E-8BA2-9E2A6691B9F3}" dt="2025-06-19T06:56:56.411" v="1557" actId="1076"/>
          <ac:cxnSpMkLst>
            <pc:docMk/>
            <pc:sldMk cId="537958753" sldId="2147482250"/>
            <ac:cxnSpMk id="60" creationId="{6DBEEB3A-5B9D-8F22-5147-CA338A27DD3F}"/>
          </ac:cxnSpMkLst>
        </pc:cxnChg>
        <pc:cxnChg chg="add mod">
          <ac:chgData name="Halan, Mridul" userId="d8402aca-56b7-4a75-97f5-504434d76ce0" providerId="ADAL" clId="{ED49B9BB-9C7E-481E-8BA2-9E2A6691B9F3}" dt="2025-06-19T06:57:15.028" v="1560" actId="1076"/>
          <ac:cxnSpMkLst>
            <pc:docMk/>
            <pc:sldMk cId="537958753" sldId="2147482250"/>
            <ac:cxnSpMk id="61" creationId="{F5EC8F20-CCAD-2299-AA10-BE3C56310094}"/>
          </ac:cxnSpMkLst>
        </pc:cxnChg>
        <pc:cxnChg chg="add mod">
          <ac:chgData name="Halan, Mridul" userId="d8402aca-56b7-4a75-97f5-504434d76ce0" providerId="ADAL" clId="{ED49B9BB-9C7E-481E-8BA2-9E2A6691B9F3}" dt="2025-06-19T06:57:25.549" v="1563" actId="1076"/>
          <ac:cxnSpMkLst>
            <pc:docMk/>
            <pc:sldMk cId="537958753" sldId="2147482250"/>
            <ac:cxnSpMk id="78" creationId="{B39BF157-0F05-8EEF-D0AB-55AE25B1F55F}"/>
          </ac:cxnSpMkLst>
        </pc:cxnChg>
        <pc:cxnChg chg="add mod">
          <ac:chgData name="Halan, Mridul" userId="d8402aca-56b7-4a75-97f5-504434d76ce0" providerId="ADAL" clId="{ED49B9BB-9C7E-481E-8BA2-9E2A6691B9F3}" dt="2025-06-19T06:56:25.465" v="1553" actId="1036"/>
          <ac:cxnSpMkLst>
            <pc:docMk/>
            <pc:sldMk cId="537958753" sldId="2147482250"/>
            <ac:cxnSpMk id="79" creationId="{C1E8A5C4-16DF-74C5-8649-6EFC57687D5D}"/>
          </ac:cxnSpMkLst>
        </pc:cxnChg>
        <pc:cxnChg chg="add mod">
          <ac:chgData name="Halan, Mridul" userId="d8402aca-56b7-4a75-97f5-504434d76ce0" providerId="ADAL" clId="{ED49B9BB-9C7E-481E-8BA2-9E2A6691B9F3}" dt="2025-06-19T06:57:44.530" v="1571"/>
          <ac:cxnSpMkLst>
            <pc:docMk/>
            <pc:sldMk cId="537958753" sldId="2147482250"/>
            <ac:cxnSpMk id="82" creationId="{BDC8CD64-1D6E-2C47-0131-E530BE876F2A}"/>
          </ac:cxnSpMkLst>
        </pc:cxnChg>
        <pc:cxnChg chg="add mod">
          <ac:chgData name="Halan, Mridul" userId="d8402aca-56b7-4a75-97f5-504434d76ce0" providerId="ADAL" clId="{ED49B9BB-9C7E-481E-8BA2-9E2A6691B9F3}" dt="2025-06-19T06:57:48.819" v="1572"/>
          <ac:cxnSpMkLst>
            <pc:docMk/>
            <pc:sldMk cId="537958753" sldId="2147482250"/>
            <ac:cxnSpMk id="83" creationId="{2A97D622-1BA1-B57B-F3CB-EA36CA5B8E3F}"/>
          </ac:cxnSpMkLst>
        </pc:cxnChg>
      </pc:sldChg>
    </pc:docChg>
  </pc:docChgLst>
  <pc:docChgLst>
    <pc:chgData name="Mukherjee, Shouvik" userId="8a0946e8-3a6b-4d5c-947d-73f4cd578335" providerId="ADAL" clId="{5D40B1B0-87EB-4797-B14B-F9BC4F0D63B7}"/>
    <pc:docChg chg="custSel addSld delSld modSld">
      <pc:chgData name="Mukherjee, Shouvik" userId="8a0946e8-3a6b-4d5c-947d-73f4cd578335" providerId="ADAL" clId="{5D40B1B0-87EB-4797-B14B-F9BC4F0D63B7}" dt="2025-06-16T12:10:43.284" v="290" actId="478"/>
      <pc:docMkLst>
        <pc:docMk/>
      </pc:docMkLst>
      <pc:sldChg chg="delSp modSp mod">
        <pc:chgData name="Mukherjee, Shouvik" userId="8a0946e8-3a6b-4d5c-947d-73f4cd578335" providerId="ADAL" clId="{5D40B1B0-87EB-4797-B14B-F9BC4F0D63B7}" dt="2025-06-16T11:43:04.283" v="33" actId="20577"/>
        <pc:sldMkLst>
          <pc:docMk/>
          <pc:sldMk cId="1131463983" sldId="2364"/>
        </pc:sldMkLst>
        <pc:spChg chg="del">
          <ac:chgData name="Mukherjee, Shouvik" userId="8a0946e8-3a6b-4d5c-947d-73f4cd578335" providerId="ADAL" clId="{5D40B1B0-87EB-4797-B14B-F9BC4F0D63B7}" dt="2025-06-16T11:42:30.421" v="6" actId="478"/>
          <ac:spMkLst>
            <pc:docMk/>
            <pc:sldMk cId="1131463983" sldId="2364"/>
            <ac:spMk id="9" creationId="{3273B13A-D4B8-40C0-84EA-C9DA70E457DA}"/>
          </ac:spMkLst>
        </pc:spChg>
        <pc:graphicFrameChg chg="modGraphic">
          <ac:chgData name="Mukherjee, Shouvik" userId="8a0946e8-3a6b-4d5c-947d-73f4cd578335" providerId="ADAL" clId="{5D40B1B0-87EB-4797-B14B-F9BC4F0D63B7}" dt="2025-06-16T11:43:04.283" v="33" actId="20577"/>
          <ac:graphicFrameMkLst>
            <pc:docMk/>
            <pc:sldMk cId="1131463983" sldId="2364"/>
            <ac:graphicFrameMk id="5" creationId="{EC955B6D-9E2E-44A0-A0A9-8BEF02287B3A}"/>
          </ac:graphicFrameMkLst>
        </pc:graphicFrameChg>
      </pc:sldChg>
      <pc:sldChg chg="del">
        <pc:chgData name="Mukherjee, Shouvik" userId="8a0946e8-3a6b-4d5c-947d-73f4cd578335" providerId="ADAL" clId="{5D40B1B0-87EB-4797-B14B-F9BC4F0D63B7}" dt="2025-06-16T11:39:54.504" v="1" actId="47"/>
        <pc:sldMkLst>
          <pc:docMk/>
          <pc:sldMk cId="399483182" sldId="2147347689"/>
        </pc:sldMkLst>
      </pc:sldChg>
      <pc:sldChg chg="addSp delSp modSp mod">
        <pc:chgData name="Mukherjee, Shouvik" userId="8a0946e8-3a6b-4d5c-947d-73f4cd578335" providerId="ADAL" clId="{5D40B1B0-87EB-4797-B14B-F9BC4F0D63B7}" dt="2025-06-16T12:10:43.284" v="290" actId="478"/>
        <pc:sldMkLst>
          <pc:docMk/>
          <pc:sldMk cId="3259243359" sldId="2147347697"/>
        </pc:sldMkLst>
        <pc:spChg chg="mod topLvl">
          <ac:chgData name="Mukherjee, Shouvik" userId="8a0946e8-3a6b-4d5c-947d-73f4cd578335" providerId="ADAL" clId="{5D40B1B0-87EB-4797-B14B-F9BC4F0D63B7}" dt="2025-06-16T12:10:30.470" v="284" actId="165"/>
          <ac:spMkLst>
            <pc:docMk/>
            <pc:sldMk cId="3259243359" sldId="2147347697"/>
            <ac:spMk id="4" creationId="{929B97A3-02FE-24A7-22F8-594DB7DEBE5F}"/>
          </ac:spMkLst>
        </pc:spChg>
        <pc:spChg chg="mod topLvl">
          <ac:chgData name="Mukherjee, Shouvik" userId="8a0946e8-3a6b-4d5c-947d-73f4cd578335" providerId="ADAL" clId="{5D40B1B0-87EB-4797-B14B-F9BC4F0D63B7}" dt="2025-06-16T12:10:30.470" v="284" actId="165"/>
          <ac:spMkLst>
            <pc:docMk/>
            <pc:sldMk cId="3259243359" sldId="2147347697"/>
            <ac:spMk id="5" creationId="{7E0406A0-707B-B8F4-04AB-C865CED6776A}"/>
          </ac:spMkLst>
        </pc:spChg>
        <pc:spChg chg="mod topLvl">
          <ac:chgData name="Mukherjee, Shouvik" userId="8a0946e8-3a6b-4d5c-947d-73f4cd578335" providerId="ADAL" clId="{5D40B1B0-87EB-4797-B14B-F9BC4F0D63B7}" dt="2025-06-16T12:10:30.470" v="284" actId="165"/>
          <ac:spMkLst>
            <pc:docMk/>
            <pc:sldMk cId="3259243359" sldId="2147347697"/>
            <ac:spMk id="7" creationId="{2B00276A-3356-B273-AC59-D96D8ACA23A8}"/>
          </ac:spMkLst>
        </pc:spChg>
        <pc:spChg chg="mod topLvl">
          <ac:chgData name="Mukherjee, Shouvik" userId="8a0946e8-3a6b-4d5c-947d-73f4cd578335" providerId="ADAL" clId="{5D40B1B0-87EB-4797-B14B-F9BC4F0D63B7}" dt="2025-06-16T12:10:30.470" v="284" actId="165"/>
          <ac:spMkLst>
            <pc:docMk/>
            <pc:sldMk cId="3259243359" sldId="2147347697"/>
            <ac:spMk id="8" creationId="{A52EB569-660A-5152-B674-DA866E97C97F}"/>
          </ac:spMkLst>
        </pc:spChg>
        <pc:spChg chg="mod topLvl">
          <ac:chgData name="Mukherjee, Shouvik" userId="8a0946e8-3a6b-4d5c-947d-73f4cd578335" providerId="ADAL" clId="{5D40B1B0-87EB-4797-B14B-F9BC4F0D63B7}" dt="2025-06-16T12:10:30.470" v="284" actId="165"/>
          <ac:spMkLst>
            <pc:docMk/>
            <pc:sldMk cId="3259243359" sldId="2147347697"/>
            <ac:spMk id="9" creationId="{D47BB688-FB1C-AD49-6148-483B37D410BE}"/>
          </ac:spMkLst>
        </pc:spChg>
        <pc:spChg chg="mod topLvl">
          <ac:chgData name="Mukherjee, Shouvik" userId="8a0946e8-3a6b-4d5c-947d-73f4cd578335" providerId="ADAL" clId="{5D40B1B0-87EB-4797-B14B-F9BC4F0D63B7}" dt="2025-06-16T12:10:30.470" v="284" actId="165"/>
          <ac:spMkLst>
            <pc:docMk/>
            <pc:sldMk cId="3259243359" sldId="2147347697"/>
            <ac:spMk id="11" creationId="{B37248EE-BA5F-15D3-4EC2-E3E954F22F78}"/>
          </ac:spMkLst>
        </pc:spChg>
        <pc:spChg chg="mod topLvl">
          <ac:chgData name="Mukherjee, Shouvik" userId="8a0946e8-3a6b-4d5c-947d-73f4cd578335" providerId="ADAL" clId="{5D40B1B0-87EB-4797-B14B-F9BC4F0D63B7}" dt="2025-06-16T12:10:30.470" v="284" actId="165"/>
          <ac:spMkLst>
            <pc:docMk/>
            <pc:sldMk cId="3259243359" sldId="2147347697"/>
            <ac:spMk id="12" creationId="{4CFDADFA-AC42-DDAF-C8DF-9E57F6904911}"/>
          </ac:spMkLst>
        </pc:spChg>
        <pc:spChg chg="mod topLvl">
          <ac:chgData name="Mukherjee, Shouvik" userId="8a0946e8-3a6b-4d5c-947d-73f4cd578335" providerId="ADAL" clId="{5D40B1B0-87EB-4797-B14B-F9BC4F0D63B7}" dt="2025-06-16T12:10:30.470" v="284" actId="165"/>
          <ac:spMkLst>
            <pc:docMk/>
            <pc:sldMk cId="3259243359" sldId="2147347697"/>
            <ac:spMk id="13" creationId="{98B0DE77-BA56-D052-2EB7-EE36C2045D56}"/>
          </ac:spMkLst>
        </pc:spChg>
        <pc:spChg chg="mod topLvl">
          <ac:chgData name="Mukherjee, Shouvik" userId="8a0946e8-3a6b-4d5c-947d-73f4cd578335" providerId="ADAL" clId="{5D40B1B0-87EB-4797-B14B-F9BC4F0D63B7}" dt="2025-06-16T12:10:30.470" v="284" actId="165"/>
          <ac:spMkLst>
            <pc:docMk/>
            <pc:sldMk cId="3259243359" sldId="2147347697"/>
            <ac:spMk id="14" creationId="{4BA45D0D-E5C5-2CF0-9E7E-857A1B0CF057}"/>
          </ac:spMkLst>
        </pc:spChg>
        <pc:spChg chg="mod topLvl">
          <ac:chgData name="Mukherjee, Shouvik" userId="8a0946e8-3a6b-4d5c-947d-73f4cd578335" providerId="ADAL" clId="{5D40B1B0-87EB-4797-B14B-F9BC4F0D63B7}" dt="2025-06-16T12:10:30.470" v="284" actId="165"/>
          <ac:spMkLst>
            <pc:docMk/>
            <pc:sldMk cId="3259243359" sldId="2147347697"/>
            <ac:spMk id="15" creationId="{055C84E9-D7AF-7C78-4A4D-AF2A73E5E1B5}"/>
          </ac:spMkLst>
        </pc:spChg>
        <pc:spChg chg="mod topLvl">
          <ac:chgData name="Mukherjee, Shouvik" userId="8a0946e8-3a6b-4d5c-947d-73f4cd578335" providerId="ADAL" clId="{5D40B1B0-87EB-4797-B14B-F9BC4F0D63B7}" dt="2025-06-16T12:10:30.470" v="284" actId="165"/>
          <ac:spMkLst>
            <pc:docMk/>
            <pc:sldMk cId="3259243359" sldId="2147347697"/>
            <ac:spMk id="16" creationId="{644E3B3B-EBB6-3620-FFB2-59D723DACA6C}"/>
          </ac:spMkLst>
        </pc:spChg>
        <pc:spChg chg="mod topLvl">
          <ac:chgData name="Mukherjee, Shouvik" userId="8a0946e8-3a6b-4d5c-947d-73f4cd578335" providerId="ADAL" clId="{5D40B1B0-87EB-4797-B14B-F9BC4F0D63B7}" dt="2025-06-16T12:10:30.470" v="284" actId="165"/>
          <ac:spMkLst>
            <pc:docMk/>
            <pc:sldMk cId="3259243359" sldId="2147347697"/>
            <ac:spMk id="17" creationId="{539EF84C-87D0-D94A-E540-9C8F87E2C7EC}"/>
          </ac:spMkLst>
        </pc:spChg>
        <pc:spChg chg="mod topLvl">
          <ac:chgData name="Mukherjee, Shouvik" userId="8a0946e8-3a6b-4d5c-947d-73f4cd578335" providerId="ADAL" clId="{5D40B1B0-87EB-4797-B14B-F9BC4F0D63B7}" dt="2025-06-16T12:10:30.470" v="284" actId="165"/>
          <ac:spMkLst>
            <pc:docMk/>
            <pc:sldMk cId="3259243359" sldId="2147347697"/>
            <ac:spMk id="25" creationId="{8168066B-FF81-10B9-D3DA-A1D87533766A}"/>
          </ac:spMkLst>
        </pc:spChg>
        <pc:spChg chg="mod topLvl">
          <ac:chgData name="Mukherjee, Shouvik" userId="8a0946e8-3a6b-4d5c-947d-73f4cd578335" providerId="ADAL" clId="{5D40B1B0-87EB-4797-B14B-F9BC4F0D63B7}" dt="2025-06-16T12:10:30.470" v="284" actId="165"/>
          <ac:spMkLst>
            <pc:docMk/>
            <pc:sldMk cId="3259243359" sldId="2147347697"/>
            <ac:spMk id="26" creationId="{D2226C8D-5965-458A-054A-94AD7D828E78}"/>
          </ac:spMkLst>
        </pc:spChg>
        <pc:spChg chg="mod topLvl">
          <ac:chgData name="Mukherjee, Shouvik" userId="8a0946e8-3a6b-4d5c-947d-73f4cd578335" providerId="ADAL" clId="{5D40B1B0-87EB-4797-B14B-F9BC4F0D63B7}" dt="2025-06-16T12:10:30.470" v="284" actId="165"/>
          <ac:spMkLst>
            <pc:docMk/>
            <pc:sldMk cId="3259243359" sldId="2147347697"/>
            <ac:spMk id="27" creationId="{720B4EEE-20A3-5CC3-624D-2CD1794D2021}"/>
          </ac:spMkLst>
        </pc:spChg>
        <pc:spChg chg="mod topLvl">
          <ac:chgData name="Mukherjee, Shouvik" userId="8a0946e8-3a6b-4d5c-947d-73f4cd578335" providerId="ADAL" clId="{5D40B1B0-87EB-4797-B14B-F9BC4F0D63B7}" dt="2025-06-16T12:10:30.470" v="284" actId="165"/>
          <ac:spMkLst>
            <pc:docMk/>
            <pc:sldMk cId="3259243359" sldId="2147347697"/>
            <ac:spMk id="28" creationId="{9B84E288-1B05-857D-D472-179D457844B2}"/>
          </ac:spMkLst>
        </pc:spChg>
        <pc:spChg chg="mod topLvl">
          <ac:chgData name="Mukherjee, Shouvik" userId="8a0946e8-3a6b-4d5c-947d-73f4cd578335" providerId="ADAL" clId="{5D40B1B0-87EB-4797-B14B-F9BC4F0D63B7}" dt="2025-06-16T12:10:30.470" v="284" actId="165"/>
          <ac:spMkLst>
            <pc:docMk/>
            <pc:sldMk cId="3259243359" sldId="2147347697"/>
            <ac:spMk id="29" creationId="{39F7ACB7-E104-A787-6AFA-C83EF6FABB82}"/>
          </ac:spMkLst>
        </pc:spChg>
        <pc:spChg chg="mod topLvl">
          <ac:chgData name="Mukherjee, Shouvik" userId="8a0946e8-3a6b-4d5c-947d-73f4cd578335" providerId="ADAL" clId="{5D40B1B0-87EB-4797-B14B-F9BC4F0D63B7}" dt="2025-06-16T12:10:30.470" v="284" actId="165"/>
          <ac:spMkLst>
            <pc:docMk/>
            <pc:sldMk cId="3259243359" sldId="2147347697"/>
            <ac:spMk id="36" creationId="{16C2CB01-5229-8A02-DE8A-86C9FA788A0F}"/>
          </ac:spMkLst>
        </pc:spChg>
        <pc:spChg chg="mod">
          <ac:chgData name="Mukherjee, Shouvik" userId="8a0946e8-3a6b-4d5c-947d-73f4cd578335" providerId="ADAL" clId="{5D40B1B0-87EB-4797-B14B-F9BC4F0D63B7}" dt="2025-06-16T12:10:30.470" v="284" actId="165"/>
          <ac:spMkLst>
            <pc:docMk/>
            <pc:sldMk cId="3259243359" sldId="2147347697"/>
            <ac:spMk id="37" creationId="{7F44C0FA-614B-CDDC-34BB-126D710886D7}"/>
          </ac:spMkLst>
        </pc:spChg>
        <pc:spChg chg="mod">
          <ac:chgData name="Mukherjee, Shouvik" userId="8a0946e8-3a6b-4d5c-947d-73f4cd578335" providerId="ADAL" clId="{5D40B1B0-87EB-4797-B14B-F9BC4F0D63B7}" dt="2025-06-16T12:10:30.470" v="284" actId="165"/>
          <ac:spMkLst>
            <pc:docMk/>
            <pc:sldMk cId="3259243359" sldId="2147347697"/>
            <ac:spMk id="38" creationId="{031D7B4D-B5CF-B75C-D2CB-9CE34593B592}"/>
          </ac:spMkLst>
        </pc:spChg>
        <pc:spChg chg="mod">
          <ac:chgData name="Mukherjee, Shouvik" userId="8a0946e8-3a6b-4d5c-947d-73f4cd578335" providerId="ADAL" clId="{5D40B1B0-87EB-4797-B14B-F9BC4F0D63B7}" dt="2025-06-16T12:10:30.470" v="284" actId="165"/>
          <ac:spMkLst>
            <pc:docMk/>
            <pc:sldMk cId="3259243359" sldId="2147347697"/>
            <ac:spMk id="39" creationId="{A2D3E4CB-88CF-C76B-872D-3DF787FF68C2}"/>
          </ac:spMkLst>
        </pc:spChg>
        <pc:spChg chg="mod">
          <ac:chgData name="Mukherjee, Shouvik" userId="8a0946e8-3a6b-4d5c-947d-73f4cd578335" providerId="ADAL" clId="{5D40B1B0-87EB-4797-B14B-F9BC4F0D63B7}" dt="2025-06-16T12:10:30.470" v="284" actId="165"/>
          <ac:spMkLst>
            <pc:docMk/>
            <pc:sldMk cId="3259243359" sldId="2147347697"/>
            <ac:spMk id="40" creationId="{B58CDFE7-8CEC-3116-6CCF-791C5510AA82}"/>
          </ac:spMkLst>
        </pc:spChg>
        <pc:spChg chg="mod">
          <ac:chgData name="Mukherjee, Shouvik" userId="8a0946e8-3a6b-4d5c-947d-73f4cd578335" providerId="ADAL" clId="{5D40B1B0-87EB-4797-B14B-F9BC4F0D63B7}" dt="2025-06-16T12:10:30.470" v="284" actId="165"/>
          <ac:spMkLst>
            <pc:docMk/>
            <pc:sldMk cId="3259243359" sldId="2147347697"/>
            <ac:spMk id="41" creationId="{1215DEB9-4AAE-B0C9-7FC7-1174EA10C346}"/>
          </ac:spMkLst>
        </pc:spChg>
        <pc:spChg chg="mod">
          <ac:chgData name="Mukherjee, Shouvik" userId="8a0946e8-3a6b-4d5c-947d-73f4cd578335" providerId="ADAL" clId="{5D40B1B0-87EB-4797-B14B-F9BC4F0D63B7}" dt="2025-06-16T12:10:30.470" v="284" actId="165"/>
          <ac:spMkLst>
            <pc:docMk/>
            <pc:sldMk cId="3259243359" sldId="2147347697"/>
            <ac:spMk id="43" creationId="{1C9C4E19-22EE-62F6-93B2-7F94B1ABE491}"/>
          </ac:spMkLst>
        </pc:spChg>
        <pc:spChg chg="mod">
          <ac:chgData name="Mukherjee, Shouvik" userId="8a0946e8-3a6b-4d5c-947d-73f4cd578335" providerId="ADAL" clId="{5D40B1B0-87EB-4797-B14B-F9BC4F0D63B7}" dt="2025-06-16T12:10:30.470" v="284" actId="165"/>
          <ac:spMkLst>
            <pc:docMk/>
            <pc:sldMk cId="3259243359" sldId="2147347697"/>
            <ac:spMk id="44" creationId="{ED8AF595-58E3-5200-4C9D-765FE887CFE5}"/>
          </ac:spMkLst>
        </pc:spChg>
        <pc:spChg chg="mod">
          <ac:chgData name="Mukherjee, Shouvik" userId="8a0946e8-3a6b-4d5c-947d-73f4cd578335" providerId="ADAL" clId="{5D40B1B0-87EB-4797-B14B-F9BC4F0D63B7}" dt="2025-06-16T12:10:30.470" v="284" actId="165"/>
          <ac:spMkLst>
            <pc:docMk/>
            <pc:sldMk cId="3259243359" sldId="2147347697"/>
            <ac:spMk id="45" creationId="{E67A4C78-2958-08FD-4C32-49D222B863CA}"/>
          </ac:spMkLst>
        </pc:spChg>
        <pc:spChg chg="mod">
          <ac:chgData name="Mukherjee, Shouvik" userId="8a0946e8-3a6b-4d5c-947d-73f4cd578335" providerId="ADAL" clId="{5D40B1B0-87EB-4797-B14B-F9BC4F0D63B7}" dt="2025-06-16T12:10:30.470" v="284" actId="165"/>
          <ac:spMkLst>
            <pc:docMk/>
            <pc:sldMk cId="3259243359" sldId="2147347697"/>
            <ac:spMk id="46" creationId="{5BCECE2B-1916-7B47-096C-D7E2B2A2EAD6}"/>
          </ac:spMkLst>
        </pc:spChg>
        <pc:spChg chg="del mod">
          <ac:chgData name="Mukherjee, Shouvik" userId="8a0946e8-3a6b-4d5c-947d-73f4cd578335" providerId="ADAL" clId="{5D40B1B0-87EB-4797-B14B-F9BC4F0D63B7}" dt="2025-06-16T12:10:24.598" v="283" actId="478"/>
          <ac:spMkLst>
            <pc:docMk/>
            <pc:sldMk cId="3259243359" sldId="2147347697"/>
            <ac:spMk id="47" creationId="{72A7E5D7-7661-DEF9-267D-A95E72627935}"/>
          </ac:spMkLst>
        </pc:spChg>
        <pc:spChg chg="del mod topLvl">
          <ac:chgData name="Mukherjee, Shouvik" userId="8a0946e8-3a6b-4d5c-947d-73f4cd578335" providerId="ADAL" clId="{5D40B1B0-87EB-4797-B14B-F9BC4F0D63B7}" dt="2025-06-16T12:10:43.284" v="290" actId="478"/>
          <ac:spMkLst>
            <pc:docMk/>
            <pc:sldMk cId="3259243359" sldId="2147347697"/>
            <ac:spMk id="48" creationId="{81B9AB39-E797-75DA-7893-6F9859346500}"/>
          </ac:spMkLst>
        </pc:spChg>
        <pc:spChg chg="mod">
          <ac:chgData name="Mukherjee, Shouvik" userId="8a0946e8-3a6b-4d5c-947d-73f4cd578335" providerId="ADAL" clId="{5D40B1B0-87EB-4797-B14B-F9BC4F0D63B7}" dt="2025-06-16T12:10:30.470" v="284" actId="165"/>
          <ac:spMkLst>
            <pc:docMk/>
            <pc:sldMk cId="3259243359" sldId="2147347697"/>
            <ac:spMk id="49" creationId="{49F6D967-D978-AD13-925E-2F96018AE85A}"/>
          </ac:spMkLst>
        </pc:spChg>
        <pc:spChg chg="mod">
          <ac:chgData name="Mukherjee, Shouvik" userId="8a0946e8-3a6b-4d5c-947d-73f4cd578335" providerId="ADAL" clId="{5D40B1B0-87EB-4797-B14B-F9BC4F0D63B7}" dt="2025-06-16T12:10:30.470" v="284" actId="165"/>
          <ac:spMkLst>
            <pc:docMk/>
            <pc:sldMk cId="3259243359" sldId="2147347697"/>
            <ac:spMk id="50" creationId="{DEECC658-A4C0-5030-97D8-A9E3FD0C4D03}"/>
          </ac:spMkLst>
        </pc:spChg>
        <pc:spChg chg="mod">
          <ac:chgData name="Mukherjee, Shouvik" userId="8a0946e8-3a6b-4d5c-947d-73f4cd578335" providerId="ADAL" clId="{5D40B1B0-87EB-4797-B14B-F9BC4F0D63B7}" dt="2025-06-16T12:10:30.470" v="284" actId="165"/>
          <ac:spMkLst>
            <pc:docMk/>
            <pc:sldMk cId="3259243359" sldId="2147347697"/>
            <ac:spMk id="51" creationId="{59BBE8AB-DEE2-95BE-14C2-824F3F0DC8F0}"/>
          </ac:spMkLst>
        </pc:spChg>
        <pc:spChg chg="mod">
          <ac:chgData name="Mukherjee, Shouvik" userId="8a0946e8-3a6b-4d5c-947d-73f4cd578335" providerId="ADAL" clId="{5D40B1B0-87EB-4797-B14B-F9BC4F0D63B7}" dt="2025-06-16T12:10:30.470" v="284" actId="165"/>
          <ac:spMkLst>
            <pc:docMk/>
            <pc:sldMk cId="3259243359" sldId="2147347697"/>
            <ac:spMk id="52" creationId="{97CCDE62-EC86-EDFF-7D6E-2FA1550A18CD}"/>
          </ac:spMkLst>
        </pc:spChg>
        <pc:spChg chg="mod">
          <ac:chgData name="Mukherjee, Shouvik" userId="8a0946e8-3a6b-4d5c-947d-73f4cd578335" providerId="ADAL" clId="{5D40B1B0-87EB-4797-B14B-F9BC4F0D63B7}" dt="2025-06-16T12:10:30.470" v="284" actId="165"/>
          <ac:spMkLst>
            <pc:docMk/>
            <pc:sldMk cId="3259243359" sldId="2147347697"/>
            <ac:spMk id="53" creationId="{413B1A3E-17DE-E9DB-D8E4-F8BA50A8ABE1}"/>
          </ac:spMkLst>
        </pc:spChg>
        <pc:spChg chg="mod">
          <ac:chgData name="Mukherjee, Shouvik" userId="8a0946e8-3a6b-4d5c-947d-73f4cd578335" providerId="ADAL" clId="{5D40B1B0-87EB-4797-B14B-F9BC4F0D63B7}" dt="2025-06-16T12:10:30.470" v="284" actId="165"/>
          <ac:spMkLst>
            <pc:docMk/>
            <pc:sldMk cId="3259243359" sldId="2147347697"/>
            <ac:spMk id="54" creationId="{99F13183-0D74-954A-B8F9-E4D729C71AF5}"/>
          </ac:spMkLst>
        </pc:spChg>
        <pc:spChg chg="mod">
          <ac:chgData name="Mukherjee, Shouvik" userId="8a0946e8-3a6b-4d5c-947d-73f4cd578335" providerId="ADAL" clId="{5D40B1B0-87EB-4797-B14B-F9BC4F0D63B7}" dt="2025-06-16T12:10:30.470" v="284" actId="165"/>
          <ac:spMkLst>
            <pc:docMk/>
            <pc:sldMk cId="3259243359" sldId="2147347697"/>
            <ac:spMk id="55" creationId="{8745D5C0-028B-A885-B13B-5D8C325B41E1}"/>
          </ac:spMkLst>
        </pc:spChg>
        <pc:spChg chg="mod">
          <ac:chgData name="Mukherjee, Shouvik" userId="8a0946e8-3a6b-4d5c-947d-73f4cd578335" providerId="ADAL" clId="{5D40B1B0-87EB-4797-B14B-F9BC4F0D63B7}" dt="2025-06-16T12:10:30.470" v="284" actId="165"/>
          <ac:spMkLst>
            <pc:docMk/>
            <pc:sldMk cId="3259243359" sldId="2147347697"/>
            <ac:spMk id="56" creationId="{238A439B-D150-19E0-E5C7-55FF13030CE5}"/>
          </ac:spMkLst>
        </pc:spChg>
        <pc:spChg chg="mod">
          <ac:chgData name="Mukherjee, Shouvik" userId="8a0946e8-3a6b-4d5c-947d-73f4cd578335" providerId="ADAL" clId="{5D40B1B0-87EB-4797-B14B-F9BC4F0D63B7}" dt="2025-06-16T12:10:30.470" v="284" actId="165"/>
          <ac:spMkLst>
            <pc:docMk/>
            <pc:sldMk cId="3259243359" sldId="2147347697"/>
            <ac:spMk id="57" creationId="{20831F30-EFDE-4845-B075-39DAC4751269}"/>
          </ac:spMkLst>
        </pc:spChg>
        <pc:spChg chg="mod">
          <ac:chgData name="Mukherjee, Shouvik" userId="8a0946e8-3a6b-4d5c-947d-73f4cd578335" providerId="ADAL" clId="{5D40B1B0-87EB-4797-B14B-F9BC4F0D63B7}" dt="2025-06-16T12:10:30.470" v="284" actId="165"/>
          <ac:spMkLst>
            <pc:docMk/>
            <pc:sldMk cId="3259243359" sldId="2147347697"/>
            <ac:spMk id="58" creationId="{2B234738-21A3-09B3-B71D-A92450597956}"/>
          </ac:spMkLst>
        </pc:spChg>
        <pc:spChg chg="mod">
          <ac:chgData name="Mukherjee, Shouvik" userId="8a0946e8-3a6b-4d5c-947d-73f4cd578335" providerId="ADAL" clId="{5D40B1B0-87EB-4797-B14B-F9BC4F0D63B7}" dt="2025-06-16T12:10:30.470" v="284" actId="165"/>
          <ac:spMkLst>
            <pc:docMk/>
            <pc:sldMk cId="3259243359" sldId="2147347697"/>
            <ac:spMk id="59" creationId="{78FE6C64-1A9A-32FD-6F29-5299BEE5B56F}"/>
          </ac:spMkLst>
        </pc:spChg>
        <pc:grpChg chg="add del mod">
          <ac:chgData name="Mukherjee, Shouvik" userId="8a0946e8-3a6b-4d5c-947d-73f4cd578335" providerId="ADAL" clId="{5D40B1B0-87EB-4797-B14B-F9BC4F0D63B7}" dt="2025-06-16T12:10:30.470" v="284" actId="165"/>
          <ac:grpSpMkLst>
            <pc:docMk/>
            <pc:sldMk cId="3259243359" sldId="2147347697"/>
            <ac:grpSpMk id="3" creationId="{F45AE832-98A1-9BAB-2E44-7B3EDB1EC77E}"/>
          </ac:grpSpMkLst>
        </pc:grpChg>
        <pc:grpChg chg="mod topLvl">
          <ac:chgData name="Mukherjee, Shouvik" userId="8a0946e8-3a6b-4d5c-947d-73f4cd578335" providerId="ADAL" clId="{5D40B1B0-87EB-4797-B14B-F9BC4F0D63B7}" dt="2025-06-16T12:10:30.470" v="284" actId="165"/>
          <ac:grpSpMkLst>
            <pc:docMk/>
            <pc:sldMk cId="3259243359" sldId="2147347697"/>
            <ac:grpSpMk id="24" creationId="{D6F04807-AF13-C1D1-9B0F-87A51162646D}"/>
          </ac:grpSpMkLst>
        </pc:grpChg>
        <pc:grpChg chg="del mod topLvl">
          <ac:chgData name="Mukherjee, Shouvik" userId="8a0946e8-3a6b-4d5c-947d-73f4cd578335" providerId="ADAL" clId="{5D40B1B0-87EB-4797-B14B-F9BC4F0D63B7}" dt="2025-06-16T12:10:41.179" v="289" actId="478"/>
          <ac:grpSpMkLst>
            <pc:docMk/>
            <pc:sldMk cId="3259243359" sldId="2147347697"/>
            <ac:grpSpMk id="30" creationId="{FA36D8AF-BEAA-D715-7971-4C8A379DF03F}"/>
          </ac:grpSpMkLst>
        </pc:grpChg>
        <pc:grpChg chg="del mod">
          <ac:chgData name="Mukherjee, Shouvik" userId="8a0946e8-3a6b-4d5c-947d-73f4cd578335" providerId="ADAL" clId="{5D40B1B0-87EB-4797-B14B-F9BC4F0D63B7}" dt="2025-06-16T12:10:24.598" v="283" actId="478"/>
          <ac:grpSpMkLst>
            <pc:docMk/>
            <pc:sldMk cId="3259243359" sldId="2147347697"/>
            <ac:grpSpMk id="31" creationId="{0566B964-8F14-20F3-A112-9BE5A7EF4A41}"/>
          </ac:grpSpMkLst>
        </pc:grpChg>
        <pc:grpChg chg="del mod topLvl">
          <ac:chgData name="Mukherjee, Shouvik" userId="8a0946e8-3a6b-4d5c-947d-73f4cd578335" providerId="ADAL" clId="{5D40B1B0-87EB-4797-B14B-F9BC4F0D63B7}" dt="2025-06-16T12:10:39.144" v="288" actId="478"/>
          <ac:grpSpMkLst>
            <pc:docMk/>
            <pc:sldMk cId="3259243359" sldId="2147347697"/>
            <ac:grpSpMk id="32" creationId="{2C186C04-30AF-DC57-57AB-F881479A3CA7}"/>
          </ac:grpSpMkLst>
        </pc:grpChg>
        <pc:grpChg chg="del mod topLvl">
          <ac:chgData name="Mukherjee, Shouvik" userId="8a0946e8-3a6b-4d5c-947d-73f4cd578335" providerId="ADAL" clId="{5D40B1B0-87EB-4797-B14B-F9BC4F0D63B7}" dt="2025-06-16T12:10:37.118" v="287" actId="478"/>
          <ac:grpSpMkLst>
            <pc:docMk/>
            <pc:sldMk cId="3259243359" sldId="2147347697"/>
            <ac:grpSpMk id="33" creationId="{E506B36A-A338-1858-B973-420951FE3FFA}"/>
          </ac:grpSpMkLst>
        </pc:grpChg>
        <pc:grpChg chg="del mod topLvl">
          <ac:chgData name="Mukherjee, Shouvik" userId="8a0946e8-3a6b-4d5c-947d-73f4cd578335" providerId="ADAL" clId="{5D40B1B0-87EB-4797-B14B-F9BC4F0D63B7}" dt="2025-06-16T12:10:34.586" v="286" actId="478"/>
          <ac:grpSpMkLst>
            <pc:docMk/>
            <pc:sldMk cId="3259243359" sldId="2147347697"/>
            <ac:grpSpMk id="34" creationId="{5B922DB0-72A6-E30E-706A-A00F1AD5842F}"/>
          </ac:grpSpMkLst>
        </pc:grpChg>
        <pc:grpChg chg="del mod topLvl">
          <ac:chgData name="Mukherjee, Shouvik" userId="8a0946e8-3a6b-4d5c-947d-73f4cd578335" providerId="ADAL" clId="{5D40B1B0-87EB-4797-B14B-F9BC4F0D63B7}" dt="2025-06-16T12:10:32.542" v="285" actId="478"/>
          <ac:grpSpMkLst>
            <pc:docMk/>
            <pc:sldMk cId="3259243359" sldId="2147347697"/>
            <ac:grpSpMk id="35" creationId="{1B452BBC-74E4-43E3-4AF7-C2E6E164C764}"/>
          </ac:grpSpMkLst>
        </pc:grpChg>
        <pc:cxnChg chg="mod topLvl">
          <ac:chgData name="Mukherjee, Shouvik" userId="8a0946e8-3a6b-4d5c-947d-73f4cd578335" providerId="ADAL" clId="{5D40B1B0-87EB-4797-B14B-F9BC4F0D63B7}" dt="2025-06-16T12:10:30.470" v="284" actId="165"/>
          <ac:cxnSpMkLst>
            <pc:docMk/>
            <pc:sldMk cId="3259243359" sldId="2147347697"/>
            <ac:cxnSpMk id="18" creationId="{BECA7A43-411D-1893-1938-D9BA7D69BE50}"/>
          </ac:cxnSpMkLst>
        </pc:cxnChg>
        <pc:cxnChg chg="mod topLvl">
          <ac:chgData name="Mukherjee, Shouvik" userId="8a0946e8-3a6b-4d5c-947d-73f4cd578335" providerId="ADAL" clId="{5D40B1B0-87EB-4797-B14B-F9BC4F0D63B7}" dt="2025-06-16T12:10:30.470" v="284" actId="165"/>
          <ac:cxnSpMkLst>
            <pc:docMk/>
            <pc:sldMk cId="3259243359" sldId="2147347697"/>
            <ac:cxnSpMk id="19" creationId="{B51955B4-3AA7-0194-40EB-03B77DBF6989}"/>
          </ac:cxnSpMkLst>
        </pc:cxnChg>
        <pc:cxnChg chg="mod topLvl">
          <ac:chgData name="Mukherjee, Shouvik" userId="8a0946e8-3a6b-4d5c-947d-73f4cd578335" providerId="ADAL" clId="{5D40B1B0-87EB-4797-B14B-F9BC4F0D63B7}" dt="2025-06-16T12:10:30.470" v="284" actId="165"/>
          <ac:cxnSpMkLst>
            <pc:docMk/>
            <pc:sldMk cId="3259243359" sldId="2147347697"/>
            <ac:cxnSpMk id="20" creationId="{8CA5DA22-AACD-44D0-6135-E68DF4692557}"/>
          </ac:cxnSpMkLst>
        </pc:cxnChg>
        <pc:cxnChg chg="mod topLvl">
          <ac:chgData name="Mukherjee, Shouvik" userId="8a0946e8-3a6b-4d5c-947d-73f4cd578335" providerId="ADAL" clId="{5D40B1B0-87EB-4797-B14B-F9BC4F0D63B7}" dt="2025-06-16T12:10:30.470" v="284" actId="165"/>
          <ac:cxnSpMkLst>
            <pc:docMk/>
            <pc:sldMk cId="3259243359" sldId="2147347697"/>
            <ac:cxnSpMk id="21" creationId="{FA014A62-02E8-9096-CA9F-0F4BC5C0E841}"/>
          </ac:cxnSpMkLst>
        </pc:cxnChg>
        <pc:cxnChg chg="mod topLvl">
          <ac:chgData name="Mukherjee, Shouvik" userId="8a0946e8-3a6b-4d5c-947d-73f4cd578335" providerId="ADAL" clId="{5D40B1B0-87EB-4797-B14B-F9BC4F0D63B7}" dt="2025-06-16T12:10:30.470" v="284" actId="165"/>
          <ac:cxnSpMkLst>
            <pc:docMk/>
            <pc:sldMk cId="3259243359" sldId="2147347697"/>
            <ac:cxnSpMk id="22" creationId="{A960E917-5D57-5096-E52E-84B2C08545EB}"/>
          </ac:cxnSpMkLst>
        </pc:cxnChg>
        <pc:cxnChg chg="mod topLvl">
          <ac:chgData name="Mukherjee, Shouvik" userId="8a0946e8-3a6b-4d5c-947d-73f4cd578335" providerId="ADAL" clId="{5D40B1B0-87EB-4797-B14B-F9BC4F0D63B7}" dt="2025-06-16T12:10:30.470" v="284" actId="165"/>
          <ac:cxnSpMkLst>
            <pc:docMk/>
            <pc:sldMk cId="3259243359" sldId="2147347697"/>
            <ac:cxnSpMk id="23" creationId="{8FC025B8-EF34-88B3-AA14-B083891D1DBD}"/>
          </ac:cxnSpMkLst>
        </pc:cxnChg>
      </pc:sldChg>
      <pc:sldChg chg="del">
        <pc:chgData name="Mukherjee, Shouvik" userId="8a0946e8-3a6b-4d5c-947d-73f4cd578335" providerId="ADAL" clId="{5D40B1B0-87EB-4797-B14B-F9BC4F0D63B7}" dt="2025-06-16T11:41:49.708" v="2" actId="47"/>
        <pc:sldMkLst>
          <pc:docMk/>
          <pc:sldMk cId="3115566666" sldId="2147347709"/>
        </pc:sldMkLst>
      </pc:sldChg>
      <pc:sldChg chg="del">
        <pc:chgData name="Mukherjee, Shouvik" userId="8a0946e8-3a6b-4d5c-947d-73f4cd578335" providerId="ADAL" clId="{5D40B1B0-87EB-4797-B14B-F9BC4F0D63B7}" dt="2025-06-16T11:41:50.874" v="3" actId="47"/>
        <pc:sldMkLst>
          <pc:docMk/>
          <pc:sldMk cId="483280813" sldId="2147347720"/>
        </pc:sldMkLst>
      </pc:sldChg>
      <pc:sldChg chg="del">
        <pc:chgData name="Mukherjee, Shouvik" userId="8a0946e8-3a6b-4d5c-947d-73f4cd578335" providerId="ADAL" clId="{5D40B1B0-87EB-4797-B14B-F9BC4F0D63B7}" dt="2025-06-16T11:41:53.255" v="4" actId="47"/>
        <pc:sldMkLst>
          <pc:docMk/>
          <pc:sldMk cId="2130489859" sldId="2147347728"/>
        </pc:sldMkLst>
      </pc:sldChg>
      <pc:sldChg chg="modSp mod">
        <pc:chgData name="Mukherjee, Shouvik" userId="8a0946e8-3a6b-4d5c-947d-73f4cd578335" providerId="ADAL" clId="{5D40B1B0-87EB-4797-B14B-F9BC4F0D63B7}" dt="2025-06-16T11:43:30.378" v="40" actId="20577"/>
        <pc:sldMkLst>
          <pc:docMk/>
          <pc:sldMk cId="1498758882" sldId="2147347729"/>
        </pc:sldMkLst>
        <pc:spChg chg="mod">
          <ac:chgData name="Mukherjee, Shouvik" userId="8a0946e8-3a6b-4d5c-947d-73f4cd578335" providerId="ADAL" clId="{5D40B1B0-87EB-4797-B14B-F9BC4F0D63B7}" dt="2025-06-16T11:43:30.378" v="40" actId="20577"/>
          <ac:spMkLst>
            <pc:docMk/>
            <pc:sldMk cId="1498758882" sldId="2147347729"/>
            <ac:spMk id="3" creationId="{6B402CD6-9D58-A11C-B706-73AA542395F2}"/>
          </ac:spMkLst>
        </pc:spChg>
      </pc:sldChg>
      <pc:sldChg chg="modSp mod">
        <pc:chgData name="Mukherjee, Shouvik" userId="8a0946e8-3a6b-4d5c-947d-73f4cd578335" providerId="ADAL" clId="{5D40B1B0-87EB-4797-B14B-F9BC4F0D63B7}" dt="2025-06-16T11:43:36.110" v="44" actId="20577"/>
        <pc:sldMkLst>
          <pc:docMk/>
          <pc:sldMk cId="2230786566" sldId="2147347730"/>
        </pc:sldMkLst>
        <pc:spChg chg="mod">
          <ac:chgData name="Mukherjee, Shouvik" userId="8a0946e8-3a6b-4d5c-947d-73f4cd578335" providerId="ADAL" clId="{5D40B1B0-87EB-4797-B14B-F9BC4F0D63B7}" dt="2025-06-16T11:43:36.110" v="44" actId="20577"/>
          <ac:spMkLst>
            <pc:docMk/>
            <pc:sldMk cId="2230786566" sldId="2147347730"/>
            <ac:spMk id="3" creationId="{6B402CD6-9D58-A11C-B706-73AA542395F2}"/>
          </ac:spMkLst>
        </pc:spChg>
      </pc:sldChg>
      <pc:sldChg chg="modSp add mod">
        <pc:chgData name="Mukherjee, Shouvik" userId="8a0946e8-3a6b-4d5c-947d-73f4cd578335" providerId="ADAL" clId="{5D40B1B0-87EB-4797-B14B-F9BC4F0D63B7}" dt="2025-06-16T11:43:22.390" v="38" actId="20577"/>
        <pc:sldMkLst>
          <pc:docMk/>
          <pc:sldMk cId="462382829" sldId="2147347740"/>
        </pc:sldMkLst>
        <pc:spChg chg="mod">
          <ac:chgData name="Mukherjee, Shouvik" userId="8a0946e8-3a6b-4d5c-947d-73f4cd578335" providerId="ADAL" clId="{5D40B1B0-87EB-4797-B14B-F9BC4F0D63B7}" dt="2025-06-16T11:43:22.390" v="38" actId="20577"/>
          <ac:spMkLst>
            <pc:docMk/>
            <pc:sldMk cId="462382829" sldId="2147347740"/>
            <ac:spMk id="6" creationId="{00000000-0000-0000-0000-000000000000}"/>
          </ac:spMkLst>
        </pc:spChg>
      </pc:sldChg>
    </pc:docChg>
  </pc:docChgLst>
  <pc:docChgLst>
    <pc:chgData name="Mondal, Dipsundar" userId="88dd2544-141d-432e-b70f-f2d97fcf1630" providerId="ADAL" clId="{8C266064-0C69-46E8-BFE2-F84150D1F61D}"/>
    <pc:docChg chg="undo custSel addSld delSld modSld sldOrd">
      <pc:chgData name="Mondal, Dipsundar" userId="88dd2544-141d-432e-b70f-f2d97fcf1630" providerId="ADAL" clId="{8C266064-0C69-46E8-BFE2-F84150D1F61D}" dt="2025-06-20T04:59:34.558" v="1063" actId="1035"/>
      <pc:docMkLst>
        <pc:docMk/>
      </pc:docMkLst>
      <pc:sldChg chg="addSp modSp mod">
        <pc:chgData name="Mondal, Dipsundar" userId="88dd2544-141d-432e-b70f-f2d97fcf1630" providerId="ADAL" clId="{8C266064-0C69-46E8-BFE2-F84150D1F61D}" dt="2025-06-20T04:59:34.558" v="1063" actId="1035"/>
        <pc:sldMkLst>
          <pc:docMk/>
          <pc:sldMk cId="3523782250" sldId="2147347726"/>
        </pc:sldMkLst>
        <pc:graphicFrameChg chg="add mod">
          <ac:chgData name="Mondal, Dipsundar" userId="88dd2544-141d-432e-b70f-f2d97fcf1630" providerId="ADAL" clId="{8C266064-0C69-46E8-BFE2-F84150D1F61D}" dt="2025-06-20T04:59:34.558" v="1063" actId="1035"/>
          <ac:graphicFrameMkLst>
            <pc:docMk/>
            <pc:sldMk cId="3523782250" sldId="2147347726"/>
            <ac:graphicFrameMk id="119" creationId="{B4269DE3-67F1-4A86-608A-0C7AD36C6F47}"/>
          </ac:graphicFrameMkLst>
        </pc:graphicFrameChg>
      </pc:sldChg>
      <pc:sldChg chg="addSp modSp">
        <pc:chgData name="Mondal, Dipsundar" userId="88dd2544-141d-432e-b70f-f2d97fcf1630" providerId="ADAL" clId="{8C266064-0C69-46E8-BFE2-F84150D1F61D}" dt="2025-06-18T07:17:23.853" v="0"/>
        <pc:sldMkLst>
          <pc:docMk/>
          <pc:sldMk cId="3063834027" sldId="2147347738"/>
        </pc:sldMkLst>
        <pc:spChg chg="mod">
          <ac:chgData name="Mondal, Dipsundar" userId="88dd2544-141d-432e-b70f-f2d97fcf1630" providerId="ADAL" clId="{8C266064-0C69-46E8-BFE2-F84150D1F61D}" dt="2025-06-18T07:17:23.853" v="0"/>
          <ac:spMkLst>
            <pc:docMk/>
            <pc:sldMk cId="3063834027" sldId="2147347738"/>
            <ac:spMk id="7" creationId="{EFACE7DA-A687-700F-E1AE-E99576B73342}"/>
          </ac:spMkLst>
        </pc:spChg>
        <pc:spChg chg="mod">
          <ac:chgData name="Mondal, Dipsundar" userId="88dd2544-141d-432e-b70f-f2d97fcf1630" providerId="ADAL" clId="{8C266064-0C69-46E8-BFE2-F84150D1F61D}" dt="2025-06-18T07:17:23.853" v="0"/>
          <ac:spMkLst>
            <pc:docMk/>
            <pc:sldMk cId="3063834027" sldId="2147347738"/>
            <ac:spMk id="8" creationId="{64BB022F-4E9F-50BB-66B2-EDEC204E218F}"/>
          </ac:spMkLst>
        </pc:spChg>
        <pc:spChg chg="add mod">
          <ac:chgData name="Mondal, Dipsundar" userId="88dd2544-141d-432e-b70f-f2d97fcf1630" providerId="ADAL" clId="{8C266064-0C69-46E8-BFE2-F84150D1F61D}" dt="2025-06-18T07:17:23.853" v="0"/>
          <ac:spMkLst>
            <pc:docMk/>
            <pc:sldMk cId="3063834027" sldId="2147347738"/>
            <ac:spMk id="9" creationId="{CBCB8E37-4472-2E59-96FA-BDF9B804B0BA}"/>
          </ac:spMkLst>
        </pc:spChg>
        <pc:spChg chg="add mod">
          <ac:chgData name="Mondal, Dipsundar" userId="88dd2544-141d-432e-b70f-f2d97fcf1630" providerId="ADAL" clId="{8C266064-0C69-46E8-BFE2-F84150D1F61D}" dt="2025-06-18T07:17:23.853" v="0"/>
          <ac:spMkLst>
            <pc:docMk/>
            <pc:sldMk cId="3063834027" sldId="2147347738"/>
            <ac:spMk id="11" creationId="{70594856-6983-16D5-9CC2-D8D4F4904C3B}"/>
          </ac:spMkLst>
        </pc:spChg>
        <pc:spChg chg="add mod">
          <ac:chgData name="Mondal, Dipsundar" userId="88dd2544-141d-432e-b70f-f2d97fcf1630" providerId="ADAL" clId="{8C266064-0C69-46E8-BFE2-F84150D1F61D}" dt="2025-06-18T07:17:23.853" v="0"/>
          <ac:spMkLst>
            <pc:docMk/>
            <pc:sldMk cId="3063834027" sldId="2147347738"/>
            <ac:spMk id="12" creationId="{52E3D18A-D8F6-12F3-E502-BA87EC9934BE}"/>
          </ac:spMkLst>
        </pc:spChg>
        <pc:spChg chg="mod">
          <ac:chgData name="Mondal, Dipsundar" userId="88dd2544-141d-432e-b70f-f2d97fcf1630" providerId="ADAL" clId="{8C266064-0C69-46E8-BFE2-F84150D1F61D}" dt="2025-06-18T07:17:23.853" v="0"/>
          <ac:spMkLst>
            <pc:docMk/>
            <pc:sldMk cId="3063834027" sldId="2147347738"/>
            <ac:spMk id="14" creationId="{656EDC82-0385-17B0-2122-11A4AF512B6E}"/>
          </ac:spMkLst>
        </pc:spChg>
        <pc:spChg chg="mod">
          <ac:chgData name="Mondal, Dipsundar" userId="88dd2544-141d-432e-b70f-f2d97fcf1630" providerId="ADAL" clId="{8C266064-0C69-46E8-BFE2-F84150D1F61D}" dt="2025-06-18T07:17:23.853" v="0"/>
          <ac:spMkLst>
            <pc:docMk/>
            <pc:sldMk cId="3063834027" sldId="2147347738"/>
            <ac:spMk id="15" creationId="{A56BD8DC-7AF4-703E-7ED4-2864FEA171E1}"/>
          </ac:spMkLst>
        </pc:spChg>
        <pc:spChg chg="add mod">
          <ac:chgData name="Mondal, Dipsundar" userId="88dd2544-141d-432e-b70f-f2d97fcf1630" providerId="ADAL" clId="{8C266064-0C69-46E8-BFE2-F84150D1F61D}" dt="2025-06-18T07:17:23.853" v="0"/>
          <ac:spMkLst>
            <pc:docMk/>
            <pc:sldMk cId="3063834027" sldId="2147347738"/>
            <ac:spMk id="16" creationId="{687D3D11-7075-870F-069E-0E0B1808C487}"/>
          </ac:spMkLst>
        </pc:spChg>
        <pc:spChg chg="add mod">
          <ac:chgData name="Mondal, Dipsundar" userId="88dd2544-141d-432e-b70f-f2d97fcf1630" providerId="ADAL" clId="{8C266064-0C69-46E8-BFE2-F84150D1F61D}" dt="2025-06-18T07:17:23.853" v="0"/>
          <ac:spMkLst>
            <pc:docMk/>
            <pc:sldMk cId="3063834027" sldId="2147347738"/>
            <ac:spMk id="17" creationId="{3ECE6B01-7157-A6D3-9F1A-3F644951DE2B}"/>
          </ac:spMkLst>
        </pc:spChg>
        <pc:spChg chg="add mod">
          <ac:chgData name="Mondal, Dipsundar" userId="88dd2544-141d-432e-b70f-f2d97fcf1630" providerId="ADAL" clId="{8C266064-0C69-46E8-BFE2-F84150D1F61D}" dt="2025-06-18T07:17:23.853" v="0"/>
          <ac:spMkLst>
            <pc:docMk/>
            <pc:sldMk cId="3063834027" sldId="2147347738"/>
            <ac:spMk id="18" creationId="{275BBDDD-8BCE-89CB-D6A0-38E1388B48DA}"/>
          </ac:spMkLst>
        </pc:spChg>
        <pc:spChg chg="mod">
          <ac:chgData name="Mondal, Dipsundar" userId="88dd2544-141d-432e-b70f-f2d97fcf1630" providerId="ADAL" clId="{8C266064-0C69-46E8-BFE2-F84150D1F61D}" dt="2025-06-18T07:17:23.853" v="0"/>
          <ac:spMkLst>
            <pc:docMk/>
            <pc:sldMk cId="3063834027" sldId="2147347738"/>
            <ac:spMk id="20" creationId="{8C90C299-0DFF-124A-5088-A695BE4E8742}"/>
          </ac:spMkLst>
        </pc:spChg>
        <pc:spChg chg="mod">
          <ac:chgData name="Mondal, Dipsundar" userId="88dd2544-141d-432e-b70f-f2d97fcf1630" providerId="ADAL" clId="{8C266064-0C69-46E8-BFE2-F84150D1F61D}" dt="2025-06-18T07:17:23.853" v="0"/>
          <ac:spMkLst>
            <pc:docMk/>
            <pc:sldMk cId="3063834027" sldId="2147347738"/>
            <ac:spMk id="21" creationId="{F1125915-F516-A28E-C48E-74830468FC7C}"/>
          </ac:spMkLst>
        </pc:spChg>
        <pc:spChg chg="add mod">
          <ac:chgData name="Mondal, Dipsundar" userId="88dd2544-141d-432e-b70f-f2d97fcf1630" providerId="ADAL" clId="{8C266064-0C69-46E8-BFE2-F84150D1F61D}" dt="2025-06-18T07:17:23.853" v="0"/>
          <ac:spMkLst>
            <pc:docMk/>
            <pc:sldMk cId="3063834027" sldId="2147347738"/>
            <ac:spMk id="22" creationId="{B497AFBA-48D7-F28B-03E8-6C1E633E762A}"/>
          </ac:spMkLst>
        </pc:spChg>
        <pc:spChg chg="add mod">
          <ac:chgData name="Mondal, Dipsundar" userId="88dd2544-141d-432e-b70f-f2d97fcf1630" providerId="ADAL" clId="{8C266064-0C69-46E8-BFE2-F84150D1F61D}" dt="2025-06-18T07:17:23.853" v="0"/>
          <ac:spMkLst>
            <pc:docMk/>
            <pc:sldMk cId="3063834027" sldId="2147347738"/>
            <ac:spMk id="23" creationId="{EE835D95-1114-AEE3-F425-50FD4780F316}"/>
          </ac:spMkLst>
        </pc:spChg>
        <pc:spChg chg="add mod">
          <ac:chgData name="Mondal, Dipsundar" userId="88dd2544-141d-432e-b70f-f2d97fcf1630" providerId="ADAL" clId="{8C266064-0C69-46E8-BFE2-F84150D1F61D}" dt="2025-06-18T07:17:23.853" v="0"/>
          <ac:spMkLst>
            <pc:docMk/>
            <pc:sldMk cId="3063834027" sldId="2147347738"/>
            <ac:spMk id="24" creationId="{5ED26CCD-05BB-E995-0A9B-9B8437651565}"/>
          </ac:spMkLst>
        </pc:spChg>
        <pc:spChg chg="mod">
          <ac:chgData name="Mondal, Dipsundar" userId="88dd2544-141d-432e-b70f-f2d97fcf1630" providerId="ADAL" clId="{8C266064-0C69-46E8-BFE2-F84150D1F61D}" dt="2025-06-18T07:17:23.853" v="0"/>
          <ac:spMkLst>
            <pc:docMk/>
            <pc:sldMk cId="3063834027" sldId="2147347738"/>
            <ac:spMk id="26" creationId="{4789186F-056B-B596-7CAE-5BBE9EDD50CC}"/>
          </ac:spMkLst>
        </pc:spChg>
        <pc:spChg chg="mod">
          <ac:chgData name="Mondal, Dipsundar" userId="88dd2544-141d-432e-b70f-f2d97fcf1630" providerId="ADAL" clId="{8C266064-0C69-46E8-BFE2-F84150D1F61D}" dt="2025-06-18T07:17:23.853" v="0"/>
          <ac:spMkLst>
            <pc:docMk/>
            <pc:sldMk cId="3063834027" sldId="2147347738"/>
            <ac:spMk id="27" creationId="{4A0C7DCC-C7DB-FEB9-FC25-E47C4C6FF60F}"/>
          </ac:spMkLst>
        </pc:spChg>
        <pc:spChg chg="add mod">
          <ac:chgData name="Mondal, Dipsundar" userId="88dd2544-141d-432e-b70f-f2d97fcf1630" providerId="ADAL" clId="{8C266064-0C69-46E8-BFE2-F84150D1F61D}" dt="2025-06-18T07:17:23.853" v="0"/>
          <ac:spMkLst>
            <pc:docMk/>
            <pc:sldMk cId="3063834027" sldId="2147347738"/>
            <ac:spMk id="28" creationId="{6F67C0FC-581A-F2E0-2286-399E92833799}"/>
          </ac:spMkLst>
        </pc:spChg>
        <pc:spChg chg="add mod">
          <ac:chgData name="Mondal, Dipsundar" userId="88dd2544-141d-432e-b70f-f2d97fcf1630" providerId="ADAL" clId="{8C266064-0C69-46E8-BFE2-F84150D1F61D}" dt="2025-06-18T07:17:23.853" v="0"/>
          <ac:spMkLst>
            <pc:docMk/>
            <pc:sldMk cId="3063834027" sldId="2147347738"/>
            <ac:spMk id="29" creationId="{A96680F9-6D5B-208C-9255-206D31A734C7}"/>
          </ac:spMkLst>
        </pc:spChg>
        <pc:spChg chg="add mod">
          <ac:chgData name="Mondal, Dipsundar" userId="88dd2544-141d-432e-b70f-f2d97fcf1630" providerId="ADAL" clId="{8C266064-0C69-46E8-BFE2-F84150D1F61D}" dt="2025-06-18T07:17:23.853" v="0"/>
          <ac:spMkLst>
            <pc:docMk/>
            <pc:sldMk cId="3063834027" sldId="2147347738"/>
            <ac:spMk id="30" creationId="{3E3E3A0F-5835-2D5A-1DFE-9ECF90E5360D}"/>
          </ac:spMkLst>
        </pc:spChg>
        <pc:spChg chg="mod">
          <ac:chgData name="Mondal, Dipsundar" userId="88dd2544-141d-432e-b70f-f2d97fcf1630" providerId="ADAL" clId="{8C266064-0C69-46E8-BFE2-F84150D1F61D}" dt="2025-06-18T07:17:23.853" v="0"/>
          <ac:spMkLst>
            <pc:docMk/>
            <pc:sldMk cId="3063834027" sldId="2147347738"/>
            <ac:spMk id="32" creationId="{5EA7CDE7-E59C-322E-6234-E64A7FDF8167}"/>
          </ac:spMkLst>
        </pc:spChg>
        <pc:spChg chg="mod">
          <ac:chgData name="Mondal, Dipsundar" userId="88dd2544-141d-432e-b70f-f2d97fcf1630" providerId="ADAL" clId="{8C266064-0C69-46E8-BFE2-F84150D1F61D}" dt="2025-06-18T07:17:23.853" v="0"/>
          <ac:spMkLst>
            <pc:docMk/>
            <pc:sldMk cId="3063834027" sldId="2147347738"/>
            <ac:spMk id="33" creationId="{07933E02-2D5E-22DC-E9C8-988A3CB063CD}"/>
          </ac:spMkLst>
        </pc:spChg>
        <pc:spChg chg="mod">
          <ac:chgData name="Mondal, Dipsundar" userId="88dd2544-141d-432e-b70f-f2d97fcf1630" providerId="ADAL" clId="{8C266064-0C69-46E8-BFE2-F84150D1F61D}" dt="2025-06-18T07:17:23.853" v="0"/>
          <ac:spMkLst>
            <pc:docMk/>
            <pc:sldMk cId="3063834027" sldId="2147347738"/>
            <ac:spMk id="35" creationId="{A7ECC827-C72B-035C-37A0-AAC6A75577E1}"/>
          </ac:spMkLst>
        </pc:spChg>
        <pc:spChg chg="mod">
          <ac:chgData name="Mondal, Dipsundar" userId="88dd2544-141d-432e-b70f-f2d97fcf1630" providerId="ADAL" clId="{8C266064-0C69-46E8-BFE2-F84150D1F61D}" dt="2025-06-18T07:17:23.853" v="0"/>
          <ac:spMkLst>
            <pc:docMk/>
            <pc:sldMk cId="3063834027" sldId="2147347738"/>
            <ac:spMk id="36" creationId="{87CE055C-14DF-A883-7907-BD2AF2F7185A}"/>
          </ac:spMkLst>
        </pc:spChg>
        <pc:spChg chg="mod">
          <ac:chgData name="Mondal, Dipsundar" userId="88dd2544-141d-432e-b70f-f2d97fcf1630" providerId="ADAL" clId="{8C266064-0C69-46E8-BFE2-F84150D1F61D}" dt="2025-06-18T07:17:23.853" v="0"/>
          <ac:spMkLst>
            <pc:docMk/>
            <pc:sldMk cId="3063834027" sldId="2147347738"/>
            <ac:spMk id="37" creationId="{F529F290-5E37-A41A-AE5A-5A25A08FBD37}"/>
          </ac:spMkLst>
        </pc:spChg>
        <pc:spChg chg="mod">
          <ac:chgData name="Mondal, Dipsundar" userId="88dd2544-141d-432e-b70f-f2d97fcf1630" providerId="ADAL" clId="{8C266064-0C69-46E8-BFE2-F84150D1F61D}" dt="2025-06-18T07:17:23.853" v="0"/>
          <ac:spMkLst>
            <pc:docMk/>
            <pc:sldMk cId="3063834027" sldId="2147347738"/>
            <ac:spMk id="38" creationId="{E88344C5-357A-D513-894D-7BA9D94C753F}"/>
          </ac:spMkLst>
        </pc:spChg>
        <pc:spChg chg="mod">
          <ac:chgData name="Mondal, Dipsundar" userId="88dd2544-141d-432e-b70f-f2d97fcf1630" providerId="ADAL" clId="{8C266064-0C69-46E8-BFE2-F84150D1F61D}" dt="2025-06-18T07:17:23.853" v="0"/>
          <ac:spMkLst>
            <pc:docMk/>
            <pc:sldMk cId="3063834027" sldId="2147347738"/>
            <ac:spMk id="39" creationId="{8B27F2AA-9395-617C-B2D9-B7B305E0F57B}"/>
          </ac:spMkLst>
        </pc:spChg>
        <pc:spChg chg="mod">
          <ac:chgData name="Mondal, Dipsundar" userId="88dd2544-141d-432e-b70f-f2d97fcf1630" providerId="ADAL" clId="{8C266064-0C69-46E8-BFE2-F84150D1F61D}" dt="2025-06-18T07:17:23.853" v="0"/>
          <ac:spMkLst>
            <pc:docMk/>
            <pc:sldMk cId="3063834027" sldId="2147347738"/>
            <ac:spMk id="40" creationId="{4B89734F-5B45-61B5-C06D-C5E92B48F116}"/>
          </ac:spMkLst>
        </pc:spChg>
        <pc:spChg chg="mod">
          <ac:chgData name="Mondal, Dipsundar" userId="88dd2544-141d-432e-b70f-f2d97fcf1630" providerId="ADAL" clId="{8C266064-0C69-46E8-BFE2-F84150D1F61D}" dt="2025-06-18T07:17:23.853" v="0"/>
          <ac:spMkLst>
            <pc:docMk/>
            <pc:sldMk cId="3063834027" sldId="2147347738"/>
            <ac:spMk id="41" creationId="{0C573F26-183C-23FF-2819-36D3EDB81D14}"/>
          </ac:spMkLst>
        </pc:spChg>
        <pc:spChg chg="mod">
          <ac:chgData name="Mondal, Dipsundar" userId="88dd2544-141d-432e-b70f-f2d97fcf1630" providerId="ADAL" clId="{8C266064-0C69-46E8-BFE2-F84150D1F61D}" dt="2025-06-18T07:17:23.853" v="0"/>
          <ac:spMkLst>
            <pc:docMk/>
            <pc:sldMk cId="3063834027" sldId="2147347738"/>
            <ac:spMk id="44" creationId="{61590F31-5E6D-13D2-2726-21DA451D0FF7}"/>
          </ac:spMkLst>
        </pc:spChg>
        <pc:spChg chg="mod">
          <ac:chgData name="Mondal, Dipsundar" userId="88dd2544-141d-432e-b70f-f2d97fcf1630" providerId="ADAL" clId="{8C266064-0C69-46E8-BFE2-F84150D1F61D}" dt="2025-06-18T07:17:23.853" v="0"/>
          <ac:spMkLst>
            <pc:docMk/>
            <pc:sldMk cId="3063834027" sldId="2147347738"/>
            <ac:spMk id="45" creationId="{5C9ABCFF-B07D-210A-F867-B0BEE4A11472}"/>
          </ac:spMkLst>
        </pc:spChg>
        <pc:spChg chg="mod">
          <ac:chgData name="Mondal, Dipsundar" userId="88dd2544-141d-432e-b70f-f2d97fcf1630" providerId="ADAL" clId="{8C266064-0C69-46E8-BFE2-F84150D1F61D}" dt="2025-06-18T07:17:23.853" v="0"/>
          <ac:spMkLst>
            <pc:docMk/>
            <pc:sldMk cId="3063834027" sldId="2147347738"/>
            <ac:spMk id="47" creationId="{7D574B1C-13A4-AA70-6576-8CB1E7472608}"/>
          </ac:spMkLst>
        </pc:spChg>
        <pc:spChg chg="mod">
          <ac:chgData name="Mondal, Dipsundar" userId="88dd2544-141d-432e-b70f-f2d97fcf1630" providerId="ADAL" clId="{8C266064-0C69-46E8-BFE2-F84150D1F61D}" dt="2025-06-18T07:17:23.853" v="0"/>
          <ac:spMkLst>
            <pc:docMk/>
            <pc:sldMk cId="3063834027" sldId="2147347738"/>
            <ac:spMk id="48" creationId="{0B4D6669-2F1C-2572-0C76-59A83788244E}"/>
          </ac:spMkLst>
        </pc:spChg>
        <pc:spChg chg="mod">
          <ac:chgData name="Mondal, Dipsundar" userId="88dd2544-141d-432e-b70f-f2d97fcf1630" providerId="ADAL" clId="{8C266064-0C69-46E8-BFE2-F84150D1F61D}" dt="2025-06-18T07:17:23.853" v="0"/>
          <ac:spMkLst>
            <pc:docMk/>
            <pc:sldMk cId="3063834027" sldId="2147347738"/>
            <ac:spMk id="49" creationId="{96FD10F3-3CCC-DBA9-AD74-9685C390DB48}"/>
          </ac:spMkLst>
        </pc:spChg>
        <pc:grpChg chg="add mod">
          <ac:chgData name="Mondal, Dipsundar" userId="88dd2544-141d-432e-b70f-f2d97fcf1630" providerId="ADAL" clId="{8C266064-0C69-46E8-BFE2-F84150D1F61D}" dt="2025-06-18T07:17:23.853" v="0"/>
          <ac:grpSpMkLst>
            <pc:docMk/>
            <pc:sldMk cId="3063834027" sldId="2147347738"/>
            <ac:grpSpMk id="5" creationId="{16FD34D1-BE99-8BFC-FA41-6A12B5DAA8E4}"/>
          </ac:grpSpMkLst>
        </pc:grpChg>
        <pc:grpChg chg="add mod">
          <ac:chgData name="Mondal, Dipsundar" userId="88dd2544-141d-432e-b70f-f2d97fcf1630" providerId="ADAL" clId="{8C266064-0C69-46E8-BFE2-F84150D1F61D}" dt="2025-06-18T07:17:23.853" v="0"/>
          <ac:grpSpMkLst>
            <pc:docMk/>
            <pc:sldMk cId="3063834027" sldId="2147347738"/>
            <ac:grpSpMk id="13" creationId="{9E4DD949-1F05-F533-4015-C10A89D0723A}"/>
          </ac:grpSpMkLst>
        </pc:grpChg>
        <pc:grpChg chg="add mod">
          <ac:chgData name="Mondal, Dipsundar" userId="88dd2544-141d-432e-b70f-f2d97fcf1630" providerId="ADAL" clId="{8C266064-0C69-46E8-BFE2-F84150D1F61D}" dt="2025-06-18T07:17:23.853" v="0"/>
          <ac:grpSpMkLst>
            <pc:docMk/>
            <pc:sldMk cId="3063834027" sldId="2147347738"/>
            <ac:grpSpMk id="19" creationId="{D57B54EF-D552-B793-E4C1-A85FC7982551}"/>
          </ac:grpSpMkLst>
        </pc:grpChg>
        <pc:grpChg chg="add mod">
          <ac:chgData name="Mondal, Dipsundar" userId="88dd2544-141d-432e-b70f-f2d97fcf1630" providerId="ADAL" clId="{8C266064-0C69-46E8-BFE2-F84150D1F61D}" dt="2025-06-18T07:17:23.853" v="0"/>
          <ac:grpSpMkLst>
            <pc:docMk/>
            <pc:sldMk cId="3063834027" sldId="2147347738"/>
            <ac:grpSpMk id="25" creationId="{671CB365-3B6A-0097-119F-7E219287E367}"/>
          </ac:grpSpMkLst>
        </pc:grpChg>
        <pc:grpChg chg="add mod">
          <ac:chgData name="Mondal, Dipsundar" userId="88dd2544-141d-432e-b70f-f2d97fcf1630" providerId="ADAL" clId="{8C266064-0C69-46E8-BFE2-F84150D1F61D}" dt="2025-06-18T07:17:23.853" v="0"/>
          <ac:grpSpMkLst>
            <pc:docMk/>
            <pc:sldMk cId="3063834027" sldId="2147347738"/>
            <ac:grpSpMk id="31" creationId="{E4CF6344-553B-F42C-09B6-877BCE3CCCFC}"/>
          </ac:grpSpMkLst>
        </pc:grpChg>
        <pc:grpChg chg="add mod">
          <ac:chgData name="Mondal, Dipsundar" userId="88dd2544-141d-432e-b70f-f2d97fcf1630" providerId="ADAL" clId="{8C266064-0C69-46E8-BFE2-F84150D1F61D}" dt="2025-06-18T07:17:23.853" v="0"/>
          <ac:grpSpMkLst>
            <pc:docMk/>
            <pc:sldMk cId="3063834027" sldId="2147347738"/>
            <ac:grpSpMk id="34" creationId="{87DD5578-259A-5074-B374-C3CF8127F90F}"/>
          </ac:grpSpMkLst>
        </pc:grpChg>
        <pc:grpChg chg="add mod">
          <ac:chgData name="Mondal, Dipsundar" userId="88dd2544-141d-432e-b70f-f2d97fcf1630" providerId="ADAL" clId="{8C266064-0C69-46E8-BFE2-F84150D1F61D}" dt="2025-06-18T07:17:23.853" v="0"/>
          <ac:grpSpMkLst>
            <pc:docMk/>
            <pc:sldMk cId="3063834027" sldId="2147347738"/>
            <ac:grpSpMk id="43" creationId="{53E5DB7C-7EE3-F6B9-54CC-F6A44968D068}"/>
          </ac:grpSpMkLst>
        </pc:grpChg>
        <pc:grpChg chg="add mod">
          <ac:chgData name="Mondal, Dipsundar" userId="88dd2544-141d-432e-b70f-f2d97fcf1630" providerId="ADAL" clId="{8C266064-0C69-46E8-BFE2-F84150D1F61D}" dt="2025-06-18T07:17:23.853" v="0"/>
          <ac:grpSpMkLst>
            <pc:docMk/>
            <pc:sldMk cId="3063834027" sldId="2147347738"/>
            <ac:grpSpMk id="46" creationId="{C0F4D832-457D-6BCA-962E-475996481CD2}"/>
          </ac:grpSpMkLst>
        </pc:grpChg>
      </pc:sldChg>
      <pc:sldChg chg="addSp delSp modSp mod">
        <pc:chgData name="Mondal, Dipsundar" userId="88dd2544-141d-432e-b70f-f2d97fcf1630" providerId="ADAL" clId="{8C266064-0C69-46E8-BFE2-F84150D1F61D}" dt="2025-06-19T11:59:23.173" v="735" actId="1035"/>
        <pc:sldMkLst>
          <pc:docMk/>
          <pc:sldMk cId="462382829" sldId="2147347740"/>
        </pc:sldMkLst>
        <pc:spChg chg="del">
          <ac:chgData name="Mondal, Dipsundar" userId="88dd2544-141d-432e-b70f-f2d97fcf1630" providerId="ADAL" clId="{8C266064-0C69-46E8-BFE2-F84150D1F61D}" dt="2025-06-19T08:54:33.131" v="230" actId="478"/>
          <ac:spMkLst>
            <pc:docMk/>
            <pc:sldMk cId="462382829" sldId="2147347740"/>
            <ac:spMk id="2" creationId="{00000000-0000-0000-0000-000000000000}"/>
          </ac:spMkLst>
        </pc:spChg>
        <pc:spChg chg="mod">
          <ac:chgData name="Mondal, Dipsundar" userId="88dd2544-141d-432e-b70f-f2d97fcf1630" providerId="ADAL" clId="{8C266064-0C69-46E8-BFE2-F84150D1F61D}" dt="2025-06-19T08:36:14.913" v="62" actId="165"/>
          <ac:spMkLst>
            <pc:docMk/>
            <pc:sldMk cId="462382829" sldId="2147347740"/>
            <ac:spMk id="4" creationId="{8119F157-DFD3-E9A0-84A9-137E56D971FA}"/>
          </ac:spMkLst>
        </pc:spChg>
        <pc:spChg chg="mod">
          <ac:chgData name="Mondal, Dipsundar" userId="88dd2544-141d-432e-b70f-f2d97fcf1630" providerId="ADAL" clId="{8C266064-0C69-46E8-BFE2-F84150D1F61D}" dt="2025-06-19T08:36:14.913" v="62" actId="165"/>
          <ac:spMkLst>
            <pc:docMk/>
            <pc:sldMk cId="462382829" sldId="2147347740"/>
            <ac:spMk id="8" creationId="{B35E3539-739A-A307-F8DC-40175CA76EB8}"/>
          </ac:spMkLst>
        </pc:spChg>
        <pc:spChg chg="mod">
          <ac:chgData name="Mondal, Dipsundar" userId="88dd2544-141d-432e-b70f-f2d97fcf1630" providerId="ADAL" clId="{8C266064-0C69-46E8-BFE2-F84150D1F61D}" dt="2025-06-19T08:36:14.913" v="62" actId="165"/>
          <ac:spMkLst>
            <pc:docMk/>
            <pc:sldMk cId="462382829" sldId="2147347740"/>
            <ac:spMk id="11" creationId="{F2B8B8DC-4EE6-7E4D-C229-FB4A3FD25467}"/>
          </ac:spMkLst>
        </pc:spChg>
        <pc:spChg chg="mod">
          <ac:chgData name="Mondal, Dipsundar" userId="88dd2544-141d-432e-b70f-f2d97fcf1630" providerId="ADAL" clId="{8C266064-0C69-46E8-BFE2-F84150D1F61D}" dt="2025-06-19T08:40:54.228" v="67"/>
          <ac:spMkLst>
            <pc:docMk/>
            <pc:sldMk cId="462382829" sldId="2147347740"/>
            <ac:spMk id="13" creationId="{752E31C2-2650-967A-5E63-C0E49E571C35}"/>
          </ac:spMkLst>
        </pc:spChg>
        <pc:spChg chg="mod">
          <ac:chgData name="Mondal, Dipsundar" userId="88dd2544-141d-432e-b70f-f2d97fcf1630" providerId="ADAL" clId="{8C266064-0C69-46E8-BFE2-F84150D1F61D}" dt="2025-06-19T08:40:54.228" v="67"/>
          <ac:spMkLst>
            <pc:docMk/>
            <pc:sldMk cId="462382829" sldId="2147347740"/>
            <ac:spMk id="15" creationId="{285CA0A9-93C8-1D5A-1E7F-362F5FA5DFA2}"/>
          </ac:spMkLst>
        </pc:spChg>
        <pc:spChg chg="mod">
          <ac:chgData name="Mondal, Dipsundar" userId="88dd2544-141d-432e-b70f-f2d97fcf1630" providerId="ADAL" clId="{8C266064-0C69-46E8-BFE2-F84150D1F61D}" dt="2025-06-19T08:40:54.228" v="67"/>
          <ac:spMkLst>
            <pc:docMk/>
            <pc:sldMk cId="462382829" sldId="2147347740"/>
            <ac:spMk id="16" creationId="{C9F11C55-0E2E-FB08-0E8B-E867DEFABFA0}"/>
          </ac:spMkLst>
        </pc:spChg>
        <pc:spChg chg="add del mod">
          <ac:chgData name="Mondal, Dipsundar" userId="88dd2544-141d-432e-b70f-f2d97fcf1630" providerId="ADAL" clId="{8C266064-0C69-46E8-BFE2-F84150D1F61D}" dt="2025-06-19T08:54:35.014" v="231" actId="478"/>
          <ac:spMkLst>
            <pc:docMk/>
            <pc:sldMk cId="462382829" sldId="2147347740"/>
            <ac:spMk id="20" creationId="{3C186E97-4FAD-6AA3-90ED-63E0A460F6BA}"/>
          </ac:spMkLst>
        </pc:spChg>
        <pc:spChg chg="add del mod">
          <ac:chgData name="Mondal, Dipsundar" userId="88dd2544-141d-432e-b70f-f2d97fcf1630" providerId="ADAL" clId="{8C266064-0C69-46E8-BFE2-F84150D1F61D}" dt="2025-06-19T11:54:52.470" v="659" actId="478"/>
          <ac:spMkLst>
            <pc:docMk/>
            <pc:sldMk cId="462382829" sldId="2147347740"/>
            <ac:spMk id="21" creationId="{289B2D18-8152-6996-8577-EDDF8B173776}"/>
          </ac:spMkLst>
        </pc:spChg>
        <pc:grpChg chg="del mod topLvl">
          <ac:chgData name="Mondal, Dipsundar" userId="88dd2544-141d-432e-b70f-f2d97fcf1630" providerId="ADAL" clId="{8C266064-0C69-46E8-BFE2-F84150D1F61D}" dt="2025-06-19T11:54:52.470" v="659" actId="478"/>
          <ac:grpSpMkLst>
            <pc:docMk/>
            <pc:sldMk cId="462382829" sldId="2147347740"/>
            <ac:grpSpMk id="3" creationId="{FB543EBE-BEAD-F35A-E3BE-BACEADDB9059}"/>
          </ac:grpSpMkLst>
        </pc:grpChg>
        <pc:grpChg chg="add del mod">
          <ac:chgData name="Mondal, Dipsundar" userId="88dd2544-141d-432e-b70f-f2d97fcf1630" providerId="ADAL" clId="{8C266064-0C69-46E8-BFE2-F84150D1F61D}" dt="2025-06-19T08:36:14.913" v="62" actId="165"/>
          <ac:grpSpMkLst>
            <pc:docMk/>
            <pc:sldMk cId="462382829" sldId="2147347740"/>
            <ac:grpSpMk id="9" creationId="{C60AEB67-7D39-F424-BEDD-95CA493539A2}"/>
          </ac:grpSpMkLst>
        </pc:grpChg>
        <pc:grpChg chg="add mod">
          <ac:chgData name="Mondal, Dipsundar" userId="88dd2544-141d-432e-b70f-f2d97fcf1630" providerId="ADAL" clId="{8C266064-0C69-46E8-BFE2-F84150D1F61D}" dt="2025-06-19T11:59:23.173" v="735" actId="1035"/>
          <ac:grpSpMkLst>
            <pc:docMk/>
            <pc:sldMk cId="462382829" sldId="2147347740"/>
            <ac:grpSpMk id="12" creationId="{DCC5220A-2F88-D2DE-2CD5-37582AA6AD69}"/>
          </ac:grpSpMkLst>
        </pc:grpChg>
        <pc:picChg chg="mod">
          <ac:chgData name="Mondal, Dipsundar" userId="88dd2544-141d-432e-b70f-f2d97fcf1630" providerId="ADAL" clId="{8C266064-0C69-46E8-BFE2-F84150D1F61D}" dt="2025-06-19T08:36:14.913" v="62" actId="165"/>
          <ac:picMkLst>
            <pc:docMk/>
            <pc:sldMk cId="462382829" sldId="2147347740"/>
            <ac:picMk id="5" creationId="{70E74FC4-2F47-AE43-9D01-0C09B9299D17}"/>
          </ac:picMkLst>
        </pc:picChg>
        <pc:picChg chg="del mod topLvl">
          <ac:chgData name="Mondal, Dipsundar" userId="88dd2544-141d-432e-b70f-f2d97fcf1630" providerId="ADAL" clId="{8C266064-0C69-46E8-BFE2-F84150D1F61D}" dt="2025-06-19T11:54:52.470" v="659" actId="478"/>
          <ac:picMkLst>
            <pc:docMk/>
            <pc:sldMk cId="462382829" sldId="2147347740"/>
            <ac:picMk id="7" creationId="{D0A70E28-7FAB-D883-6C3C-A69717ADE509}"/>
          </ac:picMkLst>
        </pc:picChg>
        <pc:picChg chg="mod">
          <ac:chgData name="Mondal, Dipsundar" userId="88dd2544-141d-432e-b70f-f2d97fcf1630" providerId="ADAL" clId="{8C266064-0C69-46E8-BFE2-F84150D1F61D}" dt="2025-06-19T08:40:54.228" v="67"/>
          <ac:picMkLst>
            <pc:docMk/>
            <pc:sldMk cId="462382829" sldId="2147347740"/>
            <ac:picMk id="14" creationId="{DEFA1F36-7377-3754-3DC2-C3516AABD891}"/>
          </ac:picMkLst>
        </pc:picChg>
        <pc:picChg chg="add mod">
          <ac:chgData name="Mondal, Dipsundar" userId="88dd2544-141d-432e-b70f-f2d97fcf1630" providerId="ADAL" clId="{8C266064-0C69-46E8-BFE2-F84150D1F61D}" dt="2025-06-19T11:59:23.173" v="735" actId="1035"/>
          <ac:picMkLst>
            <pc:docMk/>
            <pc:sldMk cId="462382829" sldId="2147347740"/>
            <ac:picMk id="18" creationId="{85F532EA-34C6-D3F3-4DF9-E8BCF74413C7}"/>
          </ac:picMkLst>
        </pc:picChg>
        <pc:cxnChg chg="mod">
          <ac:chgData name="Mondal, Dipsundar" userId="88dd2544-141d-432e-b70f-f2d97fcf1630" providerId="ADAL" clId="{8C266064-0C69-46E8-BFE2-F84150D1F61D}" dt="2025-06-19T11:59:09.988" v="663" actId="1076"/>
          <ac:cxnSpMkLst>
            <pc:docMk/>
            <pc:sldMk cId="462382829" sldId="2147347740"/>
            <ac:cxnSpMk id="42" creationId="{C3307A9C-FA80-4775-B35A-1A643EF2A1BC}"/>
          </ac:cxnSpMkLst>
        </pc:cxnChg>
      </pc:sldChg>
      <pc:sldChg chg="addSp modSp add del mod setBg">
        <pc:chgData name="Mondal, Dipsundar" userId="88dd2544-141d-432e-b70f-f2d97fcf1630" providerId="ADAL" clId="{8C266064-0C69-46E8-BFE2-F84150D1F61D}" dt="2025-06-19T05:48:30.096" v="33" actId="47"/>
        <pc:sldMkLst>
          <pc:docMk/>
          <pc:sldMk cId="1722834923" sldId="2147482246"/>
        </pc:sldMkLst>
        <pc:spChg chg="mod">
          <ac:chgData name="Mondal, Dipsundar" userId="88dd2544-141d-432e-b70f-f2d97fcf1630" providerId="ADAL" clId="{8C266064-0C69-46E8-BFE2-F84150D1F61D}" dt="2025-06-19T04:44:48.856" v="14" actId="164"/>
          <ac:spMkLst>
            <pc:docMk/>
            <pc:sldMk cId="1722834923" sldId="2147482246"/>
            <ac:spMk id="10" creationId="{79CA05C4-5B24-E0C8-B20C-26768398253A}"/>
          </ac:spMkLst>
        </pc:spChg>
        <pc:spChg chg="mod">
          <ac:chgData name="Mondal, Dipsundar" userId="88dd2544-141d-432e-b70f-f2d97fcf1630" providerId="ADAL" clId="{8C266064-0C69-46E8-BFE2-F84150D1F61D}" dt="2025-06-19T04:44:48.856" v="14" actId="164"/>
          <ac:spMkLst>
            <pc:docMk/>
            <pc:sldMk cId="1722834923" sldId="2147482246"/>
            <ac:spMk id="11" creationId="{D54D58EF-CA69-1892-43F7-8A31CD86CB9E}"/>
          </ac:spMkLst>
        </pc:spChg>
        <pc:spChg chg="mod">
          <ac:chgData name="Mondal, Dipsundar" userId="88dd2544-141d-432e-b70f-f2d97fcf1630" providerId="ADAL" clId="{8C266064-0C69-46E8-BFE2-F84150D1F61D}" dt="2025-06-19T04:44:48.856" v="14" actId="164"/>
          <ac:spMkLst>
            <pc:docMk/>
            <pc:sldMk cId="1722834923" sldId="2147482246"/>
            <ac:spMk id="14" creationId="{4EAB4D6B-1625-FE38-FBE1-7A8964AD5140}"/>
          </ac:spMkLst>
        </pc:spChg>
        <pc:spChg chg="mod">
          <ac:chgData name="Mondal, Dipsundar" userId="88dd2544-141d-432e-b70f-f2d97fcf1630" providerId="ADAL" clId="{8C266064-0C69-46E8-BFE2-F84150D1F61D}" dt="2025-06-19T04:44:48.856" v="14" actId="164"/>
          <ac:spMkLst>
            <pc:docMk/>
            <pc:sldMk cId="1722834923" sldId="2147482246"/>
            <ac:spMk id="15" creationId="{CAF0538B-91A0-B135-361A-065C6EAF5E46}"/>
          </ac:spMkLst>
        </pc:spChg>
        <pc:spChg chg="mod">
          <ac:chgData name="Mondal, Dipsundar" userId="88dd2544-141d-432e-b70f-f2d97fcf1630" providerId="ADAL" clId="{8C266064-0C69-46E8-BFE2-F84150D1F61D}" dt="2025-06-19T04:44:48.856" v="14" actId="164"/>
          <ac:spMkLst>
            <pc:docMk/>
            <pc:sldMk cId="1722834923" sldId="2147482246"/>
            <ac:spMk id="16" creationId="{16822C9A-BC84-C916-DA00-A9B617E60A39}"/>
          </ac:spMkLst>
        </pc:spChg>
        <pc:spChg chg="mod">
          <ac:chgData name="Mondal, Dipsundar" userId="88dd2544-141d-432e-b70f-f2d97fcf1630" providerId="ADAL" clId="{8C266064-0C69-46E8-BFE2-F84150D1F61D}" dt="2025-06-19T04:44:48.856" v="14" actId="164"/>
          <ac:spMkLst>
            <pc:docMk/>
            <pc:sldMk cId="1722834923" sldId="2147482246"/>
            <ac:spMk id="21" creationId="{9AE9A094-A578-2EBB-A988-B57BDD7B8851}"/>
          </ac:spMkLst>
        </pc:spChg>
        <pc:spChg chg="mod">
          <ac:chgData name="Mondal, Dipsundar" userId="88dd2544-141d-432e-b70f-f2d97fcf1630" providerId="ADAL" clId="{8C266064-0C69-46E8-BFE2-F84150D1F61D}" dt="2025-06-19T04:44:48.856" v="14" actId="164"/>
          <ac:spMkLst>
            <pc:docMk/>
            <pc:sldMk cId="1722834923" sldId="2147482246"/>
            <ac:spMk id="22" creationId="{7709EF6F-2AF0-0A36-2CFF-CE2B494F9B1F}"/>
          </ac:spMkLst>
        </pc:spChg>
        <pc:spChg chg="mod">
          <ac:chgData name="Mondal, Dipsundar" userId="88dd2544-141d-432e-b70f-f2d97fcf1630" providerId="ADAL" clId="{8C266064-0C69-46E8-BFE2-F84150D1F61D}" dt="2025-06-19T04:44:48.856" v="14" actId="164"/>
          <ac:spMkLst>
            <pc:docMk/>
            <pc:sldMk cId="1722834923" sldId="2147482246"/>
            <ac:spMk id="1069" creationId="{CD0BC3ED-44DA-D1C9-E267-A796144E8D7E}"/>
          </ac:spMkLst>
        </pc:spChg>
        <pc:spChg chg="mod">
          <ac:chgData name="Mondal, Dipsundar" userId="88dd2544-141d-432e-b70f-f2d97fcf1630" providerId="ADAL" clId="{8C266064-0C69-46E8-BFE2-F84150D1F61D}" dt="2025-06-19T04:44:48.856" v="14" actId="164"/>
          <ac:spMkLst>
            <pc:docMk/>
            <pc:sldMk cId="1722834923" sldId="2147482246"/>
            <ac:spMk id="1071" creationId="{08051057-4B00-C440-BD25-82EC286B67BF}"/>
          </ac:spMkLst>
        </pc:spChg>
        <pc:spChg chg="mod">
          <ac:chgData name="Mondal, Dipsundar" userId="88dd2544-141d-432e-b70f-f2d97fcf1630" providerId="ADAL" clId="{8C266064-0C69-46E8-BFE2-F84150D1F61D}" dt="2025-06-19T04:44:48.856" v="14" actId="164"/>
          <ac:spMkLst>
            <pc:docMk/>
            <pc:sldMk cId="1722834923" sldId="2147482246"/>
            <ac:spMk id="1072" creationId="{957FCF6C-5E27-65CF-A48A-F8A03EE4A0D0}"/>
          </ac:spMkLst>
        </pc:spChg>
        <pc:spChg chg="mod">
          <ac:chgData name="Mondal, Dipsundar" userId="88dd2544-141d-432e-b70f-f2d97fcf1630" providerId="ADAL" clId="{8C266064-0C69-46E8-BFE2-F84150D1F61D}" dt="2025-06-19T04:44:48.856" v="14" actId="164"/>
          <ac:spMkLst>
            <pc:docMk/>
            <pc:sldMk cId="1722834923" sldId="2147482246"/>
            <ac:spMk id="1073" creationId="{63BC2652-FCCA-2704-809D-A4944E6462D4}"/>
          </ac:spMkLst>
        </pc:spChg>
        <pc:spChg chg="mod">
          <ac:chgData name="Mondal, Dipsundar" userId="88dd2544-141d-432e-b70f-f2d97fcf1630" providerId="ADAL" clId="{8C266064-0C69-46E8-BFE2-F84150D1F61D}" dt="2025-06-19T04:44:48.856" v="14" actId="164"/>
          <ac:spMkLst>
            <pc:docMk/>
            <pc:sldMk cId="1722834923" sldId="2147482246"/>
            <ac:spMk id="1075" creationId="{90A8F67F-88AA-A971-6F83-A696D8CEF730}"/>
          </ac:spMkLst>
        </pc:spChg>
        <pc:spChg chg="mod">
          <ac:chgData name="Mondal, Dipsundar" userId="88dd2544-141d-432e-b70f-f2d97fcf1630" providerId="ADAL" clId="{8C266064-0C69-46E8-BFE2-F84150D1F61D}" dt="2025-06-19T04:44:48.856" v="14" actId="164"/>
          <ac:spMkLst>
            <pc:docMk/>
            <pc:sldMk cId="1722834923" sldId="2147482246"/>
            <ac:spMk id="1076" creationId="{32C0C2B6-E203-BE4E-990B-5F922BAA2312}"/>
          </ac:spMkLst>
        </pc:spChg>
        <pc:spChg chg="mod">
          <ac:chgData name="Mondal, Dipsundar" userId="88dd2544-141d-432e-b70f-f2d97fcf1630" providerId="ADAL" clId="{8C266064-0C69-46E8-BFE2-F84150D1F61D}" dt="2025-06-19T04:44:48.856" v="14" actId="164"/>
          <ac:spMkLst>
            <pc:docMk/>
            <pc:sldMk cId="1722834923" sldId="2147482246"/>
            <ac:spMk id="1077" creationId="{C382B2A7-C043-51C3-5E65-5C10621589A4}"/>
          </ac:spMkLst>
        </pc:spChg>
        <pc:spChg chg="mod">
          <ac:chgData name="Mondal, Dipsundar" userId="88dd2544-141d-432e-b70f-f2d97fcf1630" providerId="ADAL" clId="{8C266064-0C69-46E8-BFE2-F84150D1F61D}" dt="2025-06-19T04:44:48.856" v="14" actId="164"/>
          <ac:spMkLst>
            <pc:docMk/>
            <pc:sldMk cId="1722834923" sldId="2147482246"/>
            <ac:spMk id="1079" creationId="{C313300D-BC28-8E11-2F6B-07042C112AA9}"/>
          </ac:spMkLst>
        </pc:spChg>
        <pc:spChg chg="mod">
          <ac:chgData name="Mondal, Dipsundar" userId="88dd2544-141d-432e-b70f-f2d97fcf1630" providerId="ADAL" clId="{8C266064-0C69-46E8-BFE2-F84150D1F61D}" dt="2025-06-19T04:44:48.856" v="14" actId="164"/>
          <ac:spMkLst>
            <pc:docMk/>
            <pc:sldMk cId="1722834923" sldId="2147482246"/>
            <ac:spMk id="1080" creationId="{FF6B1CA9-FC23-442B-AD65-056B5F8DB1C7}"/>
          </ac:spMkLst>
        </pc:spChg>
        <pc:spChg chg="mod">
          <ac:chgData name="Mondal, Dipsundar" userId="88dd2544-141d-432e-b70f-f2d97fcf1630" providerId="ADAL" clId="{8C266064-0C69-46E8-BFE2-F84150D1F61D}" dt="2025-06-19T04:44:48.856" v="14" actId="164"/>
          <ac:spMkLst>
            <pc:docMk/>
            <pc:sldMk cId="1722834923" sldId="2147482246"/>
            <ac:spMk id="1081" creationId="{950863DD-FE49-7903-3BC7-CE6D5CA604E3}"/>
          </ac:spMkLst>
        </pc:spChg>
        <pc:spChg chg="mod">
          <ac:chgData name="Mondal, Dipsundar" userId="88dd2544-141d-432e-b70f-f2d97fcf1630" providerId="ADAL" clId="{8C266064-0C69-46E8-BFE2-F84150D1F61D}" dt="2025-06-19T04:44:48.856" v="14" actId="164"/>
          <ac:spMkLst>
            <pc:docMk/>
            <pc:sldMk cId="1722834923" sldId="2147482246"/>
            <ac:spMk id="1083" creationId="{668723BC-1241-B853-3C8F-DF00DADAB8AB}"/>
          </ac:spMkLst>
        </pc:spChg>
        <pc:spChg chg="mod">
          <ac:chgData name="Mondal, Dipsundar" userId="88dd2544-141d-432e-b70f-f2d97fcf1630" providerId="ADAL" clId="{8C266064-0C69-46E8-BFE2-F84150D1F61D}" dt="2025-06-19T04:44:48.856" v="14" actId="164"/>
          <ac:spMkLst>
            <pc:docMk/>
            <pc:sldMk cId="1722834923" sldId="2147482246"/>
            <ac:spMk id="1084" creationId="{17BE8CC2-DAF8-F887-BC2F-9832F890211E}"/>
          </ac:spMkLst>
        </pc:spChg>
        <pc:spChg chg="mod">
          <ac:chgData name="Mondal, Dipsundar" userId="88dd2544-141d-432e-b70f-f2d97fcf1630" providerId="ADAL" clId="{8C266064-0C69-46E8-BFE2-F84150D1F61D}" dt="2025-06-19T04:44:48.856" v="14" actId="164"/>
          <ac:spMkLst>
            <pc:docMk/>
            <pc:sldMk cId="1722834923" sldId="2147482246"/>
            <ac:spMk id="1097" creationId="{79F638D7-0694-0B3B-54CB-97406CE6DA87}"/>
          </ac:spMkLst>
        </pc:spChg>
        <pc:spChg chg="mod">
          <ac:chgData name="Mondal, Dipsundar" userId="88dd2544-141d-432e-b70f-f2d97fcf1630" providerId="ADAL" clId="{8C266064-0C69-46E8-BFE2-F84150D1F61D}" dt="2025-06-19T04:44:48.856" v="14" actId="164"/>
          <ac:spMkLst>
            <pc:docMk/>
            <pc:sldMk cId="1722834923" sldId="2147482246"/>
            <ac:spMk id="1099" creationId="{14458F43-8885-5EFB-7E15-A954BF05B689}"/>
          </ac:spMkLst>
        </pc:spChg>
        <pc:spChg chg="mod">
          <ac:chgData name="Mondal, Dipsundar" userId="88dd2544-141d-432e-b70f-f2d97fcf1630" providerId="ADAL" clId="{8C266064-0C69-46E8-BFE2-F84150D1F61D}" dt="2025-06-19T04:44:48.856" v="14" actId="164"/>
          <ac:spMkLst>
            <pc:docMk/>
            <pc:sldMk cId="1722834923" sldId="2147482246"/>
            <ac:spMk id="1100" creationId="{F5EC3504-737C-CA83-1B66-80ADC7DE74A7}"/>
          </ac:spMkLst>
        </pc:spChg>
        <pc:spChg chg="mod">
          <ac:chgData name="Mondal, Dipsundar" userId="88dd2544-141d-432e-b70f-f2d97fcf1630" providerId="ADAL" clId="{8C266064-0C69-46E8-BFE2-F84150D1F61D}" dt="2025-06-19T04:44:48.856" v="14" actId="164"/>
          <ac:spMkLst>
            <pc:docMk/>
            <pc:sldMk cId="1722834923" sldId="2147482246"/>
            <ac:spMk id="1101" creationId="{616EF6E0-6D23-F2A5-19AC-36BB21BFF245}"/>
          </ac:spMkLst>
        </pc:spChg>
        <pc:spChg chg="mod">
          <ac:chgData name="Mondal, Dipsundar" userId="88dd2544-141d-432e-b70f-f2d97fcf1630" providerId="ADAL" clId="{8C266064-0C69-46E8-BFE2-F84150D1F61D}" dt="2025-06-19T04:44:48.856" v="14" actId="164"/>
          <ac:spMkLst>
            <pc:docMk/>
            <pc:sldMk cId="1722834923" sldId="2147482246"/>
            <ac:spMk id="1103" creationId="{AF8DFD3E-5BDF-272B-42DF-AE7BD125BE74}"/>
          </ac:spMkLst>
        </pc:spChg>
        <pc:spChg chg="mod">
          <ac:chgData name="Mondal, Dipsundar" userId="88dd2544-141d-432e-b70f-f2d97fcf1630" providerId="ADAL" clId="{8C266064-0C69-46E8-BFE2-F84150D1F61D}" dt="2025-06-19T04:44:48.856" v="14" actId="164"/>
          <ac:spMkLst>
            <pc:docMk/>
            <pc:sldMk cId="1722834923" sldId="2147482246"/>
            <ac:spMk id="1104" creationId="{DF744D83-D267-EC44-2AE8-16391381870C}"/>
          </ac:spMkLst>
        </pc:spChg>
        <pc:spChg chg="mod">
          <ac:chgData name="Mondal, Dipsundar" userId="88dd2544-141d-432e-b70f-f2d97fcf1630" providerId="ADAL" clId="{8C266064-0C69-46E8-BFE2-F84150D1F61D}" dt="2025-06-19T04:44:48.856" v="14" actId="164"/>
          <ac:spMkLst>
            <pc:docMk/>
            <pc:sldMk cId="1722834923" sldId="2147482246"/>
            <ac:spMk id="1105" creationId="{63483551-C4F4-702F-DF95-295FB1869709}"/>
          </ac:spMkLst>
        </pc:spChg>
        <pc:spChg chg="mod">
          <ac:chgData name="Mondal, Dipsundar" userId="88dd2544-141d-432e-b70f-f2d97fcf1630" providerId="ADAL" clId="{8C266064-0C69-46E8-BFE2-F84150D1F61D}" dt="2025-06-19T04:44:48.856" v="14" actId="164"/>
          <ac:spMkLst>
            <pc:docMk/>
            <pc:sldMk cId="1722834923" sldId="2147482246"/>
            <ac:spMk id="1107" creationId="{EAB19D48-B680-74D3-7ED7-97A702CD749F}"/>
          </ac:spMkLst>
        </pc:spChg>
        <pc:spChg chg="mod">
          <ac:chgData name="Mondal, Dipsundar" userId="88dd2544-141d-432e-b70f-f2d97fcf1630" providerId="ADAL" clId="{8C266064-0C69-46E8-BFE2-F84150D1F61D}" dt="2025-06-19T04:44:48.856" v="14" actId="164"/>
          <ac:spMkLst>
            <pc:docMk/>
            <pc:sldMk cId="1722834923" sldId="2147482246"/>
            <ac:spMk id="1108" creationId="{2A46670C-0967-4A9D-35F4-98C65052DACF}"/>
          </ac:spMkLst>
        </pc:spChg>
        <pc:spChg chg="mod">
          <ac:chgData name="Mondal, Dipsundar" userId="88dd2544-141d-432e-b70f-f2d97fcf1630" providerId="ADAL" clId="{8C266064-0C69-46E8-BFE2-F84150D1F61D}" dt="2025-06-19T04:44:48.856" v="14" actId="164"/>
          <ac:spMkLst>
            <pc:docMk/>
            <pc:sldMk cId="1722834923" sldId="2147482246"/>
            <ac:spMk id="1109" creationId="{F4467486-AAC3-3F2C-36A8-548F98A2B573}"/>
          </ac:spMkLst>
        </pc:spChg>
        <pc:spChg chg="mod">
          <ac:chgData name="Mondal, Dipsundar" userId="88dd2544-141d-432e-b70f-f2d97fcf1630" providerId="ADAL" clId="{8C266064-0C69-46E8-BFE2-F84150D1F61D}" dt="2025-06-19T04:44:48.856" v="14" actId="164"/>
          <ac:spMkLst>
            <pc:docMk/>
            <pc:sldMk cId="1722834923" sldId="2147482246"/>
            <ac:spMk id="1111" creationId="{A45BC0C0-971A-E520-6490-E2506C9EDBF2}"/>
          </ac:spMkLst>
        </pc:spChg>
        <pc:spChg chg="mod">
          <ac:chgData name="Mondal, Dipsundar" userId="88dd2544-141d-432e-b70f-f2d97fcf1630" providerId="ADAL" clId="{8C266064-0C69-46E8-BFE2-F84150D1F61D}" dt="2025-06-19T04:44:48.856" v="14" actId="164"/>
          <ac:spMkLst>
            <pc:docMk/>
            <pc:sldMk cId="1722834923" sldId="2147482246"/>
            <ac:spMk id="1112" creationId="{F2E72202-5EFC-60CB-536F-53EFBE96B06E}"/>
          </ac:spMkLst>
        </pc:spChg>
        <pc:spChg chg="mod">
          <ac:chgData name="Mondal, Dipsundar" userId="88dd2544-141d-432e-b70f-f2d97fcf1630" providerId="ADAL" clId="{8C266064-0C69-46E8-BFE2-F84150D1F61D}" dt="2025-06-19T04:44:48.856" v="14" actId="164"/>
          <ac:spMkLst>
            <pc:docMk/>
            <pc:sldMk cId="1722834923" sldId="2147482246"/>
            <ac:spMk id="1113" creationId="{617106CA-D6B6-88DF-D55C-76D101510B28}"/>
          </ac:spMkLst>
        </pc:spChg>
        <pc:spChg chg="mod">
          <ac:chgData name="Mondal, Dipsundar" userId="88dd2544-141d-432e-b70f-f2d97fcf1630" providerId="ADAL" clId="{8C266064-0C69-46E8-BFE2-F84150D1F61D}" dt="2025-06-19T04:44:48.856" v="14" actId="164"/>
          <ac:spMkLst>
            <pc:docMk/>
            <pc:sldMk cId="1722834923" sldId="2147482246"/>
            <ac:spMk id="1115" creationId="{9EF61138-93BB-5AEE-7A5B-9D9F16866E57}"/>
          </ac:spMkLst>
        </pc:spChg>
        <pc:spChg chg="mod">
          <ac:chgData name="Mondal, Dipsundar" userId="88dd2544-141d-432e-b70f-f2d97fcf1630" providerId="ADAL" clId="{8C266064-0C69-46E8-BFE2-F84150D1F61D}" dt="2025-06-19T04:44:48.856" v="14" actId="164"/>
          <ac:spMkLst>
            <pc:docMk/>
            <pc:sldMk cId="1722834923" sldId="2147482246"/>
            <ac:spMk id="1116" creationId="{67DFD4F0-6F6C-4A05-158E-644BF99E6CBF}"/>
          </ac:spMkLst>
        </pc:spChg>
        <pc:grpChg chg="add mod">
          <ac:chgData name="Mondal, Dipsundar" userId="88dd2544-141d-432e-b70f-f2d97fcf1630" providerId="ADAL" clId="{8C266064-0C69-46E8-BFE2-F84150D1F61D}" dt="2025-06-19T04:44:41.362" v="13" actId="164"/>
          <ac:grpSpMkLst>
            <pc:docMk/>
            <pc:sldMk cId="1722834923" sldId="2147482246"/>
            <ac:grpSpMk id="2" creationId="{8232F756-C1EC-9611-5539-8EB2612F7038}"/>
          </ac:grpSpMkLst>
        </pc:grpChg>
        <pc:grpChg chg="add mod">
          <ac:chgData name="Mondal, Dipsundar" userId="88dd2544-141d-432e-b70f-f2d97fcf1630" providerId="ADAL" clId="{8C266064-0C69-46E8-BFE2-F84150D1F61D}" dt="2025-06-19T04:45:33.597" v="20" actId="14100"/>
          <ac:grpSpMkLst>
            <pc:docMk/>
            <pc:sldMk cId="1722834923" sldId="2147482246"/>
            <ac:grpSpMk id="3" creationId="{A4FFAD71-4805-FFFA-3A06-C64D8AAD64D9}"/>
          </ac:grpSpMkLst>
        </pc:grpChg>
        <pc:picChg chg="mod">
          <ac:chgData name="Mondal, Dipsundar" userId="88dd2544-141d-432e-b70f-f2d97fcf1630" providerId="ADAL" clId="{8C266064-0C69-46E8-BFE2-F84150D1F61D}" dt="2025-06-19T04:44:48.856" v="14" actId="164"/>
          <ac:picMkLst>
            <pc:docMk/>
            <pc:sldMk cId="1722834923" sldId="2147482246"/>
            <ac:picMk id="9" creationId="{1FA06FEA-4AC6-1C10-5222-9ACA8EEAB25A}"/>
          </ac:picMkLst>
        </pc:picChg>
        <pc:cxnChg chg="mod">
          <ac:chgData name="Mondal, Dipsundar" userId="88dd2544-141d-432e-b70f-f2d97fcf1630" providerId="ADAL" clId="{8C266064-0C69-46E8-BFE2-F84150D1F61D}" dt="2025-06-19T04:44:48.856" v="14" actId="164"/>
          <ac:cxnSpMkLst>
            <pc:docMk/>
            <pc:sldMk cId="1722834923" sldId="2147482246"/>
            <ac:cxnSpMk id="13" creationId="{78971068-E66C-FB12-0030-A18F1063DFA1}"/>
          </ac:cxnSpMkLst>
        </pc:cxnChg>
        <pc:cxnChg chg="mod">
          <ac:chgData name="Mondal, Dipsundar" userId="88dd2544-141d-432e-b70f-f2d97fcf1630" providerId="ADAL" clId="{8C266064-0C69-46E8-BFE2-F84150D1F61D}" dt="2025-06-19T04:44:48.856" v="14" actId="164"/>
          <ac:cxnSpMkLst>
            <pc:docMk/>
            <pc:sldMk cId="1722834923" sldId="2147482246"/>
            <ac:cxnSpMk id="24" creationId="{F6FDD54C-FB7B-D39F-422C-6B87BE96AD58}"/>
          </ac:cxnSpMkLst>
        </pc:cxnChg>
        <pc:cxnChg chg="mod">
          <ac:chgData name="Mondal, Dipsundar" userId="88dd2544-141d-432e-b70f-f2d97fcf1630" providerId="ADAL" clId="{8C266064-0C69-46E8-BFE2-F84150D1F61D}" dt="2025-06-19T04:44:48.856" v="14" actId="164"/>
          <ac:cxnSpMkLst>
            <pc:docMk/>
            <pc:sldMk cId="1722834923" sldId="2147482246"/>
            <ac:cxnSpMk id="26" creationId="{4F27FBF2-47E9-2415-027F-EBE4759C6764}"/>
          </ac:cxnSpMkLst>
        </pc:cxnChg>
        <pc:cxnChg chg="mod">
          <ac:chgData name="Mondal, Dipsundar" userId="88dd2544-141d-432e-b70f-f2d97fcf1630" providerId="ADAL" clId="{8C266064-0C69-46E8-BFE2-F84150D1F61D}" dt="2025-06-19T04:44:48.856" v="14" actId="164"/>
          <ac:cxnSpMkLst>
            <pc:docMk/>
            <pc:sldMk cId="1722834923" sldId="2147482246"/>
            <ac:cxnSpMk id="1070" creationId="{20C98D5C-B279-3DA2-EB62-4CF7921A1D76}"/>
          </ac:cxnSpMkLst>
        </pc:cxnChg>
        <pc:cxnChg chg="mod">
          <ac:chgData name="Mondal, Dipsundar" userId="88dd2544-141d-432e-b70f-f2d97fcf1630" providerId="ADAL" clId="{8C266064-0C69-46E8-BFE2-F84150D1F61D}" dt="2025-06-19T04:44:48.856" v="14" actId="164"/>
          <ac:cxnSpMkLst>
            <pc:docMk/>
            <pc:sldMk cId="1722834923" sldId="2147482246"/>
            <ac:cxnSpMk id="1074" creationId="{3BAEAE81-40A2-05CB-2D44-05B28A08D52C}"/>
          </ac:cxnSpMkLst>
        </pc:cxnChg>
        <pc:cxnChg chg="mod">
          <ac:chgData name="Mondal, Dipsundar" userId="88dd2544-141d-432e-b70f-f2d97fcf1630" providerId="ADAL" clId="{8C266064-0C69-46E8-BFE2-F84150D1F61D}" dt="2025-06-19T04:44:48.856" v="14" actId="164"/>
          <ac:cxnSpMkLst>
            <pc:docMk/>
            <pc:sldMk cId="1722834923" sldId="2147482246"/>
            <ac:cxnSpMk id="1078" creationId="{0204A7C8-4179-34F2-96C6-8ECF19696F34}"/>
          </ac:cxnSpMkLst>
        </pc:cxnChg>
        <pc:cxnChg chg="mod">
          <ac:chgData name="Mondal, Dipsundar" userId="88dd2544-141d-432e-b70f-f2d97fcf1630" providerId="ADAL" clId="{8C266064-0C69-46E8-BFE2-F84150D1F61D}" dt="2025-06-19T04:44:48.856" v="14" actId="164"/>
          <ac:cxnSpMkLst>
            <pc:docMk/>
            <pc:sldMk cId="1722834923" sldId="2147482246"/>
            <ac:cxnSpMk id="1082" creationId="{02E1751E-7112-134B-E50D-BA6944017C29}"/>
          </ac:cxnSpMkLst>
        </pc:cxnChg>
        <pc:cxnChg chg="mod">
          <ac:chgData name="Mondal, Dipsundar" userId="88dd2544-141d-432e-b70f-f2d97fcf1630" providerId="ADAL" clId="{8C266064-0C69-46E8-BFE2-F84150D1F61D}" dt="2025-06-19T04:44:48.856" v="14" actId="164"/>
          <ac:cxnSpMkLst>
            <pc:docMk/>
            <pc:sldMk cId="1722834923" sldId="2147482246"/>
            <ac:cxnSpMk id="1098" creationId="{01905FB2-7FF4-1499-30E1-2F121B0AF4EA}"/>
          </ac:cxnSpMkLst>
        </pc:cxnChg>
        <pc:cxnChg chg="mod">
          <ac:chgData name="Mondal, Dipsundar" userId="88dd2544-141d-432e-b70f-f2d97fcf1630" providerId="ADAL" clId="{8C266064-0C69-46E8-BFE2-F84150D1F61D}" dt="2025-06-19T04:44:48.856" v="14" actId="164"/>
          <ac:cxnSpMkLst>
            <pc:docMk/>
            <pc:sldMk cId="1722834923" sldId="2147482246"/>
            <ac:cxnSpMk id="1102" creationId="{E4577F4E-4F72-9972-05F7-54FBD49E25A6}"/>
          </ac:cxnSpMkLst>
        </pc:cxnChg>
        <pc:cxnChg chg="mod">
          <ac:chgData name="Mondal, Dipsundar" userId="88dd2544-141d-432e-b70f-f2d97fcf1630" providerId="ADAL" clId="{8C266064-0C69-46E8-BFE2-F84150D1F61D}" dt="2025-06-19T04:44:48.856" v="14" actId="164"/>
          <ac:cxnSpMkLst>
            <pc:docMk/>
            <pc:sldMk cId="1722834923" sldId="2147482246"/>
            <ac:cxnSpMk id="1106" creationId="{06CDC388-D399-FA07-F1F8-9C9B3A9D953C}"/>
          </ac:cxnSpMkLst>
        </pc:cxnChg>
        <pc:cxnChg chg="mod">
          <ac:chgData name="Mondal, Dipsundar" userId="88dd2544-141d-432e-b70f-f2d97fcf1630" providerId="ADAL" clId="{8C266064-0C69-46E8-BFE2-F84150D1F61D}" dt="2025-06-19T04:44:48.856" v="14" actId="164"/>
          <ac:cxnSpMkLst>
            <pc:docMk/>
            <pc:sldMk cId="1722834923" sldId="2147482246"/>
            <ac:cxnSpMk id="1110" creationId="{F6E2E377-945C-7C70-888B-747A4E5F697D}"/>
          </ac:cxnSpMkLst>
        </pc:cxnChg>
        <pc:cxnChg chg="mod">
          <ac:chgData name="Mondal, Dipsundar" userId="88dd2544-141d-432e-b70f-f2d97fcf1630" providerId="ADAL" clId="{8C266064-0C69-46E8-BFE2-F84150D1F61D}" dt="2025-06-19T04:44:48.856" v="14" actId="164"/>
          <ac:cxnSpMkLst>
            <pc:docMk/>
            <pc:sldMk cId="1722834923" sldId="2147482246"/>
            <ac:cxnSpMk id="1114" creationId="{05617745-8E54-264D-82B1-609D0441ECD3}"/>
          </ac:cxnSpMkLst>
        </pc:cxnChg>
      </pc:sldChg>
      <pc:sldChg chg="addSp delSp modSp add del mod">
        <pc:chgData name="Mondal, Dipsundar" userId="88dd2544-141d-432e-b70f-f2d97fcf1630" providerId="ADAL" clId="{8C266064-0C69-46E8-BFE2-F84150D1F61D}" dt="2025-06-19T08:54:26.612" v="229" actId="47"/>
        <pc:sldMkLst>
          <pc:docMk/>
          <pc:sldMk cId="1024501118" sldId="2147482247"/>
        </pc:sldMkLst>
        <pc:spChg chg="mod">
          <ac:chgData name="Mondal, Dipsundar" userId="88dd2544-141d-432e-b70f-f2d97fcf1630" providerId="ADAL" clId="{8C266064-0C69-46E8-BFE2-F84150D1F61D}" dt="2025-06-19T08:34:54.592" v="43"/>
          <ac:spMkLst>
            <pc:docMk/>
            <pc:sldMk cId="1024501118" sldId="2147482247"/>
            <ac:spMk id="3" creationId="{8119F157-DFD3-E9A0-84A9-137E56D971FA}"/>
          </ac:spMkLst>
        </pc:spChg>
        <pc:spChg chg="mod">
          <ac:chgData name="Mondal, Dipsundar" userId="88dd2544-141d-432e-b70f-f2d97fcf1630" providerId="ADAL" clId="{8C266064-0C69-46E8-BFE2-F84150D1F61D}" dt="2025-06-19T08:34:54.592" v="43"/>
          <ac:spMkLst>
            <pc:docMk/>
            <pc:sldMk cId="1024501118" sldId="2147482247"/>
            <ac:spMk id="5" creationId="{B35E3539-739A-A307-F8DC-40175CA76EB8}"/>
          </ac:spMkLst>
        </pc:spChg>
        <pc:spChg chg="mod">
          <ac:chgData name="Mondal, Dipsundar" userId="88dd2544-141d-432e-b70f-f2d97fcf1630" providerId="ADAL" clId="{8C266064-0C69-46E8-BFE2-F84150D1F61D}" dt="2025-06-19T08:34:54.592" v="43"/>
          <ac:spMkLst>
            <pc:docMk/>
            <pc:sldMk cId="1024501118" sldId="2147482247"/>
            <ac:spMk id="6" creationId="{F2B8B8DC-4EE6-7E4D-C229-FB4A3FD25467}"/>
          </ac:spMkLst>
        </pc:spChg>
        <pc:grpChg chg="add mod">
          <ac:chgData name="Mondal, Dipsundar" userId="88dd2544-141d-432e-b70f-f2d97fcf1630" providerId="ADAL" clId="{8C266064-0C69-46E8-BFE2-F84150D1F61D}" dt="2025-06-19T08:35:45.613" v="58" actId="164"/>
          <ac:grpSpMkLst>
            <pc:docMk/>
            <pc:sldMk cId="1024501118" sldId="2147482247"/>
            <ac:grpSpMk id="2" creationId="{FB543EBE-BEAD-F35A-E3BE-BACEADDB9059}"/>
          </ac:grpSpMkLst>
        </pc:grpChg>
        <pc:grpChg chg="add del mod">
          <ac:chgData name="Mondal, Dipsundar" userId="88dd2544-141d-432e-b70f-f2d97fcf1630" providerId="ADAL" clId="{8C266064-0C69-46E8-BFE2-F84150D1F61D}" dt="2025-06-19T08:36:04.026" v="59" actId="21"/>
          <ac:grpSpMkLst>
            <pc:docMk/>
            <pc:sldMk cId="1024501118" sldId="2147482247"/>
            <ac:grpSpMk id="9" creationId="{C60AEB67-7D39-F424-BEDD-95CA493539A2}"/>
          </ac:grpSpMkLst>
        </pc:grpChg>
        <pc:picChg chg="mod">
          <ac:chgData name="Mondal, Dipsundar" userId="88dd2544-141d-432e-b70f-f2d97fcf1630" providerId="ADAL" clId="{8C266064-0C69-46E8-BFE2-F84150D1F61D}" dt="2025-06-19T08:34:54.592" v="43"/>
          <ac:picMkLst>
            <pc:docMk/>
            <pc:sldMk cId="1024501118" sldId="2147482247"/>
            <ac:picMk id="4" creationId="{70E74FC4-2F47-AE43-9D01-0C09B9299D17}"/>
          </ac:picMkLst>
        </pc:picChg>
        <pc:picChg chg="mod">
          <ac:chgData name="Mondal, Dipsundar" userId="88dd2544-141d-432e-b70f-f2d97fcf1630" providerId="ADAL" clId="{8C266064-0C69-46E8-BFE2-F84150D1F61D}" dt="2025-06-19T08:35:45.613" v="58" actId="164"/>
          <ac:picMkLst>
            <pc:docMk/>
            <pc:sldMk cId="1024501118" sldId="2147482247"/>
            <ac:picMk id="7" creationId="{D0A70E28-7FAB-D883-6C3C-A69717ADE509}"/>
          </ac:picMkLst>
        </pc:picChg>
        <pc:picChg chg="del mod">
          <ac:chgData name="Mondal, Dipsundar" userId="88dd2544-141d-432e-b70f-f2d97fcf1630" providerId="ADAL" clId="{8C266064-0C69-46E8-BFE2-F84150D1F61D}" dt="2025-06-19T08:34:59.873" v="44" actId="478"/>
          <ac:picMkLst>
            <pc:docMk/>
            <pc:sldMk cId="1024501118" sldId="2147482247"/>
            <ac:picMk id="8" creationId="{29FB9DFA-F1D5-8DFA-1FE9-D133853DA28D}"/>
          </ac:picMkLst>
        </pc:picChg>
      </pc:sldChg>
      <pc:sldChg chg="addSp modSp add del mod">
        <pc:chgData name="Mondal, Dipsundar" userId="88dd2544-141d-432e-b70f-f2d97fcf1630" providerId="ADAL" clId="{8C266064-0C69-46E8-BFE2-F84150D1F61D}" dt="2025-06-19T08:54:24.204" v="228" actId="47"/>
        <pc:sldMkLst>
          <pc:docMk/>
          <pc:sldMk cId="174622319" sldId="2147482248"/>
        </pc:sldMkLst>
        <pc:spChg chg="mod">
          <ac:chgData name="Mondal, Dipsundar" userId="88dd2544-141d-432e-b70f-f2d97fcf1630" providerId="ADAL" clId="{8C266064-0C69-46E8-BFE2-F84150D1F61D}" dt="2025-06-19T04:50:27.104" v="26" actId="20577"/>
          <ac:spMkLst>
            <pc:docMk/>
            <pc:sldMk cId="174622319" sldId="2147482248"/>
            <ac:spMk id="2" creationId="{00000000-0000-0000-0000-000000000000}"/>
          </ac:spMkLst>
        </pc:spChg>
        <pc:spChg chg="add mod">
          <ac:chgData name="Mondal, Dipsundar" userId="88dd2544-141d-432e-b70f-f2d97fcf1630" providerId="ADAL" clId="{8C266064-0C69-46E8-BFE2-F84150D1F61D}" dt="2025-06-19T04:50:46.162" v="31" actId="14100"/>
          <ac:spMkLst>
            <pc:docMk/>
            <pc:sldMk cId="174622319" sldId="2147482248"/>
            <ac:spMk id="4" creationId="{B4C61403-A3CE-F7B8-44D9-23907C42EFDD}"/>
          </ac:spMkLst>
        </pc:spChg>
      </pc:sldChg>
      <pc:sldChg chg="addSp delSp modSp add mod setBg">
        <pc:chgData name="Mondal, Dipsundar" userId="88dd2544-141d-432e-b70f-f2d97fcf1630" providerId="ADAL" clId="{8C266064-0C69-46E8-BFE2-F84150D1F61D}" dt="2025-06-19T12:15:32.258" v="1039" actId="1035"/>
        <pc:sldMkLst>
          <pc:docMk/>
          <pc:sldMk cId="2798809810" sldId="2147482249"/>
        </pc:sldMkLst>
        <pc:spChg chg="mod">
          <ac:chgData name="Mondal, Dipsundar" userId="88dd2544-141d-432e-b70f-f2d97fcf1630" providerId="ADAL" clId="{8C266064-0C69-46E8-BFE2-F84150D1F61D}" dt="2025-06-19T09:41:09.248" v="617" actId="207"/>
          <ac:spMkLst>
            <pc:docMk/>
            <pc:sldMk cId="2798809810" sldId="2147482249"/>
            <ac:spMk id="2" creationId="{543E4B24-805E-CD44-448C-AE68FB021E77}"/>
          </ac:spMkLst>
        </pc:spChg>
        <pc:spChg chg="mod">
          <ac:chgData name="Mondal, Dipsundar" userId="88dd2544-141d-432e-b70f-f2d97fcf1630" providerId="ADAL" clId="{8C266064-0C69-46E8-BFE2-F84150D1F61D}" dt="2025-06-19T09:41:12.005" v="618" actId="207"/>
          <ac:spMkLst>
            <pc:docMk/>
            <pc:sldMk cId="2798809810" sldId="2147482249"/>
            <ac:spMk id="3" creationId="{FD06546F-C6E3-091E-1AEC-B8B9AF97CCDC}"/>
          </ac:spMkLst>
        </pc:spChg>
        <pc:spChg chg="mod">
          <ac:chgData name="Mondal, Dipsundar" userId="88dd2544-141d-432e-b70f-f2d97fcf1630" providerId="ADAL" clId="{8C266064-0C69-46E8-BFE2-F84150D1F61D}" dt="2025-06-19T09:41:14.306" v="619" actId="207"/>
          <ac:spMkLst>
            <pc:docMk/>
            <pc:sldMk cId="2798809810" sldId="2147482249"/>
            <ac:spMk id="4" creationId="{F2E24E8A-6677-2DD6-1F61-BF61A28B22BF}"/>
          </ac:spMkLst>
        </pc:spChg>
        <pc:spChg chg="mod">
          <ac:chgData name="Mondal, Dipsundar" userId="88dd2544-141d-432e-b70f-f2d97fcf1630" providerId="ADAL" clId="{8C266064-0C69-46E8-BFE2-F84150D1F61D}" dt="2025-06-19T09:41:16.573" v="620" actId="207"/>
          <ac:spMkLst>
            <pc:docMk/>
            <pc:sldMk cId="2798809810" sldId="2147482249"/>
            <ac:spMk id="5" creationId="{7CCBAE4B-6B61-7B30-1F97-B126F406A33E}"/>
          </ac:spMkLst>
        </pc:spChg>
        <pc:spChg chg="add mod">
          <ac:chgData name="Mondal, Dipsundar" userId="88dd2544-141d-432e-b70f-f2d97fcf1630" providerId="ADAL" clId="{8C266064-0C69-46E8-BFE2-F84150D1F61D}" dt="2025-06-19T09:42:00.768" v="639" actId="1035"/>
          <ac:spMkLst>
            <pc:docMk/>
            <pc:sldMk cId="2798809810" sldId="2147482249"/>
            <ac:spMk id="6" creationId="{8E35ABF8-15CF-0183-ED37-18E75F5CB85D}"/>
          </ac:spMkLst>
        </pc:spChg>
        <pc:spChg chg="mod">
          <ac:chgData name="Mondal, Dipsundar" userId="88dd2544-141d-432e-b70f-f2d97fcf1630" providerId="ADAL" clId="{8C266064-0C69-46E8-BFE2-F84150D1F61D}" dt="2025-06-19T09:33:02.670" v="247" actId="2711"/>
          <ac:spMkLst>
            <pc:docMk/>
            <pc:sldMk cId="2798809810" sldId="2147482249"/>
            <ac:spMk id="10" creationId="{79CA05C4-5B24-E0C8-B20C-26768398253A}"/>
          </ac:spMkLst>
        </pc:spChg>
        <pc:spChg chg="mod">
          <ac:chgData name="Mondal, Dipsundar" userId="88dd2544-141d-432e-b70f-f2d97fcf1630" providerId="ADAL" clId="{8C266064-0C69-46E8-BFE2-F84150D1F61D}" dt="2025-06-19T09:33:02.670" v="247" actId="2711"/>
          <ac:spMkLst>
            <pc:docMk/>
            <pc:sldMk cId="2798809810" sldId="2147482249"/>
            <ac:spMk id="11" creationId="{D54D58EF-CA69-1892-43F7-8A31CD86CB9E}"/>
          </ac:spMkLst>
        </pc:spChg>
        <pc:spChg chg="mod">
          <ac:chgData name="Mondal, Dipsundar" userId="88dd2544-141d-432e-b70f-f2d97fcf1630" providerId="ADAL" clId="{8C266064-0C69-46E8-BFE2-F84150D1F61D}" dt="2025-06-19T12:05:00.960" v="758" actId="207"/>
          <ac:spMkLst>
            <pc:docMk/>
            <pc:sldMk cId="2798809810" sldId="2147482249"/>
            <ac:spMk id="14" creationId="{4EAB4D6B-1625-FE38-FBE1-7A8964AD5140}"/>
          </ac:spMkLst>
        </pc:spChg>
        <pc:spChg chg="mod">
          <ac:chgData name="Mondal, Dipsundar" userId="88dd2544-141d-432e-b70f-f2d97fcf1630" providerId="ADAL" clId="{8C266064-0C69-46E8-BFE2-F84150D1F61D}" dt="2025-06-19T12:04:58.333" v="757" actId="207"/>
          <ac:spMkLst>
            <pc:docMk/>
            <pc:sldMk cId="2798809810" sldId="2147482249"/>
            <ac:spMk id="15" creationId="{CAF0538B-91A0-B135-361A-065C6EAF5E46}"/>
          </ac:spMkLst>
        </pc:spChg>
        <pc:spChg chg="add del mod">
          <ac:chgData name="Mondal, Dipsundar" userId="88dd2544-141d-432e-b70f-f2d97fcf1630" providerId="ADAL" clId="{8C266064-0C69-46E8-BFE2-F84150D1F61D}" dt="2025-06-19T11:59:48.433" v="750" actId="20577"/>
          <ac:spMkLst>
            <pc:docMk/>
            <pc:sldMk cId="2798809810" sldId="2147482249"/>
            <ac:spMk id="16" creationId="{16822C9A-BC84-C916-DA00-A9B617E60A39}"/>
          </ac:spMkLst>
        </pc:spChg>
        <pc:spChg chg="add mod">
          <ac:chgData name="Mondal, Dipsundar" userId="88dd2544-141d-432e-b70f-f2d97fcf1630" providerId="ADAL" clId="{8C266064-0C69-46E8-BFE2-F84150D1F61D}" dt="2025-06-19T09:33:02.670" v="247" actId="2711"/>
          <ac:spMkLst>
            <pc:docMk/>
            <pc:sldMk cId="2798809810" sldId="2147482249"/>
            <ac:spMk id="17" creationId="{3E3B3F2E-AA95-86C9-BCCE-27CA03F7BAE2}"/>
          </ac:spMkLst>
        </pc:spChg>
        <pc:spChg chg="add del mod">
          <ac:chgData name="Mondal, Dipsundar" userId="88dd2544-141d-432e-b70f-f2d97fcf1630" providerId="ADAL" clId="{8C266064-0C69-46E8-BFE2-F84150D1F61D}" dt="2025-06-19T09:38:18.511" v="587" actId="21"/>
          <ac:spMkLst>
            <pc:docMk/>
            <pc:sldMk cId="2798809810" sldId="2147482249"/>
            <ac:spMk id="19" creationId="{A0DCA187-498B-879D-471B-65187642509E}"/>
          </ac:spMkLst>
        </pc:spChg>
        <pc:spChg chg="del mod">
          <ac:chgData name="Mondal, Dipsundar" userId="88dd2544-141d-432e-b70f-f2d97fcf1630" providerId="ADAL" clId="{8C266064-0C69-46E8-BFE2-F84150D1F61D}" dt="2025-06-19T11:56:02.885" v="660" actId="478"/>
          <ac:spMkLst>
            <pc:docMk/>
            <pc:sldMk cId="2798809810" sldId="2147482249"/>
            <ac:spMk id="21" creationId="{9AE9A094-A578-2EBB-A988-B57BDD7B8851}"/>
          </ac:spMkLst>
        </pc:spChg>
        <pc:spChg chg="mod">
          <ac:chgData name="Mondal, Dipsundar" userId="88dd2544-141d-432e-b70f-f2d97fcf1630" providerId="ADAL" clId="{8C266064-0C69-46E8-BFE2-F84150D1F61D}" dt="2025-06-19T12:07:38.569" v="810"/>
          <ac:spMkLst>
            <pc:docMk/>
            <pc:sldMk cId="2798809810" sldId="2147482249"/>
            <ac:spMk id="22" creationId="{7709EF6F-2AF0-0A36-2CFF-CE2B494F9B1F}"/>
          </ac:spMkLst>
        </pc:spChg>
        <pc:spChg chg="add mod">
          <ac:chgData name="Mondal, Dipsundar" userId="88dd2544-141d-432e-b70f-f2d97fcf1630" providerId="ADAL" clId="{8C266064-0C69-46E8-BFE2-F84150D1F61D}" dt="2025-06-19T12:06:06.294" v="778" actId="207"/>
          <ac:spMkLst>
            <pc:docMk/>
            <pc:sldMk cId="2798809810" sldId="2147482249"/>
            <ac:spMk id="23" creationId="{A0DCA187-498B-879D-471B-65187642509E}"/>
          </ac:spMkLst>
        </pc:spChg>
        <pc:spChg chg="add mod">
          <ac:chgData name="Mondal, Dipsundar" userId="88dd2544-141d-432e-b70f-f2d97fcf1630" providerId="ADAL" clId="{8C266064-0C69-46E8-BFE2-F84150D1F61D}" dt="2025-06-19T12:15:32.258" v="1039" actId="1035"/>
          <ac:spMkLst>
            <pc:docMk/>
            <pc:sldMk cId="2798809810" sldId="2147482249"/>
            <ac:spMk id="27" creationId="{AD6EAF6D-05A7-B76D-8117-A25189B2FD01}"/>
          </ac:spMkLst>
        </pc:spChg>
        <pc:spChg chg="mod">
          <ac:chgData name="Mondal, Dipsundar" userId="88dd2544-141d-432e-b70f-f2d97fcf1630" providerId="ADAL" clId="{8C266064-0C69-46E8-BFE2-F84150D1F61D}" dt="2025-06-19T09:33:02.670" v="247" actId="2711"/>
          <ac:spMkLst>
            <pc:docMk/>
            <pc:sldMk cId="2798809810" sldId="2147482249"/>
            <ac:spMk id="1069" creationId="{CD0BC3ED-44DA-D1C9-E267-A796144E8D7E}"/>
          </ac:spMkLst>
        </pc:spChg>
        <pc:spChg chg="mod">
          <ac:chgData name="Mondal, Dipsundar" userId="88dd2544-141d-432e-b70f-f2d97fcf1630" providerId="ADAL" clId="{8C266064-0C69-46E8-BFE2-F84150D1F61D}" dt="2025-06-19T12:05:08.558" v="760" actId="207"/>
          <ac:spMkLst>
            <pc:docMk/>
            <pc:sldMk cId="2798809810" sldId="2147482249"/>
            <ac:spMk id="1071" creationId="{08051057-4B00-C440-BD25-82EC286B67BF}"/>
          </ac:spMkLst>
        </pc:spChg>
        <pc:spChg chg="mod">
          <ac:chgData name="Mondal, Dipsundar" userId="88dd2544-141d-432e-b70f-f2d97fcf1630" providerId="ADAL" clId="{8C266064-0C69-46E8-BFE2-F84150D1F61D}" dt="2025-06-19T12:05:03.068" v="759" actId="207"/>
          <ac:spMkLst>
            <pc:docMk/>
            <pc:sldMk cId="2798809810" sldId="2147482249"/>
            <ac:spMk id="1072" creationId="{957FCF6C-5E27-65CF-A48A-F8A03EE4A0D0}"/>
          </ac:spMkLst>
        </pc:spChg>
        <pc:spChg chg="mod">
          <ac:chgData name="Mondal, Dipsundar" userId="88dd2544-141d-432e-b70f-f2d97fcf1630" providerId="ADAL" clId="{8C266064-0C69-46E8-BFE2-F84150D1F61D}" dt="2025-06-19T12:05:11.544" v="761" actId="207"/>
          <ac:spMkLst>
            <pc:docMk/>
            <pc:sldMk cId="2798809810" sldId="2147482249"/>
            <ac:spMk id="1073" creationId="{63BC2652-FCCA-2704-809D-A4944E6462D4}"/>
          </ac:spMkLst>
        </pc:spChg>
        <pc:spChg chg="mod">
          <ac:chgData name="Mondal, Dipsundar" userId="88dd2544-141d-432e-b70f-f2d97fcf1630" providerId="ADAL" clId="{8C266064-0C69-46E8-BFE2-F84150D1F61D}" dt="2025-06-19T12:05:17.293" v="763" actId="207"/>
          <ac:spMkLst>
            <pc:docMk/>
            <pc:sldMk cId="2798809810" sldId="2147482249"/>
            <ac:spMk id="1075" creationId="{90A8F67F-88AA-A971-6F83-A696D8CEF730}"/>
          </ac:spMkLst>
        </pc:spChg>
        <pc:spChg chg="mod">
          <ac:chgData name="Mondal, Dipsundar" userId="88dd2544-141d-432e-b70f-f2d97fcf1630" providerId="ADAL" clId="{8C266064-0C69-46E8-BFE2-F84150D1F61D}" dt="2025-06-19T12:05:15.058" v="762" actId="207"/>
          <ac:spMkLst>
            <pc:docMk/>
            <pc:sldMk cId="2798809810" sldId="2147482249"/>
            <ac:spMk id="1076" creationId="{32C0C2B6-E203-BE4E-990B-5F922BAA2312}"/>
          </ac:spMkLst>
        </pc:spChg>
        <pc:spChg chg="mod">
          <ac:chgData name="Mondal, Dipsundar" userId="88dd2544-141d-432e-b70f-f2d97fcf1630" providerId="ADAL" clId="{8C266064-0C69-46E8-BFE2-F84150D1F61D}" dt="2025-06-19T09:33:02.670" v="247" actId="2711"/>
          <ac:spMkLst>
            <pc:docMk/>
            <pc:sldMk cId="2798809810" sldId="2147482249"/>
            <ac:spMk id="1077" creationId="{C382B2A7-C043-51C3-5E65-5C10621589A4}"/>
          </ac:spMkLst>
        </pc:spChg>
        <pc:spChg chg="mod">
          <ac:chgData name="Mondal, Dipsundar" userId="88dd2544-141d-432e-b70f-f2d97fcf1630" providerId="ADAL" clId="{8C266064-0C69-46E8-BFE2-F84150D1F61D}" dt="2025-06-19T12:05:22.013" v="765" actId="207"/>
          <ac:spMkLst>
            <pc:docMk/>
            <pc:sldMk cId="2798809810" sldId="2147482249"/>
            <ac:spMk id="1079" creationId="{C313300D-BC28-8E11-2F6B-07042C112AA9}"/>
          </ac:spMkLst>
        </pc:spChg>
        <pc:spChg chg="mod">
          <ac:chgData name="Mondal, Dipsundar" userId="88dd2544-141d-432e-b70f-f2d97fcf1630" providerId="ADAL" clId="{8C266064-0C69-46E8-BFE2-F84150D1F61D}" dt="2025-06-19T12:05:19.565" v="764" actId="207"/>
          <ac:spMkLst>
            <pc:docMk/>
            <pc:sldMk cId="2798809810" sldId="2147482249"/>
            <ac:spMk id="1080" creationId="{FF6B1CA9-FC23-442B-AD65-056B5F8DB1C7}"/>
          </ac:spMkLst>
        </pc:spChg>
        <pc:spChg chg="mod">
          <ac:chgData name="Mondal, Dipsundar" userId="88dd2544-141d-432e-b70f-f2d97fcf1630" providerId="ADAL" clId="{8C266064-0C69-46E8-BFE2-F84150D1F61D}" dt="2025-06-19T09:33:02.670" v="247" actId="2711"/>
          <ac:spMkLst>
            <pc:docMk/>
            <pc:sldMk cId="2798809810" sldId="2147482249"/>
            <ac:spMk id="1081" creationId="{950863DD-FE49-7903-3BC7-CE6D5CA604E3}"/>
          </ac:spMkLst>
        </pc:spChg>
        <pc:spChg chg="mod">
          <ac:chgData name="Mondal, Dipsundar" userId="88dd2544-141d-432e-b70f-f2d97fcf1630" providerId="ADAL" clId="{8C266064-0C69-46E8-BFE2-F84150D1F61D}" dt="2025-06-19T12:05:26.467" v="767" actId="207"/>
          <ac:spMkLst>
            <pc:docMk/>
            <pc:sldMk cId="2798809810" sldId="2147482249"/>
            <ac:spMk id="1083" creationId="{668723BC-1241-B853-3C8F-DF00DADAB8AB}"/>
          </ac:spMkLst>
        </pc:spChg>
        <pc:spChg chg="mod">
          <ac:chgData name="Mondal, Dipsundar" userId="88dd2544-141d-432e-b70f-f2d97fcf1630" providerId="ADAL" clId="{8C266064-0C69-46E8-BFE2-F84150D1F61D}" dt="2025-06-19T12:05:23.984" v="766" actId="207"/>
          <ac:spMkLst>
            <pc:docMk/>
            <pc:sldMk cId="2798809810" sldId="2147482249"/>
            <ac:spMk id="1084" creationId="{17BE8CC2-DAF8-F887-BC2F-9832F890211E}"/>
          </ac:spMkLst>
        </pc:spChg>
        <pc:spChg chg="mod">
          <ac:chgData name="Mondal, Dipsundar" userId="88dd2544-141d-432e-b70f-f2d97fcf1630" providerId="ADAL" clId="{8C266064-0C69-46E8-BFE2-F84150D1F61D}" dt="2025-06-19T09:39:27.943" v="595" actId="207"/>
          <ac:spMkLst>
            <pc:docMk/>
            <pc:sldMk cId="2798809810" sldId="2147482249"/>
            <ac:spMk id="1097" creationId="{79F638D7-0694-0B3B-54CB-97406CE6DA87}"/>
          </ac:spMkLst>
        </pc:spChg>
        <pc:spChg chg="mod">
          <ac:chgData name="Mondal, Dipsundar" userId="88dd2544-141d-432e-b70f-f2d97fcf1630" providerId="ADAL" clId="{8C266064-0C69-46E8-BFE2-F84150D1F61D}" dt="2025-06-19T12:05:32.481" v="769" actId="207"/>
          <ac:spMkLst>
            <pc:docMk/>
            <pc:sldMk cId="2798809810" sldId="2147482249"/>
            <ac:spMk id="1099" creationId="{14458F43-8885-5EFB-7E15-A954BF05B689}"/>
          </ac:spMkLst>
        </pc:spChg>
        <pc:spChg chg="mod">
          <ac:chgData name="Mondal, Dipsundar" userId="88dd2544-141d-432e-b70f-f2d97fcf1630" providerId="ADAL" clId="{8C266064-0C69-46E8-BFE2-F84150D1F61D}" dt="2025-06-19T12:05:28.609" v="768" actId="207"/>
          <ac:spMkLst>
            <pc:docMk/>
            <pc:sldMk cId="2798809810" sldId="2147482249"/>
            <ac:spMk id="1100" creationId="{F5EC3504-737C-CA83-1B66-80ADC7DE74A7}"/>
          </ac:spMkLst>
        </pc:spChg>
        <pc:spChg chg="mod">
          <ac:chgData name="Mondal, Dipsundar" userId="88dd2544-141d-432e-b70f-f2d97fcf1630" providerId="ADAL" clId="{8C266064-0C69-46E8-BFE2-F84150D1F61D}" dt="2025-06-19T09:33:02.670" v="247" actId="2711"/>
          <ac:spMkLst>
            <pc:docMk/>
            <pc:sldMk cId="2798809810" sldId="2147482249"/>
            <ac:spMk id="1101" creationId="{616EF6E0-6D23-F2A5-19AC-36BB21BFF245}"/>
          </ac:spMkLst>
        </pc:spChg>
        <pc:spChg chg="mod">
          <ac:chgData name="Mondal, Dipsundar" userId="88dd2544-141d-432e-b70f-f2d97fcf1630" providerId="ADAL" clId="{8C266064-0C69-46E8-BFE2-F84150D1F61D}" dt="2025-06-19T12:05:41.428" v="772" actId="207"/>
          <ac:spMkLst>
            <pc:docMk/>
            <pc:sldMk cId="2798809810" sldId="2147482249"/>
            <ac:spMk id="1103" creationId="{AF8DFD3E-5BDF-272B-42DF-AE7BD125BE74}"/>
          </ac:spMkLst>
        </pc:spChg>
        <pc:spChg chg="mod">
          <ac:chgData name="Mondal, Dipsundar" userId="88dd2544-141d-432e-b70f-f2d97fcf1630" providerId="ADAL" clId="{8C266064-0C69-46E8-BFE2-F84150D1F61D}" dt="2025-06-19T12:05:38.774" v="771" actId="207"/>
          <ac:spMkLst>
            <pc:docMk/>
            <pc:sldMk cId="2798809810" sldId="2147482249"/>
            <ac:spMk id="1104" creationId="{DF744D83-D267-EC44-2AE8-16391381870C}"/>
          </ac:spMkLst>
        </pc:spChg>
        <pc:spChg chg="mod">
          <ac:chgData name="Mondal, Dipsundar" userId="88dd2544-141d-432e-b70f-f2d97fcf1630" providerId="ADAL" clId="{8C266064-0C69-46E8-BFE2-F84150D1F61D}" dt="2025-06-19T09:33:02.670" v="247" actId="2711"/>
          <ac:spMkLst>
            <pc:docMk/>
            <pc:sldMk cId="2798809810" sldId="2147482249"/>
            <ac:spMk id="1105" creationId="{63483551-C4F4-702F-DF95-295FB1869709}"/>
          </ac:spMkLst>
        </pc:spChg>
        <pc:spChg chg="mod">
          <ac:chgData name="Mondal, Dipsundar" userId="88dd2544-141d-432e-b70f-f2d97fcf1630" providerId="ADAL" clId="{8C266064-0C69-46E8-BFE2-F84150D1F61D}" dt="2025-06-19T12:05:52.674" v="773" actId="207"/>
          <ac:spMkLst>
            <pc:docMk/>
            <pc:sldMk cId="2798809810" sldId="2147482249"/>
            <ac:spMk id="1107" creationId="{EAB19D48-B680-74D3-7ED7-97A702CD749F}"/>
          </ac:spMkLst>
        </pc:spChg>
        <pc:spChg chg="mod">
          <ac:chgData name="Mondal, Dipsundar" userId="88dd2544-141d-432e-b70f-f2d97fcf1630" providerId="ADAL" clId="{8C266064-0C69-46E8-BFE2-F84150D1F61D}" dt="2025-06-19T12:05:35.619" v="770" actId="207"/>
          <ac:spMkLst>
            <pc:docMk/>
            <pc:sldMk cId="2798809810" sldId="2147482249"/>
            <ac:spMk id="1108" creationId="{2A46670C-0967-4A9D-35F4-98C65052DACF}"/>
          </ac:spMkLst>
        </pc:spChg>
        <pc:spChg chg="mod">
          <ac:chgData name="Mondal, Dipsundar" userId="88dd2544-141d-432e-b70f-f2d97fcf1630" providerId="ADAL" clId="{8C266064-0C69-46E8-BFE2-F84150D1F61D}" dt="2025-06-19T09:33:02.670" v="247" actId="2711"/>
          <ac:spMkLst>
            <pc:docMk/>
            <pc:sldMk cId="2798809810" sldId="2147482249"/>
            <ac:spMk id="1109" creationId="{F4467486-AAC3-3F2C-36A8-548F98A2B573}"/>
          </ac:spMkLst>
        </pc:spChg>
        <pc:spChg chg="mod">
          <ac:chgData name="Mondal, Dipsundar" userId="88dd2544-141d-432e-b70f-f2d97fcf1630" providerId="ADAL" clId="{8C266064-0C69-46E8-BFE2-F84150D1F61D}" dt="2025-06-19T12:05:58.153" v="775" actId="207"/>
          <ac:spMkLst>
            <pc:docMk/>
            <pc:sldMk cId="2798809810" sldId="2147482249"/>
            <ac:spMk id="1111" creationId="{A45BC0C0-971A-E520-6490-E2506C9EDBF2}"/>
          </ac:spMkLst>
        </pc:spChg>
        <pc:spChg chg="mod">
          <ac:chgData name="Mondal, Dipsundar" userId="88dd2544-141d-432e-b70f-f2d97fcf1630" providerId="ADAL" clId="{8C266064-0C69-46E8-BFE2-F84150D1F61D}" dt="2025-06-19T12:05:55.621" v="774" actId="207"/>
          <ac:spMkLst>
            <pc:docMk/>
            <pc:sldMk cId="2798809810" sldId="2147482249"/>
            <ac:spMk id="1112" creationId="{F2E72202-5EFC-60CB-536F-53EFBE96B06E}"/>
          </ac:spMkLst>
        </pc:spChg>
        <pc:spChg chg="mod">
          <ac:chgData name="Mondal, Dipsundar" userId="88dd2544-141d-432e-b70f-f2d97fcf1630" providerId="ADAL" clId="{8C266064-0C69-46E8-BFE2-F84150D1F61D}" dt="2025-06-19T09:33:02.670" v="247" actId="2711"/>
          <ac:spMkLst>
            <pc:docMk/>
            <pc:sldMk cId="2798809810" sldId="2147482249"/>
            <ac:spMk id="1113" creationId="{617106CA-D6B6-88DF-D55C-76D101510B28}"/>
          </ac:spMkLst>
        </pc:spChg>
        <pc:spChg chg="mod">
          <ac:chgData name="Mondal, Dipsundar" userId="88dd2544-141d-432e-b70f-f2d97fcf1630" providerId="ADAL" clId="{8C266064-0C69-46E8-BFE2-F84150D1F61D}" dt="2025-06-19T12:06:02.706" v="777" actId="207"/>
          <ac:spMkLst>
            <pc:docMk/>
            <pc:sldMk cId="2798809810" sldId="2147482249"/>
            <ac:spMk id="1115" creationId="{9EF61138-93BB-5AEE-7A5B-9D9F16866E57}"/>
          </ac:spMkLst>
        </pc:spChg>
        <pc:spChg chg="mod">
          <ac:chgData name="Mondal, Dipsundar" userId="88dd2544-141d-432e-b70f-f2d97fcf1630" providerId="ADAL" clId="{8C266064-0C69-46E8-BFE2-F84150D1F61D}" dt="2025-06-19T12:06:00.211" v="776" actId="207"/>
          <ac:spMkLst>
            <pc:docMk/>
            <pc:sldMk cId="2798809810" sldId="2147482249"/>
            <ac:spMk id="1116" creationId="{67DFD4F0-6F6C-4A05-158E-644BF99E6CBF}"/>
          </ac:spMkLst>
        </pc:spChg>
        <pc:grpChg chg="add mod">
          <ac:chgData name="Mondal, Dipsundar" userId="88dd2544-141d-432e-b70f-f2d97fcf1630" providerId="ADAL" clId="{8C266064-0C69-46E8-BFE2-F84150D1F61D}" dt="2025-06-19T09:41:53.145" v="626" actId="14100"/>
          <ac:grpSpMkLst>
            <pc:docMk/>
            <pc:sldMk cId="2798809810" sldId="2147482249"/>
            <ac:grpSpMk id="8" creationId="{F45A66CA-2954-8ABA-4DF3-1E4E2206089F}"/>
          </ac:grpSpMkLst>
        </pc:grpChg>
        <pc:picChg chg="mod">
          <ac:chgData name="Mondal, Dipsundar" userId="88dd2544-141d-432e-b70f-f2d97fcf1630" providerId="ADAL" clId="{8C266064-0C69-46E8-BFE2-F84150D1F61D}" dt="2025-06-19T08:28:52.642" v="40" actId="164"/>
          <ac:picMkLst>
            <pc:docMk/>
            <pc:sldMk cId="2798809810" sldId="2147482249"/>
            <ac:picMk id="7" creationId="{95A7A0AA-492B-DA8B-18A8-17BB46843121}"/>
          </ac:picMkLst>
        </pc:picChg>
        <pc:picChg chg="mod">
          <ac:chgData name="Mondal, Dipsundar" userId="88dd2544-141d-432e-b70f-f2d97fcf1630" providerId="ADAL" clId="{8C266064-0C69-46E8-BFE2-F84150D1F61D}" dt="2025-06-19T08:28:52.642" v="40" actId="164"/>
          <ac:picMkLst>
            <pc:docMk/>
            <pc:sldMk cId="2798809810" sldId="2147482249"/>
            <ac:picMk id="9" creationId="{1FA06FEA-4AC6-1C10-5222-9ACA8EEAB25A}"/>
          </ac:picMkLst>
        </pc:picChg>
        <pc:picChg chg="mod">
          <ac:chgData name="Mondal, Dipsundar" userId="88dd2544-141d-432e-b70f-f2d97fcf1630" providerId="ADAL" clId="{8C266064-0C69-46E8-BFE2-F84150D1F61D}" dt="2025-06-19T08:28:52.642" v="40" actId="164"/>
          <ac:picMkLst>
            <pc:docMk/>
            <pc:sldMk cId="2798809810" sldId="2147482249"/>
            <ac:picMk id="12" creationId="{95502B23-535F-6743-33B1-A9CA24E5FB2D}"/>
          </ac:picMkLst>
        </pc:picChg>
        <pc:picChg chg="mod">
          <ac:chgData name="Mondal, Dipsundar" userId="88dd2544-141d-432e-b70f-f2d97fcf1630" providerId="ADAL" clId="{8C266064-0C69-46E8-BFE2-F84150D1F61D}" dt="2025-06-19T08:28:52.642" v="40" actId="164"/>
          <ac:picMkLst>
            <pc:docMk/>
            <pc:sldMk cId="2798809810" sldId="2147482249"/>
            <ac:picMk id="18" creationId="{7AA0F465-DB94-284F-9931-1DB85E63B38F}"/>
          </ac:picMkLst>
        </pc:picChg>
        <pc:picChg chg="add del mod">
          <ac:chgData name="Mondal, Dipsundar" userId="88dd2544-141d-432e-b70f-f2d97fcf1630" providerId="ADAL" clId="{8C266064-0C69-46E8-BFE2-F84150D1F61D}" dt="2025-06-19T11:59:05.303" v="661" actId="478"/>
          <ac:picMkLst>
            <pc:docMk/>
            <pc:sldMk cId="2798809810" sldId="2147482249"/>
            <ac:picMk id="20" creationId="{CB3AA4C2-A508-893C-5B35-ADD9390BB9BE}"/>
          </ac:picMkLst>
        </pc:picChg>
        <pc:picChg chg="mod">
          <ac:chgData name="Mondal, Dipsundar" userId="88dd2544-141d-432e-b70f-f2d97fcf1630" providerId="ADAL" clId="{8C266064-0C69-46E8-BFE2-F84150D1F61D}" dt="2025-06-19T08:28:52.642" v="40" actId="164"/>
          <ac:picMkLst>
            <pc:docMk/>
            <pc:sldMk cId="2798809810" sldId="2147482249"/>
            <ac:picMk id="25" creationId="{071D815A-23D5-9889-6DCF-21563346A740}"/>
          </ac:picMkLst>
        </pc:picChg>
        <pc:picChg chg="mod">
          <ac:chgData name="Mondal, Dipsundar" userId="88dd2544-141d-432e-b70f-f2d97fcf1630" providerId="ADAL" clId="{8C266064-0C69-46E8-BFE2-F84150D1F61D}" dt="2025-06-19T08:28:52.642" v="40" actId="164"/>
          <ac:picMkLst>
            <pc:docMk/>
            <pc:sldMk cId="2798809810" sldId="2147482249"/>
            <ac:picMk id="28" creationId="{D3E487A1-4B9C-385F-BC39-987B77F71361}"/>
          </ac:picMkLst>
        </pc:picChg>
        <pc:picChg chg="mod">
          <ac:chgData name="Mondal, Dipsundar" userId="88dd2544-141d-432e-b70f-f2d97fcf1630" providerId="ADAL" clId="{8C266064-0C69-46E8-BFE2-F84150D1F61D}" dt="2025-06-19T08:28:52.642" v="40" actId="164"/>
          <ac:picMkLst>
            <pc:docMk/>
            <pc:sldMk cId="2798809810" sldId="2147482249"/>
            <ac:picMk id="33" creationId="{5D72F941-A09A-55B7-809F-37929BDB75EF}"/>
          </ac:picMkLst>
        </pc:picChg>
        <pc:picChg chg="add mod">
          <ac:chgData name="Mondal, Dipsundar" userId="88dd2544-141d-432e-b70f-f2d97fcf1630" providerId="ADAL" clId="{8C266064-0C69-46E8-BFE2-F84150D1F61D}" dt="2025-06-19T12:13:59.901" v="814" actId="1076"/>
          <ac:picMkLst>
            <pc:docMk/>
            <pc:sldMk cId="2798809810" sldId="2147482249"/>
            <ac:picMk id="1026" creationId="{3C295F84-F314-35E0-9CF4-657AF6711F47}"/>
          </ac:picMkLst>
        </pc:picChg>
        <pc:cxnChg chg="mod">
          <ac:chgData name="Mondal, Dipsundar" userId="88dd2544-141d-432e-b70f-f2d97fcf1630" providerId="ADAL" clId="{8C266064-0C69-46E8-BFE2-F84150D1F61D}" dt="2025-06-19T08:28:52.642" v="40" actId="164"/>
          <ac:cxnSpMkLst>
            <pc:docMk/>
            <pc:sldMk cId="2798809810" sldId="2147482249"/>
            <ac:cxnSpMk id="13" creationId="{78971068-E66C-FB12-0030-A18F1063DFA1}"/>
          </ac:cxnSpMkLst>
        </pc:cxnChg>
        <pc:cxnChg chg="mod">
          <ac:chgData name="Mondal, Dipsundar" userId="88dd2544-141d-432e-b70f-f2d97fcf1630" providerId="ADAL" clId="{8C266064-0C69-46E8-BFE2-F84150D1F61D}" dt="2025-06-19T08:28:52.642" v="40" actId="164"/>
          <ac:cxnSpMkLst>
            <pc:docMk/>
            <pc:sldMk cId="2798809810" sldId="2147482249"/>
            <ac:cxnSpMk id="24" creationId="{F6FDD54C-FB7B-D39F-422C-6B87BE96AD58}"/>
          </ac:cxnSpMkLst>
        </pc:cxnChg>
        <pc:cxnChg chg="mod">
          <ac:chgData name="Mondal, Dipsundar" userId="88dd2544-141d-432e-b70f-f2d97fcf1630" providerId="ADAL" clId="{8C266064-0C69-46E8-BFE2-F84150D1F61D}" dt="2025-06-19T08:28:52.642" v="40" actId="164"/>
          <ac:cxnSpMkLst>
            <pc:docMk/>
            <pc:sldMk cId="2798809810" sldId="2147482249"/>
            <ac:cxnSpMk id="26" creationId="{4F27FBF2-47E9-2415-027F-EBE4759C6764}"/>
          </ac:cxnSpMkLst>
        </pc:cxnChg>
        <pc:cxnChg chg="mod">
          <ac:chgData name="Mondal, Dipsundar" userId="88dd2544-141d-432e-b70f-f2d97fcf1630" providerId="ADAL" clId="{8C266064-0C69-46E8-BFE2-F84150D1F61D}" dt="2025-06-19T08:28:52.642" v="40" actId="164"/>
          <ac:cxnSpMkLst>
            <pc:docMk/>
            <pc:sldMk cId="2798809810" sldId="2147482249"/>
            <ac:cxnSpMk id="1070" creationId="{20C98D5C-B279-3DA2-EB62-4CF7921A1D76}"/>
          </ac:cxnSpMkLst>
        </pc:cxnChg>
        <pc:cxnChg chg="mod">
          <ac:chgData name="Mondal, Dipsundar" userId="88dd2544-141d-432e-b70f-f2d97fcf1630" providerId="ADAL" clId="{8C266064-0C69-46E8-BFE2-F84150D1F61D}" dt="2025-06-19T08:28:52.642" v="40" actId="164"/>
          <ac:cxnSpMkLst>
            <pc:docMk/>
            <pc:sldMk cId="2798809810" sldId="2147482249"/>
            <ac:cxnSpMk id="1074" creationId="{3BAEAE81-40A2-05CB-2D44-05B28A08D52C}"/>
          </ac:cxnSpMkLst>
        </pc:cxnChg>
        <pc:cxnChg chg="mod">
          <ac:chgData name="Mondal, Dipsundar" userId="88dd2544-141d-432e-b70f-f2d97fcf1630" providerId="ADAL" clId="{8C266064-0C69-46E8-BFE2-F84150D1F61D}" dt="2025-06-19T08:28:52.642" v="40" actId="164"/>
          <ac:cxnSpMkLst>
            <pc:docMk/>
            <pc:sldMk cId="2798809810" sldId="2147482249"/>
            <ac:cxnSpMk id="1078" creationId="{0204A7C8-4179-34F2-96C6-8ECF19696F34}"/>
          </ac:cxnSpMkLst>
        </pc:cxnChg>
        <pc:cxnChg chg="mod">
          <ac:chgData name="Mondal, Dipsundar" userId="88dd2544-141d-432e-b70f-f2d97fcf1630" providerId="ADAL" clId="{8C266064-0C69-46E8-BFE2-F84150D1F61D}" dt="2025-06-19T08:28:52.642" v="40" actId="164"/>
          <ac:cxnSpMkLst>
            <pc:docMk/>
            <pc:sldMk cId="2798809810" sldId="2147482249"/>
            <ac:cxnSpMk id="1082" creationId="{02E1751E-7112-134B-E50D-BA6944017C29}"/>
          </ac:cxnSpMkLst>
        </pc:cxnChg>
        <pc:cxnChg chg="mod">
          <ac:chgData name="Mondal, Dipsundar" userId="88dd2544-141d-432e-b70f-f2d97fcf1630" providerId="ADAL" clId="{8C266064-0C69-46E8-BFE2-F84150D1F61D}" dt="2025-06-19T08:28:52.642" v="40" actId="164"/>
          <ac:cxnSpMkLst>
            <pc:docMk/>
            <pc:sldMk cId="2798809810" sldId="2147482249"/>
            <ac:cxnSpMk id="1098" creationId="{01905FB2-7FF4-1499-30E1-2F121B0AF4EA}"/>
          </ac:cxnSpMkLst>
        </pc:cxnChg>
        <pc:cxnChg chg="mod">
          <ac:chgData name="Mondal, Dipsundar" userId="88dd2544-141d-432e-b70f-f2d97fcf1630" providerId="ADAL" clId="{8C266064-0C69-46E8-BFE2-F84150D1F61D}" dt="2025-06-19T08:28:52.642" v="40" actId="164"/>
          <ac:cxnSpMkLst>
            <pc:docMk/>
            <pc:sldMk cId="2798809810" sldId="2147482249"/>
            <ac:cxnSpMk id="1102" creationId="{E4577F4E-4F72-9972-05F7-54FBD49E25A6}"/>
          </ac:cxnSpMkLst>
        </pc:cxnChg>
        <pc:cxnChg chg="mod">
          <ac:chgData name="Mondal, Dipsundar" userId="88dd2544-141d-432e-b70f-f2d97fcf1630" providerId="ADAL" clId="{8C266064-0C69-46E8-BFE2-F84150D1F61D}" dt="2025-06-19T08:28:52.642" v="40" actId="164"/>
          <ac:cxnSpMkLst>
            <pc:docMk/>
            <pc:sldMk cId="2798809810" sldId="2147482249"/>
            <ac:cxnSpMk id="1106" creationId="{06CDC388-D399-FA07-F1F8-9C9B3A9D953C}"/>
          </ac:cxnSpMkLst>
        </pc:cxnChg>
        <pc:cxnChg chg="mod">
          <ac:chgData name="Mondal, Dipsundar" userId="88dd2544-141d-432e-b70f-f2d97fcf1630" providerId="ADAL" clId="{8C266064-0C69-46E8-BFE2-F84150D1F61D}" dt="2025-06-19T08:28:52.642" v="40" actId="164"/>
          <ac:cxnSpMkLst>
            <pc:docMk/>
            <pc:sldMk cId="2798809810" sldId="2147482249"/>
            <ac:cxnSpMk id="1110" creationId="{F6E2E377-945C-7C70-888B-747A4E5F697D}"/>
          </ac:cxnSpMkLst>
        </pc:cxnChg>
        <pc:cxnChg chg="mod">
          <ac:chgData name="Mondal, Dipsundar" userId="88dd2544-141d-432e-b70f-f2d97fcf1630" providerId="ADAL" clId="{8C266064-0C69-46E8-BFE2-F84150D1F61D}" dt="2025-06-19T08:28:52.642" v="40" actId="164"/>
          <ac:cxnSpMkLst>
            <pc:docMk/>
            <pc:sldMk cId="2798809810" sldId="2147482249"/>
            <ac:cxnSpMk id="1114" creationId="{05617745-8E54-264D-82B1-609D0441ECD3}"/>
          </ac:cxnSpMkLst>
        </pc:cxnChg>
      </pc:sldChg>
      <pc:sldChg chg="addSp modSp mod ord">
        <pc:chgData name="Mondal, Dipsundar" userId="88dd2544-141d-432e-b70f-f2d97fcf1630" providerId="ADAL" clId="{8C266064-0C69-46E8-BFE2-F84150D1F61D}" dt="2025-06-20T04:59:00.372" v="1043"/>
        <pc:sldMkLst>
          <pc:docMk/>
          <pc:sldMk cId="624739403" sldId="2147482253"/>
        </pc:sldMkLst>
        <pc:graphicFrameChg chg="add mod">
          <ac:chgData name="Mondal, Dipsundar" userId="88dd2544-141d-432e-b70f-f2d97fcf1630" providerId="ADAL" clId="{8C266064-0C69-46E8-BFE2-F84150D1F61D}" dt="2025-06-19T10:09:22.526" v="656"/>
          <ac:graphicFrameMkLst>
            <pc:docMk/>
            <pc:sldMk cId="624739403" sldId="2147482253"/>
            <ac:graphicFrameMk id="3" creationId="{822DA092-6894-0E28-C951-6C31B481618F}"/>
          </ac:graphicFrameMkLst>
        </pc:graphicFrameChg>
      </pc:sldChg>
    </pc:docChg>
  </pc:docChgLst>
  <pc:docChgLst>
    <pc:chgData name="Negi, Neeraj" userId="2be1b326-6a6d-4d5e-be95-9e0e272af2ef" providerId="ADAL" clId="{62540E0E-20CD-4D37-9DD4-0C1FB63A2D1D}"/>
    <pc:docChg chg="undo redo custSel addSld delSld modSld">
      <pc:chgData name="Negi, Neeraj" userId="2be1b326-6a6d-4d5e-be95-9e0e272af2ef" providerId="ADAL" clId="{62540E0E-20CD-4D37-9DD4-0C1FB63A2D1D}" dt="2025-06-20T05:59:14.430" v="19757" actId="20577"/>
      <pc:docMkLst>
        <pc:docMk/>
      </pc:docMkLst>
      <pc:sldChg chg="modSp mod">
        <pc:chgData name="Negi, Neeraj" userId="2be1b326-6a6d-4d5e-be95-9e0e272af2ef" providerId="ADAL" clId="{62540E0E-20CD-4D37-9DD4-0C1FB63A2D1D}" dt="2025-06-18T10:04:54.757" v="52" actId="113"/>
        <pc:sldMkLst>
          <pc:docMk/>
          <pc:sldMk cId="1336668509" sldId="2147347688"/>
        </pc:sldMkLst>
        <pc:spChg chg="mod">
          <ac:chgData name="Negi, Neeraj" userId="2be1b326-6a6d-4d5e-be95-9e0e272af2ef" providerId="ADAL" clId="{62540E0E-20CD-4D37-9DD4-0C1FB63A2D1D}" dt="2025-06-18T10:04:54.757" v="52" actId="113"/>
          <ac:spMkLst>
            <pc:docMk/>
            <pc:sldMk cId="1336668509" sldId="2147347688"/>
            <ac:spMk id="15" creationId="{58200081-9439-56D3-A219-B7CC1F705730}"/>
          </ac:spMkLst>
        </pc:spChg>
      </pc:sldChg>
      <pc:sldChg chg="addSp delSp del mod">
        <pc:chgData name="Negi, Neeraj" userId="2be1b326-6a6d-4d5e-be95-9e0e272af2ef" providerId="ADAL" clId="{62540E0E-20CD-4D37-9DD4-0C1FB63A2D1D}" dt="2025-06-18T09:48:07.777" v="45" actId="2696"/>
        <pc:sldMkLst>
          <pc:docMk/>
          <pc:sldMk cId="1969856742" sldId="2147347721"/>
        </pc:sldMkLst>
        <pc:spChg chg="add del">
          <ac:chgData name="Negi, Neeraj" userId="2be1b326-6a6d-4d5e-be95-9e0e272af2ef" providerId="ADAL" clId="{62540E0E-20CD-4D37-9DD4-0C1FB63A2D1D}" dt="2025-06-18T09:47:39.686" v="37" actId="22"/>
          <ac:spMkLst>
            <pc:docMk/>
            <pc:sldMk cId="1969856742" sldId="2147347721"/>
            <ac:spMk id="4" creationId="{387A97EE-1332-8A7A-679D-C765BDDF4394}"/>
          </ac:spMkLst>
        </pc:spChg>
      </pc:sldChg>
      <pc:sldChg chg="addSp delSp modSp add del mod setBg">
        <pc:chgData name="Negi, Neeraj" userId="2be1b326-6a6d-4d5e-be95-9e0e272af2ef" providerId="ADAL" clId="{62540E0E-20CD-4D37-9DD4-0C1FB63A2D1D}" dt="2025-06-20T05:59:14.430" v="19757" actId="20577"/>
        <pc:sldMkLst>
          <pc:docMk/>
          <pc:sldMk cId="3523782250" sldId="2147347726"/>
        </pc:sldMkLst>
        <pc:spChg chg="mod ord">
          <ac:chgData name="Negi, Neeraj" userId="2be1b326-6a6d-4d5e-be95-9e0e272af2ef" providerId="ADAL" clId="{62540E0E-20CD-4D37-9DD4-0C1FB63A2D1D}" dt="2025-06-20T05:43:53.479" v="19553"/>
          <ac:spMkLst>
            <pc:docMk/>
            <pc:sldMk cId="3523782250" sldId="2147347726"/>
            <ac:spMk id="2" creationId="{00000000-0000-0000-0000-000000000000}"/>
          </ac:spMkLst>
        </pc:spChg>
        <pc:spChg chg="add del mod ord replST">
          <ac:chgData name="Negi, Neeraj" userId="2be1b326-6a6d-4d5e-be95-9e0e272af2ef" providerId="ADAL" clId="{62540E0E-20CD-4D37-9DD4-0C1FB63A2D1D}" dt="2025-06-20T05:41:21.718" v="17630"/>
          <ac:spMkLst>
            <pc:docMk/>
            <pc:sldMk cId="3523782250" sldId="2147347726"/>
            <ac:spMk id="4" creationId="{BE0363FB-8D3D-1CF5-6858-013A33553981}"/>
          </ac:spMkLst>
        </pc:spChg>
        <pc:spChg chg="add del mod ord replST">
          <ac:chgData name="Negi, Neeraj" userId="2be1b326-6a6d-4d5e-be95-9e0e272af2ef" providerId="ADAL" clId="{62540E0E-20CD-4D37-9DD4-0C1FB63A2D1D}" dt="2025-06-20T05:29:59.541" v="14921"/>
          <ac:spMkLst>
            <pc:docMk/>
            <pc:sldMk cId="3523782250" sldId="2147347726"/>
            <ac:spMk id="5" creationId="{C0DDDF12-B113-574B-A6A7-1620E22F342D}"/>
          </ac:spMkLst>
        </pc:spChg>
        <pc:spChg chg="mod ord">
          <ac:chgData name="Negi, Neeraj" userId="2be1b326-6a6d-4d5e-be95-9e0e272af2ef" providerId="ADAL" clId="{62540E0E-20CD-4D37-9DD4-0C1FB63A2D1D}" dt="2025-06-20T05:43:53.479" v="19555"/>
          <ac:spMkLst>
            <pc:docMk/>
            <pc:sldMk cId="3523782250" sldId="2147347726"/>
            <ac:spMk id="6" creationId="{00000000-0000-0000-0000-000000000000}"/>
          </ac:spMkLst>
        </pc:spChg>
        <pc:spChg chg="add del mod ord replST">
          <ac:chgData name="Negi, Neeraj" userId="2be1b326-6a6d-4d5e-be95-9e0e272af2ef" providerId="ADAL" clId="{62540E0E-20CD-4D37-9DD4-0C1FB63A2D1D}" dt="2025-06-20T05:29:59.539" v="14918"/>
          <ac:spMkLst>
            <pc:docMk/>
            <pc:sldMk cId="3523782250" sldId="2147347726"/>
            <ac:spMk id="7" creationId="{5FC2125E-479B-AAB8-625C-027AC63047A6}"/>
          </ac:spMkLst>
        </pc:spChg>
        <pc:spChg chg="add del mod ord replST">
          <ac:chgData name="Negi, Neeraj" userId="2be1b326-6a6d-4d5e-be95-9e0e272af2ef" providerId="ADAL" clId="{62540E0E-20CD-4D37-9DD4-0C1FB63A2D1D}" dt="2025-06-20T05:29:59.529" v="14915"/>
          <ac:spMkLst>
            <pc:docMk/>
            <pc:sldMk cId="3523782250" sldId="2147347726"/>
            <ac:spMk id="8" creationId="{0612D203-56CE-A257-FD2D-C7E6F6F3DC97}"/>
          </ac:spMkLst>
        </pc:spChg>
        <pc:spChg chg="add del mod ord replST">
          <ac:chgData name="Negi, Neeraj" userId="2be1b326-6a6d-4d5e-be95-9e0e272af2ef" providerId="ADAL" clId="{62540E0E-20CD-4D37-9DD4-0C1FB63A2D1D}" dt="2025-06-20T05:28:22.363" v="14010"/>
          <ac:spMkLst>
            <pc:docMk/>
            <pc:sldMk cId="3523782250" sldId="2147347726"/>
            <ac:spMk id="9" creationId="{744DAC67-9F80-A400-6B0D-EE84569946BA}"/>
          </ac:spMkLst>
        </pc:spChg>
        <pc:spChg chg="add del mod replST">
          <ac:chgData name="Negi, Neeraj" userId="2be1b326-6a6d-4d5e-be95-9e0e272af2ef" providerId="ADAL" clId="{62540E0E-20CD-4D37-9DD4-0C1FB63A2D1D}" dt="2025-06-20T05:29:59.542" v="14922"/>
          <ac:spMkLst>
            <pc:docMk/>
            <pc:sldMk cId="3523782250" sldId="2147347726"/>
            <ac:spMk id="11" creationId="{C13911EE-1545-8DBA-263F-3B66B2C0B387}"/>
          </ac:spMkLst>
        </pc:spChg>
        <pc:spChg chg="add del mod replST">
          <ac:chgData name="Negi, Neeraj" userId="2be1b326-6a6d-4d5e-be95-9e0e272af2ef" providerId="ADAL" clId="{62540E0E-20CD-4D37-9DD4-0C1FB63A2D1D}" dt="2025-06-20T05:29:59.540" v="14919"/>
          <ac:spMkLst>
            <pc:docMk/>
            <pc:sldMk cId="3523782250" sldId="2147347726"/>
            <ac:spMk id="12" creationId="{A5EEBB12-9AF3-53B7-2D87-172D0E87D742}"/>
          </ac:spMkLst>
        </pc:spChg>
        <pc:spChg chg="add del mod replST">
          <ac:chgData name="Negi, Neeraj" userId="2be1b326-6a6d-4d5e-be95-9e0e272af2ef" providerId="ADAL" clId="{62540E0E-20CD-4D37-9DD4-0C1FB63A2D1D}" dt="2025-06-20T05:29:59.537" v="14916"/>
          <ac:spMkLst>
            <pc:docMk/>
            <pc:sldMk cId="3523782250" sldId="2147347726"/>
            <ac:spMk id="13" creationId="{E08DBB08-9C2F-6714-C000-462B17F56B80}"/>
          </ac:spMkLst>
        </pc:spChg>
        <pc:spChg chg="add del mod replST">
          <ac:chgData name="Negi, Neeraj" userId="2be1b326-6a6d-4d5e-be95-9e0e272af2ef" providerId="ADAL" clId="{62540E0E-20CD-4D37-9DD4-0C1FB63A2D1D}" dt="2025-06-20T05:28:22.372" v="14011"/>
          <ac:spMkLst>
            <pc:docMk/>
            <pc:sldMk cId="3523782250" sldId="2147347726"/>
            <ac:spMk id="14" creationId="{335C2087-F4AE-9A44-A908-7527D6A7D16D}"/>
          </ac:spMkLst>
        </pc:spChg>
        <pc:spChg chg="add del mod modVis">
          <ac:chgData name="Negi, Neeraj" userId="2be1b326-6a6d-4d5e-be95-9e0e272af2ef" providerId="ADAL" clId="{62540E0E-20CD-4D37-9DD4-0C1FB63A2D1D}" dt="2025-06-20T05:16:22.426" v="11918"/>
          <ac:spMkLst>
            <pc:docMk/>
            <pc:sldMk cId="3523782250" sldId="2147347726"/>
            <ac:spMk id="15" creationId="{D97DD188-7009-F11C-CBB0-2E1BB16DAB5B}"/>
          </ac:spMkLst>
        </pc:spChg>
        <pc:spChg chg="add mod ord">
          <ac:chgData name="Negi, Neeraj" userId="2be1b326-6a6d-4d5e-be95-9e0e272af2ef" providerId="ADAL" clId="{62540E0E-20CD-4D37-9DD4-0C1FB63A2D1D}" dt="2025-06-20T05:59:14.430" v="19757" actId="20577"/>
          <ac:spMkLst>
            <pc:docMk/>
            <pc:sldMk cId="3523782250" sldId="2147347726"/>
            <ac:spMk id="17" creationId="{D750086D-0331-1856-83D4-4FE2A7DD2840}"/>
          </ac:spMkLst>
        </pc:spChg>
        <pc:spChg chg="add del mod">
          <ac:chgData name="Negi, Neeraj" userId="2be1b326-6a6d-4d5e-be95-9e0e272af2ef" providerId="ADAL" clId="{62540E0E-20CD-4D37-9DD4-0C1FB63A2D1D}" dt="2025-06-20T05:21:19.123" v="12846" actId="478"/>
          <ac:spMkLst>
            <pc:docMk/>
            <pc:sldMk cId="3523782250" sldId="2147347726"/>
            <ac:spMk id="25" creationId="{37EB5D3E-D579-748D-7B54-9A357AAEFBA0}"/>
          </ac:spMkLst>
        </pc:spChg>
        <pc:spChg chg="add del mod modVis">
          <ac:chgData name="Negi, Neeraj" userId="2be1b326-6a6d-4d5e-be95-9e0e272af2ef" providerId="ADAL" clId="{62540E0E-20CD-4D37-9DD4-0C1FB63A2D1D}" dt="2025-06-20T05:24:17.329" v="12941"/>
          <ac:spMkLst>
            <pc:docMk/>
            <pc:sldMk cId="3523782250" sldId="2147347726"/>
            <ac:spMk id="26" creationId="{C16072EF-69E6-BE46-1757-DE2E9A1D60AB}"/>
          </ac:spMkLst>
        </pc:spChg>
        <pc:spChg chg="add del mod modVis">
          <ac:chgData name="Negi, Neeraj" userId="2be1b326-6a6d-4d5e-be95-9e0e272af2ef" providerId="ADAL" clId="{62540E0E-20CD-4D37-9DD4-0C1FB63A2D1D}" dt="2025-06-20T05:24:18.217" v="12979"/>
          <ac:spMkLst>
            <pc:docMk/>
            <pc:sldMk cId="3523782250" sldId="2147347726"/>
            <ac:spMk id="27" creationId="{C91A5520-D58A-9FBB-224A-2C8AA1B55AB4}"/>
          </ac:spMkLst>
        </pc:spChg>
        <pc:spChg chg="add del mod modVis">
          <ac:chgData name="Negi, Neeraj" userId="2be1b326-6a6d-4d5e-be95-9e0e272af2ef" providerId="ADAL" clId="{62540E0E-20CD-4D37-9DD4-0C1FB63A2D1D}" dt="2025-06-20T05:24:26.329" v="13065"/>
          <ac:spMkLst>
            <pc:docMk/>
            <pc:sldMk cId="3523782250" sldId="2147347726"/>
            <ac:spMk id="28" creationId="{AE460CCE-9304-3E9F-A157-F0C10771A91D}"/>
          </ac:spMkLst>
        </pc:spChg>
        <pc:spChg chg="add del mod modVis">
          <ac:chgData name="Negi, Neeraj" userId="2be1b326-6a6d-4d5e-be95-9e0e272af2ef" providerId="ADAL" clId="{62540E0E-20CD-4D37-9DD4-0C1FB63A2D1D}" dt="2025-06-20T05:27:24.010" v="13301"/>
          <ac:spMkLst>
            <pc:docMk/>
            <pc:sldMk cId="3523782250" sldId="2147347726"/>
            <ac:spMk id="30" creationId="{2CEC0D52-02B3-CCC1-68AB-CD6FB17A58B4}"/>
          </ac:spMkLst>
        </pc:spChg>
        <pc:spChg chg="add del mod ord replST">
          <ac:chgData name="Negi, Neeraj" userId="2be1b326-6a6d-4d5e-be95-9e0e272af2ef" providerId="ADAL" clId="{62540E0E-20CD-4D37-9DD4-0C1FB63A2D1D}" dt="2025-06-20T05:40:29.366" v="16735"/>
          <ac:spMkLst>
            <pc:docMk/>
            <pc:sldMk cId="3523782250" sldId="2147347726"/>
            <ac:spMk id="36" creationId="{8859FD4F-C8D5-56F7-4748-BEEEB8663B2A}"/>
          </ac:spMkLst>
        </pc:spChg>
        <pc:spChg chg="add del mod ord replST">
          <ac:chgData name="Negi, Neeraj" userId="2be1b326-6a6d-4d5e-be95-9e0e272af2ef" providerId="ADAL" clId="{62540E0E-20CD-4D37-9DD4-0C1FB63A2D1D}" dt="2025-06-20T05:28:00.089" v="14005"/>
          <ac:spMkLst>
            <pc:docMk/>
            <pc:sldMk cId="3523782250" sldId="2147347726"/>
            <ac:spMk id="37" creationId="{5D4F222B-A2CE-FB98-13EF-41392B1DBAE5}"/>
          </ac:spMkLst>
        </pc:spChg>
        <pc:spChg chg="add del mod ord replST">
          <ac:chgData name="Negi, Neeraj" userId="2be1b326-6a6d-4d5e-be95-9e0e272af2ef" providerId="ADAL" clId="{62540E0E-20CD-4D37-9DD4-0C1FB63A2D1D}" dt="2025-06-20T05:28:00.088" v="14002"/>
          <ac:spMkLst>
            <pc:docMk/>
            <pc:sldMk cId="3523782250" sldId="2147347726"/>
            <ac:spMk id="38" creationId="{9B363FC7-32EF-18FA-3AD9-C6904B5925B3}"/>
          </ac:spMkLst>
        </pc:spChg>
        <pc:spChg chg="add del mod ord replST">
          <ac:chgData name="Negi, Neeraj" userId="2be1b326-6a6d-4d5e-be95-9e0e272af2ef" providerId="ADAL" clId="{62540E0E-20CD-4D37-9DD4-0C1FB63A2D1D}" dt="2025-06-20T05:28:00.087" v="13999"/>
          <ac:spMkLst>
            <pc:docMk/>
            <pc:sldMk cId="3523782250" sldId="2147347726"/>
            <ac:spMk id="39" creationId="{0EB1FEB9-A138-103D-D584-ED4146068980}"/>
          </ac:spMkLst>
        </pc:spChg>
        <pc:spChg chg="add del mod ord replST">
          <ac:chgData name="Negi, Neeraj" userId="2be1b326-6a6d-4d5e-be95-9e0e272af2ef" providerId="ADAL" clId="{62540E0E-20CD-4D37-9DD4-0C1FB63A2D1D}" dt="2025-06-20T05:28:00.082" v="13996"/>
          <ac:spMkLst>
            <pc:docMk/>
            <pc:sldMk cId="3523782250" sldId="2147347726"/>
            <ac:spMk id="40" creationId="{CF988261-1B16-7C8B-CE60-0F35A14A0EBF}"/>
          </ac:spMkLst>
        </pc:spChg>
        <pc:spChg chg="add del mod replST">
          <ac:chgData name="Negi, Neeraj" userId="2be1b326-6a6d-4d5e-be95-9e0e272af2ef" providerId="ADAL" clId="{62540E0E-20CD-4D37-9DD4-0C1FB63A2D1D}" dt="2025-06-20T05:28:00.089" v="14006"/>
          <ac:spMkLst>
            <pc:docMk/>
            <pc:sldMk cId="3523782250" sldId="2147347726"/>
            <ac:spMk id="41" creationId="{F834FEF2-F135-26BA-8EFD-01CF0AF59832}"/>
          </ac:spMkLst>
        </pc:spChg>
        <pc:spChg chg="add del mod replST">
          <ac:chgData name="Negi, Neeraj" userId="2be1b326-6a6d-4d5e-be95-9e0e272af2ef" providerId="ADAL" clId="{62540E0E-20CD-4D37-9DD4-0C1FB63A2D1D}" dt="2025-06-20T05:28:00.088" v="14003"/>
          <ac:spMkLst>
            <pc:docMk/>
            <pc:sldMk cId="3523782250" sldId="2147347726"/>
            <ac:spMk id="43" creationId="{50539893-6873-823E-3D3A-37AF486A8A2F}"/>
          </ac:spMkLst>
        </pc:spChg>
        <pc:spChg chg="add del mod replST">
          <ac:chgData name="Negi, Neeraj" userId="2be1b326-6a6d-4d5e-be95-9e0e272af2ef" providerId="ADAL" clId="{62540E0E-20CD-4D37-9DD4-0C1FB63A2D1D}" dt="2025-06-20T05:28:00.087" v="14000"/>
          <ac:spMkLst>
            <pc:docMk/>
            <pc:sldMk cId="3523782250" sldId="2147347726"/>
            <ac:spMk id="44" creationId="{5992E39B-5748-DFA7-6B46-7BA99189764B}"/>
          </ac:spMkLst>
        </pc:spChg>
        <pc:spChg chg="add del mod replST">
          <ac:chgData name="Negi, Neeraj" userId="2be1b326-6a6d-4d5e-be95-9e0e272af2ef" providerId="ADAL" clId="{62540E0E-20CD-4D37-9DD4-0C1FB63A2D1D}" dt="2025-06-20T05:28:00.086" v="13997"/>
          <ac:spMkLst>
            <pc:docMk/>
            <pc:sldMk cId="3523782250" sldId="2147347726"/>
            <ac:spMk id="45" creationId="{097C2811-088B-A539-CF67-022DF41A684C}"/>
          </ac:spMkLst>
        </pc:spChg>
        <pc:spChg chg="add del mod modVis">
          <ac:chgData name="Negi, Neeraj" userId="2be1b326-6a6d-4d5e-be95-9e0e272af2ef" providerId="ADAL" clId="{62540E0E-20CD-4D37-9DD4-0C1FB63A2D1D}" dt="2025-06-20T05:27:55.590" v="13992"/>
          <ac:spMkLst>
            <pc:docMk/>
            <pc:sldMk cId="3523782250" sldId="2147347726"/>
            <ac:spMk id="46" creationId="{7251AD0A-B360-948A-C9ED-1CAA9A224B10}"/>
          </ac:spMkLst>
        </pc:spChg>
        <pc:spChg chg="add del mod modVis">
          <ac:chgData name="Negi, Neeraj" userId="2be1b326-6a6d-4d5e-be95-9e0e272af2ef" providerId="ADAL" clId="{62540E0E-20CD-4D37-9DD4-0C1FB63A2D1D}" dt="2025-06-20T05:28:22.807" v="14119"/>
          <ac:spMkLst>
            <pc:docMk/>
            <pc:sldMk cId="3523782250" sldId="2147347726"/>
            <ac:spMk id="48" creationId="{6213674B-27CB-AF76-F8A0-CACEF2C81C87}"/>
          </ac:spMkLst>
        </pc:spChg>
        <pc:spChg chg="add del mod modVis">
          <ac:chgData name="Negi, Neeraj" userId="2be1b326-6a6d-4d5e-be95-9e0e272af2ef" providerId="ADAL" clId="{62540E0E-20CD-4D37-9DD4-0C1FB63A2D1D}" dt="2025-06-20T05:28:34.935" v="14292"/>
          <ac:spMkLst>
            <pc:docMk/>
            <pc:sldMk cId="3523782250" sldId="2147347726"/>
            <ac:spMk id="50" creationId="{D957A0E1-444A-B66F-C5CB-BFB950A76174}"/>
          </ac:spMkLst>
        </pc:spChg>
        <pc:spChg chg="add del mod ord replST">
          <ac:chgData name="Negi, Neeraj" userId="2be1b326-6a6d-4d5e-be95-9e0e272af2ef" providerId="ADAL" clId="{62540E0E-20CD-4D37-9DD4-0C1FB63A2D1D}" dt="2025-06-20T05:40:58.404" v="17073"/>
          <ac:spMkLst>
            <pc:docMk/>
            <pc:sldMk cId="3523782250" sldId="2147347726"/>
            <ac:spMk id="51" creationId="{61F04096-D26F-F12A-D469-BF1B73844558}"/>
          </ac:spMkLst>
        </pc:spChg>
        <pc:spChg chg="add mod ord">
          <ac:chgData name="Negi, Neeraj" userId="2be1b326-6a6d-4d5e-be95-9e0e272af2ef" providerId="ADAL" clId="{62540E0E-20CD-4D37-9DD4-0C1FB63A2D1D}" dt="2025-06-20T05:43:53.489" v="19592"/>
          <ac:spMkLst>
            <pc:docMk/>
            <pc:sldMk cId="3523782250" sldId="2147347726"/>
            <ac:spMk id="55" creationId="{097F9A83-05F6-EDB2-11D5-AFFAEC87D84E}"/>
          </ac:spMkLst>
        </pc:spChg>
        <pc:spChg chg="add mod ord">
          <ac:chgData name="Negi, Neeraj" userId="2be1b326-6a6d-4d5e-be95-9e0e272af2ef" providerId="ADAL" clId="{62540E0E-20CD-4D37-9DD4-0C1FB63A2D1D}" dt="2025-06-20T05:43:53.489" v="19594"/>
          <ac:spMkLst>
            <pc:docMk/>
            <pc:sldMk cId="3523782250" sldId="2147347726"/>
            <ac:spMk id="56" creationId="{DA36C8DB-E3CE-F13E-8A75-601BD8104CD3}"/>
          </ac:spMkLst>
        </pc:spChg>
        <pc:spChg chg="add mod replST">
          <ac:chgData name="Negi, Neeraj" userId="2be1b326-6a6d-4d5e-be95-9e0e272af2ef" providerId="ADAL" clId="{62540E0E-20CD-4D37-9DD4-0C1FB63A2D1D}" dt="2025-06-20T05:55:49.721" v="19722"/>
          <ac:spMkLst>
            <pc:docMk/>
            <pc:sldMk cId="3523782250" sldId="2147347726"/>
            <ac:spMk id="58" creationId="{D9C1A77C-D1E2-71A6-DC86-737921262BFB}"/>
          </ac:spMkLst>
        </pc:spChg>
        <pc:spChg chg="add del mod modVis">
          <ac:chgData name="Negi, Neeraj" userId="2be1b326-6a6d-4d5e-be95-9e0e272af2ef" providerId="ADAL" clId="{62540E0E-20CD-4D37-9DD4-0C1FB63A2D1D}" dt="2025-06-20T05:29:57.152" v="14911"/>
          <ac:spMkLst>
            <pc:docMk/>
            <pc:sldMk cId="3523782250" sldId="2147347726"/>
            <ac:spMk id="59" creationId="{60982753-E10A-3F75-E73A-51D23E605BD6}"/>
          </ac:spMkLst>
        </pc:spChg>
        <pc:spChg chg="add mod replST">
          <ac:chgData name="Negi, Neeraj" userId="2be1b326-6a6d-4d5e-be95-9e0e272af2ef" providerId="ADAL" clId="{62540E0E-20CD-4D37-9DD4-0C1FB63A2D1D}" dt="2025-06-20T05:55:49.727" v="19734"/>
          <ac:spMkLst>
            <pc:docMk/>
            <pc:sldMk cId="3523782250" sldId="2147347726"/>
            <ac:spMk id="60" creationId="{160C69F2-0B85-EE25-3BB8-CF80F09B2EDC}"/>
          </ac:spMkLst>
        </pc:spChg>
        <pc:spChg chg="add del mod replST">
          <ac:chgData name="Negi, Neeraj" userId="2be1b326-6a6d-4d5e-be95-9e0e272af2ef" providerId="ADAL" clId="{62540E0E-20CD-4D37-9DD4-0C1FB63A2D1D}" dt="2025-06-20T05:40:58.408" v="17077"/>
          <ac:spMkLst>
            <pc:docMk/>
            <pc:sldMk cId="3523782250" sldId="2147347726"/>
            <ac:spMk id="61" creationId="{041689F1-8836-AA26-2F0F-7103788BEC60}"/>
          </ac:spMkLst>
        </pc:spChg>
        <pc:spChg chg="add del mod replST">
          <ac:chgData name="Negi, Neeraj" userId="2be1b326-6a6d-4d5e-be95-9e0e272af2ef" providerId="ADAL" clId="{62540E0E-20CD-4D37-9DD4-0C1FB63A2D1D}" dt="2025-06-20T05:41:13.389" v="17369"/>
          <ac:spMkLst>
            <pc:docMk/>
            <pc:sldMk cId="3523782250" sldId="2147347726"/>
            <ac:spMk id="62" creationId="{776C6229-F909-8E21-C24D-01CD0950E5D2}"/>
          </ac:spMkLst>
        </pc:spChg>
        <pc:spChg chg="add mod ord replST">
          <ac:chgData name="Negi, Neeraj" userId="2be1b326-6a6d-4d5e-be95-9e0e272af2ef" providerId="ADAL" clId="{62540E0E-20CD-4D37-9DD4-0C1FB63A2D1D}" dt="2025-06-20T05:55:49.719" v="19720"/>
          <ac:spMkLst>
            <pc:docMk/>
            <pc:sldMk cId="3523782250" sldId="2147347726"/>
            <ac:spMk id="64" creationId="{095FCE27-D81A-8C5E-D893-4D4CAE43B627}"/>
          </ac:spMkLst>
        </pc:spChg>
        <pc:spChg chg="add del mod ord replST">
          <ac:chgData name="Negi, Neeraj" userId="2be1b326-6a6d-4d5e-be95-9e0e272af2ef" providerId="ADAL" clId="{62540E0E-20CD-4D37-9DD4-0C1FB63A2D1D}" dt="2025-06-20T05:40:58.407" v="17076"/>
          <ac:spMkLst>
            <pc:docMk/>
            <pc:sldMk cId="3523782250" sldId="2147347726"/>
            <ac:spMk id="65" creationId="{DC6A478D-C9AE-24C2-8935-369E37D05D62}"/>
          </ac:spMkLst>
        </pc:spChg>
        <pc:spChg chg="add mod ord replST">
          <ac:chgData name="Negi, Neeraj" userId="2be1b326-6a6d-4d5e-be95-9e0e272af2ef" providerId="ADAL" clId="{62540E0E-20CD-4D37-9DD4-0C1FB63A2D1D}" dt="2025-06-20T05:55:49.726" v="19732"/>
          <ac:spMkLst>
            <pc:docMk/>
            <pc:sldMk cId="3523782250" sldId="2147347726"/>
            <ac:spMk id="66" creationId="{353B20C7-D1BD-CD2F-3EB6-B6A2A360280F}"/>
          </ac:spMkLst>
        </pc:spChg>
        <pc:spChg chg="add del mod ord replST">
          <ac:chgData name="Negi, Neeraj" userId="2be1b326-6a6d-4d5e-be95-9e0e272af2ef" providerId="ADAL" clId="{62540E0E-20CD-4D37-9DD4-0C1FB63A2D1D}" dt="2025-06-20T05:41:13.384" v="17368"/>
          <ac:spMkLst>
            <pc:docMk/>
            <pc:sldMk cId="3523782250" sldId="2147347726"/>
            <ac:spMk id="67" creationId="{BDDD3DF5-6354-5EE6-EB3C-F811F6FBA4EE}"/>
          </ac:spMkLst>
        </pc:spChg>
        <pc:spChg chg="add del mod modVis">
          <ac:chgData name="Negi, Neeraj" userId="2be1b326-6a6d-4d5e-be95-9e0e272af2ef" providerId="ADAL" clId="{62540E0E-20CD-4D37-9DD4-0C1FB63A2D1D}" dt="2025-06-20T05:30:18.203" v="15114"/>
          <ac:spMkLst>
            <pc:docMk/>
            <pc:sldMk cId="3523782250" sldId="2147347726"/>
            <ac:spMk id="68" creationId="{7D995A50-5F37-322A-854F-6048D7A3D436}"/>
          </ac:spMkLst>
        </pc:spChg>
        <pc:spChg chg="add del mod modVis">
          <ac:chgData name="Negi, Neeraj" userId="2be1b326-6a6d-4d5e-be95-9e0e272af2ef" providerId="ADAL" clId="{62540E0E-20CD-4D37-9DD4-0C1FB63A2D1D}" dt="2025-06-20T05:30:21.354" v="15200"/>
          <ac:spMkLst>
            <pc:docMk/>
            <pc:sldMk cId="3523782250" sldId="2147347726"/>
            <ac:spMk id="69" creationId="{D5AD9F0B-208A-8F93-F9B0-B8DCDD297443}"/>
          </ac:spMkLst>
        </pc:spChg>
        <pc:spChg chg="add del mod modVis">
          <ac:chgData name="Negi, Neeraj" userId="2be1b326-6a6d-4d5e-be95-9e0e272af2ef" providerId="ADAL" clId="{62540E0E-20CD-4D37-9DD4-0C1FB63A2D1D}" dt="2025-06-20T05:30:43.028" v="15487"/>
          <ac:spMkLst>
            <pc:docMk/>
            <pc:sldMk cId="3523782250" sldId="2147347726"/>
            <ac:spMk id="70" creationId="{0997786A-131B-4478-A57C-85D11AD8FC5A}"/>
          </ac:spMkLst>
        </pc:spChg>
        <pc:spChg chg="add del mod ord replST">
          <ac:chgData name="Negi, Neeraj" userId="2be1b326-6a6d-4d5e-be95-9e0e272af2ef" providerId="ADAL" clId="{62540E0E-20CD-4D37-9DD4-0C1FB63A2D1D}" dt="2025-06-20T05:35:02.628" v="16229"/>
          <ac:spMkLst>
            <pc:docMk/>
            <pc:sldMk cId="3523782250" sldId="2147347726"/>
            <ac:spMk id="71" creationId="{4CA99350-45DC-D13E-697E-2973FF17A182}"/>
          </ac:spMkLst>
        </pc:spChg>
        <pc:spChg chg="add del mod modVis">
          <ac:chgData name="Negi, Neeraj" userId="2be1b326-6a6d-4d5e-be95-9e0e272af2ef" providerId="ADAL" clId="{62540E0E-20CD-4D37-9DD4-0C1FB63A2D1D}" dt="2025-06-20T05:30:43.922" v="15603"/>
          <ac:spMkLst>
            <pc:docMk/>
            <pc:sldMk cId="3523782250" sldId="2147347726"/>
            <ac:spMk id="74" creationId="{CF5DCA95-4EC1-0D5F-49F2-C00988A906FB}"/>
          </ac:spMkLst>
        </pc:spChg>
        <pc:spChg chg="add del mod ord">
          <ac:chgData name="Negi, Neeraj" userId="2be1b326-6a6d-4d5e-be95-9e0e272af2ef" providerId="ADAL" clId="{62540E0E-20CD-4D37-9DD4-0C1FB63A2D1D}" dt="2025-06-20T05:42:13.223" v="18135" actId="478"/>
          <ac:spMkLst>
            <pc:docMk/>
            <pc:sldMk cId="3523782250" sldId="2147347726"/>
            <ac:spMk id="77" creationId="{756BBAE8-B4FC-7491-2F30-70293BFCEE48}"/>
          </ac:spMkLst>
        </pc:spChg>
        <pc:spChg chg="add mod ord">
          <ac:chgData name="Negi, Neeraj" userId="2be1b326-6a6d-4d5e-be95-9e0e272af2ef" providerId="ADAL" clId="{62540E0E-20CD-4D37-9DD4-0C1FB63A2D1D}" dt="2025-06-20T05:43:53.494" v="19608"/>
          <ac:spMkLst>
            <pc:docMk/>
            <pc:sldMk cId="3523782250" sldId="2147347726"/>
            <ac:spMk id="79" creationId="{ACDA9E85-B2F4-EEFB-0738-B823726A11BF}"/>
          </ac:spMkLst>
        </pc:spChg>
        <pc:spChg chg="add del mod replST">
          <ac:chgData name="Negi, Neeraj" userId="2be1b326-6a6d-4d5e-be95-9e0e272af2ef" providerId="ADAL" clId="{62540E0E-20CD-4D37-9DD4-0C1FB63A2D1D}" dt="2025-06-20T05:34:25.445" v="16092"/>
          <ac:spMkLst>
            <pc:docMk/>
            <pc:sldMk cId="3523782250" sldId="2147347726"/>
            <ac:spMk id="80" creationId="{017F65C0-632A-1D6E-E863-71C633FFDAF8}"/>
          </ac:spMkLst>
        </pc:spChg>
        <pc:spChg chg="add del mod modVis">
          <ac:chgData name="Negi, Neeraj" userId="2be1b326-6a6d-4d5e-be95-9e0e272af2ef" providerId="ADAL" clId="{62540E0E-20CD-4D37-9DD4-0C1FB63A2D1D}" dt="2025-06-20T05:33:59.560" v="16049"/>
          <ac:spMkLst>
            <pc:docMk/>
            <pc:sldMk cId="3523782250" sldId="2147347726"/>
            <ac:spMk id="81" creationId="{6C6B889E-7A1C-CEE8-2092-6389CFFEF99F}"/>
          </ac:spMkLst>
        </pc:spChg>
        <pc:spChg chg="add del mod replST">
          <ac:chgData name="Negi, Neeraj" userId="2be1b326-6a6d-4d5e-be95-9e0e272af2ef" providerId="ADAL" clId="{62540E0E-20CD-4D37-9DD4-0C1FB63A2D1D}" dt="2025-06-20T05:34:25.450" v="16098"/>
          <ac:spMkLst>
            <pc:docMk/>
            <pc:sldMk cId="3523782250" sldId="2147347726"/>
            <ac:spMk id="82" creationId="{FFE480EA-3535-2810-D03E-DD0D68EAD691}"/>
          </ac:spMkLst>
        </pc:spChg>
        <pc:spChg chg="add del mod replST">
          <ac:chgData name="Negi, Neeraj" userId="2be1b326-6a6d-4d5e-be95-9e0e272af2ef" providerId="ADAL" clId="{62540E0E-20CD-4D37-9DD4-0C1FB63A2D1D}" dt="2025-06-20T05:34:25.447" v="16095"/>
          <ac:spMkLst>
            <pc:docMk/>
            <pc:sldMk cId="3523782250" sldId="2147347726"/>
            <ac:spMk id="83" creationId="{55FA0D92-5C48-2596-36E2-7F689E88B715}"/>
          </ac:spMkLst>
        </pc:spChg>
        <pc:spChg chg="add del mod ord replST">
          <ac:chgData name="Negi, Neeraj" userId="2be1b326-6a6d-4d5e-be95-9e0e272af2ef" providerId="ADAL" clId="{62540E0E-20CD-4D37-9DD4-0C1FB63A2D1D}" dt="2025-06-20T05:34:25.449" v="16097"/>
          <ac:spMkLst>
            <pc:docMk/>
            <pc:sldMk cId="3523782250" sldId="2147347726"/>
            <ac:spMk id="85" creationId="{FCAD69C0-A740-92F3-8899-B695126A6222}"/>
          </ac:spMkLst>
        </pc:spChg>
        <pc:spChg chg="add del mod ord replST">
          <ac:chgData name="Negi, Neeraj" userId="2be1b326-6a6d-4d5e-be95-9e0e272af2ef" providerId="ADAL" clId="{62540E0E-20CD-4D37-9DD4-0C1FB63A2D1D}" dt="2025-06-20T05:34:25.446" v="16094"/>
          <ac:spMkLst>
            <pc:docMk/>
            <pc:sldMk cId="3523782250" sldId="2147347726"/>
            <ac:spMk id="86" creationId="{5A84F2AA-9BB4-4765-33A7-DD57335160B1}"/>
          </ac:spMkLst>
        </pc:spChg>
        <pc:spChg chg="add del mod ord replST">
          <ac:chgData name="Negi, Neeraj" userId="2be1b326-6a6d-4d5e-be95-9e0e272af2ef" providerId="ADAL" clId="{62540E0E-20CD-4D37-9DD4-0C1FB63A2D1D}" dt="2025-06-20T05:34:25.441" v="16091"/>
          <ac:spMkLst>
            <pc:docMk/>
            <pc:sldMk cId="3523782250" sldId="2147347726"/>
            <ac:spMk id="87" creationId="{F00BBFFE-6FD1-4099-D123-E7BFD1339296}"/>
          </ac:spMkLst>
        </pc:spChg>
        <pc:spChg chg="add del mod modVis">
          <ac:chgData name="Negi, Neeraj" userId="2be1b326-6a6d-4d5e-be95-9e0e272af2ef" providerId="ADAL" clId="{62540E0E-20CD-4D37-9DD4-0C1FB63A2D1D}" dt="2025-06-20T05:35:03" v="16391"/>
          <ac:spMkLst>
            <pc:docMk/>
            <pc:sldMk cId="3523782250" sldId="2147347726"/>
            <ac:spMk id="89" creationId="{9279B110-59D9-4BCD-5ED0-D8AE34541BE2}"/>
          </ac:spMkLst>
        </pc:spChg>
        <pc:spChg chg="add del mod ord replST">
          <ac:chgData name="Negi, Neeraj" userId="2be1b326-6a6d-4d5e-be95-9e0e272af2ef" providerId="ADAL" clId="{62540E0E-20CD-4D37-9DD4-0C1FB63A2D1D}" dt="2025-06-20T05:35:05.216" v="16432"/>
          <ac:spMkLst>
            <pc:docMk/>
            <pc:sldMk cId="3523782250" sldId="2147347726"/>
            <ac:spMk id="90" creationId="{E6E16DA4-E23E-9F8D-B638-F9825210E5E7}"/>
          </ac:spMkLst>
        </pc:spChg>
        <pc:spChg chg="add del mod replST">
          <ac:chgData name="Negi, Neeraj" userId="2be1b326-6a6d-4d5e-be95-9e0e272af2ef" providerId="ADAL" clId="{62540E0E-20CD-4D37-9DD4-0C1FB63A2D1D}" dt="2025-06-20T05:35:05.214" v="16430"/>
          <ac:spMkLst>
            <pc:docMk/>
            <pc:sldMk cId="3523782250" sldId="2147347726"/>
            <ac:spMk id="92" creationId="{7AB1F299-AED1-14F3-F4DB-FA21300E3A6A}"/>
          </ac:spMkLst>
        </pc:spChg>
        <pc:spChg chg="add del mod modVis">
          <ac:chgData name="Negi, Neeraj" userId="2be1b326-6a6d-4d5e-be95-9e0e272af2ef" providerId="ADAL" clId="{62540E0E-20CD-4D37-9DD4-0C1FB63A2D1D}" dt="2025-06-20T05:35:05.300" v="16506"/>
          <ac:spMkLst>
            <pc:docMk/>
            <pc:sldMk cId="3523782250" sldId="2147347726"/>
            <ac:spMk id="93" creationId="{119E0254-2D7F-08C6-768D-99F87008B7CD}"/>
          </ac:spMkLst>
        </pc:spChg>
        <pc:spChg chg="add del mod modVis">
          <ac:chgData name="Negi, Neeraj" userId="2be1b326-6a6d-4d5e-be95-9e0e272af2ef" providerId="ADAL" clId="{62540E0E-20CD-4D37-9DD4-0C1FB63A2D1D}" dt="2025-06-20T05:40:23.198" v="16676"/>
          <ac:spMkLst>
            <pc:docMk/>
            <pc:sldMk cId="3523782250" sldId="2147347726"/>
            <ac:spMk id="95" creationId="{C9B82C0C-5BD2-6C91-29AD-9940E6E55A10}"/>
          </ac:spMkLst>
        </pc:spChg>
        <pc:spChg chg="add del mod modVis">
          <ac:chgData name="Negi, Neeraj" userId="2be1b326-6a6d-4d5e-be95-9e0e272af2ef" providerId="ADAL" clId="{62540E0E-20CD-4D37-9DD4-0C1FB63A2D1D}" dt="2025-06-20T05:40:30.347" v="16943"/>
          <ac:spMkLst>
            <pc:docMk/>
            <pc:sldMk cId="3523782250" sldId="2147347726"/>
            <ac:spMk id="97" creationId="{38953B2E-AA81-DE90-F5B1-8302C67459D5}"/>
          </ac:spMkLst>
        </pc:spChg>
        <pc:spChg chg="add del mod ord replST">
          <ac:chgData name="Negi, Neeraj" userId="2be1b326-6a6d-4d5e-be95-9e0e272af2ef" providerId="ADAL" clId="{62540E0E-20CD-4D37-9DD4-0C1FB63A2D1D}" dt="2025-06-20T05:40:58.439" v="17107"/>
          <ac:spMkLst>
            <pc:docMk/>
            <pc:sldMk cId="3523782250" sldId="2147347726"/>
            <ac:spMk id="98" creationId="{27409AC7-E257-D00A-D5F5-B14E5CD37887}"/>
          </ac:spMkLst>
        </pc:spChg>
        <pc:spChg chg="add del mod ord replST">
          <ac:chgData name="Negi, Neeraj" userId="2be1b326-6a6d-4d5e-be95-9e0e272af2ef" providerId="ADAL" clId="{62540E0E-20CD-4D37-9DD4-0C1FB63A2D1D}" dt="2025-06-20T05:41:13.391" v="17371"/>
          <ac:spMkLst>
            <pc:docMk/>
            <pc:sldMk cId="3523782250" sldId="2147347726"/>
            <ac:spMk id="99" creationId="{33CF36AA-7267-F95B-9827-9942C45A891B}"/>
          </ac:spMkLst>
        </pc:spChg>
        <pc:spChg chg="add del mod replST">
          <ac:chgData name="Negi, Neeraj" userId="2be1b326-6a6d-4d5e-be95-9e0e272af2ef" providerId="ADAL" clId="{62540E0E-20CD-4D37-9DD4-0C1FB63A2D1D}" dt="2025-06-20T05:40:58.438" v="17105"/>
          <ac:spMkLst>
            <pc:docMk/>
            <pc:sldMk cId="3523782250" sldId="2147347726"/>
            <ac:spMk id="102" creationId="{E2D80F5A-077A-DFCB-2424-D5DD47EE3E09}"/>
          </ac:spMkLst>
        </pc:spChg>
        <pc:spChg chg="add mod replST">
          <ac:chgData name="Negi, Neeraj" userId="2be1b326-6a6d-4d5e-be95-9e0e272af2ef" providerId="ADAL" clId="{62540E0E-20CD-4D37-9DD4-0C1FB63A2D1D}" dt="2025-06-20T05:55:49.717" v="19716"/>
          <ac:spMkLst>
            <pc:docMk/>
            <pc:sldMk cId="3523782250" sldId="2147347726"/>
            <ac:spMk id="103" creationId="{1879CE56-0756-6C4D-CD70-EA6918CBC904}"/>
          </ac:spMkLst>
        </pc:spChg>
        <pc:spChg chg="add del mod modVis">
          <ac:chgData name="Negi, Neeraj" userId="2be1b326-6a6d-4d5e-be95-9e0e272af2ef" providerId="ADAL" clId="{62540E0E-20CD-4D37-9DD4-0C1FB63A2D1D}" dt="2025-06-20T05:40:58.532" v="17208"/>
          <ac:spMkLst>
            <pc:docMk/>
            <pc:sldMk cId="3523782250" sldId="2147347726"/>
            <ac:spMk id="104" creationId="{A8664C1B-41B7-8F94-B094-2EBE10C43E90}"/>
          </ac:spMkLst>
        </pc:spChg>
        <pc:spChg chg="add mod ord replST">
          <ac:chgData name="Negi, Neeraj" userId="2be1b326-6a6d-4d5e-be95-9e0e272af2ef" providerId="ADAL" clId="{62540E0E-20CD-4D37-9DD4-0C1FB63A2D1D}" dt="2025-06-20T05:55:49.715" v="19714"/>
          <ac:spMkLst>
            <pc:docMk/>
            <pc:sldMk cId="3523782250" sldId="2147347726"/>
            <ac:spMk id="106" creationId="{57609278-B683-04DE-0116-652EEBD2C1AA}"/>
          </ac:spMkLst>
        </pc:spChg>
        <pc:spChg chg="add mod replST">
          <ac:chgData name="Negi, Neeraj" userId="2be1b326-6a6d-4d5e-be95-9e0e272af2ef" providerId="ADAL" clId="{62540E0E-20CD-4D37-9DD4-0C1FB63A2D1D}" dt="2025-06-20T05:55:49.725" v="19728"/>
          <ac:spMkLst>
            <pc:docMk/>
            <pc:sldMk cId="3523782250" sldId="2147347726"/>
            <ac:spMk id="109" creationId="{F9770DBA-E0C7-B9AD-4EE3-8B6C9F10A7EE}"/>
          </ac:spMkLst>
        </pc:spChg>
        <pc:spChg chg="add del mod modVis">
          <ac:chgData name="Negi, Neeraj" userId="2be1b326-6a6d-4d5e-be95-9e0e272af2ef" providerId="ADAL" clId="{62540E0E-20CD-4D37-9DD4-0C1FB63A2D1D}" dt="2025-06-20T05:41:14" v="17626"/>
          <ac:spMkLst>
            <pc:docMk/>
            <pc:sldMk cId="3523782250" sldId="2147347726"/>
            <ac:spMk id="110" creationId="{4A72175E-F1E5-0951-82B6-68792BA53963}"/>
          </ac:spMkLst>
        </pc:spChg>
        <pc:spChg chg="add mod ord replST">
          <ac:chgData name="Negi, Neeraj" userId="2be1b326-6a6d-4d5e-be95-9e0e272af2ef" providerId="ADAL" clId="{62540E0E-20CD-4D37-9DD4-0C1FB63A2D1D}" dt="2025-06-20T05:43:53.488" v="19588"/>
          <ac:spMkLst>
            <pc:docMk/>
            <pc:sldMk cId="3523782250" sldId="2147347726"/>
            <ac:spMk id="111" creationId="{6020EBF4-FF7A-1008-C551-ACA194D6FC17}"/>
          </ac:spMkLst>
        </pc:spChg>
        <pc:spChg chg="add mod ord replST">
          <ac:chgData name="Negi, Neeraj" userId="2be1b326-6a6d-4d5e-be95-9e0e272af2ef" providerId="ADAL" clId="{62540E0E-20CD-4D37-9DD4-0C1FB63A2D1D}" dt="2025-06-20T05:43:53.488" v="19590"/>
          <ac:spMkLst>
            <pc:docMk/>
            <pc:sldMk cId="3523782250" sldId="2147347726"/>
            <ac:spMk id="112" creationId="{9AF66440-1426-D64D-45D3-6675A53CC4EB}"/>
          </ac:spMkLst>
        </pc:spChg>
        <pc:spChg chg="add mod ord replST">
          <ac:chgData name="Negi, Neeraj" userId="2be1b326-6a6d-4d5e-be95-9e0e272af2ef" providerId="ADAL" clId="{62540E0E-20CD-4D37-9DD4-0C1FB63A2D1D}" dt="2025-06-20T05:55:49.723" v="19726"/>
          <ac:spMkLst>
            <pc:docMk/>
            <pc:sldMk cId="3523782250" sldId="2147347726"/>
            <ac:spMk id="114" creationId="{E81192DA-2298-F931-DA30-E1349D5CAE81}"/>
          </ac:spMkLst>
        </pc:spChg>
        <pc:spChg chg="add del mod ord replST">
          <ac:chgData name="Negi, Neeraj" userId="2be1b326-6a6d-4d5e-be95-9e0e272af2ef" providerId="ADAL" clId="{62540E0E-20CD-4D37-9DD4-0C1FB63A2D1D}" dt="2025-06-20T05:42:38.490" v="18317"/>
          <ac:spMkLst>
            <pc:docMk/>
            <pc:sldMk cId="3523782250" sldId="2147347726"/>
            <ac:spMk id="116" creationId="{678BE39D-DA91-89C7-5F52-1D504DF737CD}"/>
          </ac:spMkLst>
        </pc:spChg>
        <pc:spChg chg="add del mod ord replST">
          <ac:chgData name="Negi, Neeraj" userId="2be1b326-6a6d-4d5e-be95-9e0e272af2ef" providerId="ADAL" clId="{62540E0E-20CD-4D37-9DD4-0C1FB63A2D1D}" dt="2025-06-20T05:42:38.499" v="18319"/>
          <ac:spMkLst>
            <pc:docMk/>
            <pc:sldMk cId="3523782250" sldId="2147347726"/>
            <ac:spMk id="117" creationId="{3F96CDE1-573E-C1C2-6BDB-3D07D2C3A43E}"/>
          </ac:spMkLst>
        </pc:spChg>
        <pc:spChg chg="add del mod ord replST">
          <ac:chgData name="Negi, Neeraj" userId="2be1b326-6a6d-4d5e-be95-9e0e272af2ef" providerId="ADAL" clId="{62540E0E-20CD-4D37-9DD4-0C1FB63A2D1D}" dt="2025-06-20T05:41:34.866" v="17918"/>
          <ac:spMkLst>
            <pc:docMk/>
            <pc:sldMk cId="3523782250" sldId="2147347726"/>
            <ac:spMk id="118" creationId="{58AA9CFE-1966-F2F5-8218-8D9D5D121164}"/>
          </ac:spMkLst>
        </pc:spChg>
        <pc:spChg chg="add del mod ord replST">
          <ac:chgData name="Negi, Neeraj" userId="2be1b326-6a6d-4d5e-be95-9e0e272af2ef" providerId="ADAL" clId="{62540E0E-20CD-4D37-9DD4-0C1FB63A2D1D}" dt="2025-06-20T05:41:34.854" v="17912"/>
          <ac:spMkLst>
            <pc:docMk/>
            <pc:sldMk cId="3523782250" sldId="2147347726"/>
            <ac:spMk id="120" creationId="{7B4A6E95-F83D-6E6B-048E-1DA9684312FC}"/>
          </ac:spMkLst>
        </pc:spChg>
        <pc:spChg chg="add del mod ord replST">
          <ac:chgData name="Negi, Neeraj" userId="2be1b326-6a6d-4d5e-be95-9e0e272af2ef" providerId="ADAL" clId="{62540E0E-20CD-4D37-9DD4-0C1FB63A2D1D}" dt="2025-06-20T05:41:34.868" v="17921"/>
          <ac:spMkLst>
            <pc:docMk/>
            <pc:sldMk cId="3523782250" sldId="2147347726"/>
            <ac:spMk id="121" creationId="{B1D50E09-464D-F5DD-BACB-47B91750E9F1}"/>
          </ac:spMkLst>
        </pc:spChg>
        <pc:spChg chg="add del mod ord replST">
          <ac:chgData name="Negi, Neeraj" userId="2be1b326-6a6d-4d5e-be95-9e0e272af2ef" providerId="ADAL" clId="{62540E0E-20CD-4D37-9DD4-0C1FB63A2D1D}" dt="2025-06-20T05:41:34.863" v="17915"/>
          <ac:spMkLst>
            <pc:docMk/>
            <pc:sldMk cId="3523782250" sldId="2147347726"/>
            <ac:spMk id="122" creationId="{292A3B11-2B25-A24C-AD65-36249494834F}"/>
          </ac:spMkLst>
        </pc:spChg>
        <pc:spChg chg="add del mod replST">
          <ac:chgData name="Negi, Neeraj" userId="2be1b326-6a6d-4d5e-be95-9e0e272af2ef" providerId="ADAL" clId="{62540E0E-20CD-4D37-9DD4-0C1FB63A2D1D}" dt="2025-06-20T05:41:34.867" v="17919"/>
          <ac:spMkLst>
            <pc:docMk/>
            <pc:sldMk cId="3523782250" sldId="2147347726"/>
            <ac:spMk id="123" creationId="{D215152D-6F9C-D230-0D9E-1F1FCFE7300F}"/>
          </ac:spMkLst>
        </pc:spChg>
        <pc:spChg chg="add del mod replST">
          <ac:chgData name="Negi, Neeraj" userId="2be1b326-6a6d-4d5e-be95-9e0e272af2ef" providerId="ADAL" clId="{62540E0E-20CD-4D37-9DD4-0C1FB63A2D1D}" dt="2025-06-20T05:41:34.861" v="17913"/>
          <ac:spMkLst>
            <pc:docMk/>
            <pc:sldMk cId="3523782250" sldId="2147347726"/>
            <ac:spMk id="124" creationId="{CF590768-4CF6-7967-EF39-A46EFA52EA23}"/>
          </ac:spMkLst>
        </pc:spChg>
        <pc:spChg chg="add del mod replST">
          <ac:chgData name="Negi, Neeraj" userId="2be1b326-6a6d-4d5e-be95-9e0e272af2ef" providerId="ADAL" clId="{62540E0E-20CD-4D37-9DD4-0C1FB63A2D1D}" dt="2025-06-20T05:41:34.868" v="17922"/>
          <ac:spMkLst>
            <pc:docMk/>
            <pc:sldMk cId="3523782250" sldId="2147347726"/>
            <ac:spMk id="125" creationId="{F7D7002C-5428-5435-CE0C-A01A6A231B78}"/>
          </ac:spMkLst>
        </pc:spChg>
        <pc:spChg chg="add del mod replST">
          <ac:chgData name="Negi, Neeraj" userId="2be1b326-6a6d-4d5e-be95-9e0e272af2ef" providerId="ADAL" clId="{62540E0E-20CD-4D37-9DD4-0C1FB63A2D1D}" dt="2025-06-20T05:41:34.864" v="17916"/>
          <ac:spMkLst>
            <pc:docMk/>
            <pc:sldMk cId="3523782250" sldId="2147347726"/>
            <ac:spMk id="126" creationId="{4074A92D-6845-BC84-E9E9-4CA05C3A16E4}"/>
          </ac:spMkLst>
        </pc:spChg>
        <pc:spChg chg="add del mod modVis">
          <ac:chgData name="Negi, Neeraj" userId="2be1b326-6a6d-4d5e-be95-9e0e272af2ef" providerId="ADAL" clId="{62540E0E-20CD-4D37-9DD4-0C1FB63A2D1D}" dt="2025-06-20T05:41:29.434" v="17908"/>
          <ac:spMkLst>
            <pc:docMk/>
            <pc:sldMk cId="3523782250" sldId="2147347726"/>
            <ac:spMk id="127" creationId="{577500E0-76E1-AA9F-9F58-07B879A5FA8B}"/>
          </ac:spMkLst>
        </pc:spChg>
        <pc:spChg chg="add del mod modVis">
          <ac:chgData name="Negi, Neeraj" userId="2be1b326-6a6d-4d5e-be95-9e0e272af2ef" providerId="ADAL" clId="{62540E0E-20CD-4D37-9DD4-0C1FB63A2D1D}" dt="2025-06-20T05:42:45.581" v="18633"/>
          <ac:spMkLst>
            <pc:docMk/>
            <pc:sldMk cId="3523782250" sldId="2147347726"/>
            <ac:spMk id="264" creationId="{DD68B958-1A78-3B30-25DD-36C0FD4C8333}"/>
          </ac:spMkLst>
        </pc:spChg>
        <pc:spChg chg="add del mod replST">
          <ac:chgData name="Negi, Neeraj" userId="2be1b326-6a6d-4d5e-be95-9e0e272af2ef" providerId="ADAL" clId="{62540E0E-20CD-4D37-9DD4-0C1FB63A2D1D}" dt="2025-06-20T05:43:53.378" v="19487"/>
          <ac:spMkLst>
            <pc:docMk/>
            <pc:sldMk cId="3523782250" sldId="2147347726"/>
            <ac:spMk id="265" creationId="{1A979D7D-F2E7-1453-1273-9CA808223361}"/>
          </ac:spMkLst>
        </pc:spChg>
        <pc:spChg chg="add del mod replST">
          <ac:chgData name="Negi, Neeraj" userId="2be1b326-6a6d-4d5e-be95-9e0e272af2ef" providerId="ADAL" clId="{62540E0E-20CD-4D37-9DD4-0C1FB63A2D1D}" dt="2025-06-20T05:43:53.384" v="19488"/>
          <ac:spMkLst>
            <pc:docMk/>
            <pc:sldMk cId="3523782250" sldId="2147347726"/>
            <ac:spMk id="266" creationId="{96F424E1-1A13-F47F-F338-C1AC64D843DB}"/>
          </ac:spMkLst>
        </pc:spChg>
        <pc:spChg chg="mod ord">
          <ac:chgData name="Negi, Neeraj" userId="2be1b326-6a6d-4d5e-be95-9e0e272af2ef" providerId="ADAL" clId="{62540E0E-20CD-4D37-9DD4-0C1FB63A2D1D}" dt="2025-06-20T05:43:53.480" v="19559"/>
          <ac:spMkLst>
            <pc:docMk/>
            <pc:sldMk cId="3523782250" sldId="2147347726"/>
            <ac:spMk id="267" creationId="{ACD21F40-9BA4-D2E2-059E-9FF9540D5BB8}"/>
          </ac:spMkLst>
        </pc:spChg>
        <pc:spChg chg="mod ord">
          <ac:chgData name="Negi, Neeraj" userId="2be1b326-6a6d-4d5e-be95-9e0e272af2ef" providerId="ADAL" clId="{62540E0E-20CD-4D37-9DD4-0C1FB63A2D1D}" dt="2025-06-20T05:43:53.481" v="19563"/>
          <ac:spMkLst>
            <pc:docMk/>
            <pc:sldMk cId="3523782250" sldId="2147347726"/>
            <ac:spMk id="271" creationId="{D3BD2E71-A270-DCCA-D042-9F07EFC02483}"/>
          </ac:spMkLst>
        </pc:spChg>
        <pc:spChg chg="mod ord">
          <ac:chgData name="Negi, Neeraj" userId="2be1b326-6a6d-4d5e-be95-9e0e272af2ef" providerId="ADAL" clId="{62540E0E-20CD-4D37-9DD4-0C1FB63A2D1D}" dt="2025-06-20T05:59:07.917" v="19756" actId="20577"/>
          <ac:spMkLst>
            <pc:docMk/>
            <pc:sldMk cId="3523782250" sldId="2147347726"/>
            <ac:spMk id="273" creationId="{792E4446-6BE7-7869-9ECB-2D857F2D4239}"/>
          </ac:spMkLst>
        </pc:spChg>
        <pc:spChg chg="mod ord">
          <ac:chgData name="Negi, Neeraj" userId="2be1b326-6a6d-4d5e-be95-9e0e272af2ef" providerId="ADAL" clId="{62540E0E-20CD-4D37-9DD4-0C1FB63A2D1D}" dt="2025-06-20T05:43:53.484" v="19577"/>
          <ac:spMkLst>
            <pc:docMk/>
            <pc:sldMk cId="3523782250" sldId="2147347726"/>
            <ac:spMk id="282" creationId="{CD603BFF-751F-C9DE-96DD-C6ECD31AB2A0}"/>
          </ac:spMkLst>
        </pc:spChg>
        <pc:spChg chg="mod ord">
          <ac:chgData name="Negi, Neeraj" userId="2be1b326-6a6d-4d5e-be95-9e0e272af2ef" providerId="ADAL" clId="{62540E0E-20CD-4D37-9DD4-0C1FB63A2D1D}" dt="2025-06-20T05:43:53.485" v="19579"/>
          <ac:spMkLst>
            <pc:docMk/>
            <pc:sldMk cId="3523782250" sldId="2147347726"/>
            <ac:spMk id="283" creationId="{50418F79-1DCD-B425-9276-7CC2043370B7}"/>
          </ac:spMkLst>
        </pc:spChg>
        <pc:spChg chg="add del mod replST">
          <ac:chgData name="Negi, Neeraj" userId="2be1b326-6a6d-4d5e-be95-9e0e272af2ef" providerId="ADAL" clId="{62540E0E-20CD-4D37-9DD4-0C1FB63A2D1D}" dt="2025-06-20T05:43:53.385" v="19489"/>
          <ac:spMkLst>
            <pc:docMk/>
            <pc:sldMk cId="3523782250" sldId="2147347726"/>
            <ac:spMk id="308" creationId="{1BA786EE-4D83-4884-1B2B-256AD7740852}"/>
          </ac:spMkLst>
        </pc:spChg>
        <pc:spChg chg="add del mod replST">
          <ac:chgData name="Negi, Neeraj" userId="2be1b326-6a6d-4d5e-be95-9e0e272af2ef" providerId="ADAL" clId="{62540E0E-20CD-4D37-9DD4-0C1FB63A2D1D}" dt="2025-06-20T05:42:53.903" v="18706"/>
          <ac:spMkLst>
            <pc:docMk/>
            <pc:sldMk cId="3523782250" sldId="2147347726"/>
            <ac:spMk id="309" creationId="{1181EE5E-4966-3CB3-12B5-DE645CBF705D}"/>
          </ac:spMkLst>
        </pc:spChg>
        <pc:spChg chg="add del mod replST">
          <ac:chgData name="Negi, Neeraj" userId="2be1b326-6a6d-4d5e-be95-9e0e272af2ef" providerId="ADAL" clId="{62540E0E-20CD-4D37-9DD4-0C1FB63A2D1D}" dt="2025-06-20T05:42:53.916" v="18711"/>
          <ac:spMkLst>
            <pc:docMk/>
            <pc:sldMk cId="3523782250" sldId="2147347726"/>
            <ac:spMk id="311" creationId="{11B4732D-AEC2-B30A-598C-21547BF78522}"/>
          </ac:spMkLst>
        </pc:spChg>
        <pc:spChg chg="add del mod replST">
          <ac:chgData name="Negi, Neeraj" userId="2be1b326-6a6d-4d5e-be95-9e0e272af2ef" providerId="ADAL" clId="{62540E0E-20CD-4D37-9DD4-0C1FB63A2D1D}" dt="2025-06-20T05:43:53.385" v="19490"/>
          <ac:spMkLst>
            <pc:docMk/>
            <pc:sldMk cId="3523782250" sldId="2147347726"/>
            <ac:spMk id="312" creationId="{3CDB5298-2883-BEA2-AC71-763F468E6CDB}"/>
          </ac:spMkLst>
        </pc:spChg>
        <pc:spChg chg="add del mod modVis">
          <ac:chgData name="Negi, Neeraj" userId="2be1b326-6a6d-4d5e-be95-9e0e272af2ef" providerId="ADAL" clId="{62540E0E-20CD-4D37-9DD4-0C1FB63A2D1D}" dt="2025-06-20T05:42:54.257" v="18789"/>
          <ac:spMkLst>
            <pc:docMk/>
            <pc:sldMk cId="3523782250" sldId="2147347726"/>
            <ac:spMk id="313" creationId="{E26C1C89-1D11-FD91-68DE-645B0EBE65D5}"/>
          </ac:spMkLst>
        </pc:spChg>
        <pc:spChg chg="add del mod modVis">
          <ac:chgData name="Negi, Neeraj" userId="2be1b326-6a6d-4d5e-be95-9e0e272af2ef" providerId="ADAL" clId="{62540E0E-20CD-4D37-9DD4-0C1FB63A2D1D}" dt="2025-06-20T05:43:01.526" v="19033"/>
          <ac:spMkLst>
            <pc:docMk/>
            <pc:sldMk cId="3523782250" sldId="2147347726"/>
            <ac:spMk id="315" creationId="{DA5830B0-6571-3463-B192-6E00634CD013}"/>
          </ac:spMkLst>
        </pc:spChg>
        <pc:spChg chg="add mod ord replST">
          <ac:chgData name="Negi, Neeraj" userId="2be1b326-6a6d-4d5e-be95-9e0e272af2ef" providerId="ADAL" clId="{62540E0E-20CD-4D37-9DD4-0C1FB63A2D1D}" dt="2025-06-20T05:43:53.495" v="19611"/>
          <ac:spMkLst>
            <pc:docMk/>
            <pc:sldMk cId="3523782250" sldId="2147347726"/>
            <ac:spMk id="316" creationId="{01590FE2-5A69-CF2F-E594-9EB5233C7F6B}"/>
          </ac:spMkLst>
        </pc:spChg>
        <pc:spChg chg="add mod ord replST">
          <ac:chgData name="Negi, Neeraj" userId="2be1b326-6a6d-4d5e-be95-9e0e272af2ef" providerId="ADAL" clId="{62540E0E-20CD-4D37-9DD4-0C1FB63A2D1D}" dt="2025-06-20T05:43:53.496" v="19613"/>
          <ac:spMkLst>
            <pc:docMk/>
            <pc:sldMk cId="3523782250" sldId="2147347726"/>
            <ac:spMk id="317" creationId="{89744F27-7EAC-84F4-FE0B-261FBDC2CA52}"/>
          </ac:spMkLst>
        </pc:spChg>
        <pc:spChg chg="add del mod ord replST">
          <ac:chgData name="Negi, Neeraj" userId="2be1b326-6a6d-4d5e-be95-9e0e272af2ef" providerId="ADAL" clId="{62540E0E-20CD-4D37-9DD4-0C1FB63A2D1D}" dt="2025-06-20T05:43:12.717" v="19165"/>
          <ac:spMkLst>
            <pc:docMk/>
            <pc:sldMk cId="3523782250" sldId="2147347726"/>
            <ac:spMk id="319" creationId="{8584FF1E-EC0E-4339-AEF3-5F394B10F2A2}"/>
          </ac:spMkLst>
        </pc:spChg>
        <pc:spChg chg="add del mod modVis">
          <ac:chgData name="Negi, Neeraj" userId="2be1b326-6a6d-4d5e-be95-9e0e272af2ef" providerId="ADAL" clId="{62540E0E-20CD-4D37-9DD4-0C1FB63A2D1D}" dt="2025-06-20T05:43:05.748" v="19161"/>
          <ac:spMkLst>
            <pc:docMk/>
            <pc:sldMk cId="3523782250" sldId="2147347726"/>
            <ac:spMk id="320" creationId="{80E60C8E-0BB9-AEB3-5814-DA51B3B7A165}"/>
          </ac:spMkLst>
        </pc:spChg>
        <pc:spChg chg="add mod ord">
          <ac:chgData name="Negi, Neeraj" userId="2be1b326-6a6d-4d5e-be95-9e0e272af2ef" providerId="ADAL" clId="{62540E0E-20CD-4D37-9DD4-0C1FB63A2D1D}" dt="2025-06-20T05:43:53.496" v="19615"/>
          <ac:spMkLst>
            <pc:docMk/>
            <pc:sldMk cId="3523782250" sldId="2147347726"/>
            <ac:spMk id="323" creationId="{B5F5BF19-5A15-24CC-6332-817ABAD2517D}"/>
          </ac:spMkLst>
        </pc:spChg>
        <pc:spChg chg="add del mod modVis">
          <ac:chgData name="Negi, Neeraj" userId="2be1b326-6a6d-4d5e-be95-9e0e272af2ef" providerId="ADAL" clId="{62540E0E-20CD-4D37-9DD4-0C1FB63A2D1D}" dt="2025-06-20T05:43:53.497" v="19617"/>
          <ac:spMkLst>
            <pc:docMk/>
            <pc:sldMk cId="3523782250" sldId="2147347726"/>
            <ac:spMk id="325" creationId="{67237C6F-B190-F470-4886-54961DB9E1A9}"/>
          </ac:spMkLst>
        </pc:spChg>
        <pc:grpChg chg="mod">
          <ac:chgData name="Negi, Neeraj" userId="2be1b326-6a6d-4d5e-be95-9e0e272af2ef" providerId="ADAL" clId="{62540E0E-20CD-4D37-9DD4-0C1FB63A2D1D}" dt="2025-06-18T06:09:45.241" v="35" actId="1036"/>
          <ac:grpSpMkLst>
            <pc:docMk/>
            <pc:sldMk cId="3523782250" sldId="2147347726"/>
            <ac:grpSpMk id="52" creationId="{0E4BC562-500B-1A08-3470-A14F85F743F3}"/>
          </ac:grpSpMkLst>
        </pc:grpChg>
        <pc:grpChg chg="mod ord">
          <ac:chgData name="Negi, Neeraj" userId="2be1b326-6a6d-4d5e-be95-9e0e272af2ef" providerId="ADAL" clId="{62540E0E-20CD-4D37-9DD4-0C1FB63A2D1D}" dt="2025-06-20T05:43:53.481" v="19561"/>
          <ac:grpSpMkLst>
            <pc:docMk/>
            <pc:sldMk cId="3523782250" sldId="2147347726"/>
            <ac:grpSpMk id="268" creationId="{9C1B5919-B1C8-4654-50BA-104498F1F661}"/>
          </ac:grpSpMkLst>
        </pc:grpChg>
        <pc:grpChg chg="mod ord">
          <ac:chgData name="Negi, Neeraj" userId="2be1b326-6a6d-4d5e-be95-9e0e272af2ef" providerId="ADAL" clId="{62540E0E-20CD-4D37-9DD4-0C1FB63A2D1D}" dt="2025-06-20T05:43:53.483" v="19569"/>
          <ac:grpSpMkLst>
            <pc:docMk/>
            <pc:sldMk cId="3523782250" sldId="2147347726"/>
            <ac:grpSpMk id="274" creationId="{2BF4E64A-64D1-899E-0555-7D6BD5D629D9}"/>
          </ac:grpSpMkLst>
        </pc:grpChg>
        <pc:grpChg chg="mod ord">
          <ac:chgData name="Negi, Neeraj" userId="2be1b326-6a6d-4d5e-be95-9e0e272af2ef" providerId="ADAL" clId="{62540E0E-20CD-4D37-9DD4-0C1FB63A2D1D}" dt="2025-06-20T05:43:53.483" v="19571"/>
          <ac:grpSpMkLst>
            <pc:docMk/>
            <pc:sldMk cId="3523782250" sldId="2147347726"/>
            <ac:grpSpMk id="277" creationId="{1D5AC90A-834E-0837-240F-1232C357C3F9}"/>
          </ac:grpSpMkLst>
        </pc:grpChg>
        <pc:grpChg chg="mod ord">
          <ac:chgData name="Negi, Neeraj" userId="2be1b326-6a6d-4d5e-be95-9e0e272af2ef" providerId="ADAL" clId="{62540E0E-20CD-4D37-9DD4-0C1FB63A2D1D}" dt="2025-06-20T05:43:53.485" v="19581"/>
          <ac:grpSpMkLst>
            <pc:docMk/>
            <pc:sldMk cId="3523782250" sldId="2147347726"/>
            <ac:grpSpMk id="284" creationId="{7698180B-8F08-BF32-7198-92DABD6F2B24}"/>
          </ac:grpSpMkLst>
        </pc:grpChg>
        <pc:grpChg chg="mod ord">
          <ac:chgData name="Negi, Neeraj" userId="2be1b326-6a6d-4d5e-be95-9e0e272af2ef" providerId="ADAL" clId="{62540E0E-20CD-4D37-9DD4-0C1FB63A2D1D}" dt="2025-06-20T05:43:53.486" v="19583"/>
          <ac:grpSpMkLst>
            <pc:docMk/>
            <pc:sldMk cId="3523782250" sldId="2147347726"/>
            <ac:grpSpMk id="291" creationId="{546CEB8E-9E46-50EA-28E3-27E20A95B6FA}"/>
          </ac:grpSpMkLst>
        </pc:grpChg>
        <pc:grpChg chg="mod ord">
          <ac:chgData name="Negi, Neeraj" userId="2be1b326-6a6d-4d5e-be95-9e0e272af2ef" providerId="ADAL" clId="{62540E0E-20CD-4D37-9DD4-0C1FB63A2D1D}" dt="2025-06-20T05:43:53.487" v="19585"/>
          <ac:grpSpMkLst>
            <pc:docMk/>
            <pc:sldMk cId="3523782250" sldId="2147347726"/>
            <ac:grpSpMk id="303" creationId="{85A9D317-9510-4D33-DC1E-5625730C616C}"/>
          </ac:grpSpMkLst>
        </pc:grpChg>
        <pc:graphicFrameChg chg="add del mod replST">
          <ac:chgData name="Negi, Neeraj" userId="2be1b326-6a6d-4d5e-be95-9e0e272af2ef" providerId="ADAL" clId="{62540E0E-20CD-4D37-9DD4-0C1FB63A2D1D}" dt="2025-06-20T05:16:22.348" v="11812"/>
          <ac:graphicFrameMkLst>
            <pc:docMk/>
            <pc:sldMk cId="3523782250" sldId="2147347726"/>
            <ac:graphicFrameMk id="3" creationId="{9EA3FE62-2109-C94D-69F4-590F6292DEB6}"/>
          </ac:graphicFrameMkLst>
        </pc:graphicFrameChg>
        <pc:graphicFrameChg chg="mod">
          <ac:chgData name="Negi, Neeraj" userId="2be1b326-6a6d-4d5e-be95-9e0e272af2ef" providerId="ADAL" clId="{62540E0E-20CD-4D37-9DD4-0C1FB63A2D1D}" dt="2025-06-20T05:55:49.728" v="19736"/>
          <ac:graphicFrameMkLst>
            <pc:docMk/>
            <pc:sldMk cId="3523782250" sldId="2147347726"/>
            <ac:graphicFrameMk id="10" creationId="{85E75AA5-7793-42EB-A8A1-2973E74D2021}"/>
          </ac:graphicFrameMkLst>
        </pc:graphicFrameChg>
        <pc:graphicFrameChg chg="add del mod replST">
          <ac:chgData name="Negi, Neeraj" userId="2be1b326-6a6d-4d5e-be95-9e0e272af2ef" providerId="ADAL" clId="{62540E0E-20CD-4D37-9DD4-0C1FB63A2D1D}" dt="2025-06-20T05:17:43.437" v="11935"/>
          <ac:graphicFrameMkLst>
            <pc:docMk/>
            <pc:sldMk cId="3523782250" sldId="2147347726"/>
            <ac:graphicFrameMk id="16" creationId="{65D216E2-0B91-7828-7C2A-8CE7AC12F8DF}"/>
          </ac:graphicFrameMkLst>
        </pc:graphicFrameChg>
        <pc:graphicFrameChg chg="add del mod replST">
          <ac:chgData name="Negi, Neeraj" userId="2be1b326-6a6d-4d5e-be95-9e0e272af2ef" providerId="ADAL" clId="{62540E0E-20CD-4D37-9DD4-0C1FB63A2D1D}" dt="2025-06-20T05:17:58.306" v="12152"/>
          <ac:graphicFrameMkLst>
            <pc:docMk/>
            <pc:sldMk cId="3523782250" sldId="2147347726"/>
            <ac:graphicFrameMk id="18" creationId="{CFCAB80A-E343-95D5-72AD-2E76154F407A}"/>
          </ac:graphicFrameMkLst>
        </pc:graphicFrameChg>
        <pc:graphicFrameChg chg="add del mod replST">
          <ac:chgData name="Negi, Neeraj" userId="2be1b326-6a6d-4d5e-be95-9e0e272af2ef" providerId="ADAL" clId="{62540E0E-20CD-4D37-9DD4-0C1FB63A2D1D}" dt="2025-06-20T05:18:03.065" v="12269"/>
          <ac:graphicFrameMkLst>
            <pc:docMk/>
            <pc:sldMk cId="3523782250" sldId="2147347726"/>
            <ac:graphicFrameMk id="19" creationId="{F9D75863-9A1A-71F2-D98A-9CDAB4928363}"/>
          </ac:graphicFrameMkLst>
        </pc:graphicFrameChg>
        <pc:graphicFrameChg chg="add del mod replST">
          <ac:chgData name="Negi, Neeraj" userId="2be1b326-6a6d-4d5e-be95-9e0e272af2ef" providerId="ADAL" clId="{62540E0E-20CD-4D37-9DD4-0C1FB63A2D1D}" dt="2025-06-20T05:18:17.634" v="12424"/>
          <ac:graphicFrameMkLst>
            <pc:docMk/>
            <pc:sldMk cId="3523782250" sldId="2147347726"/>
            <ac:graphicFrameMk id="20" creationId="{F7EBFCAB-8B45-B6CF-6AD5-7DDAEAD8C3CE}"/>
          </ac:graphicFrameMkLst>
        </pc:graphicFrameChg>
        <pc:graphicFrameChg chg="add del mod replST">
          <ac:chgData name="Negi, Neeraj" userId="2be1b326-6a6d-4d5e-be95-9e0e272af2ef" providerId="ADAL" clId="{62540E0E-20CD-4D37-9DD4-0C1FB63A2D1D}" dt="2025-06-20T05:18:40.889" v="12600"/>
          <ac:graphicFrameMkLst>
            <pc:docMk/>
            <pc:sldMk cId="3523782250" sldId="2147347726"/>
            <ac:graphicFrameMk id="21" creationId="{6677F245-ADEB-E27B-F1D5-EB95AF578C43}"/>
          </ac:graphicFrameMkLst>
        </pc:graphicFrameChg>
        <pc:graphicFrameChg chg="add del mod replST">
          <ac:chgData name="Negi, Neeraj" userId="2be1b326-6a6d-4d5e-be95-9e0e272af2ef" providerId="ADAL" clId="{62540E0E-20CD-4D37-9DD4-0C1FB63A2D1D}" dt="2025-06-20T05:18:45.814" v="12665"/>
          <ac:graphicFrameMkLst>
            <pc:docMk/>
            <pc:sldMk cId="3523782250" sldId="2147347726"/>
            <ac:graphicFrameMk id="22" creationId="{4DCE158D-379F-A6F2-A010-C3C2324A472A}"/>
          </ac:graphicFrameMkLst>
        </pc:graphicFrameChg>
        <pc:graphicFrameChg chg="add del mod replST">
          <ac:chgData name="Negi, Neeraj" userId="2be1b326-6a6d-4d5e-be95-9e0e272af2ef" providerId="ADAL" clId="{62540E0E-20CD-4D37-9DD4-0C1FB63A2D1D}" dt="2025-06-20T05:18:52.772" v="12756"/>
          <ac:graphicFrameMkLst>
            <pc:docMk/>
            <pc:sldMk cId="3523782250" sldId="2147347726"/>
            <ac:graphicFrameMk id="23" creationId="{154E9979-6094-5A10-FFB3-1EC58B04EE78}"/>
          </ac:graphicFrameMkLst>
        </pc:graphicFrameChg>
        <pc:graphicFrameChg chg="add del mod replST">
          <ac:chgData name="Negi, Neeraj" userId="2be1b326-6a6d-4d5e-be95-9e0e272af2ef" providerId="ADAL" clId="{62540E0E-20CD-4D37-9DD4-0C1FB63A2D1D}" dt="2025-06-20T05:27:23.943" v="13242"/>
          <ac:graphicFrameMkLst>
            <pc:docMk/>
            <pc:sldMk cId="3523782250" sldId="2147347726"/>
            <ac:graphicFrameMk id="24" creationId="{7E567D4B-B7A0-6B7C-9A47-C0F414AF4F5D}"/>
          </ac:graphicFrameMkLst>
        </pc:graphicFrameChg>
        <pc:graphicFrameChg chg="add mod replST delST">
          <ac:chgData name="Negi, Neeraj" userId="2be1b326-6a6d-4d5e-be95-9e0e272af2ef" providerId="ADAL" clId="{62540E0E-20CD-4D37-9DD4-0C1FB63A2D1D}" dt="2025-06-20T05:24:37.689" v="13172"/>
          <ac:graphicFrameMkLst>
            <pc:docMk/>
            <pc:sldMk cId="3523782250" sldId="2147347726"/>
            <ac:graphicFrameMk id="29" creationId="{1631CA44-1EF7-FEF0-97BA-3C7416E53786}"/>
          </ac:graphicFrameMkLst>
        </pc:graphicFrameChg>
        <pc:graphicFrameChg chg="add del mod replST">
          <ac:chgData name="Negi, Neeraj" userId="2be1b326-6a6d-4d5e-be95-9e0e272af2ef" providerId="ADAL" clId="{62540E0E-20CD-4D37-9DD4-0C1FB63A2D1D}" dt="2025-06-20T05:27:25.790" v="13313"/>
          <ac:graphicFrameMkLst>
            <pc:docMk/>
            <pc:sldMk cId="3523782250" sldId="2147347726"/>
            <ac:graphicFrameMk id="31" creationId="{673802AF-A086-6A48-C5E5-C358C866FB9C}"/>
          </ac:graphicFrameMkLst>
        </pc:graphicFrameChg>
        <pc:graphicFrameChg chg="add del mod replST">
          <ac:chgData name="Negi, Neeraj" userId="2be1b326-6a6d-4d5e-be95-9e0e272af2ef" providerId="ADAL" clId="{62540E0E-20CD-4D37-9DD4-0C1FB63A2D1D}" dt="2025-06-20T05:27:27.711" v="13378"/>
          <ac:graphicFrameMkLst>
            <pc:docMk/>
            <pc:sldMk cId="3523782250" sldId="2147347726"/>
            <ac:graphicFrameMk id="32" creationId="{72120E10-E19E-189A-D424-3A0B5206AAF7}"/>
          </ac:graphicFrameMkLst>
        </pc:graphicFrameChg>
        <pc:graphicFrameChg chg="add del mod replST">
          <ac:chgData name="Negi, Neeraj" userId="2be1b326-6a6d-4d5e-be95-9e0e272af2ef" providerId="ADAL" clId="{62540E0E-20CD-4D37-9DD4-0C1FB63A2D1D}" dt="2025-06-20T05:27:48.919" v="13689"/>
          <ac:graphicFrameMkLst>
            <pc:docMk/>
            <pc:sldMk cId="3523782250" sldId="2147347726"/>
            <ac:graphicFrameMk id="33" creationId="{EB212849-AC3E-B4FD-AC65-B075C8108108}"/>
          </ac:graphicFrameMkLst>
        </pc:graphicFrameChg>
        <pc:graphicFrameChg chg="add del mod replST">
          <ac:chgData name="Negi, Neeraj" userId="2be1b326-6a6d-4d5e-be95-9e0e272af2ef" providerId="ADAL" clId="{62540E0E-20CD-4D37-9DD4-0C1FB63A2D1D}" dt="2025-06-20T05:28:22.601" v="14060"/>
          <ac:graphicFrameMkLst>
            <pc:docMk/>
            <pc:sldMk cId="3523782250" sldId="2147347726"/>
            <ac:graphicFrameMk id="34" creationId="{857678E2-25C7-8FF8-D242-D5BC6BA7033F}"/>
          </ac:graphicFrameMkLst>
        </pc:graphicFrameChg>
        <pc:graphicFrameChg chg="add del mod replST">
          <ac:chgData name="Negi, Neeraj" userId="2be1b326-6a6d-4d5e-be95-9e0e272af2ef" providerId="ADAL" clId="{62540E0E-20CD-4D37-9DD4-0C1FB63A2D1D}" dt="2025-06-20T05:27:55.505" v="13870"/>
          <ac:graphicFrameMkLst>
            <pc:docMk/>
            <pc:sldMk cId="3523782250" sldId="2147347726"/>
            <ac:graphicFrameMk id="35" creationId="{4390A6FF-C344-1D8F-4B90-D37B841672B0}"/>
          </ac:graphicFrameMkLst>
        </pc:graphicFrameChg>
        <pc:graphicFrameChg chg="add del mod replST">
          <ac:chgData name="Negi, Neeraj" userId="2be1b326-6a6d-4d5e-be95-9e0e272af2ef" providerId="ADAL" clId="{62540E0E-20CD-4D37-9DD4-0C1FB63A2D1D}" dt="2025-06-20T05:28:34.784" v="14231"/>
          <ac:graphicFrameMkLst>
            <pc:docMk/>
            <pc:sldMk cId="3523782250" sldId="2147347726"/>
            <ac:graphicFrameMk id="47" creationId="{D6304143-13A9-E88F-1AFF-16BFFA95FD95}"/>
          </ac:graphicFrameMkLst>
        </pc:graphicFrameChg>
        <pc:graphicFrameChg chg="add del mod replST">
          <ac:chgData name="Negi, Neeraj" userId="2be1b326-6a6d-4d5e-be95-9e0e272af2ef" providerId="ADAL" clId="{62540E0E-20CD-4D37-9DD4-0C1FB63A2D1D}" dt="2025-06-20T05:28:43.657" v="14338"/>
          <ac:graphicFrameMkLst>
            <pc:docMk/>
            <pc:sldMk cId="3523782250" sldId="2147347726"/>
            <ac:graphicFrameMk id="49" creationId="{F9C93FA7-0226-612A-F73F-5F74EC818CB8}"/>
          </ac:graphicFrameMkLst>
        </pc:graphicFrameChg>
        <pc:graphicFrameChg chg="add del mod replST">
          <ac:chgData name="Negi, Neeraj" userId="2be1b326-6a6d-4d5e-be95-9e0e272af2ef" providerId="ADAL" clId="{62540E0E-20CD-4D37-9DD4-0C1FB63A2D1D}" dt="2025-06-20T05:28:46.073" v="14417"/>
          <ac:graphicFrameMkLst>
            <pc:docMk/>
            <pc:sldMk cId="3523782250" sldId="2147347726"/>
            <ac:graphicFrameMk id="52" creationId="{F2B987DE-5662-ADE2-8255-C8B2C86DD724}"/>
          </ac:graphicFrameMkLst>
        </pc:graphicFrameChg>
        <pc:graphicFrameChg chg="add del mod replST">
          <ac:chgData name="Negi, Neeraj" userId="2be1b326-6a6d-4d5e-be95-9e0e272af2ef" providerId="ADAL" clId="{62540E0E-20CD-4D37-9DD4-0C1FB63A2D1D}" dt="2025-06-20T05:29:47.642" v="14509"/>
          <ac:graphicFrameMkLst>
            <pc:docMk/>
            <pc:sldMk cId="3523782250" sldId="2147347726"/>
            <ac:graphicFrameMk id="53" creationId="{A60B0136-D316-932B-311E-BC7932A1BEE4}"/>
          </ac:graphicFrameMkLst>
        </pc:graphicFrameChg>
        <pc:graphicFrameChg chg="add del mod replST">
          <ac:chgData name="Negi, Neeraj" userId="2be1b326-6a6d-4d5e-be95-9e0e272af2ef" providerId="ADAL" clId="{62540E0E-20CD-4D37-9DD4-0C1FB63A2D1D}" dt="2025-06-20T05:29:57.053" v="14766"/>
          <ac:graphicFrameMkLst>
            <pc:docMk/>
            <pc:sldMk cId="3523782250" sldId="2147347726"/>
            <ac:graphicFrameMk id="54" creationId="{770A97FB-BD66-1BB7-7872-82ABBCBFD2AC}"/>
          </ac:graphicFrameMkLst>
        </pc:graphicFrameChg>
        <pc:graphicFrameChg chg="add del mod replST">
          <ac:chgData name="Negi, Neeraj" userId="2be1b326-6a6d-4d5e-be95-9e0e272af2ef" providerId="ADAL" clId="{62540E0E-20CD-4D37-9DD4-0C1FB63A2D1D}" dt="2025-06-20T05:30:42.927" v="15380"/>
          <ac:graphicFrameMkLst>
            <pc:docMk/>
            <pc:sldMk cId="3523782250" sldId="2147347726"/>
            <ac:graphicFrameMk id="57" creationId="{9F021537-17C5-DC0C-2FE4-ED1C2F9D911C}"/>
          </ac:graphicFrameMkLst>
        </pc:graphicFrameChg>
        <pc:graphicFrameChg chg="add del mod replST">
          <ac:chgData name="Negi, Neeraj" userId="2be1b326-6a6d-4d5e-be95-9e0e272af2ef" providerId="ADAL" clId="{62540E0E-20CD-4D37-9DD4-0C1FB63A2D1D}" dt="2025-06-20T05:30:42.980" v="15417"/>
          <ac:graphicFrameMkLst>
            <pc:docMk/>
            <pc:sldMk cId="3523782250" sldId="2147347726"/>
            <ac:graphicFrameMk id="63" creationId="{95081439-9C14-7D21-2B25-43FE3017DE76}"/>
          </ac:graphicFrameMkLst>
        </pc:graphicFrameChg>
        <pc:graphicFrameChg chg="add del mod replST">
          <ac:chgData name="Negi, Neeraj" userId="2be1b326-6a6d-4d5e-be95-9e0e272af2ef" providerId="ADAL" clId="{62540E0E-20CD-4D37-9DD4-0C1FB63A2D1D}" dt="2025-06-20T05:30:43.824" v="15521"/>
          <ac:graphicFrameMkLst>
            <pc:docMk/>
            <pc:sldMk cId="3523782250" sldId="2147347726"/>
            <ac:graphicFrameMk id="72" creationId="{270683B0-239C-EC3A-7151-C361FD5DE270}"/>
          </ac:graphicFrameMkLst>
        </pc:graphicFrameChg>
        <pc:graphicFrameChg chg="add del mod replST">
          <ac:chgData name="Negi, Neeraj" userId="2be1b326-6a6d-4d5e-be95-9e0e272af2ef" providerId="ADAL" clId="{62540E0E-20CD-4D37-9DD4-0C1FB63A2D1D}" dt="2025-06-20T05:30:43.873" v="15533"/>
          <ac:graphicFrameMkLst>
            <pc:docMk/>
            <pc:sldMk cId="3523782250" sldId="2147347726"/>
            <ac:graphicFrameMk id="73" creationId="{4CD38EFC-2D4F-245B-2253-A9125F2853AE}"/>
          </ac:graphicFrameMkLst>
        </pc:graphicFrameChg>
        <pc:graphicFrameChg chg="add del mod replST">
          <ac:chgData name="Negi, Neeraj" userId="2be1b326-6a6d-4d5e-be95-9e0e272af2ef" providerId="ADAL" clId="{62540E0E-20CD-4D37-9DD4-0C1FB63A2D1D}" dt="2025-06-20T05:33:59.464" v="15915"/>
          <ac:graphicFrameMkLst>
            <pc:docMk/>
            <pc:sldMk cId="3523782250" sldId="2147347726"/>
            <ac:graphicFrameMk id="75" creationId="{BDA9DFFE-D6A5-FB98-5BCE-34EAD091CB93}"/>
          </ac:graphicFrameMkLst>
        </pc:graphicFrameChg>
        <pc:graphicFrameChg chg="add del mod replST">
          <ac:chgData name="Negi, Neeraj" userId="2be1b326-6a6d-4d5e-be95-9e0e272af2ef" providerId="ADAL" clId="{62540E0E-20CD-4D37-9DD4-0C1FB63A2D1D}" dt="2025-06-20T05:32:27.992" v="15627"/>
          <ac:graphicFrameMkLst>
            <pc:docMk/>
            <pc:sldMk cId="3523782250" sldId="2147347726"/>
            <ac:graphicFrameMk id="76" creationId="{0143BE44-B760-0BA1-A019-FE5853274403}"/>
          </ac:graphicFrameMkLst>
        </pc:graphicFrameChg>
        <pc:graphicFrameChg chg="add del mod replST">
          <ac:chgData name="Negi, Neeraj" userId="2be1b326-6a6d-4d5e-be95-9e0e272af2ef" providerId="ADAL" clId="{62540E0E-20CD-4D37-9DD4-0C1FB63A2D1D}" dt="2025-06-20T05:40:22.895" v="16584"/>
          <ac:graphicFrameMkLst>
            <pc:docMk/>
            <pc:sldMk cId="3523782250" sldId="2147347726"/>
            <ac:graphicFrameMk id="78" creationId="{490B7D3F-8BA8-B575-C6F9-993EB88610C2}"/>
          </ac:graphicFrameMkLst>
        </pc:graphicFrameChg>
        <pc:graphicFrameChg chg="add del mod replST">
          <ac:chgData name="Negi, Neeraj" userId="2be1b326-6a6d-4d5e-be95-9e0e272af2ef" providerId="ADAL" clId="{62540E0E-20CD-4D37-9DD4-0C1FB63A2D1D}" dt="2025-06-20T05:34:55.075" v="16152"/>
          <ac:graphicFrameMkLst>
            <pc:docMk/>
            <pc:sldMk cId="3523782250" sldId="2147347726"/>
            <ac:graphicFrameMk id="84" creationId="{0B56D969-F06A-E717-55D1-5E44E9C7B953}"/>
          </ac:graphicFrameMkLst>
        </pc:graphicFrameChg>
        <pc:graphicFrameChg chg="add del mod replST">
          <ac:chgData name="Negi, Neeraj" userId="2be1b326-6a6d-4d5e-be95-9e0e272af2ef" providerId="ADAL" clId="{62540E0E-20CD-4D37-9DD4-0C1FB63A2D1D}" dt="2025-06-20T05:35:02.910" v="16317"/>
          <ac:graphicFrameMkLst>
            <pc:docMk/>
            <pc:sldMk cId="3523782250" sldId="2147347726"/>
            <ac:graphicFrameMk id="88" creationId="{7FBF2038-F8EA-31C6-ABAD-46BA83F27D28}"/>
          </ac:graphicFrameMkLst>
        </pc:graphicFrameChg>
        <pc:graphicFrameChg chg="add del mod replST">
          <ac:chgData name="Negi, Neeraj" userId="2be1b326-6a6d-4d5e-be95-9e0e272af2ef" providerId="ADAL" clId="{62540E0E-20CD-4D37-9DD4-0C1FB63A2D1D}" dt="2025-06-20T05:35:05.217" v="16434"/>
          <ac:graphicFrameMkLst>
            <pc:docMk/>
            <pc:sldMk cId="3523782250" sldId="2147347726"/>
            <ac:graphicFrameMk id="91" creationId="{C72E971E-9ED5-46DF-8C26-41CA45A86DCA}"/>
          </ac:graphicFrameMkLst>
        </pc:graphicFrameChg>
        <pc:graphicFrameChg chg="add del mod replST">
          <ac:chgData name="Negi, Neeraj" userId="2be1b326-6a6d-4d5e-be95-9e0e272af2ef" providerId="ADAL" clId="{62540E0E-20CD-4D37-9DD4-0C1FB63A2D1D}" dt="2025-06-20T05:41:21.723" v="17632"/>
          <ac:graphicFrameMkLst>
            <pc:docMk/>
            <pc:sldMk cId="3523782250" sldId="2147347726"/>
            <ac:graphicFrameMk id="94" creationId="{C6AE6957-76AD-404D-4E8C-DE450E89BE58}"/>
          </ac:graphicFrameMkLst>
        </pc:graphicFrameChg>
        <pc:graphicFrameChg chg="add del mod replST">
          <ac:chgData name="Negi, Neeraj" userId="2be1b326-6a6d-4d5e-be95-9e0e272af2ef" providerId="ADAL" clId="{62540E0E-20CD-4D37-9DD4-0C1FB63A2D1D}" dt="2025-06-20T05:40:30.170" v="16869"/>
          <ac:graphicFrameMkLst>
            <pc:docMk/>
            <pc:sldMk cId="3523782250" sldId="2147347726"/>
            <ac:graphicFrameMk id="96" creationId="{05B47533-8688-0C33-7C4F-C2973F8ECFF4}"/>
          </ac:graphicFrameMkLst>
        </pc:graphicFrameChg>
        <pc:graphicFrameChg chg="add del mod replST">
          <ac:chgData name="Negi, Neeraj" userId="2be1b326-6a6d-4d5e-be95-9e0e272af2ef" providerId="ADAL" clId="{62540E0E-20CD-4D37-9DD4-0C1FB63A2D1D}" dt="2025-06-20T05:40:55.609" v="16957"/>
          <ac:graphicFrameMkLst>
            <pc:docMk/>
            <pc:sldMk cId="3523782250" sldId="2147347726"/>
            <ac:graphicFrameMk id="100" creationId="{169EB9CC-611E-15E4-08D1-CDA591A5C182}"/>
          </ac:graphicFrameMkLst>
        </pc:graphicFrameChg>
        <pc:graphicFrameChg chg="add del mod replST">
          <ac:chgData name="Negi, Neeraj" userId="2be1b326-6a6d-4d5e-be95-9e0e272af2ef" providerId="ADAL" clId="{62540E0E-20CD-4D37-9DD4-0C1FB63A2D1D}" dt="2025-06-20T05:40:58.444" v="17117"/>
          <ac:graphicFrameMkLst>
            <pc:docMk/>
            <pc:sldMk cId="3523782250" sldId="2147347726"/>
            <ac:graphicFrameMk id="101" creationId="{67D993FF-B761-E4AC-2049-04EF30678443}"/>
          </ac:graphicFrameMkLst>
        </pc:graphicFrameChg>
        <pc:graphicFrameChg chg="add del mod replST">
          <ac:chgData name="Negi, Neeraj" userId="2be1b326-6a6d-4d5e-be95-9e0e272af2ef" providerId="ADAL" clId="{62540E0E-20CD-4D37-9DD4-0C1FB63A2D1D}" dt="2025-06-20T05:40:59.779" v="17214"/>
          <ac:graphicFrameMkLst>
            <pc:docMk/>
            <pc:sldMk cId="3523782250" sldId="2147347726"/>
            <ac:graphicFrameMk id="105" creationId="{5C7AD059-7E35-928C-6D74-6B0023728E27}"/>
          </ac:graphicFrameMkLst>
        </pc:graphicFrameChg>
        <pc:graphicFrameChg chg="add del mod replST">
          <ac:chgData name="Negi, Neeraj" userId="2be1b326-6a6d-4d5e-be95-9e0e272af2ef" providerId="ADAL" clId="{62540E0E-20CD-4D37-9DD4-0C1FB63A2D1D}" dt="2025-06-20T05:41:10.088" v="17292"/>
          <ac:graphicFrameMkLst>
            <pc:docMk/>
            <pc:sldMk cId="3523782250" sldId="2147347726"/>
            <ac:graphicFrameMk id="107" creationId="{4BF7EDAD-40D4-915C-306E-7B5FDF8E3AB0}"/>
          </ac:graphicFrameMkLst>
        </pc:graphicFrameChg>
        <pc:graphicFrameChg chg="add del mod replST">
          <ac:chgData name="Negi, Neeraj" userId="2be1b326-6a6d-4d5e-be95-9e0e272af2ef" providerId="ADAL" clId="{62540E0E-20CD-4D37-9DD4-0C1FB63A2D1D}" dt="2025-06-20T05:41:13.876" v="17533"/>
          <ac:graphicFrameMkLst>
            <pc:docMk/>
            <pc:sldMk cId="3523782250" sldId="2147347726"/>
            <ac:graphicFrameMk id="108" creationId="{327431B2-8FFA-C713-DD5B-BBF66E4FF6E8}"/>
          </ac:graphicFrameMkLst>
        </pc:graphicFrameChg>
        <pc:graphicFrameChg chg="add del mod replST">
          <ac:chgData name="Negi, Neeraj" userId="2be1b326-6a6d-4d5e-be95-9e0e272af2ef" providerId="ADAL" clId="{62540E0E-20CD-4D37-9DD4-0C1FB63A2D1D}" dt="2025-06-20T05:42:06.449" v="17936"/>
          <ac:graphicFrameMkLst>
            <pc:docMk/>
            <pc:sldMk cId="3523782250" sldId="2147347726"/>
            <ac:graphicFrameMk id="113" creationId="{541561C1-9C35-37B1-5750-5F24EAD924CE}"/>
          </ac:graphicFrameMkLst>
        </pc:graphicFrameChg>
        <pc:graphicFrameChg chg="add del mod replST">
          <ac:chgData name="Negi, Neeraj" userId="2be1b326-6a6d-4d5e-be95-9e0e272af2ef" providerId="ADAL" clId="{62540E0E-20CD-4D37-9DD4-0C1FB63A2D1D}" dt="2025-06-20T05:41:29.348" v="17774"/>
          <ac:graphicFrameMkLst>
            <pc:docMk/>
            <pc:sldMk cId="3523782250" sldId="2147347726"/>
            <ac:graphicFrameMk id="115" creationId="{440C3ECE-1A76-5940-1B89-635F4FA3A8A2}"/>
          </ac:graphicFrameMkLst>
        </pc:graphicFrameChg>
        <pc:graphicFrameChg chg="del mod">
          <ac:chgData name="Negi, Neeraj" userId="2be1b326-6a6d-4d5e-be95-9e0e272af2ef" providerId="ADAL" clId="{62540E0E-20CD-4D37-9DD4-0C1FB63A2D1D}" dt="2025-06-20T05:16:49.114" v="11921" actId="478"/>
          <ac:graphicFrameMkLst>
            <pc:docMk/>
            <pc:sldMk cId="3523782250" sldId="2147347726"/>
            <ac:graphicFrameMk id="119" creationId="{B4269DE3-67F1-4A86-608A-0C7AD36C6F47}"/>
          </ac:graphicFrameMkLst>
        </pc:graphicFrameChg>
        <pc:graphicFrameChg chg="add del mod replST">
          <ac:chgData name="Negi, Neeraj" userId="2be1b326-6a6d-4d5e-be95-9e0e272af2ef" providerId="ADAL" clId="{62540E0E-20CD-4D37-9DD4-0C1FB63A2D1D}" dt="2025-06-20T05:42:06.498" v="17960"/>
          <ac:graphicFrameMkLst>
            <pc:docMk/>
            <pc:sldMk cId="3523782250" sldId="2147347726"/>
            <ac:graphicFrameMk id="256" creationId="{AD00304D-69D6-375A-DC19-3472E773FBC1}"/>
          </ac:graphicFrameMkLst>
        </pc:graphicFrameChg>
        <pc:graphicFrameChg chg="add del mod replST">
          <ac:chgData name="Negi, Neeraj" userId="2be1b326-6a6d-4d5e-be95-9e0e272af2ef" providerId="ADAL" clId="{62540E0E-20CD-4D37-9DD4-0C1FB63A2D1D}" dt="2025-06-20T05:42:09.365" v="18036"/>
          <ac:graphicFrameMkLst>
            <pc:docMk/>
            <pc:sldMk cId="3523782250" sldId="2147347726"/>
            <ac:graphicFrameMk id="257" creationId="{0C2DC22C-3426-F48E-1D65-4A9BCBF2F87D}"/>
          </ac:graphicFrameMkLst>
        </pc:graphicFrameChg>
        <pc:graphicFrameChg chg="add del mod replST">
          <ac:chgData name="Negi, Neeraj" userId="2be1b326-6a6d-4d5e-be95-9e0e272af2ef" providerId="ADAL" clId="{62540E0E-20CD-4D37-9DD4-0C1FB63A2D1D}" dt="2025-06-20T05:42:09.415" v="18060"/>
          <ac:graphicFrameMkLst>
            <pc:docMk/>
            <pc:sldMk cId="3523782250" sldId="2147347726"/>
            <ac:graphicFrameMk id="258" creationId="{5A4B45D5-BC51-FB87-353E-87764C8C0D28}"/>
          </ac:graphicFrameMkLst>
        </pc:graphicFrameChg>
        <pc:graphicFrameChg chg="add del mod replST">
          <ac:chgData name="Negi, Neeraj" userId="2be1b326-6a6d-4d5e-be95-9e0e272af2ef" providerId="ADAL" clId="{62540E0E-20CD-4D37-9DD4-0C1FB63A2D1D}" dt="2025-06-20T05:42:18.101" v="18137"/>
          <ac:graphicFrameMkLst>
            <pc:docMk/>
            <pc:sldMk cId="3523782250" sldId="2147347726"/>
            <ac:graphicFrameMk id="259" creationId="{579BAD9F-5B89-CB40-AF28-C7CD6B1E440D}"/>
          </ac:graphicFrameMkLst>
        </pc:graphicFrameChg>
        <pc:graphicFrameChg chg="add del mod replST">
          <ac:chgData name="Negi, Neeraj" userId="2be1b326-6a6d-4d5e-be95-9e0e272af2ef" providerId="ADAL" clId="{62540E0E-20CD-4D37-9DD4-0C1FB63A2D1D}" dt="2025-06-20T05:42:18.162" v="18161"/>
          <ac:graphicFrameMkLst>
            <pc:docMk/>
            <pc:sldMk cId="3523782250" sldId="2147347726"/>
            <ac:graphicFrameMk id="260" creationId="{72A5493C-E1F2-3789-9526-269C139BCCD1}"/>
          </ac:graphicFrameMkLst>
        </pc:graphicFrameChg>
        <pc:graphicFrameChg chg="add del mod replST">
          <ac:chgData name="Negi, Neeraj" userId="2be1b326-6a6d-4d5e-be95-9e0e272af2ef" providerId="ADAL" clId="{62540E0E-20CD-4D37-9DD4-0C1FB63A2D1D}" dt="2025-06-20T05:43:53.487" v="19586"/>
          <ac:graphicFrameMkLst>
            <pc:docMk/>
            <pc:sldMk cId="3523782250" sldId="2147347726"/>
            <ac:graphicFrameMk id="261" creationId="{CA1A3A83-3240-0840-698D-DB883F6283DF}"/>
          </ac:graphicFrameMkLst>
        </pc:graphicFrameChg>
        <pc:graphicFrameChg chg="add del mod replST">
          <ac:chgData name="Negi, Neeraj" userId="2be1b326-6a6d-4d5e-be95-9e0e272af2ef" providerId="ADAL" clId="{62540E0E-20CD-4D37-9DD4-0C1FB63A2D1D}" dt="2025-06-20T05:42:21.087" v="18243"/>
          <ac:graphicFrameMkLst>
            <pc:docMk/>
            <pc:sldMk cId="3523782250" sldId="2147347726"/>
            <ac:graphicFrameMk id="262" creationId="{D9D63317-41DB-3CD0-2BA5-995D4A5F560F}"/>
          </ac:graphicFrameMkLst>
        </pc:graphicFrameChg>
        <pc:graphicFrameChg chg="add del mod replST">
          <ac:chgData name="Negi, Neeraj" userId="2be1b326-6a6d-4d5e-be95-9e0e272af2ef" providerId="ADAL" clId="{62540E0E-20CD-4D37-9DD4-0C1FB63A2D1D}" dt="2025-06-20T05:42:38.512" v="18321"/>
          <ac:graphicFrameMkLst>
            <pc:docMk/>
            <pc:sldMk cId="3523782250" sldId="2147347726"/>
            <ac:graphicFrameMk id="263" creationId="{D4B4FE2E-E542-E380-E3A2-BC6C08D138AB}"/>
          </ac:graphicFrameMkLst>
        </pc:graphicFrameChg>
        <pc:graphicFrameChg chg="add del mod replST">
          <ac:chgData name="Negi, Neeraj" userId="2be1b326-6a6d-4d5e-be95-9e0e272af2ef" providerId="ADAL" clId="{62540E0E-20CD-4D37-9DD4-0C1FB63A2D1D}" dt="2025-06-20T05:42:53.949" v="18717"/>
          <ac:graphicFrameMkLst>
            <pc:docMk/>
            <pc:sldMk cId="3523782250" sldId="2147347726"/>
            <ac:graphicFrameMk id="310" creationId="{B024284A-30B8-72AF-5D15-E152F7D184BB}"/>
          </ac:graphicFrameMkLst>
        </pc:graphicFrameChg>
        <pc:graphicFrameChg chg="add del mod replST">
          <ac:chgData name="Negi, Neeraj" userId="2be1b326-6a6d-4d5e-be95-9e0e272af2ef" providerId="ADAL" clId="{62540E0E-20CD-4D37-9DD4-0C1FB63A2D1D}" dt="2025-06-20T05:43:01.254" v="18957"/>
          <ac:graphicFrameMkLst>
            <pc:docMk/>
            <pc:sldMk cId="3523782250" sldId="2147347726"/>
            <ac:graphicFrameMk id="314" creationId="{404142EA-BA32-8541-7D07-E02B35C944F2}"/>
          </ac:graphicFrameMkLst>
        </pc:graphicFrameChg>
        <pc:graphicFrameChg chg="add del mod replST">
          <ac:chgData name="Negi, Neeraj" userId="2be1b326-6a6d-4d5e-be95-9e0e272af2ef" providerId="ADAL" clId="{62540E0E-20CD-4D37-9DD4-0C1FB63A2D1D}" dt="2025-06-20T05:43:05.369" v="19083"/>
          <ac:graphicFrameMkLst>
            <pc:docMk/>
            <pc:sldMk cId="3523782250" sldId="2147347726"/>
            <ac:graphicFrameMk id="318" creationId="{270B039F-5A53-2DDC-CF1C-6FB41F2CB184}"/>
          </ac:graphicFrameMkLst>
        </pc:graphicFrameChg>
        <pc:graphicFrameChg chg="add del mod replST">
          <ac:chgData name="Negi, Neeraj" userId="2be1b326-6a6d-4d5e-be95-9e0e272af2ef" providerId="ADAL" clId="{62540E0E-20CD-4D37-9DD4-0C1FB63A2D1D}" dt="2025-06-20T05:43:12.729" v="19167"/>
          <ac:graphicFrameMkLst>
            <pc:docMk/>
            <pc:sldMk cId="3523782250" sldId="2147347726"/>
            <ac:graphicFrameMk id="321" creationId="{B0A9C08B-CD0D-219E-6BB3-DF0486B3CFDA}"/>
          </ac:graphicFrameMkLst>
        </pc:graphicFrameChg>
        <pc:graphicFrameChg chg="add del mod replST">
          <ac:chgData name="Negi, Neeraj" userId="2be1b326-6a6d-4d5e-be95-9e0e272af2ef" providerId="ADAL" clId="{62540E0E-20CD-4D37-9DD4-0C1FB63A2D1D}" dt="2025-06-20T05:43:53.437" v="19543"/>
          <ac:graphicFrameMkLst>
            <pc:docMk/>
            <pc:sldMk cId="3523782250" sldId="2147347726"/>
            <ac:graphicFrameMk id="322" creationId="{9D1AB4C3-DD66-3E5C-D3F0-0E3B4363A7A9}"/>
          </ac:graphicFrameMkLst>
        </pc:graphicFrameChg>
        <pc:graphicFrameChg chg="add mod replST delST">
          <ac:chgData name="Negi, Neeraj" userId="2be1b326-6a6d-4d5e-be95-9e0e272af2ef" providerId="ADAL" clId="{62540E0E-20CD-4D37-9DD4-0C1FB63A2D1D}" dt="2025-06-20T05:43:46.674" v="19484"/>
          <ac:graphicFrameMkLst>
            <pc:docMk/>
            <pc:sldMk cId="3523782250" sldId="2147347726"/>
            <ac:graphicFrameMk id="324" creationId="{28416011-02DE-CDF1-A95A-D0F2A9FB441C}"/>
          </ac:graphicFrameMkLst>
        </pc:graphicFrameChg>
        <pc:graphicFrameChg chg="add mod replST">
          <ac:chgData name="Negi, Neeraj" userId="2be1b326-6a6d-4d5e-be95-9e0e272af2ef" providerId="ADAL" clId="{62540E0E-20CD-4D37-9DD4-0C1FB63A2D1D}" dt="2025-06-20T05:43:53.495" v="19609"/>
          <ac:graphicFrameMkLst>
            <pc:docMk/>
            <pc:sldMk cId="3523782250" sldId="2147347726"/>
            <ac:graphicFrameMk id="326" creationId="{AC22DE19-818E-5ACF-D559-DF5CE2A6AB91}"/>
          </ac:graphicFrameMkLst>
        </pc:graphicFrameChg>
        <pc:cxnChg chg="mod ord">
          <ac:chgData name="Negi, Neeraj" userId="2be1b326-6a6d-4d5e-be95-9e0e272af2ef" providerId="ADAL" clId="{62540E0E-20CD-4D37-9DD4-0C1FB63A2D1D}" dt="2025-06-20T05:43:53.480" v="19557"/>
          <ac:cxnSpMkLst>
            <pc:docMk/>
            <pc:sldMk cId="3523782250" sldId="2147347726"/>
            <ac:cxnSpMk id="42" creationId="{C3307A9C-FA80-4775-B35A-1A643EF2A1BC}"/>
          </ac:cxnSpMkLst>
        </pc:cxnChg>
        <pc:cxnChg chg="mod ord">
          <ac:chgData name="Negi, Neeraj" userId="2be1b326-6a6d-4d5e-be95-9e0e272af2ef" providerId="ADAL" clId="{62540E0E-20CD-4D37-9DD4-0C1FB63A2D1D}" dt="2025-06-20T05:43:53.482" v="19565"/>
          <ac:cxnSpMkLst>
            <pc:docMk/>
            <pc:sldMk cId="3523782250" sldId="2147347726"/>
            <ac:cxnSpMk id="272" creationId="{B32BEAAE-360E-C21A-8257-755823CE5E38}"/>
          </ac:cxnSpMkLst>
        </pc:cxnChg>
        <pc:cxnChg chg="mod ord">
          <ac:chgData name="Negi, Neeraj" userId="2be1b326-6a6d-4d5e-be95-9e0e272af2ef" providerId="ADAL" clId="{62540E0E-20CD-4D37-9DD4-0C1FB63A2D1D}" dt="2025-06-20T05:43:53.484" v="19573"/>
          <ac:cxnSpMkLst>
            <pc:docMk/>
            <pc:sldMk cId="3523782250" sldId="2147347726"/>
            <ac:cxnSpMk id="280" creationId="{9FA0DB15-024B-04BD-2CED-E0C99C19BBE8}"/>
          </ac:cxnSpMkLst>
        </pc:cxnChg>
        <pc:cxnChg chg="mod ord">
          <ac:chgData name="Negi, Neeraj" userId="2be1b326-6a6d-4d5e-be95-9e0e272af2ef" providerId="ADAL" clId="{62540E0E-20CD-4D37-9DD4-0C1FB63A2D1D}" dt="2025-06-20T05:43:53.484" v="19575"/>
          <ac:cxnSpMkLst>
            <pc:docMk/>
            <pc:sldMk cId="3523782250" sldId="2147347726"/>
            <ac:cxnSpMk id="281" creationId="{37BD96E8-02BF-756E-BD3C-C6FFDB0228DA}"/>
          </ac:cxnSpMkLst>
        </pc:cxnChg>
      </pc:sldChg>
      <pc:sldChg chg="addSp delSp modSp mod">
        <pc:chgData name="Negi, Neeraj" userId="2be1b326-6a6d-4d5e-be95-9e0e272af2ef" providerId="ADAL" clId="{62540E0E-20CD-4D37-9DD4-0C1FB63A2D1D}" dt="2025-06-19T09:29:29.969" v="449"/>
        <pc:sldMkLst>
          <pc:docMk/>
          <pc:sldMk cId="3063834027" sldId="2147347738"/>
        </pc:sldMkLst>
        <pc:spChg chg="mod">
          <ac:chgData name="Negi, Neeraj" userId="2be1b326-6a6d-4d5e-be95-9e0e272af2ef" providerId="ADAL" clId="{62540E0E-20CD-4D37-9DD4-0C1FB63A2D1D}" dt="2025-06-19T09:29:29.969" v="449"/>
          <ac:spMkLst>
            <pc:docMk/>
            <pc:sldMk cId="3063834027" sldId="2147347738"/>
            <ac:spMk id="2" creationId="{00000000-0000-0000-0000-000000000000}"/>
          </ac:spMkLst>
        </pc:spChg>
        <pc:spChg chg="mod">
          <ac:chgData name="Negi, Neeraj" userId="2be1b326-6a6d-4d5e-be95-9e0e272af2ef" providerId="ADAL" clId="{62540E0E-20CD-4D37-9DD4-0C1FB63A2D1D}" dt="2025-06-19T09:29:21.362" v="423" actId="948"/>
          <ac:spMkLst>
            <pc:docMk/>
            <pc:sldMk cId="3063834027" sldId="2147347738"/>
            <ac:spMk id="6" creationId="{00000000-0000-0000-0000-000000000000}"/>
          </ac:spMkLst>
        </pc:spChg>
        <pc:spChg chg="mod">
          <ac:chgData name="Negi, Neeraj" userId="2be1b326-6a6d-4d5e-be95-9e0e272af2ef" providerId="ADAL" clId="{62540E0E-20CD-4D37-9DD4-0C1FB63A2D1D}" dt="2025-06-19T07:20:05.940" v="283" actId="255"/>
          <ac:spMkLst>
            <pc:docMk/>
            <pc:sldMk cId="3063834027" sldId="2147347738"/>
            <ac:spMk id="9" creationId="{CBCB8E37-4472-2E59-96FA-BDF9B804B0BA}"/>
          </ac:spMkLst>
        </pc:spChg>
        <pc:spChg chg="mod">
          <ac:chgData name="Negi, Neeraj" userId="2be1b326-6a6d-4d5e-be95-9e0e272af2ef" providerId="ADAL" clId="{62540E0E-20CD-4D37-9DD4-0C1FB63A2D1D}" dt="2025-06-19T07:20:05.940" v="283" actId="255"/>
          <ac:spMkLst>
            <pc:docMk/>
            <pc:sldMk cId="3063834027" sldId="2147347738"/>
            <ac:spMk id="11" creationId="{70594856-6983-16D5-9CC2-D8D4F4904C3B}"/>
          </ac:spMkLst>
        </pc:spChg>
        <pc:spChg chg="mod">
          <ac:chgData name="Negi, Neeraj" userId="2be1b326-6a6d-4d5e-be95-9e0e272af2ef" providerId="ADAL" clId="{62540E0E-20CD-4D37-9DD4-0C1FB63A2D1D}" dt="2025-06-19T07:20:05.940" v="283" actId="255"/>
          <ac:spMkLst>
            <pc:docMk/>
            <pc:sldMk cId="3063834027" sldId="2147347738"/>
            <ac:spMk id="12" creationId="{52E3D18A-D8F6-12F3-E502-BA87EC9934BE}"/>
          </ac:spMkLst>
        </pc:spChg>
        <pc:spChg chg="mod">
          <ac:chgData name="Negi, Neeraj" userId="2be1b326-6a6d-4d5e-be95-9e0e272af2ef" providerId="ADAL" clId="{62540E0E-20CD-4D37-9DD4-0C1FB63A2D1D}" dt="2025-06-19T09:05:35.413" v="290"/>
          <ac:spMkLst>
            <pc:docMk/>
            <pc:sldMk cId="3063834027" sldId="2147347738"/>
            <ac:spMk id="16" creationId="{687D3D11-7075-870F-069E-0E0B1808C487}"/>
          </ac:spMkLst>
        </pc:spChg>
        <pc:spChg chg="mod">
          <ac:chgData name="Negi, Neeraj" userId="2be1b326-6a6d-4d5e-be95-9e0e272af2ef" providerId="ADAL" clId="{62540E0E-20CD-4D37-9DD4-0C1FB63A2D1D}" dt="2025-06-19T09:22:00.060" v="293"/>
          <ac:spMkLst>
            <pc:docMk/>
            <pc:sldMk cId="3063834027" sldId="2147347738"/>
            <ac:spMk id="17" creationId="{3ECE6B01-7157-A6D3-9F1A-3F644951DE2B}"/>
          </ac:spMkLst>
        </pc:spChg>
        <pc:spChg chg="mod">
          <ac:chgData name="Negi, Neeraj" userId="2be1b326-6a6d-4d5e-be95-9e0e272af2ef" providerId="ADAL" clId="{62540E0E-20CD-4D37-9DD4-0C1FB63A2D1D}" dt="2025-06-19T07:20:05.940" v="283" actId="255"/>
          <ac:spMkLst>
            <pc:docMk/>
            <pc:sldMk cId="3063834027" sldId="2147347738"/>
            <ac:spMk id="18" creationId="{275BBDDD-8BCE-89CB-D6A0-38E1388B48DA}"/>
          </ac:spMkLst>
        </pc:spChg>
        <pc:spChg chg="mod">
          <ac:chgData name="Negi, Neeraj" userId="2be1b326-6a6d-4d5e-be95-9e0e272af2ef" providerId="ADAL" clId="{62540E0E-20CD-4D37-9DD4-0C1FB63A2D1D}" dt="2025-06-19T07:20:05.940" v="283" actId="255"/>
          <ac:spMkLst>
            <pc:docMk/>
            <pc:sldMk cId="3063834027" sldId="2147347738"/>
            <ac:spMk id="22" creationId="{B497AFBA-48D7-F28B-03E8-6C1E633E762A}"/>
          </ac:spMkLst>
        </pc:spChg>
        <pc:spChg chg="mod">
          <ac:chgData name="Negi, Neeraj" userId="2be1b326-6a6d-4d5e-be95-9e0e272af2ef" providerId="ADAL" clId="{62540E0E-20CD-4D37-9DD4-0C1FB63A2D1D}" dt="2025-06-19T07:20:05.940" v="283" actId="255"/>
          <ac:spMkLst>
            <pc:docMk/>
            <pc:sldMk cId="3063834027" sldId="2147347738"/>
            <ac:spMk id="23" creationId="{EE835D95-1114-AEE3-F425-50FD4780F316}"/>
          </ac:spMkLst>
        </pc:spChg>
        <pc:spChg chg="mod">
          <ac:chgData name="Negi, Neeraj" userId="2be1b326-6a6d-4d5e-be95-9e0e272af2ef" providerId="ADAL" clId="{62540E0E-20CD-4D37-9DD4-0C1FB63A2D1D}" dt="2025-06-19T07:20:05.940" v="283" actId="255"/>
          <ac:spMkLst>
            <pc:docMk/>
            <pc:sldMk cId="3063834027" sldId="2147347738"/>
            <ac:spMk id="24" creationId="{5ED26CCD-05BB-E995-0A9B-9B8437651565}"/>
          </ac:spMkLst>
        </pc:spChg>
        <pc:spChg chg="mod">
          <ac:chgData name="Negi, Neeraj" userId="2be1b326-6a6d-4d5e-be95-9e0e272af2ef" providerId="ADAL" clId="{62540E0E-20CD-4D37-9DD4-0C1FB63A2D1D}" dt="2025-06-19T07:20:18.785" v="284" actId="14100"/>
          <ac:spMkLst>
            <pc:docMk/>
            <pc:sldMk cId="3063834027" sldId="2147347738"/>
            <ac:spMk id="28" creationId="{6F67C0FC-581A-F2E0-2286-399E92833799}"/>
          </ac:spMkLst>
        </pc:spChg>
        <pc:spChg chg="mod">
          <ac:chgData name="Negi, Neeraj" userId="2be1b326-6a6d-4d5e-be95-9e0e272af2ef" providerId="ADAL" clId="{62540E0E-20CD-4D37-9DD4-0C1FB63A2D1D}" dt="2025-06-19T07:20:05.940" v="283" actId="255"/>
          <ac:spMkLst>
            <pc:docMk/>
            <pc:sldMk cId="3063834027" sldId="2147347738"/>
            <ac:spMk id="29" creationId="{A96680F9-6D5B-208C-9255-206D31A734C7}"/>
          </ac:spMkLst>
        </pc:spChg>
        <pc:spChg chg="mod">
          <ac:chgData name="Negi, Neeraj" userId="2be1b326-6a6d-4d5e-be95-9e0e272af2ef" providerId="ADAL" clId="{62540E0E-20CD-4D37-9DD4-0C1FB63A2D1D}" dt="2025-06-19T07:20:05.940" v="283" actId="255"/>
          <ac:spMkLst>
            <pc:docMk/>
            <pc:sldMk cId="3063834027" sldId="2147347738"/>
            <ac:spMk id="30" creationId="{3E3E3A0F-5835-2D5A-1DFE-9ECF90E5360D}"/>
          </ac:spMkLst>
        </pc:spChg>
        <pc:spChg chg="add del mod modVis">
          <ac:chgData name="Negi, Neeraj" userId="2be1b326-6a6d-4d5e-be95-9e0e272af2ef" providerId="ADAL" clId="{62540E0E-20CD-4D37-9DD4-0C1FB63A2D1D}" dt="2025-06-19T09:29:02.276" v="339" actId="962"/>
          <ac:spMkLst>
            <pc:docMk/>
            <pc:sldMk cId="3063834027" sldId="2147347738"/>
            <ac:spMk id="50" creationId="{E5EFF877-5765-25D8-195D-0FD581935497}"/>
          </ac:spMkLst>
        </pc:spChg>
        <pc:spChg chg="add del mod modVis">
          <ac:chgData name="Negi, Neeraj" userId="2be1b326-6a6d-4d5e-be95-9e0e272af2ef" providerId="ADAL" clId="{62540E0E-20CD-4D37-9DD4-0C1FB63A2D1D}" dt="2025-06-19T09:29:14.999" v="367"/>
          <ac:spMkLst>
            <pc:docMk/>
            <pc:sldMk cId="3063834027" sldId="2147347738"/>
            <ac:spMk id="51" creationId="{79321FA4-3541-D89E-E44A-4520E6CFD598}"/>
          </ac:spMkLst>
        </pc:spChg>
        <pc:spChg chg="add del mod modVis">
          <ac:chgData name="Negi, Neeraj" userId="2be1b326-6a6d-4d5e-be95-9e0e272af2ef" providerId="ADAL" clId="{62540E0E-20CD-4D37-9DD4-0C1FB63A2D1D}" dt="2025-06-19T09:29:19.156" v="393"/>
          <ac:spMkLst>
            <pc:docMk/>
            <pc:sldMk cId="3063834027" sldId="2147347738"/>
            <ac:spMk id="52" creationId="{61133C6C-52B3-B56B-BE6D-303D616AE72F}"/>
          </ac:spMkLst>
        </pc:spChg>
        <pc:spChg chg="add del mod modVis">
          <ac:chgData name="Negi, Neeraj" userId="2be1b326-6a6d-4d5e-be95-9e0e272af2ef" providerId="ADAL" clId="{62540E0E-20CD-4D37-9DD4-0C1FB63A2D1D}" dt="2025-06-19T09:29:20.234" v="419"/>
          <ac:spMkLst>
            <pc:docMk/>
            <pc:sldMk cId="3063834027" sldId="2147347738"/>
            <ac:spMk id="53" creationId="{D9DAA13A-1985-3677-C9A6-1A8A90502489}"/>
          </ac:spMkLst>
        </pc:spChg>
        <pc:spChg chg="add del mod modVis">
          <ac:chgData name="Negi, Neeraj" userId="2be1b326-6a6d-4d5e-be95-9e0e272af2ef" providerId="ADAL" clId="{62540E0E-20CD-4D37-9DD4-0C1FB63A2D1D}" dt="2025-06-19T09:29:21.394" v="444"/>
          <ac:spMkLst>
            <pc:docMk/>
            <pc:sldMk cId="3063834027" sldId="2147347738"/>
            <ac:spMk id="54" creationId="{D1CA4AAB-0BA9-DC99-A92A-F281AC1EF2BD}"/>
          </ac:spMkLst>
        </pc:spChg>
        <pc:grpChg chg="mod">
          <ac:chgData name="Negi, Neeraj" userId="2be1b326-6a6d-4d5e-be95-9e0e272af2ef" providerId="ADAL" clId="{62540E0E-20CD-4D37-9DD4-0C1FB63A2D1D}" dt="2025-06-19T07:20:05.940" v="283" actId="255"/>
          <ac:grpSpMkLst>
            <pc:docMk/>
            <pc:sldMk cId="3063834027" sldId="2147347738"/>
            <ac:grpSpMk id="5" creationId="{16FD34D1-BE99-8BFC-FA41-6A12B5DAA8E4}"/>
          </ac:grpSpMkLst>
        </pc:grpChg>
        <pc:grpChg chg="mod">
          <ac:chgData name="Negi, Neeraj" userId="2be1b326-6a6d-4d5e-be95-9e0e272af2ef" providerId="ADAL" clId="{62540E0E-20CD-4D37-9DD4-0C1FB63A2D1D}" dt="2025-06-19T07:20:05.940" v="283" actId="255"/>
          <ac:grpSpMkLst>
            <pc:docMk/>
            <pc:sldMk cId="3063834027" sldId="2147347738"/>
            <ac:grpSpMk id="13" creationId="{9E4DD949-1F05-F533-4015-C10A89D0723A}"/>
          </ac:grpSpMkLst>
        </pc:grpChg>
        <pc:grpChg chg="mod">
          <ac:chgData name="Negi, Neeraj" userId="2be1b326-6a6d-4d5e-be95-9e0e272af2ef" providerId="ADAL" clId="{62540E0E-20CD-4D37-9DD4-0C1FB63A2D1D}" dt="2025-06-19T07:20:05.940" v="283" actId="255"/>
          <ac:grpSpMkLst>
            <pc:docMk/>
            <pc:sldMk cId="3063834027" sldId="2147347738"/>
            <ac:grpSpMk id="19" creationId="{D57B54EF-D552-B793-E4C1-A85FC7982551}"/>
          </ac:grpSpMkLst>
        </pc:grpChg>
        <pc:grpChg chg="mod">
          <ac:chgData name="Negi, Neeraj" userId="2be1b326-6a6d-4d5e-be95-9e0e272af2ef" providerId="ADAL" clId="{62540E0E-20CD-4D37-9DD4-0C1FB63A2D1D}" dt="2025-06-19T07:20:05.940" v="283" actId="255"/>
          <ac:grpSpMkLst>
            <pc:docMk/>
            <pc:sldMk cId="3063834027" sldId="2147347738"/>
            <ac:grpSpMk id="25" creationId="{671CB365-3B6A-0097-119F-7E219287E367}"/>
          </ac:grpSpMkLst>
        </pc:grpChg>
        <pc:grpChg chg="mod">
          <ac:chgData name="Negi, Neeraj" userId="2be1b326-6a6d-4d5e-be95-9e0e272af2ef" providerId="ADAL" clId="{62540E0E-20CD-4D37-9DD4-0C1FB63A2D1D}" dt="2025-06-19T07:20:05.940" v="283" actId="255"/>
          <ac:grpSpMkLst>
            <pc:docMk/>
            <pc:sldMk cId="3063834027" sldId="2147347738"/>
            <ac:grpSpMk id="31" creationId="{E4CF6344-553B-F42C-09B6-877BCE3CCCFC}"/>
          </ac:grpSpMkLst>
        </pc:grpChg>
        <pc:grpChg chg="mod">
          <ac:chgData name="Negi, Neeraj" userId="2be1b326-6a6d-4d5e-be95-9e0e272af2ef" providerId="ADAL" clId="{62540E0E-20CD-4D37-9DD4-0C1FB63A2D1D}" dt="2025-06-19T07:20:05.940" v="283" actId="255"/>
          <ac:grpSpMkLst>
            <pc:docMk/>
            <pc:sldMk cId="3063834027" sldId="2147347738"/>
            <ac:grpSpMk id="34" creationId="{87DD5578-259A-5074-B374-C3CF8127F90F}"/>
          </ac:grpSpMkLst>
        </pc:grpChg>
        <pc:grpChg chg="mod">
          <ac:chgData name="Negi, Neeraj" userId="2be1b326-6a6d-4d5e-be95-9e0e272af2ef" providerId="ADAL" clId="{62540E0E-20CD-4D37-9DD4-0C1FB63A2D1D}" dt="2025-06-19T07:20:05.940" v="283" actId="255"/>
          <ac:grpSpMkLst>
            <pc:docMk/>
            <pc:sldMk cId="3063834027" sldId="2147347738"/>
            <ac:grpSpMk id="43" creationId="{53E5DB7C-7EE3-F6B9-54CC-F6A44968D068}"/>
          </ac:grpSpMkLst>
        </pc:grpChg>
        <pc:grpChg chg="mod">
          <ac:chgData name="Negi, Neeraj" userId="2be1b326-6a6d-4d5e-be95-9e0e272af2ef" providerId="ADAL" clId="{62540E0E-20CD-4D37-9DD4-0C1FB63A2D1D}" dt="2025-06-19T07:20:05.940" v="283" actId="255"/>
          <ac:grpSpMkLst>
            <pc:docMk/>
            <pc:sldMk cId="3063834027" sldId="2147347738"/>
            <ac:grpSpMk id="46" creationId="{C0F4D832-457D-6BCA-962E-475996481CD2}"/>
          </ac:grpSpMkLst>
        </pc:grpChg>
        <pc:graphicFrameChg chg="mod">
          <ac:chgData name="Negi, Neeraj" userId="2be1b326-6a6d-4d5e-be95-9e0e272af2ef" providerId="ADAL" clId="{62540E0E-20CD-4D37-9DD4-0C1FB63A2D1D}" dt="2025-06-19T09:29:21.395" v="446"/>
          <ac:graphicFrameMkLst>
            <pc:docMk/>
            <pc:sldMk cId="3063834027" sldId="2147347738"/>
            <ac:graphicFrameMk id="10" creationId="{85E75AA5-7793-42EB-A8A1-2973E74D2021}"/>
          </ac:graphicFrameMkLst>
        </pc:graphicFrameChg>
      </pc:sldChg>
      <pc:sldChg chg="addSp delSp modSp del mod">
        <pc:chgData name="Negi, Neeraj" userId="2be1b326-6a6d-4d5e-be95-9e0e272af2ef" providerId="ADAL" clId="{62540E0E-20CD-4D37-9DD4-0C1FB63A2D1D}" dt="2025-06-17T11:28:07.025" v="5" actId="47"/>
        <pc:sldMkLst>
          <pc:docMk/>
          <pc:sldMk cId="1818282989" sldId="2147347739"/>
        </pc:sldMkLst>
        <pc:spChg chg="add del mod">
          <ac:chgData name="Negi, Neeraj" userId="2be1b326-6a6d-4d5e-be95-9e0e272af2ef" providerId="ADAL" clId="{62540E0E-20CD-4D37-9DD4-0C1FB63A2D1D}" dt="2025-06-17T06:09:48.719" v="3" actId="478"/>
          <ac:spMkLst>
            <pc:docMk/>
            <pc:sldMk cId="1818282989" sldId="2147347739"/>
            <ac:spMk id="3" creationId="{7F207C7E-879F-EFD0-7774-771BAB96EA88}"/>
          </ac:spMkLst>
        </pc:spChg>
      </pc:sldChg>
      <pc:sldChg chg="modSp add del mod setBg">
        <pc:chgData name="Negi, Neeraj" userId="2be1b326-6a6d-4d5e-be95-9e0e272af2ef" providerId="ADAL" clId="{62540E0E-20CD-4D37-9DD4-0C1FB63A2D1D}" dt="2025-06-17T12:50:18.485" v="31" actId="47"/>
        <pc:sldMkLst>
          <pc:docMk/>
          <pc:sldMk cId="600675533" sldId="2147347741"/>
        </pc:sldMkLst>
        <pc:graphicFrameChg chg="modGraphic">
          <ac:chgData name="Negi, Neeraj" userId="2be1b326-6a6d-4d5e-be95-9e0e272af2ef" providerId="ADAL" clId="{62540E0E-20CD-4D37-9DD4-0C1FB63A2D1D}" dt="2025-06-17T11:35:46.013" v="27" actId="14734"/>
          <ac:graphicFrameMkLst>
            <pc:docMk/>
            <pc:sldMk cId="600675533" sldId="2147347741"/>
            <ac:graphicFrameMk id="31" creationId="{8197AC2B-85F3-808B-57AA-ADE726E4F5DC}"/>
          </ac:graphicFrameMkLst>
        </pc:graphicFrameChg>
      </pc:sldChg>
      <pc:sldChg chg="modSp add mod setBg">
        <pc:chgData name="Negi, Neeraj" userId="2be1b326-6a6d-4d5e-be95-9e0e272af2ef" providerId="ADAL" clId="{62540E0E-20CD-4D37-9DD4-0C1FB63A2D1D}" dt="2025-06-18T10:05:36.815" v="54" actId="113"/>
        <pc:sldMkLst>
          <pc:docMk/>
          <pc:sldMk cId="2611401939" sldId="2147347742"/>
        </pc:sldMkLst>
        <pc:spChg chg="mod">
          <ac:chgData name="Negi, Neeraj" userId="2be1b326-6a6d-4d5e-be95-9e0e272af2ef" providerId="ADAL" clId="{62540E0E-20CD-4D37-9DD4-0C1FB63A2D1D}" dt="2025-06-17T11:31:40.870" v="24" actId="14100"/>
          <ac:spMkLst>
            <pc:docMk/>
            <pc:sldMk cId="2611401939" sldId="2147347742"/>
            <ac:spMk id="37" creationId="{8634EE5E-C938-13B6-9192-A6E1DFB2AE68}"/>
          </ac:spMkLst>
        </pc:spChg>
        <pc:spChg chg="mod">
          <ac:chgData name="Negi, Neeraj" userId="2be1b326-6a6d-4d5e-be95-9e0e272af2ef" providerId="ADAL" clId="{62540E0E-20CD-4D37-9DD4-0C1FB63A2D1D}" dt="2025-06-17T11:31:45.260" v="25" actId="1076"/>
          <ac:spMkLst>
            <pc:docMk/>
            <pc:sldMk cId="2611401939" sldId="2147347742"/>
            <ac:spMk id="38" creationId="{27D2419A-413C-7D49-42E1-4535240A7B35}"/>
          </ac:spMkLst>
        </pc:spChg>
        <pc:spChg chg="mod">
          <ac:chgData name="Negi, Neeraj" userId="2be1b326-6a6d-4d5e-be95-9e0e272af2ef" providerId="ADAL" clId="{62540E0E-20CD-4D37-9DD4-0C1FB63A2D1D}" dt="2025-06-17T11:29:54.123" v="8" actId="207"/>
          <ac:spMkLst>
            <pc:docMk/>
            <pc:sldMk cId="2611401939" sldId="2147347742"/>
            <ac:spMk id="52" creationId="{8848D22C-93A3-FA49-A30E-FCA0E98A17B6}"/>
          </ac:spMkLst>
        </pc:spChg>
        <pc:spChg chg="mod">
          <ac:chgData name="Negi, Neeraj" userId="2be1b326-6a6d-4d5e-be95-9e0e272af2ef" providerId="ADAL" clId="{62540E0E-20CD-4D37-9DD4-0C1FB63A2D1D}" dt="2025-06-17T11:29:56.440" v="9" actId="207"/>
          <ac:spMkLst>
            <pc:docMk/>
            <pc:sldMk cId="2611401939" sldId="2147347742"/>
            <ac:spMk id="54" creationId="{513F7FCE-4036-F896-9DCB-40DEC4052971}"/>
          </ac:spMkLst>
        </pc:spChg>
        <pc:spChg chg="mod">
          <ac:chgData name="Negi, Neeraj" userId="2be1b326-6a6d-4d5e-be95-9e0e272af2ef" providerId="ADAL" clId="{62540E0E-20CD-4D37-9DD4-0C1FB63A2D1D}" dt="2025-06-17T11:29:51.858" v="7" actId="207"/>
          <ac:spMkLst>
            <pc:docMk/>
            <pc:sldMk cId="2611401939" sldId="2147347742"/>
            <ac:spMk id="56" creationId="{4B05AE63-AD7B-A239-B944-23787788FDB8}"/>
          </ac:spMkLst>
        </pc:spChg>
        <pc:spChg chg="mod">
          <ac:chgData name="Negi, Neeraj" userId="2be1b326-6a6d-4d5e-be95-9e0e272af2ef" providerId="ADAL" clId="{62540E0E-20CD-4D37-9DD4-0C1FB63A2D1D}" dt="2025-06-17T11:29:48.434" v="6" actId="207"/>
          <ac:spMkLst>
            <pc:docMk/>
            <pc:sldMk cId="2611401939" sldId="2147347742"/>
            <ac:spMk id="58" creationId="{AEC3BE17-E622-E22F-3D6D-E8208C970588}"/>
          </ac:spMkLst>
        </pc:spChg>
        <pc:spChg chg="mod">
          <ac:chgData name="Negi, Neeraj" userId="2be1b326-6a6d-4d5e-be95-9e0e272af2ef" providerId="ADAL" clId="{62540E0E-20CD-4D37-9DD4-0C1FB63A2D1D}" dt="2025-06-18T10:05:36.815" v="54" actId="113"/>
          <ac:spMkLst>
            <pc:docMk/>
            <pc:sldMk cId="2611401939" sldId="2147347742"/>
            <ac:spMk id="60" creationId="{5C45C3B4-BFAF-F0D9-B58D-AD7E9EF5E45D}"/>
          </ac:spMkLst>
        </pc:spChg>
        <pc:spChg chg="mod">
          <ac:chgData name="Negi, Neeraj" userId="2be1b326-6a6d-4d5e-be95-9e0e272af2ef" providerId="ADAL" clId="{62540E0E-20CD-4D37-9DD4-0C1FB63A2D1D}" dt="2025-06-17T11:29:59.117" v="10" actId="207"/>
          <ac:spMkLst>
            <pc:docMk/>
            <pc:sldMk cId="2611401939" sldId="2147347742"/>
            <ac:spMk id="83" creationId="{EEB9DEF8-A50C-C02E-DD09-733E2861D81D}"/>
          </ac:spMkLst>
        </pc:spChg>
        <pc:spChg chg="mod">
          <ac:chgData name="Negi, Neeraj" userId="2be1b326-6a6d-4d5e-be95-9e0e272af2ef" providerId="ADAL" clId="{62540E0E-20CD-4D37-9DD4-0C1FB63A2D1D}" dt="2025-06-17T11:30:01.452" v="11" actId="207"/>
          <ac:spMkLst>
            <pc:docMk/>
            <pc:sldMk cId="2611401939" sldId="2147347742"/>
            <ac:spMk id="88" creationId="{AF2562AA-FCF9-E745-636E-FC091D3F268B}"/>
          </ac:spMkLst>
        </pc:spChg>
      </pc:sldChg>
      <pc:sldChg chg="delSp modSp add del mod">
        <pc:chgData name="Negi, Neeraj" userId="2be1b326-6a6d-4d5e-be95-9e0e272af2ef" providerId="ADAL" clId="{62540E0E-20CD-4D37-9DD4-0C1FB63A2D1D}" dt="2025-06-19T07:19:12.765" v="281" actId="1037"/>
        <pc:sldMkLst>
          <pc:docMk/>
          <pc:sldMk cId="3486595903" sldId="2147482244"/>
        </pc:sldMkLst>
        <pc:spChg chg="del">
          <ac:chgData name="Negi, Neeraj" userId="2be1b326-6a6d-4d5e-be95-9e0e272af2ef" providerId="ADAL" clId="{62540E0E-20CD-4D37-9DD4-0C1FB63A2D1D}" dt="2025-06-19T06:34:06.306" v="55" actId="478"/>
          <ac:spMkLst>
            <pc:docMk/>
            <pc:sldMk cId="3486595903" sldId="2147482244"/>
            <ac:spMk id="3" creationId="{0F0C3D75-DD95-FA73-E9A6-4A608D6FF0EB}"/>
          </ac:spMkLst>
        </pc:spChg>
        <pc:spChg chg="mod">
          <ac:chgData name="Negi, Neeraj" userId="2be1b326-6a6d-4d5e-be95-9e0e272af2ef" providerId="ADAL" clId="{62540E0E-20CD-4D37-9DD4-0C1FB63A2D1D}" dt="2025-06-19T06:34:21.076" v="57" actId="14100"/>
          <ac:spMkLst>
            <pc:docMk/>
            <pc:sldMk cId="3486595903" sldId="2147482244"/>
            <ac:spMk id="5" creationId="{EF03EBE7-250F-9C08-632F-10D211D79A6E}"/>
          </ac:spMkLst>
        </pc:spChg>
        <pc:spChg chg="del">
          <ac:chgData name="Negi, Neeraj" userId="2be1b326-6a6d-4d5e-be95-9e0e272af2ef" providerId="ADAL" clId="{62540E0E-20CD-4D37-9DD4-0C1FB63A2D1D}" dt="2025-06-19T06:34:06.306" v="55" actId="478"/>
          <ac:spMkLst>
            <pc:docMk/>
            <pc:sldMk cId="3486595903" sldId="2147482244"/>
            <ac:spMk id="7" creationId="{EC511116-6032-8CB4-A952-CC4295CCE070}"/>
          </ac:spMkLst>
        </pc:spChg>
        <pc:spChg chg="del">
          <ac:chgData name="Negi, Neeraj" userId="2be1b326-6a6d-4d5e-be95-9e0e272af2ef" providerId="ADAL" clId="{62540E0E-20CD-4D37-9DD4-0C1FB63A2D1D}" dt="2025-06-19T06:34:06.306" v="55" actId="478"/>
          <ac:spMkLst>
            <pc:docMk/>
            <pc:sldMk cId="3486595903" sldId="2147482244"/>
            <ac:spMk id="9" creationId="{4D9BB73B-5E5A-842C-CC06-B92B13516991}"/>
          </ac:spMkLst>
        </pc:spChg>
        <pc:spChg chg="del mod">
          <ac:chgData name="Negi, Neeraj" userId="2be1b326-6a6d-4d5e-be95-9e0e272af2ef" providerId="ADAL" clId="{62540E0E-20CD-4D37-9DD4-0C1FB63A2D1D}" dt="2025-06-19T06:34:06.306" v="55" actId="478"/>
          <ac:spMkLst>
            <pc:docMk/>
            <pc:sldMk cId="3486595903" sldId="2147482244"/>
            <ac:spMk id="14" creationId="{B4843EF9-876A-79D8-627D-B023C9B37436}"/>
          </ac:spMkLst>
        </pc:spChg>
        <pc:spChg chg="mod">
          <ac:chgData name="Negi, Neeraj" userId="2be1b326-6a6d-4d5e-be95-9e0e272af2ef" providerId="ADAL" clId="{62540E0E-20CD-4D37-9DD4-0C1FB63A2D1D}" dt="2025-06-19T06:35:08.032" v="209" actId="1035"/>
          <ac:spMkLst>
            <pc:docMk/>
            <pc:sldMk cId="3486595903" sldId="2147482244"/>
            <ac:spMk id="18" creationId="{9A27E93E-52A7-89CD-94B0-76D6FDACEBA6}"/>
          </ac:spMkLst>
        </pc:spChg>
        <pc:spChg chg="mod">
          <ac:chgData name="Negi, Neeraj" userId="2be1b326-6a6d-4d5e-be95-9e0e272af2ef" providerId="ADAL" clId="{62540E0E-20CD-4D37-9DD4-0C1FB63A2D1D}" dt="2025-06-19T07:19:12.765" v="281" actId="1037"/>
          <ac:spMkLst>
            <pc:docMk/>
            <pc:sldMk cId="3486595903" sldId="2147482244"/>
            <ac:spMk id="21" creationId="{213B02BA-D0EF-5DAC-0DAC-15548701862B}"/>
          </ac:spMkLst>
        </pc:spChg>
        <pc:spChg chg="mod">
          <ac:chgData name="Negi, Neeraj" userId="2be1b326-6a6d-4d5e-be95-9e0e272af2ef" providerId="ADAL" clId="{62540E0E-20CD-4D37-9DD4-0C1FB63A2D1D}" dt="2025-06-19T06:35:16.852" v="231" actId="1036"/>
          <ac:spMkLst>
            <pc:docMk/>
            <pc:sldMk cId="3486595903" sldId="2147482244"/>
            <ac:spMk id="24" creationId="{80A278B5-620C-9626-B342-11887F37F9BE}"/>
          </ac:spMkLst>
        </pc:spChg>
        <pc:spChg chg="mod">
          <ac:chgData name="Negi, Neeraj" userId="2be1b326-6a6d-4d5e-be95-9e0e272af2ef" providerId="ADAL" clId="{62540E0E-20CD-4D37-9DD4-0C1FB63A2D1D}" dt="2025-06-19T06:35:24.983" v="252" actId="1036"/>
          <ac:spMkLst>
            <pc:docMk/>
            <pc:sldMk cId="3486595903" sldId="2147482244"/>
            <ac:spMk id="27" creationId="{1D735182-6CF1-9F65-65C5-46E255A9D0C7}"/>
          </ac:spMkLst>
        </pc:spChg>
        <pc:spChg chg="mod">
          <ac:chgData name="Negi, Neeraj" userId="2be1b326-6a6d-4d5e-be95-9e0e272af2ef" providerId="ADAL" clId="{62540E0E-20CD-4D37-9DD4-0C1FB63A2D1D}" dt="2025-06-19T06:35:33.279" v="276" actId="1035"/>
          <ac:spMkLst>
            <pc:docMk/>
            <pc:sldMk cId="3486595903" sldId="2147482244"/>
            <ac:spMk id="29" creationId="{B009D7E0-850C-042F-C353-5BAF14DE6D0B}"/>
          </ac:spMkLst>
        </pc:spChg>
        <pc:grpChg chg="del">
          <ac:chgData name="Negi, Neeraj" userId="2be1b326-6a6d-4d5e-be95-9e0e272af2ef" providerId="ADAL" clId="{62540E0E-20CD-4D37-9DD4-0C1FB63A2D1D}" dt="2025-06-19T06:34:06.306" v="55" actId="478"/>
          <ac:grpSpMkLst>
            <pc:docMk/>
            <pc:sldMk cId="3486595903" sldId="2147482244"/>
            <ac:grpSpMk id="4" creationId="{04301831-3BA8-3323-969A-A5DA41DC8AB8}"/>
          </ac:grpSpMkLst>
        </pc:grpChg>
        <pc:grpChg chg="del">
          <ac:chgData name="Negi, Neeraj" userId="2be1b326-6a6d-4d5e-be95-9e0e272af2ef" providerId="ADAL" clId="{62540E0E-20CD-4D37-9DD4-0C1FB63A2D1D}" dt="2025-06-19T06:34:06.306" v="55" actId="478"/>
          <ac:grpSpMkLst>
            <pc:docMk/>
            <pc:sldMk cId="3486595903" sldId="2147482244"/>
            <ac:grpSpMk id="23" creationId="{7D9DE62F-6CF3-6C89-73D4-A2F40B451EC9}"/>
          </ac:grpSpMkLst>
        </pc:grpChg>
        <pc:grpChg chg="mod">
          <ac:chgData name="Negi, Neeraj" userId="2be1b326-6a6d-4d5e-be95-9e0e272af2ef" providerId="ADAL" clId="{62540E0E-20CD-4D37-9DD4-0C1FB63A2D1D}" dt="2025-06-19T06:35:08.032" v="209" actId="1035"/>
          <ac:grpSpMkLst>
            <pc:docMk/>
            <pc:sldMk cId="3486595903" sldId="2147482244"/>
            <ac:grpSpMk id="43" creationId="{017CA5CA-1D68-4D66-1D3B-61FCAFEB2D5B}"/>
          </ac:grpSpMkLst>
        </pc:grpChg>
        <pc:grpChg chg="mod">
          <ac:chgData name="Negi, Neeraj" userId="2be1b326-6a6d-4d5e-be95-9e0e272af2ef" providerId="ADAL" clId="{62540E0E-20CD-4D37-9DD4-0C1FB63A2D1D}" dt="2025-06-19T06:35:16.852" v="231" actId="1036"/>
          <ac:grpSpMkLst>
            <pc:docMk/>
            <pc:sldMk cId="3486595903" sldId="2147482244"/>
            <ac:grpSpMk id="50" creationId="{6A2A0B37-8EE8-4E3A-AE0C-7CA45AFF853C}"/>
          </ac:grpSpMkLst>
        </pc:grpChg>
        <pc:grpChg chg="mod">
          <ac:chgData name="Negi, Neeraj" userId="2be1b326-6a6d-4d5e-be95-9e0e272af2ef" providerId="ADAL" clId="{62540E0E-20CD-4D37-9DD4-0C1FB63A2D1D}" dt="2025-06-19T06:35:24.983" v="252" actId="1036"/>
          <ac:grpSpMkLst>
            <pc:docMk/>
            <pc:sldMk cId="3486595903" sldId="2147482244"/>
            <ac:grpSpMk id="53" creationId="{34BD2FEB-934C-19AB-37EC-01BD556C2924}"/>
          </ac:grpSpMkLst>
        </pc:grpChg>
        <pc:grpChg chg="mod">
          <ac:chgData name="Negi, Neeraj" userId="2be1b326-6a6d-4d5e-be95-9e0e272af2ef" providerId="ADAL" clId="{62540E0E-20CD-4D37-9DD4-0C1FB63A2D1D}" dt="2025-06-19T06:35:33.279" v="276" actId="1035"/>
          <ac:grpSpMkLst>
            <pc:docMk/>
            <pc:sldMk cId="3486595903" sldId="2147482244"/>
            <ac:grpSpMk id="56" creationId="{A63D7D4F-3D4C-85BB-1CBD-06D8BC2FDE22}"/>
          </ac:grpSpMkLst>
        </pc:grpChg>
      </pc:sldChg>
      <pc:sldChg chg="add del">
        <pc:chgData name="Negi, Neeraj" userId="2be1b326-6a6d-4d5e-be95-9e0e272af2ef" providerId="ADAL" clId="{62540E0E-20CD-4D37-9DD4-0C1FB63A2D1D}" dt="2025-06-19T07:19:09.273" v="280" actId="47"/>
        <pc:sldMkLst>
          <pc:docMk/>
          <pc:sldMk cId="1008175723" sldId="2147482251"/>
        </pc:sldMkLst>
      </pc:sldChg>
      <pc:sldChg chg="addSp delSp modSp mod">
        <pc:chgData name="Negi, Neeraj" userId="2be1b326-6a6d-4d5e-be95-9e0e272af2ef" providerId="ADAL" clId="{62540E0E-20CD-4D37-9DD4-0C1FB63A2D1D}" dt="2025-06-19T11:54:54.041" v="9047"/>
        <pc:sldMkLst>
          <pc:docMk/>
          <pc:sldMk cId="624739403" sldId="2147482253"/>
        </pc:sldMkLst>
        <pc:spChg chg="mod ord">
          <ac:chgData name="Negi, Neeraj" userId="2be1b326-6a6d-4d5e-be95-9e0e272af2ef" providerId="ADAL" clId="{62540E0E-20CD-4D37-9DD4-0C1FB63A2D1D}" dt="2025-06-19T10:29:28.070" v="8920"/>
          <ac:spMkLst>
            <pc:docMk/>
            <pc:sldMk cId="624739403" sldId="2147482253"/>
            <ac:spMk id="2" creationId="{00000000-0000-0000-0000-000000000000}"/>
          </ac:spMkLst>
        </pc:spChg>
        <pc:spChg chg="mod ord">
          <ac:chgData name="Negi, Neeraj" userId="2be1b326-6a6d-4d5e-be95-9e0e272af2ef" providerId="ADAL" clId="{62540E0E-20CD-4D37-9DD4-0C1FB63A2D1D}" dt="2025-06-19T10:29:28.070" v="8922"/>
          <ac:spMkLst>
            <pc:docMk/>
            <pc:sldMk cId="624739403" sldId="2147482253"/>
            <ac:spMk id="6" creationId="{00000000-0000-0000-0000-000000000000}"/>
          </ac:spMkLst>
        </pc:spChg>
        <pc:spChg chg="add del mod modVis">
          <ac:chgData name="Negi, Neeraj" userId="2be1b326-6a6d-4d5e-be95-9e0e272af2ef" providerId="ADAL" clId="{62540E0E-20CD-4D37-9DD4-0C1FB63A2D1D}" dt="2025-06-19T10:15:33.776" v="684"/>
          <ac:spMkLst>
            <pc:docMk/>
            <pc:sldMk cId="624739403" sldId="2147482253"/>
            <ac:spMk id="32" creationId="{0CD23F5F-7783-65F4-E6EE-CEC220EE3C56}"/>
          </ac:spMkLst>
        </pc:spChg>
        <pc:spChg chg="add del mod replST">
          <ac:chgData name="Negi, Neeraj" userId="2be1b326-6a6d-4d5e-be95-9e0e272af2ef" providerId="ADAL" clId="{62540E0E-20CD-4D37-9DD4-0C1FB63A2D1D}" dt="2025-06-19T11:54:48.781" v="9023"/>
          <ac:spMkLst>
            <pc:docMk/>
            <pc:sldMk cId="624739403" sldId="2147482253"/>
            <ac:spMk id="33" creationId="{0084A77B-022A-7602-B991-CBCA58D41611}"/>
          </ac:spMkLst>
        </pc:spChg>
        <pc:spChg chg="add del mod replST">
          <ac:chgData name="Negi, Neeraj" userId="2be1b326-6a6d-4d5e-be95-9e0e272af2ef" providerId="ADAL" clId="{62540E0E-20CD-4D37-9DD4-0C1FB63A2D1D}" dt="2025-06-19T11:54:48.780" v="9020"/>
          <ac:spMkLst>
            <pc:docMk/>
            <pc:sldMk cId="624739403" sldId="2147482253"/>
            <ac:spMk id="34" creationId="{EB20CDAC-0111-6E50-BB2B-35759E1695C2}"/>
          </ac:spMkLst>
        </pc:spChg>
        <pc:spChg chg="add del mod replST">
          <ac:chgData name="Negi, Neeraj" userId="2be1b326-6a6d-4d5e-be95-9e0e272af2ef" providerId="ADAL" clId="{62540E0E-20CD-4D37-9DD4-0C1FB63A2D1D}" dt="2025-06-19T11:54:48.779" v="9017"/>
          <ac:spMkLst>
            <pc:docMk/>
            <pc:sldMk cId="624739403" sldId="2147482253"/>
            <ac:spMk id="35" creationId="{47F52A24-4034-741B-53F3-07A61873585C}"/>
          </ac:spMkLst>
        </pc:spChg>
        <pc:spChg chg="add del mod modVis">
          <ac:chgData name="Negi, Neeraj" userId="2be1b326-6a6d-4d5e-be95-9e0e272af2ef" providerId="ADAL" clId="{62540E0E-20CD-4D37-9DD4-0C1FB63A2D1D}" dt="2025-06-19T10:15:49.801" v="824"/>
          <ac:spMkLst>
            <pc:docMk/>
            <pc:sldMk cId="624739403" sldId="2147482253"/>
            <ac:spMk id="43" creationId="{FC117D6D-82AC-6A4D-4AD6-76FFF96E64CB}"/>
          </ac:spMkLst>
        </pc:spChg>
        <pc:spChg chg="add del mod modVis">
          <ac:chgData name="Negi, Neeraj" userId="2be1b326-6a6d-4d5e-be95-9e0e272af2ef" providerId="ADAL" clId="{62540E0E-20CD-4D37-9DD4-0C1FB63A2D1D}" dt="2025-06-19T10:16:08.260" v="880"/>
          <ac:spMkLst>
            <pc:docMk/>
            <pc:sldMk cId="624739403" sldId="2147482253"/>
            <ac:spMk id="45" creationId="{D724242F-129C-BFAC-4708-D98E797108D6}"/>
          </ac:spMkLst>
        </pc:spChg>
        <pc:spChg chg="add del mod modVis">
          <ac:chgData name="Negi, Neeraj" userId="2be1b326-6a6d-4d5e-be95-9e0e272af2ef" providerId="ADAL" clId="{62540E0E-20CD-4D37-9DD4-0C1FB63A2D1D}" dt="2025-06-19T10:16:16.691" v="936"/>
          <ac:spMkLst>
            <pc:docMk/>
            <pc:sldMk cId="624739403" sldId="2147482253"/>
            <ac:spMk id="48" creationId="{DD9C9408-EC76-3462-DEAF-703179B955D5}"/>
          </ac:spMkLst>
        </pc:spChg>
        <pc:spChg chg="add del mod modVis">
          <ac:chgData name="Negi, Neeraj" userId="2be1b326-6a6d-4d5e-be95-9e0e272af2ef" providerId="ADAL" clId="{62540E0E-20CD-4D37-9DD4-0C1FB63A2D1D}" dt="2025-06-19T10:16:29.597" v="992"/>
          <ac:spMkLst>
            <pc:docMk/>
            <pc:sldMk cId="624739403" sldId="2147482253"/>
            <ac:spMk id="50" creationId="{AE46D097-1087-447C-ABE8-14C9066BDF40}"/>
          </ac:spMkLst>
        </pc:spChg>
        <pc:spChg chg="add del mod replST">
          <ac:chgData name="Negi, Neeraj" userId="2be1b326-6a6d-4d5e-be95-9e0e272af2ef" providerId="ADAL" clId="{62540E0E-20CD-4D37-9DD4-0C1FB63A2D1D}" dt="2025-06-19T11:54:48.777" v="9014"/>
          <ac:spMkLst>
            <pc:docMk/>
            <pc:sldMk cId="624739403" sldId="2147482253"/>
            <ac:spMk id="52" creationId="{F8529600-D23F-9735-312D-84A3C383A65C}"/>
          </ac:spMkLst>
        </pc:spChg>
        <pc:spChg chg="add del mod modVis">
          <ac:chgData name="Negi, Neeraj" userId="2be1b326-6a6d-4d5e-be95-9e0e272af2ef" providerId="ADAL" clId="{62540E0E-20CD-4D37-9DD4-0C1FB63A2D1D}" dt="2025-06-19T10:17:03.570" v="1072"/>
          <ac:spMkLst>
            <pc:docMk/>
            <pc:sldMk cId="624739403" sldId="2147482253"/>
            <ac:spMk id="60" creationId="{8AFAF3B4-E845-8253-92D6-EF21FA393135}"/>
          </ac:spMkLst>
        </pc:spChg>
        <pc:spChg chg="add del mod replST">
          <ac:chgData name="Negi, Neeraj" userId="2be1b326-6a6d-4d5e-be95-9e0e272af2ef" providerId="ADAL" clId="{62540E0E-20CD-4D37-9DD4-0C1FB63A2D1D}" dt="2025-06-19T10:17:11.663" v="1203"/>
          <ac:spMkLst>
            <pc:docMk/>
            <pc:sldMk cId="624739403" sldId="2147482253"/>
            <ac:spMk id="62" creationId="{AC5C5E65-A1F4-4242-A5CE-D6FF451D0589}"/>
          </ac:spMkLst>
        </pc:spChg>
        <pc:spChg chg="add del mod replST">
          <ac:chgData name="Negi, Neeraj" userId="2be1b326-6a6d-4d5e-be95-9e0e272af2ef" providerId="ADAL" clId="{62540E0E-20CD-4D37-9DD4-0C1FB63A2D1D}" dt="2025-06-19T10:17:11.668" v="1204"/>
          <ac:spMkLst>
            <pc:docMk/>
            <pc:sldMk cId="624739403" sldId="2147482253"/>
            <ac:spMk id="63" creationId="{AF6DA1E8-1708-CE8A-D20D-B0AE8E348609}"/>
          </ac:spMkLst>
        </pc:spChg>
        <pc:spChg chg="add del mod replST">
          <ac:chgData name="Negi, Neeraj" userId="2be1b326-6a6d-4d5e-be95-9e0e272af2ef" providerId="ADAL" clId="{62540E0E-20CD-4D37-9DD4-0C1FB63A2D1D}" dt="2025-06-19T10:17:11.669" v="1205"/>
          <ac:spMkLst>
            <pc:docMk/>
            <pc:sldMk cId="624739403" sldId="2147482253"/>
            <ac:spMk id="64" creationId="{C37A9EE0-5DF2-FAA1-4FD5-7B2D220C0F8A}"/>
          </ac:spMkLst>
        </pc:spChg>
        <pc:spChg chg="add del mod modVis">
          <ac:chgData name="Negi, Neeraj" userId="2be1b326-6a6d-4d5e-be95-9e0e272af2ef" providerId="ADAL" clId="{62540E0E-20CD-4D37-9DD4-0C1FB63A2D1D}" dt="2025-06-19T10:17:09.430" v="1200"/>
          <ac:spMkLst>
            <pc:docMk/>
            <pc:sldMk cId="624739403" sldId="2147482253"/>
            <ac:spMk id="65" creationId="{D51BDFF9-B81A-9A6B-94C0-4379F6F5A5AC}"/>
          </ac:spMkLst>
        </pc:spChg>
        <pc:spChg chg="add del mod modVis">
          <ac:chgData name="Negi, Neeraj" userId="2be1b326-6a6d-4d5e-be95-9e0e272af2ef" providerId="ADAL" clId="{62540E0E-20CD-4D37-9DD4-0C1FB63A2D1D}" dt="2025-06-19T10:17:32.898" v="1303"/>
          <ac:spMkLst>
            <pc:docMk/>
            <pc:sldMk cId="624739403" sldId="2147482253"/>
            <ac:spMk id="68" creationId="{0487CA2C-0042-15CC-C049-0E7C17CB2504}"/>
          </ac:spMkLst>
        </pc:spChg>
        <pc:spChg chg="add del mod modVis">
          <ac:chgData name="Negi, Neeraj" userId="2be1b326-6a6d-4d5e-be95-9e0e272af2ef" providerId="ADAL" clId="{62540E0E-20CD-4D37-9DD4-0C1FB63A2D1D}" dt="2025-06-19T10:18:10.576" v="1360"/>
          <ac:spMkLst>
            <pc:docMk/>
            <pc:sldMk cId="624739403" sldId="2147482253"/>
            <ac:spMk id="70" creationId="{C5F8AC9C-AE18-A3BC-B737-C65F0B892216}"/>
          </ac:spMkLst>
        </pc:spChg>
        <pc:spChg chg="add del mod modVis">
          <ac:chgData name="Negi, Neeraj" userId="2be1b326-6a6d-4d5e-be95-9e0e272af2ef" providerId="ADAL" clId="{62540E0E-20CD-4D37-9DD4-0C1FB63A2D1D}" dt="2025-06-19T10:18:14.047" v="1417"/>
          <ac:spMkLst>
            <pc:docMk/>
            <pc:sldMk cId="624739403" sldId="2147482253"/>
            <ac:spMk id="72" creationId="{4B23787A-F737-1B01-C6DA-5D32DA3EB47B}"/>
          </ac:spMkLst>
        </pc:spChg>
        <pc:spChg chg="add del mod modVis">
          <ac:chgData name="Negi, Neeraj" userId="2be1b326-6a6d-4d5e-be95-9e0e272af2ef" providerId="ADAL" clId="{62540E0E-20CD-4D37-9DD4-0C1FB63A2D1D}" dt="2025-06-19T10:18:18.316" v="1474"/>
          <ac:spMkLst>
            <pc:docMk/>
            <pc:sldMk cId="624739403" sldId="2147482253"/>
            <ac:spMk id="74" creationId="{24D7F4BC-963E-7A07-7551-197CCD8E43F4}"/>
          </ac:spMkLst>
        </pc:spChg>
        <pc:spChg chg="add del mod modVis">
          <ac:chgData name="Negi, Neeraj" userId="2be1b326-6a6d-4d5e-be95-9e0e272af2ef" providerId="ADAL" clId="{62540E0E-20CD-4D37-9DD4-0C1FB63A2D1D}" dt="2025-06-19T10:18:21.781" v="1531"/>
          <ac:spMkLst>
            <pc:docMk/>
            <pc:sldMk cId="624739403" sldId="2147482253"/>
            <ac:spMk id="76" creationId="{60D57E98-C79C-5FD0-E3DF-51FB417DF171}"/>
          </ac:spMkLst>
        </pc:spChg>
        <pc:spChg chg="add del mod modVis">
          <ac:chgData name="Negi, Neeraj" userId="2be1b326-6a6d-4d5e-be95-9e0e272af2ef" providerId="ADAL" clId="{62540E0E-20CD-4D37-9DD4-0C1FB63A2D1D}" dt="2025-06-19T10:18:25.459" v="1588"/>
          <ac:spMkLst>
            <pc:docMk/>
            <pc:sldMk cId="624739403" sldId="2147482253"/>
            <ac:spMk id="78" creationId="{2B1C5B08-95A8-FC26-2FA6-A9C0ACB598AA}"/>
          </ac:spMkLst>
        </pc:spChg>
        <pc:spChg chg="add del mod modVis">
          <ac:chgData name="Negi, Neeraj" userId="2be1b326-6a6d-4d5e-be95-9e0e272af2ef" providerId="ADAL" clId="{62540E0E-20CD-4D37-9DD4-0C1FB63A2D1D}" dt="2025-06-19T10:18:27.258" v="1645"/>
          <ac:spMkLst>
            <pc:docMk/>
            <pc:sldMk cId="624739403" sldId="2147482253"/>
            <ac:spMk id="80" creationId="{FB9692AA-7561-069B-8065-9DA359AE6A75}"/>
          </ac:spMkLst>
        </pc:spChg>
        <pc:spChg chg="add del mod modVis">
          <ac:chgData name="Negi, Neeraj" userId="2be1b326-6a6d-4d5e-be95-9e0e272af2ef" providerId="ADAL" clId="{62540E0E-20CD-4D37-9DD4-0C1FB63A2D1D}" dt="2025-06-19T10:18:41.627" v="1705"/>
          <ac:spMkLst>
            <pc:docMk/>
            <pc:sldMk cId="624739403" sldId="2147482253"/>
            <ac:spMk id="82" creationId="{CDCF664E-D72A-78C2-1FBF-645110B20D3D}"/>
          </ac:spMkLst>
        </pc:spChg>
        <pc:spChg chg="add del mod modVis">
          <ac:chgData name="Negi, Neeraj" userId="2be1b326-6a6d-4d5e-be95-9e0e272af2ef" providerId="ADAL" clId="{62540E0E-20CD-4D37-9DD4-0C1FB63A2D1D}" dt="2025-06-19T10:18:43.067" v="1765"/>
          <ac:spMkLst>
            <pc:docMk/>
            <pc:sldMk cId="624739403" sldId="2147482253"/>
            <ac:spMk id="84" creationId="{A48FC270-AFC4-08A8-B196-BA093604C102}"/>
          </ac:spMkLst>
        </pc:spChg>
        <pc:spChg chg="add del mod modVis">
          <ac:chgData name="Negi, Neeraj" userId="2be1b326-6a6d-4d5e-be95-9e0e272af2ef" providerId="ADAL" clId="{62540E0E-20CD-4D37-9DD4-0C1FB63A2D1D}" dt="2025-06-19T10:18:51.782" v="1825"/>
          <ac:spMkLst>
            <pc:docMk/>
            <pc:sldMk cId="624739403" sldId="2147482253"/>
            <ac:spMk id="86" creationId="{62D4A5AC-D4CC-1BF3-E77F-0F9CACF5A417}"/>
          </ac:spMkLst>
        </pc:spChg>
        <pc:spChg chg="add del mod modVis">
          <ac:chgData name="Negi, Neeraj" userId="2be1b326-6a6d-4d5e-be95-9e0e272af2ef" providerId="ADAL" clId="{62540E0E-20CD-4D37-9DD4-0C1FB63A2D1D}" dt="2025-06-19T10:19:12.646" v="1952"/>
          <ac:spMkLst>
            <pc:docMk/>
            <pc:sldMk cId="624739403" sldId="2147482253"/>
            <ac:spMk id="88" creationId="{7B9BA423-0CB9-C1A7-8B88-AC703CF37827}"/>
          </ac:spMkLst>
        </pc:spChg>
        <pc:spChg chg="add del mod ord replST">
          <ac:chgData name="Negi, Neeraj" userId="2be1b326-6a6d-4d5e-be95-9e0e272af2ef" providerId="ADAL" clId="{62540E0E-20CD-4D37-9DD4-0C1FB63A2D1D}" dt="2025-06-19T10:20:27.938" v="3591"/>
          <ac:spMkLst>
            <pc:docMk/>
            <pc:sldMk cId="624739403" sldId="2147482253"/>
            <ac:spMk id="89" creationId="{D6F733DB-3FC9-1C5F-9CBA-0626624CC4FB}"/>
          </ac:spMkLst>
        </pc:spChg>
        <pc:spChg chg="add del mod ord replST">
          <ac:chgData name="Negi, Neeraj" userId="2be1b326-6a6d-4d5e-be95-9e0e272af2ef" providerId="ADAL" clId="{62540E0E-20CD-4D37-9DD4-0C1FB63A2D1D}" dt="2025-06-19T10:20:03.929" v="3326"/>
          <ac:spMkLst>
            <pc:docMk/>
            <pc:sldMk cId="624739403" sldId="2147482253"/>
            <ac:spMk id="91" creationId="{37B7F417-6FE7-84CB-C51B-660F87C69B1D}"/>
          </ac:spMkLst>
        </pc:spChg>
        <pc:spChg chg="add del mod modVis">
          <ac:chgData name="Negi, Neeraj" userId="2be1b326-6a6d-4d5e-be95-9e0e272af2ef" providerId="ADAL" clId="{62540E0E-20CD-4D37-9DD4-0C1FB63A2D1D}" dt="2025-06-19T10:19:35.309" v="2051"/>
          <ac:spMkLst>
            <pc:docMk/>
            <pc:sldMk cId="624739403" sldId="2147482253"/>
            <ac:spMk id="92" creationId="{D0DB8848-E126-4182-0FA2-A9A739A83666}"/>
          </ac:spMkLst>
        </pc:spChg>
        <pc:spChg chg="add del mod modVis">
          <ac:chgData name="Negi, Neeraj" userId="2be1b326-6a6d-4d5e-be95-9e0e272af2ef" providerId="ADAL" clId="{62540E0E-20CD-4D37-9DD4-0C1FB63A2D1D}" dt="2025-06-19T10:19:45.010" v="2232"/>
          <ac:spMkLst>
            <pc:docMk/>
            <pc:sldMk cId="624739403" sldId="2147482253"/>
            <ac:spMk id="94" creationId="{F277C5E7-F2C3-B41E-0B48-8F9712744F13}"/>
          </ac:spMkLst>
        </pc:spChg>
        <pc:spChg chg="add del mod replST">
          <ac:chgData name="Negi, Neeraj" userId="2be1b326-6a6d-4d5e-be95-9e0e272af2ef" providerId="ADAL" clId="{62540E0E-20CD-4D37-9DD4-0C1FB63A2D1D}" dt="2025-06-19T10:20:03.846" v="3292"/>
          <ac:spMkLst>
            <pc:docMk/>
            <pc:sldMk cId="624739403" sldId="2147482253"/>
            <ac:spMk id="97" creationId="{54A166A8-076B-E0AE-E230-8E004A6DF69B}"/>
          </ac:spMkLst>
        </pc:spChg>
        <pc:spChg chg="add del mod replST">
          <ac:chgData name="Negi, Neeraj" userId="2be1b326-6a6d-4d5e-be95-9e0e272af2ef" providerId="ADAL" clId="{62540E0E-20CD-4D37-9DD4-0C1FB63A2D1D}" dt="2025-06-19T10:20:03.849" v="3297"/>
          <ac:spMkLst>
            <pc:docMk/>
            <pc:sldMk cId="624739403" sldId="2147482253"/>
            <ac:spMk id="98" creationId="{0F739F27-A4B6-5E52-AE1D-5FE08DCCE4A7}"/>
          </ac:spMkLst>
        </pc:spChg>
        <pc:spChg chg="add del mod replST">
          <ac:chgData name="Negi, Neeraj" userId="2be1b326-6a6d-4d5e-be95-9e0e272af2ef" providerId="ADAL" clId="{62540E0E-20CD-4D37-9DD4-0C1FB63A2D1D}" dt="2025-06-19T10:20:03.853" v="3302"/>
          <ac:spMkLst>
            <pc:docMk/>
            <pc:sldMk cId="624739403" sldId="2147482253"/>
            <ac:spMk id="99" creationId="{455BC30B-1E82-6C2D-E79B-104B0610289A}"/>
          </ac:spMkLst>
        </pc:spChg>
        <pc:spChg chg="add del mod replST">
          <ac:chgData name="Negi, Neeraj" userId="2be1b326-6a6d-4d5e-be95-9e0e272af2ef" providerId="ADAL" clId="{62540E0E-20CD-4D37-9DD4-0C1FB63A2D1D}" dt="2025-06-19T10:20:03.856" v="3307"/>
          <ac:spMkLst>
            <pc:docMk/>
            <pc:sldMk cId="624739403" sldId="2147482253"/>
            <ac:spMk id="100" creationId="{62C24F08-194A-E11E-44E7-E5A03C21832D}"/>
          </ac:spMkLst>
        </pc:spChg>
        <pc:spChg chg="add del mod replST">
          <ac:chgData name="Negi, Neeraj" userId="2be1b326-6a6d-4d5e-be95-9e0e272af2ef" providerId="ADAL" clId="{62540E0E-20CD-4D37-9DD4-0C1FB63A2D1D}" dt="2025-06-19T10:19:59.590" v="2719"/>
          <ac:spMkLst>
            <pc:docMk/>
            <pc:sldMk cId="624739403" sldId="2147482253"/>
            <ac:spMk id="101" creationId="{B052B93B-5AAA-81A7-8EC1-D761A70A4911}"/>
          </ac:spMkLst>
        </pc:spChg>
        <pc:spChg chg="add del mod replST">
          <ac:chgData name="Negi, Neeraj" userId="2be1b326-6a6d-4d5e-be95-9e0e272af2ef" providerId="ADAL" clId="{62540E0E-20CD-4D37-9DD4-0C1FB63A2D1D}" dt="2025-06-19T10:20:03.857" v="3308"/>
          <ac:spMkLst>
            <pc:docMk/>
            <pc:sldMk cId="624739403" sldId="2147482253"/>
            <ac:spMk id="102" creationId="{DE4D0819-13C8-F07E-AD26-1D2FF79278C2}"/>
          </ac:spMkLst>
        </pc:spChg>
        <pc:spChg chg="add del mod modVis">
          <ac:chgData name="Negi, Neeraj" userId="2be1b326-6a6d-4d5e-be95-9e0e272af2ef" providerId="ADAL" clId="{62540E0E-20CD-4D37-9DD4-0C1FB63A2D1D}" dt="2025-06-19T10:19:59.849" v="2780"/>
          <ac:spMkLst>
            <pc:docMk/>
            <pc:sldMk cId="624739403" sldId="2147482253"/>
            <ac:spMk id="103" creationId="{71FE7C69-B3A9-BAAC-BFC1-E0B2C03E6811}"/>
          </ac:spMkLst>
        </pc:spChg>
        <pc:spChg chg="add del mod ord replST">
          <ac:chgData name="Negi, Neeraj" userId="2be1b326-6a6d-4d5e-be95-9e0e272af2ef" providerId="ADAL" clId="{62540E0E-20CD-4D37-9DD4-0C1FB63A2D1D}" dt="2025-06-19T10:20:03.944" v="3336"/>
          <ac:spMkLst>
            <pc:docMk/>
            <pc:sldMk cId="624739403" sldId="2147482253"/>
            <ac:spMk id="106" creationId="{846FED00-03A1-5822-90EE-C952315F0BFA}"/>
          </ac:spMkLst>
        </pc:spChg>
        <pc:spChg chg="add del mod ord replST">
          <ac:chgData name="Negi, Neeraj" userId="2be1b326-6a6d-4d5e-be95-9e0e272af2ef" providerId="ADAL" clId="{62540E0E-20CD-4D37-9DD4-0C1FB63A2D1D}" dt="2025-06-19T10:20:03.952" v="3344"/>
          <ac:spMkLst>
            <pc:docMk/>
            <pc:sldMk cId="624739403" sldId="2147482253"/>
            <ac:spMk id="108" creationId="{01849058-D822-6832-5316-A4EBF41BC9B5}"/>
          </ac:spMkLst>
        </pc:spChg>
        <pc:spChg chg="add del mod modVis">
          <ac:chgData name="Negi, Neeraj" userId="2be1b326-6a6d-4d5e-be95-9e0e272af2ef" providerId="ADAL" clId="{62540E0E-20CD-4D37-9DD4-0C1FB63A2D1D}" dt="2025-06-19T10:20:00.855" v="3056"/>
          <ac:spMkLst>
            <pc:docMk/>
            <pc:sldMk cId="624739403" sldId="2147482253"/>
            <ac:spMk id="118" creationId="{F374324C-960E-97DD-0266-4E982C24E3F9}"/>
          </ac:spMkLst>
        </pc:spChg>
        <pc:spChg chg="add del mod modVis">
          <ac:chgData name="Negi, Neeraj" userId="2be1b326-6a6d-4d5e-be95-9e0e272af2ef" providerId="ADAL" clId="{62540E0E-20CD-4D37-9DD4-0C1FB63A2D1D}" dt="2025-06-19T10:20:01.668" v="3287"/>
          <ac:spMkLst>
            <pc:docMk/>
            <pc:sldMk cId="624739403" sldId="2147482253"/>
            <ac:spMk id="123" creationId="{4B0DB694-2788-F280-9758-7EF859ED546C}"/>
          </ac:spMkLst>
        </pc:spChg>
        <pc:spChg chg="add del mod modVis">
          <ac:chgData name="Negi, Neeraj" userId="2be1b326-6a6d-4d5e-be95-9e0e272af2ef" providerId="ADAL" clId="{62540E0E-20CD-4D37-9DD4-0C1FB63A2D1D}" dt="2025-06-19T10:20:18.066" v="3451"/>
          <ac:spMkLst>
            <pc:docMk/>
            <pc:sldMk cId="624739403" sldId="2147482253"/>
            <ac:spMk id="126" creationId="{2A088B6B-1A5D-6FCE-C2FE-FF012E60D59F}"/>
          </ac:spMkLst>
        </pc:spChg>
        <pc:spChg chg="add del mod modVis">
          <ac:chgData name="Negi, Neeraj" userId="2be1b326-6a6d-4d5e-be95-9e0e272af2ef" providerId="ADAL" clId="{62540E0E-20CD-4D37-9DD4-0C1FB63A2D1D}" dt="2025-06-19T10:20:24.933" v="3540"/>
          <ac:spMkLst>
            <pc:docMk/>
            <pc:sldMk cId="624739403" sldId="2147482253"/>
            <ac:spMk id="128" creationId="{AFFF5803-E6FE-F3C1-6790-9C95E3749CDC}"/>
          </ac:spMkLst>
        </pc:spChg>
        <pc:spChg chg="add del mod modVis">
          <ac:chgData name="Negi, Neeraj" userId="2be1b326-6a6d-4d5e-be95-9e0e272af2ef" providerId="ADAL" clId="{62540E0E-20CD-4D37-9DD4-0C1FB63A2D1D}" dt="2025-06-19T10:20:28.125" v="3629"/>
          <ac:spMkLst>
            <pc:docMk/>
            <pc:sldMk cId="624739403" sldId="2147482253"/>
            <ac:spMk id="130" creationId="{C5825A05-6BF1-159B-5702-5B5C3721EA6C}"/>
          </ac:spMkLst>
        </pc:spChg>
        <pc:spChg chg="add del mod modVis">
          <ac:chgData name="Negi, Neeraj" userId="2be1b326-6a6d-4d5e-be95-9e0e272af2ef" providerId="ADAL" clId="{62540E0E-20CD-4D37-9DD4-0C1FB63A2D1D}" dt="2025-06-19T10:20:30.837" v="3758"/>
          <ac:spMkLst>
            <pc:docMk/>
            <pc:sldMk cId="624739403" sldId="2147482253"/>
            <ac:spMk id="132" creationId="{A0BAB1EF-7435-D0A1-D922-CBFF17CD6FCE}"/>
          </ac:spMkLst>
        </pc:spChg>
        <pc:spChg chg="add del mod ord replST">
          <ac:chgData name="Negi, Neeraj" userId="2be1b326-6a6d-4d5e-be95-9e0e272af2ef" providerId="ADAL" clId="{62540E0E-20CD-4D37-9DD4-0C1FB63A2D1D}" dt="2025-06-19T10:20:32.293" v="3811"/>
          <ac:spMkLst>
            <pc:docMk/>
            <pc:sldMk cId="624739403" sldId="2147482253"/>
            <ac:spMk id="133" creationId="{0428738D-748A-1AC5-9943-981814D45258}"/>
          </ac:spMkLst>
        </pc:spChg>
        <pc:spChg chg="add del mod modVis">
          <ac:chgData name="Negi, Neeraj" userId="2be1b326-6a6d-4d5e-be95-9e0e272af2ef" providerId="ADAL" clId="{62540E0E-20CD-4D37-9DD4-0C1FB63A2D1D}" dt="2025-06-19T10:20:32.468" v="3841"/>
          <ac:spMkLst>
            <pc:docMk/>
            <pc:sldMk cId="624739403" sldId="2147482253"/>
            <ac:spMk id="135" creationId="{56BB3019-8D5E-0F1B-3F3E-144A198147F8}"/>
          </ac:spMkLst>
        </pc:spChg>
        <pc:spChg chg="add del mod modVis">
          <ac:chgData name="Negi, Neeraj" userId="2be1b326-6a6d-4d5e-be95-9e0e272af2ef" providerId="ADAL" clId="{62540E0E-20CD-4D37-9DD4-0C1FB63A2D1D}" dt="2025-06-19T10:20:34.820" v="4033"/>
          <ac:spMkLst>
            <pc:docMk/>
            <pc:sldMk cId="624739403" sldId="2147482253"/>
            <ac:spMk id="137" creationId="{19C7F091-1CB6-F7F0-FA08-170C4F849F87}"/>
          </ac:spMkLst>
        </pc:spChg>
        <pc:spChg chg="add del mod ord replST">
          <ac:chgData name="Negi, Neeraj" userId="2be1b326-6a6d-4d5e-be95-9e0e272af2ef" providerId="ADAL" clId="{62540E0E-20CD-4D37-9DD4-0C1FB63A2D1D}" dt="2025-06-19T11:54:54.021" v="9043"/>
          <ac:spMkLst>
            <pc:docMk/>
            <pc:sldMk cId="624739403" sldId="2147482253"/>
            <ac:spMk id="138" creationId="{3CA2355A-841E-E4E9-EF76-A2E1CBEF5E0B}"/>
          </ac:spMkLst>
        </pc:spChg>
        <pc:spChg chg="add del mod ord replST">
          <ac:chgData name="Negi, Neeraj" userId="2be1b326-6a6d-4d5e-be95-9e0e272af2ef" providerId="ADAL" clId="{62540E0E-20CD-4D37-9DD4-0C1FB63A2D1D}" dt="2025-06-19T10:20:54.535" v="4111"/>
          <ac:spMkLst>
            <pc:docMk/>
            <pc:sldMk cId="624739403" sldId="2147482253"/>
            <ac:spMk id="139" creationId="{4113A06D-1DC4-858D-5537-3A4411A85E78}"/>
          </ac:spMkLst>
        </pc:spChg>
        <pc:spChg chg="add del mod modVis">
          <ac:chgData name="Negi, Neeraj" userId="2be1b326-6a6d-4d5e-be95-9e0e272af2ef" providerId="ADAL" clId="{62540E0E-20CD-4D37-9DD4-0C1FB63A2D1D}" dt="2025-06-19T10:20:54.723" v="4143"/>
          <ac:spMkLst>
            <pc:docMk/>
            <pc:sldMk cId="624739403" sldId="2147482253"/>
            <ac:spMk id="141" creationId="{AB3A99D0-0CF7-5844-A327-71E1239E4085}"/>
          </ac:spMkLst>
        </pc:spChg>
        <pc:spChg chg="add del mod modVis">
          <ac:chgData name="Negi, Neeraj" userId="2be1b326-6a6d-4d5e-be95-9e0e272af2ef" providerId="ADAL" clId="{62540E0E-20CD-4D37-9DD4-0C1FB63A2D1D}" dt="2025-06-19T10:21:07.016" v="4238"/>
          <ac:spMkLst>
            <pc:docMk/>
            <pc:sldMk cId="624739403" sldId="2147482253"/>
            <ac:spMk id="143" creationId="{DEF993EB-9528-0D16-24BB-1608D97DA6A8}"/>
          </ac:spMkLst>
        </pc:spChg>
        <pc:spChg chg="add del mod modVis">
          <ac:chgData name="Negi, Neeraj" userId="2be1b326-6a6d-4d5e-be95-9e0e272af2ef" providerId="ADAL" clId="{62540E0E-20CD-4D37-9DD4-0C1FB63A2D1D}" dt="2025-06-19T10:21:39.796" v="4380"/>
          <ac:spMkLst>
            <pc:docMk/>
            <pc:sldMk cId="624739403" sldId="2147482253"/>
            <ac:spMk id="145" creationId="{83824C08-C7F3-43D9-46C1-7DFEDEF999BE}"/>
          </ac:spMkLst>
        </pc:spChg>
        <pc:spChg chg="add del mod ord replST">
          <ac:chgData name="Negi, Neeraj" userId="2be1b326-6a6d-4d5e-be95-9e0e272af2ef" providerId="ADAL" clId="{62540E0E-20CD-4D37-9DD4-0C1FB63A2D1D}" dt="2025-06-19T11:54:48.781" v="9022"/>
          <ac:spMkLst>
            <pc:docMk/>
            <pc:sldMk cId="624739403" sldId="2147482253"/>
            <ac:spMk id="147" creationId="{3C5C7F19-98E3-13FF-8CE2-61ADDFADA09F}"/>
          </ac:spMkLst>
        </pc:spChg>
        <pc:spChg chg="add del mod ord replST">
          <ac:chgData name="Negi, Neeraj" userId="2be1b326-6a6d-4d5e-be95-9e0e272af2ef" providerId="ADAL" clId="{62540E0E-20CD-4D37-9DD4-0C1FB63A2D1D}" dt="2025-06-19T11:54:48.780" v="9019"/>
          <ac:spMkLst>
            <pc:docMk/>
            <pc:sldMk cId="624739403" sldId="2147482253"/>
            <ac:spMk id="148" creationId="{F94B4314-6779-2247-5EF1-090AF2415524}"/>
          </ac:spMkLst>
        </pc:spChg>
        <pc:spChg chg="add del mod ord replST">
          <ac:chgData name="Negi, Neeraj" userId="2be1b326-6a6d-4d5e-be95-9e0e272af2ef" providerId="ADAL" clId="{62540E0E-20CD-4D37-9DD4-0C1FB63A2D1D}" dt="2025-06-19T11:54:48.778" v="9016"/>
          <ac:spMkLst>
            <pc:docMk/>
            <pc:sldMk cId="624739403" sldId="2147482253"/>
            <ac:spMk id="149" creationId="{E42838E9-A43B-4E1C-2065-CFD706E434F2}"/>
          </ac:spMkLst>
        </pc:spChg>
        <pc:spChg chg="add del mod ord replST">
          <ac:chgData name="Negi, Neeraj" userId="2be1b326-6a6d-4d5e-be95-9e0e272af2ef" providerId="ADAL" clId="{62540E0E-20CD-4D37-9DD4-0C1FB63A2D1D}" dt="2025-06-19T11:54:48.776" v="9013"/>
          <ac:spMkLst>
            <pc:docMk/>
            <pc:sldMk cId="624739403" sldId="2147482253"/>
            <ac:spMk id="150" creationId="{2F4F7BA7-D7EC-08EA-EDD0-20F9DB46AB3F}"/>
          </ac:spMkLst>
        </pc:spChg>
        <pc:spChg chg="add del mod modVis">
          <ac:chgData name="Negi, Neeraj" userId="2be1b326-6a6d-4d5e-be95-9e0e272af2ef" providerId="ADAL" clId="{62540E0E-20CD-4D37-9DD4-0C1FB63A2D1D}" dt="2025-06-19T10:28:07.082" v="5335"/>
          <ac:spMkLst>
            <pc:docMk/>
            <pc:sldMk cId="624739403" sldId="2147482253"/>
            <ac:spMk id="156" creationId="{30EFE6F1-07C7-2B73-5EFB-2A06E129A0FB}"/>
          </ac:spMkLst>
        </pc:spChg>
        <pc:spChg chg="add del mod replST">
          <ac:chgData name="Negi, Neeraj" userId="2be1b326-6a6d-4d5e-be95-9e0e272af2ef" providerId="ADAL" clId="{62540E0E-20CD-4D37-9DD4-0C1FB63A2D1D}" dt="2025-06-19T11:54:48.790" v="9037"/>
          <ac:spMkLst>
            <pc:docMk/>
            <pc:sldMk cId="624739403" sldId="2147482253"/>
            <ac:spMk id="157" creationId="{53735BAF-2B7D-913A-14B1-D32B40B31D72}"/>
          </ac:spMkLst>
        </pc:spChg>
        <pc:spChg chg="add del mod replST">
          <ac:chgData name="Negi, Neeraj" userId="2be1b326-6a6d-4d5e-be95-9e0e272af2ef" providerId="ADAL" clId="{62540E0E-20CD-4D37-9DD4-0C1FB63A2D1D}" dt="2025-06-19T11:54:48.788" v="9031"/>
          <ac:spMkLst>
            <pc:docMk/>
            <pc:sldMk cId="624739403" sldId="2147482253"/>
            <ac:spMk id="158" creationId="{3AEF953A-17A6-6F57-9B18-E9F2E89195A9}"/>
          </ac:spMkLst>
        </pc:spChg>
        <pc:spChg chg="add del mod replST">
          <ac:chgData name="Negi, Neeraj" userId="2be1b326-6a6d-4d5e-be95-9e0e272af2ef" providerId="ADAL" clId="{62540E0E-20CD-4D37-9DD4-0C1FB63A2D1D}" dt="2025-06-19T11:54:48.787" v="9029"/>
          <ac:spMkLst>
            <pc:docMk/>
            <pc:sldMk cId="624739403" sldId="2147482253"/>
            <ac:spMk id="159" creationId="{51D4DC43-6E41-E9E1-36A9-465A5563FD71}"/>
          </ac:spMkLst>
        </pc:spChg>
        <pc:spChg chg="add del mod replST">
          <ac:chgData name="Negi, Neeraj" userId="2be1b326-6a6d-4d5e-be95-9e0e272af2ef" providerId="ADAL" clId="{62540E0E-20CD-4D37-9DD4-0C1FB63A2D1D}" dt="2025-06-19T11:54:48.774" v="9011"/>
          <ac:spMkLst>
            <pc:docMk/>
            <pc:sldMk cId="624739403" sldId="2147482253"/>
            <ac:spMk id="160" creationId="{EFA5CDC0-8C0A-9065-62EA-52F4E0AB79E0}"/>
          </ac:spMkLst>
        </pc:spChg>
        <pc:spChg chg="add del mod replST">
          <ac:chgData name="Negi, Neeraj" userId="2be1b326-6a6d-4d5e-be95-9e0e272af2ef" providerId="ADAL" clId="{62540E0E-20CD-4D37-9DD4-0C1FB63A2D1D}" dt="2025-06-19T11:54:48.771" v="9008"/>
          <ac:spMkLst>
            <pc:docMk/>
            <pc:sldMk cId="624739403" sldId="2147482253"/>
            <ac:spMk id="161" creationId="{37318553-A875-A9A8-96CA-E173AF21C88C}"/>
          </ac:spMkLst>
        </pc:spChg>
        <pc:spChg chg="add del mod replST">
          <ac:chgData name="Negi, Neeraj" userId="2be1b326-6a6d-4d5e-be95-9e0e272af2ef" providerId="ADAL" clId="{62540E0E-20CD-4D37-9DD4-0C1FB63A2D1D}" dt="2025-06-19T10:28:44.186" v="7026"/>
          <ac:spMkLst>
            <pc:docMk/>
            <pc:sldMk cId="624739403" sldId="2147482253"/>
            <ac:spMk id="162" creationId="{EBC2D444-975F-9BD3-9E75-FE47B3553EE9}"/>
          </ac:spMkLst>
        </pc:spChg>
        <pc:spChg chg="add del mod replST">
          <ac:chgData name="Negi, Neeraj" userId="2be1b326-6a6d-4d5e-be95-9e0e272af2ef" providerId="ADAL" clId="{62540E0E-20CD-4D37-9DD4-0C1FB63A2D1D}" dt="2025-06-19T10:28:46.450" v="7193"/>
          <ac:spMkLst>
            <pc:docMk/>
            <pc:sldMk cId="624739403" sldId="2147482253"/>
            <ac:spMk id="163" creationId="{5143C76A-0767-DCC6-A4D3-A84D6B96DF99}"/>
          </ac:spMkLst>
        </pc:spChg>
        <pc:spChg chg="add del mod replST">
          <ac:chgData name="Negi, Neeraj" userId="2be1b326-6a6d-4d5e-be95-9e0e272af2ef" providerId="ADAL" clId="{62540E0E-20CD-4D37-9DD4-0C1FB63A2D1D}" dt="2025-06-19T11:54:48.787" v="9030"/>
          <ac:spMkLst>
            <pc:docMk/>
            <pc:sldMk cId="624739403" sldId="2147482253"/>
            <ac:spMk id="164" creationId="{C1BE4B96-E88B-F4BD-1B8D-19AE8B7478BE}"/>
          </ac:spMkLst>
        </pc:spChg>
        <pc:spChg chg="add del mod replST">
          <ac:chgData name="Negi, Neeraj" userId="2be1b326-6a6d-4d5e-be95-9e0e272af2ef" providerId="ADAL" clId="{62540E0E-20CD-4D37-9DD4-0C1FB63A2D1D}" dt="2025-06-19T11:54:48.786" v="9028"/>
          <ac:spMkLst>
            <pc:docMk/>
            <pc:sldMk cId="624739403" sldId="2147482253"/>
            <ac:spMk id="165" creationId="{7774BC9A-62B7-7C34-DC3E-DDF412BBFDDF}"/>
          </ac:spMkLst>
        </pc:spChg>
        <pc:spChg chg="add del mod replST">
          <ac:chgData name="Negi, Neeraj" userId="2be1b326-6a6d-4d5e-be95-9e0e272af2ef" providerId="ADAL" clId="{62540E0E-20CD-4D37-9DD4-0C1FB63A2D1D}" dt="2025-06-19T10:28:44.192" v="7030"/>
          <ac:spMkLst>
            <pc:docMk/>
            <pc:sldMk cId="624739403" sldId="2147482253"/>
            <ac:spMk id="167" creationId="{EDE11617-91E1-5332-CBD1-E4E5D66B4625}"/>
          </ac:spMkLst>
        </pc:spChg>
        <pc:spChg chg="add del mod replST">
          <ac:chgData name="Negi, Neeraj" userId="2be1b326-6a6d-4d5e-be95-9e0e272af2ef" providerId="ADAL" clId="{62540E0E-20CD-4D37-9DD4-0C1FB63A2D1D}" dt="2025-06-19T10:28:44.199" v="7034"/>
          <ac:spMkLst>
            <pc:docMk/>
            <pc:sldMk cId="624739403" sldId="2147482253"/>
            <ac:spMk id="168" creationId="{224CF3FA-0EDE-C76E-12E1-126C38AB4EB8}"/>
          </ac:spMkLst>
        </pc:spChg>
        <pc:spChg chg="add del mod replST">
          <ac:chgData name="Negi, Neeraj" userId="2be1b326-6a6d-4d5e-be95-9e0e272af2ef" providerId="ADAL" clId="{62540E0E-20CD-4D37-9DD4-0C1FB63A2D1D}" dt="2025-06-19T10:28:44.204" v="7038"/>
          <ac:spMkLst>
            <pc:docMk/>
            <pc:sldMk cId="624739403" sldId="2147482253"/>
            <ac:spMk id="169" creationId="{6757846B-BAB6-8565-E9C1-D20F42AD671A}"/>
          </ac:spMkLst>
        </pc:spChg>
        <pc:spChg chg="add del mod replST">
          <ac:chgData name="Negi, Neeraj" userId="2be1b326-6a6d-4d5e-be95-9e0e272af2ef" providerId="ADAL" clId="{62540E0E-20CD-4D37-9DD4-0C1FB63A2D1D}" dt="2025-06-19T10:28:44.210" v="7042"/>
          <ac:spMkLst>
            <pc:docMk/>
            <pc:sldMk cId="624739403" sldId="2147482253"/>
            <ac:spMk id="170" creationId="{74A79422-E321-BDB6-31B4-6254DBDEF518}"/>
          </ac:spMkLst>
        </pc:spChg>
        <pc:spChg chg="add del mod replST">
          <ac:chgData name="Negi, Neeraj" userId="2be1b326-6a6d-4d5e-be95-9e0e272af2ef" providerId="ADAL" clId="{62540E0E-20CD-4D37-9DD4-0C1FB63A2D1D}" dt="2025-06-19T10:28:44.217" v="7046"/>
          <ac:spMkLst>
            <pc:docMk/>
            <pc:sldMk cId="624739403" sldId="2147482253"/>
            <ac:spMk id="171" creationId="{BC4A7CBD-B5A2-F02A-CA55-D9D4C49EE65F}"/>
          </ac:spMkLst>
        </pc:spChg>
        <pc:spChg chg="add del mod replST">
          <ac:chgData name="Negi, Neeraj" userId="2be1b326-6a6d-4d5e-be95-9e0e272af2ef" providerId="ADAL" clId="{62540E0E-20CD-4D37-9DD4-0C1FB63A2D1D}" dt="2025-06-19T10:28:44.224" v="7050"/>
          <ac:spMkLst>
            <pc:docMk/>
            <pc:sldMk cId="624739403" sldId="2147482253"/>
            <ac:spMk id="172" creationId="{EBD36C54-E297-B22A-E901-D5E3886D036F}"/>
          </ac:spMkLst>
        </pc:spChg>
        <pc:spChg chg="add del mod replST">
          <ac:chgData name="Negi, Neeraj" userId="2be1b326-6a6d-4d5e-be95-9e0e272af2ef" providerId="ADAL" clId="{62540E0E-20CD-4D37-9DD4-0C1FB63A2D1D}" dt="2025-06-19T10:28:44.229" v="7054"/>
          <ac:spMkLst>
            <pc:docMk/>
            <pc:sldMk cId="624739403" sldId="2147482253"/>
            <ac:spMk id="173" creationId="{9864A2D5-8AC6-BE9D-9E19-E054ED44E989}"/>
          </ac:spMkLst>
        </pc:spChg>
        <pc:spChg chg="add del mod replST">
          <ac:chgData name="Negi, Neeraj" userId="2be1b326-6a6d-4d5e-be95-9e0e272af2ef" providerId="ADAL" clId="{62540E0E-20CD-4D37-9DD4-0C1FB63A2D1D}" dt="2025-06-19T10:28:44.235" v="7058"/>
          <ac:spMkLst>
            <pc:docMk/>
            <pc:sldMk cId="624739403" sldId="2147482253"/>
            <ac:spMk id="174" creationId="{4AEAB3ED-6BFA-57FC-1168-7D2663693BA0}"/>
          </ac:spMkLst>
        </pc:spChg>
        <pc:spChg chg="add del mod replST">
          <ac:chgData name="Negi, Neeraj" userId="2be1b326-6a6d-4d5e-be95-9e0e272af2ef" providerId="ADAL" clId="{62540E0E-20CD-4D37-9DD4-0C1FB63A2D1D}" dt="2025-06-19T10:28:44.242" v="7062"/>
          <ac:spMkLst>
            <pc:docMk/>
            <pc:sldMk cId="624739403" sldId="2147482253"/>
            <ac:spMk id="175" creationId="{D8A59FD6-09CA-0D20-575F-D1D12F3DA3A0}"/>
          </ac:spMkLst>
        </pc:spChg>
        <pc:spChg chg="add del mod modVis">
          <ac:chgData name="Negi, Neeraj" userId="2be1b326-6a6d-4d5e-be95-9e0e272af2ef" providerId="ADAL" clId="{62540E0E-20CD-4D37-9DD4-0C1FB63A2D1D}" dt="2025-06-19T10:28:26.219" v="6390"/>
          <ac:spMkLst>
            <pc:docMk/>
            <pc:sldMk cId="624739403" sldId="2147482253"/>
            <ac:spMk id="176" creationId="{4EC9411F-5903-0CAC-4B61-B4A36EED1A5A}"/>
          </ac:spMkLst>
        </pc:spChg>
        <pc:spChg chg="add del mod ord replST">
          <ac:chgData name="Negi, Neeraj" userId="2be1b326-6a6d-4d5e-be95-9e0e272af2ef" providerId="ADAL" clId="{62540E0E-20CD-4D37-9DD4-0C1FB63A2D1D}" dt="2025-06-19T10:28:46.077" v="7155"/>
          <ac:spMkLst>
            <pc:docMk/>
            <pc:sldMk cId="624739403" sldId="2147482253"/>
            <ac:spMk id="177" creationId="{6A5DA47D-93B2-8D61-B393-8EE1B6F543ED}"/>
          </ac:spMkLst>
        </pc:spChg>
        <pc:spChg chg="add del mod ord replST">
          <ac:chgData name="Negi, Neeraj" userId="2be1b326-6a6d-4d5e-be95-9e0e272af2ef" providerId="ADAL" clId="{62540E0E-20CD-4D37-9DD4-0C1FB63A2D1D}" dt="2025-06-19T10:28:46.094" v="7162"/>
          <ac:spMkLst>
            <pc:docMk/>
            <pc:sldMk cId="624739403" sldId="2147482253"/>
            <ac:spMk id="178" creationId="{781806D7-39E5-276A-7D1D-7CF17C5C032B}"/>
          </ac:spMkLst>
        </pc:spChg>
        <pc:spChg chg="add del mod ord replST">
          <ac:chgData name="Negi, Neeraj" userId="2be1b326-6a6d-4d5e-be95-9e0e272af2ef" providerId="ADAL" clId="{62540E0E-20CD-4D37-9DD4-0C1FB63A2D1D}" dt="2025-06-19T10:28:46.051" v="7148"/>
          <ac:spMkLst>
            <pc:docMk/>
            <pc:sldMk cId="624739403" sldId="2147482253"/>
            <ac:spMk id="179" creationId="{CDD61AD8-3044-7C51-C623-8D9999EA99DB}"/>
          </ac:spMkLst>
        </pc:spChg>
        <pc:spChg chg="add del mod ord replST">
          <ac:chgData name="Negi, Neeraj" userId="2be1b326-6a6d-4d5e-be95-9e0e272af2ef" providerId="ADAL" clId="{62540E0E-20CD-4D37-9DD4-0C1FB63A2D1D}" dt="2025-06-19T10:28:46.080" v="7157"/>
          <ac:spMkLst>
            <pc:docMk/>
            <pc:sldMk cId="624739403" sldId="2147482253"/>
            <ac:spMk id="180" creationId="{ED7BFD77-32A8-B51F-90D5-4119A507EA58}"/>
          </ac:spMkLst>
        </pc:spChg>
        <pc:spChg chg="add del mod ord replST">
          <ac:chgData name="Negi, Neeraj" userId="2be1b326-6a6d-4d5e-be95-9e0e272af2ef" providerId="ADAL" clId="{62540E0E-20CD-4D37-9DD4-0C1FB63A2D1D}" dt="2025-06-19T10:29:01.559" v="8095"/>
          <ac:spMkLst>
            <pc:docMk/>
            <pc:sldMk cId="624739403" sldId="2147482253"/>
            <ac:spMk id="181" creationId="{DFA8EAFD-DE36-9278-F837-B1723DAF012C}"/>
          </ac:spMkLst>
        </pc:spChg>
        <pc:spChg chg="add del mod ord replST">
          <ac:chgData name="Negi, Neeraj" userId="2be1b326-6a6d-4d5e-be95-9e0e272af2ef" providerId="ADAL" clId="{62540E0E-20CD-4D37-9DD4-0C1FB63A2D1D}" dt="2025-06-19T10:29:01.959" v="8255"/>
          <ac:spMkLst>
            <pc:docMk/>
            <pc:sldMk cId="624739403" sldId="2147482253"/>
            <ac:spMk id="182" creationId="{C42D49C0-5C21-B267-5FBB-C3B50457EAA6}"/>
          </ac:spMkLst>
        </pc:spChg>
        <pc:spChg chg="add del mod ord replST">
          <ac:chgData name="Negi, Neeraj" userId="2be1b326-6a6d-4d5e-be95-9e0e272af2ef" providerId="ADAL" clId="{62540E0E-20CD-4D37-9DD4-0C1FB63A2D1D}" dt="2025-06-19T10:28:46.054" v="7150"/>
          <ac:spMkLst>
            <pc:docMk/>
            <pc:sldMk cId="624739403" sldId="2147482253"/>
            <ac:spMk id="183" creationId="{E7176C2F-038C-FC69-DCA7-1D5C75B28234}"/>
          </ac:spMkLst>
        </pc:spChg>
        <pc:spChg chg="add del mod ord replST">
          <ac:chgData name="Negi, Neeraj" userId="2be1b326-6a6d-4d5e-be95-9e0e272af2ef" providerId="ADAL" clId="{62540E0E-20CD-4D37-9DD4-0C1FB63A2D1D}" dt="2025-06-19T10:28:46.085" v="7159"/>
          <ac:spMkLst>
            <pc:docMk/>
            <pc:sldMk cId="624739403" sldId="2147482253"/>
            <ac:spMk id="184" creationId="{0074B0BA-1574-4E42-17EC-4848EA180281}"/>
          </ac:spMkLst>
        </pc:spChg>
        <pc:spChg chg="add del mod ord replST">
          <ac:chgData name="Negi, Neeraj" userId="2be1b326-6a6d-4d5e-be95-9e0e272af2ef" providerId="ADAL" clId="{62540E0E-20CD-4D37-9DD4-0C1FB63A2D1D}" dt="2025-06-19T10:29:01.951" v="8249"/>
          <ac:spMkLst>
            <pc:docMk/>
            <pc:sldMk cId="624739403" sldId="2147482253"/>
            <ac:spMk id="185" creationId="{A8166A56-1968-5982-C22E-726FCC51AD47}"/>
          </ac:spMkLst>
        </pc:spChg>
        <pc:spChg chg="add del mod replST">
          <ac:chgData name="Negi, Neeraj" userId="2be1b326-6a6d-4d5e-be95-9e0e272af2ef" providerId="ADAL" clId="{62540E0E-20CD-4D37-9DD4-0C1FB63A2D1D}" dt="2025-06-19T11:54:48.786" v="9027"/>
          <ac:spMkLst>
            <pc:docMk/>
            <pc:sldMk cId="624739403" sldId="2147482253"/>
            <ac:spMk id="197" creationId="{38340EB4-1756-D798-7273-29BFA7CACBE5}"/>
          </ac:spMkLst>
        </pc:spChg>
        <pc:spChg chg="add del mod modVis">
          <ac:chgData name="Negi, Neeraj" userId="2be1b326-6a6d-4d5e-be95-9e0e272af2ef" providerId="ADAL" clId="{62540E0E-20CD-4D37-9DD4-0C1FB63A2D1D}" dt="2025-06-19T10:28:37.872" v="6810"/>
          <ac:spMkLst>
            <pc:docMk/>
            <pc:sldMk cId="624739403" sldId="2147482253"/>
            <ac:spMk id="198" creationId="{4FC6B4E9-3631-92A3-93DD-8D9F494438E3}"/>
          </ac:spMkLst>
        </pc:spChg>
        <pc:spChg chg="add del mod modVis">
          <ac:chgData name="Negi, Neeraj" userId="2be1b326-6a6d-4d5e-be95-9e0e272af2ef" providerId="ADAL" clId="{62540E0E-20CD-4D37-9DD4-0C1FB63A2D1D}" dt="2025-06-19T10:28:43.192" v="6980"/>
          <ac:spMkLst>
            <pc:docMk/>
            <pc:sldMk cId="624739403" sldId="2147482253"/>
            <ac:spMk id="203" creationId="{B9CD2E1B-6327-92D1-5C61-A1AF69F094C7}"/>
          </ac:spMkLst>
        </pc:spChg>
        <pc:spChg chg="add del mod modVis">
          <ac:chgData name="Negi, Neeraj" userId="2be1b326-6a6d-4d5e-be95-9e0e272af2ef" providerId="ADAL" clId="{62540E0E-20CD-4D37-9DD4-0C1FB63A2D1D}" dt="2025-06-19T10:28:44.440" v="7140"/>
          <ac:spMkLst>
            <pc:docMk/>
            <pc:sldMk cId="624739403" sldId="2147482253"/>
            <ac:spMk id="205" creationId="{F46834A3-5786-BCE3-0C3A-104373BED147}"/>
          </ac:spMkLst>
        </pc:spChg>
        <pc:spChg chg="add del mod modVis">
          <ac:chgData name="Negi, Neeraj" userId="2be1b326-6a6d-4d5e-be95-9e0e272af2ef" providerId="ADAL" clId="{62540E0E-20CD-4D37-9DD4-0C1FB63A2D1D}" dt="2025-06-19T10:28:46.953" v="7330"/>
          <ac:spMkLst>
            <pc:docMk/>
            <pc:sldMk cId="624739403" sldId="2147482253"/>
            <ac:spMk id="207" creationId="{B97D38D0-A9D6-5242-F7C6-FF23DA2B81DA}"/>
          </ac:spMkLst>
        </pc:spChg>
        <pc:spChg chg="add del mod replST">
          <ac:chgData name="Negi, Neeraj" userId="2be1b326-6a6d-4d5e-be95-9e0e272af2ef" providerId="ADAL" clId="{62540E0E-20CD-4D37-9DD4-0C1FB63A2D1D}" dt="2025-06-19T10:28:53.322" v="7493"/>
          <ac:spMkLst>
            <pc:docMk/>
            <pc:sldMk cId="624739403" sldId="2147482253"/>
            <ac:spMk id="209" creationId="{5D2B0984-8E87-695D-7AD6-EE48AF940ABB}"/>
          </ac:spMkLst>
        </pc:spChg>
        <pc:spChg chg="add del mod replST">
          <ac:chgData name="Negi, Neeraj" userId="2be1b326-6a6d-4d5e-be95-9e0e272af2ef" providerId="ADAL" clId="{62540E0E-20CD-4D37-9DD4-0C1FB63A2D1D}" dt="2025-06-19T10:28:53.339" v="7503"/>
          <ac:spMkLst>
            <pc:docMk/>
            <pc:sldMk cId="624739403" sldId="2147482253"/>
            <ac:spMk id="210" creationId="{0660D859-AAC8-D974-F960-B729263065FF}"/>
          </ac:spMkLst>
        </pc:spChg>
        <pc:spChg chg="add del mod replST">
          <ac:chgData name="Negi, Neeraj" userId="2be1b326-6a6d-4d5e-be95-9e0e272af2ef" providerId="ADAL" clId="{62540E0E-20CD-4D37-9DD4-0C1FB63A2D1D}" dt="2025-06-19T10:28:53.354" v="7511"/>
          <ac:spMkLst>
            <pc:docMk/>
            <pc:sldMk cId="624739403" sldId="2147482253"/>
            <ac:spMk id="211" creationId="{C59E5F5A-C4A1-304F-2208-3903AB0661E3}"/>
          </ac:spMkLst>
        </pc:spChg>
        <pc:spChg chg="add del mod replST">
          <ac:chgData name="Negi, Neeraj" userId="2be1b326-6a6d-4d5e-be95-9e0e272af2ef" providerId="ADAL" clId="{62540E0E-20CD-4D37-9DD4-0C1FB63A2D1D}" dt="2025-06-19T11:54:48.785" v="9026"/>
          <ac:spMkLst>
            <pc:docMk/>
            <pc:sldMk cId="624739403" sldId="2147482253"/>
            <ac:spMk id="212" creationId="{215E211A-1546-9C01-A7C9-8ECB5837A263}"/>
          </ac:spMkLst>
        </pc:spChg>
        <pc:spChg chg="add del mod modVis">
          <ac:chgData name="Negi, Neeraj" userId="2be1b326-6a6d-4d5e-be95-9e0e272af2ef" providerId="ADAL" clId="{62540E0E-20CD-4D37-9DD4-0C1FB63A2D1D}" dt="2025-06-19T10:28:53.683" v="7573"/>
          <ac:spMkLst>
            <pc:docMk/>
            <pc:sldMk cId="624739403" sldId="2147482253"/>
            <ac:spMk id="213" creationId="{637AB2BA-3CFB-94C7-03D2-F097AE771BED}"/>
          </ac:spMkLst>
        </pc:spChg>
        <pc:spChg chg="add del mod modVis">
          <ac:chgData name="Negi, Neeraj" userId="2be1b326-6a6d-4d5e-be95-9e0e272af2ef" providerId="ADAL" clId="{62540E0E-20CD-4D37-9DD4-0C1FB63A2D1D}" dt="2025-06-19T10:29:01.925" v="8243"/>
          <ac:spMkLst>
            <pc:docMk/>
            <pc:sldMk cId="624739403" sldId="2147482253"/>
            <ac:spMk id="215" creationId="{6FAF67BF-6018-BA1C-7517-D33731C2FA9C}"/>
          </ac:spMkLst>
        </pc:spChg>
        <pc:spChg chg="add del mod ord replST">
          <ac:chgData name="Negi, Neeraj" userId="2be1b326-6a6d-4d5e-be95-9e0e272af2ef" providerId="ADAL" clId="{62540E0E-20CD-4D37-9DD4-0C1FB63A2D1D}" dt="2025-06-19T11:54:48.789" v="9035"/>
          <ac:spMkLst>
            <pc:docMk/>
            <pc:sldMk cId="624739403" sldId="2147482253"/>
            <ac:spMk id="216" creationId="{8517A1ED-EE7E-E919-369A-F8996734DB14}"/>
          </ac:spMkLst>
        </pc:spChg>
        <pc:spChg chg="add del mod ord replST">
          <ac:chgData name="Negi, Neeraj" userId="2be1b326-6a6d-4d5e-be95-9e0e272af2ef" providerId="ADAL" clId="{62540E0E-20CD-4D37-9DD4-0C1FB63A2D1D}" dt="2025-06-19T11:54:48.789" v="9033"/>
          <ac:spMkLst>
            <pc:docMk/>
            <pc:sldMk cId="624739403" sldId="2147482253"/>
            <ac:spMk id="217" creationId="{94786CF8-04C1-9F8F-589B-CC97585F52A0}"/>
          </ac:spMkLst>
        </pc:spChg>
        <pc:spChg chg="add del mod replST">
          <ac:chgData name="Negi, Neeraj" userId="2be1b326-6a6d-4d5e-be95-9e0e272af2ef" providerId="ADAL" clId="{62540E0E-20CD-4D37-9DD4-0C1FB63A2D1D}" dt="2025-06-19T11:54:48.790" v="9036"/>
          <ac:spMkLst>
            <pc:docMk/>
            <pc:sldMk cId="624739403" sldId="2147482253"/>
            <ac:spMk id="218" creationId="{6C9DECB1-804F-71FF-2F15-79C4B13DA616}"/>
          </ac:spMkLst>
        </pc:spChg>
        <pc:spChg chg="add del mod ord replST">
          <ac:chgData name="Negi, Neeraj" userId="2be1b326-6a6d-4d5e-be95-9e0e272af2ef" providerId="ADAL" clId="{62540E0E-20CD-4D37-9DD4-0C1FB63A2D1D}" dt="2025-06-19T10:29:02.515" v="8337"/>
          <ac:spMkLst>
            <pc:docMk/>
            <pc:sldMk cId="624739403" sldId="2147482253"/>
            <ac:spMk id="219" creationId="{F1FFC761-D72B-7FBA-30F9-4197DC2912D6}"/>
          </ac:spMkLst>
        </pc:spChg>
        <pc:spChg chg="add del mod ord replST">
          <ac:chgData name="Negi, Neeraj" userId="2be1b326-6a6d-4d5e-be95-9e0e272af2ef" providerId="ADAL" clId="{62540E0E-20CD-4D37-9DD4-0C1FB63A2D1D}" dt="2025-06-19T10:29:02.512" v="8335"/>
          <ac:spMkLst>
            <pc:docMk/>
            <pc:sldMk cId="624739403" sldId="2147482253"/>
            <ac:spMk id="220" creationId="{1CDE01BC-BE77-A20E-8E16-9199F9CA2450}"/>
          </ac:spMkLst>
        </pc:spChg>
        <pc:spChg chg="add del mod ord replST">
          <ac:chgData name="Negi, Neeraj" userId="2be1b326-6a6d-4d5e-be95-9e0e272af2ef" providerId="ADAL" clId="{62540E0E-20CD-4D37-9DD4-0C1FB63A2D1D}" dt="2025-06-19T10:29:01.953" v="8251"/>
          <ac:spMkLst>
            <pc:docMk/>
            <pc:sldMk cId="624739403" sldId="2147482253"/>
            <ac:spMk id="221" creationId="{80DE5148-6C76-AD93-D2ED-3C796E9E2DED}"/>
          </ac:spMkLst>
        </pc:spChg>
        <pc:spChg chg="add del mod ord replST">
          <ac:chgData name="Negi, Neeraj" userId="2be1b326-6a6d-4d5e-be95-9e0e272af2ef" providerId="ADAL" clId="{62540E0E-20CD-4D37-9DD4-0C1FB63A2D1D}" dt="2025-06-19T10:29:01.957" v="8253"/>
          <ac:spMkLst>
            <pc:docMk/>
            <pc:sldMk cId="624739403" sldId="2147482253"/>
            <ac:spMk id="222" creationId="{9515FE98-670F-36E6-8AC7-77CE74D48F6C}"/>
          </ac:spMkLst>
        </pc:spChg>
        <pc:spChg chg="add del mod ord replST">
          <ac:chgData name="Negi, Neeraj" userId="2be1b326-6a6d-4d5e-be95-9e0e272af2ef" providerId="ADAL" clId="{62540E0E-20CD-4D37-9DD4-0C1FB63A2D1D}" dt="2025-06-19T11:54:48.784" v="9025"/>
          <ac:spMkLst>
            <pc:docMk/>
            <pc:sldMk cId="624739403" sldId="2147482253"/>
            <ac:spMk id="223" creationId="{3E933A79-6E24-50CA-9630-ADD3FD6DDB04}"/>
          </ac:spMkLst>
        </pc:spChg>
        <pc:spChg chg="add del mod modVis">
          <ac:chgData name="Negi, Neeraj" userId="2be1b326-6a6d-4d5e-be95-9e0e272af2ef" providerId="ADAL" clId="{62540E0E-20CD-4D37-9DD4-0C1FB63A2D1D}" dt="2025-06-19T10:29:02.801" v="8430"/>
          <ac:spMkLst>
            <pc:docMk/>
            <pc:sldMk cId="624739403" sldId="2147482253"/>
            <ac:spMk id="226" creationId="{8FB96CF1-49C3-CF75-1C82-51F5BA5062F8}"/>
          </ac:spMkLst>
        </pc:spChg>
        <pc:spChg chg="add del mod modVis">
          <ac:chgData name="Negi, Neeraj" userId="2be1b326-6a6d-4d5e-be95-9e0e272af2ef" providerId="ADAL" clId="{62540E0E-20CD-4D37-9DD4-0C1FB63A2D1D}" dt="2025-06-19T10:29:08.231" v="8585"/>
          <ac:spMkLst>
            <pc:docMk/>
            <pc:sldMk cId="624739403" sldId="2147482253"/>
            <ac:spMk id="228" creationId="{1FA0DCC6-F668-BDBF-3D7C-547A674B8459}"/>
          </ac:spMkLst>
        </pc:spChg>
        <pc:spChg chg="add del mod modVis">
          <ac:chgData name="Negi, Neeraj" userId="2be1b326-6a6d-4d5e-be95-9e0e272af2ef" providerId="ADAL" clId="{62540E0E-20CD-4D37-9DD4-0C1FB63A2D1D}" dt="2025-06-19T10:29:28.084" v="8963"/>
          <ac:spMkLst>
            <pc:docMk/>
            <pc:sldMk cId="624739403" sldId="2147482253"/>
            <ac:spMk id="233" creationId="{0919B24B-536E-ECDF-0436-C64DF375B6AA}"/>
          </ac:spMkLst>
        </pc:spChg>
        <pc:spChg chg="add del mod ord replST">
          <ac:chgData name="Negi, Neeraj" userId="2be1b326-6a6d-4d5e-be95-9e0e272af2ef" providerId="ADAL" clId="{62540E0E-20CD-4D37-9DD4-0C1FB63A2D1D}" dt="2025-06-19T11:54:48.773" v="9010"/>
          <ac:spMkLst>
            <pc:docMk/>
            <pc:sldMk cId="624739403" sldId="2147482253"/>
            <ac:spMk id="235" creationId="{1EEBF380-B9B2-4AA9-8064-2E2ECA971D56}"/>
          </ac:spMkLst>
        </pc:spChg>
        <pc:spChg chg="add del mod ord replST">
          <ac:chgData name="Negi, Neeraj" userId="2be1b326-6a6d-4d5e-be95-9e0e272af2ef" providerId="ADAL" clId="{62540E0E-20CD-4D37-9DD4-0C1FB63A2D1D}" dt="2025-06-19T11:54:48.760" v="9007"/>
          <ac:spMkLst>
            <pc:docMk/>
            <pc:sldMk cId="624739403" sldId="2147482253"/>
            <ac:spMk id="236" creationId="{4AA57E04-C470-4323-B766-51842ADA5CD6}"/>
          </ac:spMkLst>
        </pc:spChg>
        <pc:graphicFrameChg chg="mod">
          <ac:chgData name="Negi, Neeraj" userId="2be1b326-6a6d-4d5e-be95-9e0e272af2ef" providerId="ADAL" clId="{62540E0E-20CD-4D37-9DD4-0C1FB63A2D1D}" dt="2025-06-19T10:29:28.071" v="8925"/>
          <ac:graphicFrameMkLst>
            <pc:docMk/>
            <pc:sldMk cId="624739403" sldId="2147482253"/>
            <ac:graphicFrameMk id="3" creationId="{822DA092-6894-0E28-C951-6C31B481618F}"/>
          </ac:graphicFrameMkLst>
        </pc:graphicFrameChg>
        <pc:graphicFrameChg chg="mod">
          <ac:chgData name="Negi, Neeraj" userId="2be1b326-6a6d-4d5e-be95-9e0e272af2ef" providerId="ADAL" clId="{62540E0E-20CD-4D37-9DD4-0C1FB63A2D1D}" dt="2025-06-19T11:54:54.041" v="9047"/>
          <ac:graphicFrameMkLst>
            <pc:docMk/>
            <pc:sldMk cId="624739403" sldId="2147482253"/>
            <ac:graphicFrameMk id="10" creationId="{85E75AA5-7793-42EB-A8A1-2973E74D2021}"/>
          </ac:graphicFrameMkLst>
        </pc:graphicFrameChg>
        <pc:graphicFrameChg chg="add del mod replST">
          <ac:chgData name="Negi, Neeraj" userId="2be1b326-6a6d-4d5e-be95-9e0e272af2ef" providerId="ADAL" clId="{62540E0E-20CD-4D37-9DD4-0C1FB63A2D1D}" dt="2025-06-19T10:15:34.201" v="688"/>
          <ac:graphicFrameMkLst>
            <pc:docMk/>
            <pc:sldMk cId="624739403" sldId="2147482253"/>
            <ac:graphicFrameMk id="37" creationId="{4ED3C3FF-4C9A-1288-3A56-8B76E470CB01}"/>
          </ac:graphicFrameMkLst>
        </pc:graphicFrameChg>
        <pc:graphicFrameChg chg="add del mod replST">
          <ac:chgData name="Negi, Neeraj" userId="2be1b326-6a6d-4d5e-be95-9e0e272af2ef" providerId="ADAL" clId="{62540E0E-20CD-4D37-9DD4-0C1FB63A2D1D}" dt="2025-06-19T10:15:34.307" v="709"/>
          <ac:graphicFrameMkLst>
            <pc:docMk/>
            <pc:sldMk cId="624739403" sldId="2147482253"/>
            <ac:graphicFrameMk id="38" creationId="{E6402E33-45D5-86D0-374D-9F3C6AFEA3BB}"/>
          </ac:graphicFrameMkLst>
        </pc:graphicFrameChg>
        <pc:graphicFrameChg chg="add del mod replST">
          <ac:chgData name="Negi, Neeraj" userId="2be1b326-6a6d-4d5e-be95-9e0e272af2ef" providerId="ADAL" clId="{62540E0E-20CD-4D37-9DD4-0C1FB63A2D1D}" dt="2025-06-19T10:15:34.427" v="730"/>
          <ac:graphicFrameMkLst>
            <pc:docMk/>
            <pc:sldMk cId="624739403" sldId="2147482253"/>
            <ac:graphicFrameMk id="39" creationId="{CADCF454-C53C-1215-2ADF-F5F79828B6FA}"/>
          </ac:graphicFrameMkLst>
        </pc:graphicFrameChg>
        <pc:graphicFrameChg chg="add del mod replST">
          <ac:chgData name="Negi, Neeraj" userId="2be1b326-6a6d-4d5e-be95-9e0e272af2ef" providerId="ADAL" clId="{62540E0E-20CD-4D37-9DD4-0C1FB63A2D1D}" dt="2025-06-19T10:15:34.541" v="751"/>
          <ac:graphicFrameMkLst>
            <pc:docMk/>
            <pc:sldMk cId="624739403" sldId="2147482253"/>
            <ac:graphicFrameMk id="40" creationId="{49881EE4-E461-01F9-A610-1A069E4A69A5}"/>
          </ac:graphicFrameMkLst>
        </pc:graphicFrameChg>
        <pc:graphicFrameChg chg="add del mod replST">
          <ac:chgData name="Negi, Neeraj" userId="2be1b326-6a6d-4d5e-be95-9e0e272af2ef" providerId="ADAL" clId="{62540E0E-20CD-4D37-9DD4-0C1FB63A2D1D}" dt="2025-06-19T10:15:49.727" v="805"/>
          <ac:graphicFrameMkLst>
            <pc:docMk/>
            <pc:sldMk cId="624739403" sldId="2147482253"/>
            <ac:graphicFrameMk id="41" creationId="{04DD7686-8D54-E21D-2264-4B9FCBAC47EC}"/>
          </ac:graphicFrameMkLst>
        </pc:graphicFrameChg>
        <pc:graphicFrameChg chg="add del mod replST">
          <ac:chgData name="Negi, Neeraj" userId="2be1b326-6a6d-4d5e-be95-9e0e272af2ef" providerId="ADAL" clId="{62540E0E-20CD-4D37-9DD4-0C1FB63A2D1D}" dt="2025-06-19T10:16:08.210" v="861"/>
          <ac:graphicFrameMkLst>
            <pc:docMk/>
            <pc:sldMk cId="624739403" sldId="2147482253"/>
            <ac:graphicFrameMk id="44" creationId="{E1FC1831-9CCA-3177-2CEB-A3ADB310C2CA}"/>
          </ac:graphicFrameMkLst>
        </pc:graphicFrameChg>
        <pc:graphicFrameChg chg="add del mod replST">
          <ac:chgData name="Negi, Neeraj" userId="2be1b326-6a6d-4d5e-be95-9e0e272af2ef" providerId="ADAL" clId="{62540E0E-20CD-4D37-9DD4-0C1FB63A2D1D}" dt="2025-06-19T10:16:16.631" v="917"/>
          <ac:graphicFrameMkLst>
            <pc:docMk/>
            <pc:sldMk cId="624739403" sldId="2147482253"/>
            <ac:graphicFrameMk id="47" creationId="{DA2DC497-1043-2974-C5E4-9DC732A08915}"/>
          </ac:graphicFrameMkLst>
        </pc:graphicFrameChg>
        <pc:graphicFrameChg chg="add del mod replST">
          <ac:chgData name="Negi, Neeraj" userId="2be1b326-6a6d-4d5e-be95-9e0e272af2ef" providerId="ADAL" clId="{62540E0E-20CD-4D37-9DD4-0C1FB63A2D1D}" dt="2025-06-19T10:16:29.534" v="973"/>
          <ac:graphicFrameMkLst>
            <pc:docMk/>
            <pc:sldMk cId="624739403" sldId="2147482253"/>
            <ac:graphicFrameMk id="49" creationId="{5EE25EF1-9045-C55F-FFA5-3022520D60AD}"/>
          </ac:graphicFrameMkLst>
        </pc:graphicFrameChg>
        <pc:graphicFrameChg chg="add del mod replST">
          <ac:chgData name="Negi, Neeraj" userId="2be1b326-6a6d-4d5e-be95-9e0e272af2ef" providerId="ADAL" clId="{62540E0E-20CD-4D37-9DD4-0C1FB63A2D1D}" dt="2025-06-19T10:17:03.504" v="1052"/>
          <ac:graphicFrameMkLst>
            <pc:docMk/>
            <pc:sldMk cId="624739403" sldId="2147482253"/>
            <ac:graphicFrameMk id="51" creationId="{E388035F-1315-315D-3AB9-2DBDA0D1B6E5}"/>
          </ac:graphicFrameMkLst>
        </pc:graphicFrameChg>
        <pc:graphicFrameChg chg="add del mod replST">
          <ac:chgData name="Negi, Neeraj" userId="2be1b326-6a6d-4d5e-be95-9e0e272af2ef" providerId="ADAL" clId="{62540E0E-20CD-4D37-9DD4-0C1FB63A2D1D}" dt="2025-06-19T10:17:09.376" v="1177"/>
          <ac:graphicFrameMkLst>
            <pc:docMk/>
            <pc:sldMk cId="624739403" sldId="2147482253"/>
            <ac:graphicFrameMk id="61" creationId="{599D2A9C-81D2-B900-9043-5142C3C90127}"/>
          </ac:graphicFrameMkLst>
        </pc:graphicFrameChg>
        <pc:graphicFrameChg chg="add del mod replST">
          <ac:chgData name="Negi, Neeraj" userId="2be1b326-6a6d-4d5e-be95-9e0e272af2ef" providerId="ADAL" clId="{62540E0E-20CD-4D37-9DD4-0C1FB63A2D1D}" dt="2025-06-19T10:17:11.701" v="1223"/>
          <ac:graphicFrameMkLst>
            <pc:docMk/>
            <pc:sldMk cId="624739403" sldId="2147482253"/>
            <ac:graphicFrameMk id="66" creationId="{ADE3605C-6932-D4D0-3D7E-BE2DD0214A1E}"/>
          </ac:graphicFrameMkLst>
        </pc:graphicFrameChg>
        <pc:graphicFrameChg chg="add del mod replST">
          <ac:chgData name="Negi, Neeraj" userId="2be1b326-6a6d-4d5e-be95-9e0e272af2ef" providerId="ADAL" clId="{62540E0E-20CD-4D37-9DD4-0C1FB63A2D1D}" dt="2025-06-19T10:17:32.778" v="1283"/>
          <ac:graphicFrameMkLst>
            <pc:docMk/>
            <pc:sldMk cId="624739403" sldId="2147482253"/>
            <ac:graphicFrameMk id="67" creationId="{56DE240B-F834-9BE1-BB73-C71BBBB83524}"/>
          </ac:graphicFrameMkLst>
        </pc:graphicFrameChg>
        <pc:graphicFrameChg chg="add del mod replST">
          <ac:chgData name="Negi, Neeraj" userId="2be1b326-6a6d-4d5e-be95-9e0e272af2ef" providerId="ADAL" clId="{62540E0E-20CD-4D37-9DD4-0C1FB63A2D1D}" dt="2025-06-19T10:18:10.357" v="1340"/>
          <ac:graphicFrameMkLst>
            <pc:docMk/>
            <pc:sldMk cId="624739403" sldId="2147482253"/>
            <ac:graphicFrameMk id="69" creationId="{6E3158AC-9D96-25A2-8D05-B454F1C76D16}"/>
          </ac:graphicFrameMkLst>
        </pc:graphicFrameChg>
        <pc:graphicFrameChg chg="add del mod replST">
          <ac:chgData name="Negi, Neeraj" userId="2be1b326-6a6d-4d5e-be95-9e0e272af2ef" providerId="ADAL" clId="{62540E0E-20CD-4D37-9DD4-0C1FB63A2D1D}" dt="2025-06-19T10:18:13.867" v="1397"/>
          <ac:graphicFrameMkLst>
            <pc:docMk/>
            <pc:sldMk cId="624739403" sldId="2147482253"/>
            <ac:graphicFrameMk id="71" creationId="{E931E287-1909-9E2B-EEA5-1B0EF661F69F}"/>
          </ac:graphicFrameMkLst>
        </pc:graphicFrameChg>
        <pc:graphicFrameChg chg="add del mod replST">
          <ac:chgData name="Negi, Neeraj" userId="2be1b326-6a6d-4d5e-be95-9e0e272af2ef" providerId="ADAL" clId="{62540E0E-20CD-4D37-9DD4-0C1FB63A2D1D}" dt="2025-06-19T10:18:18.124" v="1454"/>
          <ac:graphicFrameMkLst>
            <pc:docMk/>
            <pc:sldMk cId="624739403" sldId="2147482253"/>
            <ac:graphicFrameMk id="73" creationId="{7E4A23D2-8D29-10DB-A664-70CB80EDC533}"/>
          </ac:graphicFrameMkLst>
        </pc:graphicFrameChg>
        <pc:graphicFrameChg chg="add del mod replST">
          <ac:chgData name="Negi, Neeraj" userId="2be1b326-6a6d-4d5e-be95-9e0e272af2ef" providerId="ADAL" clId="{62540E0E-20CD-4D37-9DD4-0C1FB63A2D1D}" dt="2025-06-19T10:18:21.624" v="1511"/>
          <ac:graphicFrameMkLst>
            <pc:docMk/>
            <pc:sldMk cId="624739403" sldId="2147482253"/>
            <ac:graphicFrameMk id="75" creationId="{BB4D7030-E287-F144-C003-76C5605A0D3A}"/>
          </ac:graphicFrameMkLst>
        </pc:graphicFrameChg>
        <pc:graphicFrameChg chg="add del mod replST">
          <ac:chgData name="Negi, Neeraj" userId="2be1b326-6a6d-4d5e-be95-9e0e272af2ef" providerId="ADAL" clId="{62540E0E-20CD-4D37-9DD4-0C1FB63A2D1D}" dt="2025-06-19T10:18:25.274" v="1568"/>
          <ac:graphicFrameMkLst>
            <pc:docMk/>
            <pc:sldMk cId="624739403" sldId="2147482253"/>
            <ac:graphicFrameMk id="77" creationId="{7E2A0D86-9273-D74A-D579-D22322FDCA67}"/>
          </ac:graphicFrameMkLst>
        </pc:graphicFrameChg>
        <pc:graphicFrameChg chg="add del mod replST">
          <ac:chgData name="Negi, Neeraj" userId="2be1b326-6a6d-4d5e-be95-9e0e272af2ef" providerId="ADAL" clId="{62540E0E-20CD-4D37-9DD4-0C1FB63A2D1D}" dt="2025-06-19T10:18:27.095" v="1625"/>
          <ac:graphicFrameMkLst>
            <pc:docMk/>
            <pc:sldMk cId="624739403" sldId="2147482253"/>
            <ac:graphicFrameMk id="79" creationId="{FE606743-FC54-7481-06D4-D053D9338ED2}"/>
          </ac:graphicFrameMkLst>
        </pc:graphicFrameChg>
        <pc:graphicFrameChg chg="add del mod replST">
          <ac:chgData name="Negi, Neeraj" userId="2be1b326-6a6d-4d5e-be95-9e0e272af2ef" providerId="ADAL" clId="{62540E0E-20CD-4D37-9DD4-0C1FB63A2D1D}" dt="2025-06-19T10:18:41.492" v="1685"/>
          <ac:graphicFrameMkLst>
            <pc:docMk/>
            <pc:sldMk cId="624739403" sldId="2147482253"/>
            <ac:graphicFrameMk id="81" creationId="{3CA9DA01-B2EC-D922-1BE9-7BA5875EE053}"/>
          </ac:graphicFrameMkLst>
        </pc:graphicFrameChg>
        <pc:graphicFrameChg chg="add del mod replST">
          <ac:chgData name="Negi, Neeraj" userId="2be1b326-6a6d-4d5e-be95-9e0e272af2ef" providerId="ADAL" clId="{62540E0E-20CD-4D37-9DD4-0C1FB63A2D1D}" dt="2025-06-19T10:18:42.929" v="1745"/>
          <ac:graphicFrameMkLst>
            <pc:docMk/>
            <pc:sldMk cId="624739403" sldId="2147482253"/>
            <ac:graphicFrameMk id="83" creationId="{F005897E-D8A5-810B-8CCA-37D2CF520D7E}"/>
          </ac:graphicFrameMkLst>
        </pc:graphicFrameChg>
        <pc:graphicFrameChg chg="add del mod replST">
          <ac:chgData name="Negi, Neeraj" userId="2be1b326-6a6d-4d5e-be95-9e0e272af2ef" providerId="ADAL" clId="{62540E0E-20CD-4D37-9DD4-0C1FB63A2D1D}" dt="2025-06-19T10:18:51.578" v="1805"/>
          <ac:graphicFrameMkLst>
            <pc:docMk/>
            <pc:sldMk cId="624739403" sldId="2147482253"/>
            <ac:graphicFrameMk id="85" creationId="{56E9143D-C9A7-D786-F8DA-124D5E0BCD6D}"/>
          </ac:graphicFrameMkLst>
        </pc:graphicFrameChg>
        <pc:graphicFrameChg chg="add del mod replST">
          <ac:chgData name="Negi, Neeraj" userId="2be1b326-6a6d-4d5e-be95-9e0e272af2ef" providerId="ADAL" clId="{62540E0E-20CD-4D37-9DD4-0C1FB63A2D1D}" dt="2025-06-19T10:19:12.500" v="1930"/>
          <ac:graphicFrameMkLst>
            <pc:docMk/>
            <pc:sldMk cId="624739403" sldId="2147482253"/>
            <ac:graphicFrameMk id="87" creationId="{6649DA91-FE0D-A220-1EA6-407DA41BE566}"/>
          </ac:graphicFrameMkLst>
        </pc:graphicFrameChg>
        <pc:graphicFrameChg chg="add del mod replST">
          <ac:chgData name="Negi, Neeraj" userId="2be1b326-6a6d-4d5e-be95-9e0e272af2ef" providerId="ADAL" clId="{62540E0E-20CD-4D37-9DD4-0C1FB63A2D1D}" dt="2025-06-19T10:19:35.257" v="2028"/>
          <ac:graphicFrameMkLst>
            <pc:docMk/>
            <pc:sldMk cId="624739403" sldId="2147482253"/>
            <ac:graphicFrameMk id="90" creationId="{442AB9A5-E7D1-5675-80FF-B7FB1066FB3E}"/>
          </ac:graphicFrameMkLst>
        </pc:graphicFrameChg>
        <pc:graphicFrameChg chg="add del mod replST">
          <ac:chgData name="Negi, Neeraj" userId="2be1b326-6a6d-4d5e-be95-9e0e272af2ef" providerId="ADAL" clId="{62540E0E-20CD-4D37-9DD4-0C1FB63A2D1D}" dt="2025-06-19T10:19:59.674" v="2725"/>
          <ac:graphicFrameMkLst>
            <pc:docMk/>
            <pc:sldMk cId="624739403" sldId="2147482253"/>
            <ac:graphicFrameMk id="93" creationId="{B5B6856B-C4C8-F8AA-7EF8-5BBDB46E0F61}"/>
          </ac:graphicFrameMkLst>
        </pc:graphicFrameChg>
        <pc:graphicFrameChg chg="add del mod replST delST">
          <ac:chgData name="Negi, Neeraj" userId="2be1b326-6a6d-4d5e-be95-9e0e272af2ef" providerId="ADAL" clId="{62540E0E-20CD-4D37-9DD4-0C1FB63A2D1D}" dt="2025-06-19T10:19:45.010" v="2232"/>
          <ac:graphicFrameMkLst>
            <pc:docMk/>
            <pc:sldMk cId="624739403" sldId="2147482253"/>
            <ac:graphicFrameMk id="95" creationId="{D720787B-4744-D261-C18E-A2A048FECB15}"/>
          </ac:graphicFrameMkLst>
        </pc:graphicFrameChg>
        <pc:graphicFrameChg chg="add mod replST delST">
          <ac:chgData name="Negi, Neeraj" userId="2be1b326-6a6d-4d5e-be95-9e0e272af2ef" providerId="ADAL" clId="{62540E0E-20CD-4D37-9DD4-0C1FB63A2D1D}" dt="2025-06-19T10:19:45.010" v="2232"/>
          <ac:graphicFrameMkLst>
            <pc:docMk/>
            <pc:sldMk cId="624739403" sldId="2147482253"/>
            <ac:graphicFrameMk id="96" creationId="{A9662318-9651-28FF-FCCD-E7C08D5C2326}"/>
          </ac:graphicFrameMkLst>
        </pc:graphicFrameChg>
        <pc:graphicFrameChg chg="add del mod replST">
          <ac:chgData name="Negi, Neeraj" userId="2be1b326-6a6d-4d5e-be95-9e0e272af2ef" providerId="ADAL" clId="{62540E0E-20CD-4D37-9DD4-0C1FB63A2D1D}" dt="2025-06-19T10:20:00.631" v="2995"/>
          <ac:graphicFrameMkLst>
            <pc:docMk/>
            <pc:sldMk cId="624739403" sldId="2147482253"/>
            <ac:graphicFrameMk id="117" creationId="{8FE3E3B4-59C6-9C3E-E65C-1D4E90298DF7}"/>
          </ac:graphicFrameMkLst>
        </pc:graphicFrameChg>
        <pc:graphicFrameChg chg="add del mod replST">
          <ac:chgData name="Negi, Neeraj" userId="2be1b326-6a6d-4d5e-be95-9e0e272af2ef" providerId="ADAL" clId="{62540E0E-20CD-4D37-9DD4-0C1FB63A2D1D}" dt="2025-06-19T10:20:01.404" v="3232"/>
          <ac:graphicFrameMkLst>
            <pc:docMk/>
            <pc:sldMk cId="624739403" sldId="2147482253"/>
            <ac:graphicFrameMk id="122" creationId="{098738DD-155B-8376-CF1E-B7041A915196}"/>
          </ac:graphicFrameMkLst>
        </pc:graphicFrameChg>
        <pc:graphicFrameChg chg="add del mod replST">
          <ac:chgData name="Negi, Neeraj" userId="2be1b326-6a6d-4d5e-be95-9e0e272af2ef" providerId="ADAL" clId="{62540E0E-20CD-4D37-9DD4-0C1FB63A2D1D}" dt="2025-06-19T10:20:03.961" v="3352"/>
          <ac:graphicFrameMkLst>
            <pc:docMk/>
            <pc:sldMk cId="624739403" sldId="2147482253"/>
            <ac:graphicFrameMk id="124" creationId="{6751AE13-A45D-DF4C-93B0-06FDB3470BD5}"/>
          </ac:graphicFrameMkLst>
        </pc:graphicFrameChg>
        <pc:graphicFrameChg chg="add del mod replST">
          <ac:chgData name="Negi, Neeraj" userId="2be1b326-6a6d-4d5e-be95-9e0e272af2ef" providerId="ADAL" clId="{62540E0E-20CD-4D37-9DD4-0C1FB63A2D1D}" dt="2025-06-19T10:20:17.784" v="3429"/>
          <ac:graphicFrameMkLst>
            <pc:docMk/>
            <pc:sldMk cId="624739403" sldId="2147482253"/>
            <ac:graphicFrameMk id="125" creationId="{DA6F863A-56FC-F7A1-C52D-EF690CB95D1D}"/>
          </ac:graphicFrameMkLst>
        </pc:graphicFrameChg>
        <pc:graphicFrameChg chg="add del mod replST">
          <ac:chgData name="Negi, Neeraj" userId="2be1b326-6a6d-4d5e-be95-9e0e272af2ef" providerId="ADAL" clId="{62540E0E-20CD-4D37-9DD4-0C1FB63A2D1D}" dt="2025-06-19T10:20:24.755" v="3518"/>
          <ac:graphicFrameMkLst>
            <pc:docMk/>
            <pc:sldMk cId="624739403" sldId="2147482253"/>
            <ac:graphicFrameMk id="127" creationId="{FF70334F-215D-0699-DD69-35CFBB707320}"/>
          </ac:graphicFrameMkLst>
        </pc:graphicFrameChg>
        <pc:graphicFrameChg chg="add del mod replST">
          <ac:chgData name="Negi, Neeraj" userId="2be1b326-6a6d-4d5e-be95-9e0e272af2ef" providerId="ADAL" clId="{62540E0E-20CD-4D37-9DD4-0C1FB63A2D1D}" dt="2025-06-19T10:20:27.958" v="3609"/>
          <ac:graphicFrameMkLst>
            <pc:docMk/>
            <pc:sldMk cId="624739403" sldId="2147482253"/>
            <ac:graphicFrameMk id="129" creationId="{0E343A75-65D4-E4FD-24E4-166070D5C86F}"/>
          </ac:graphicFrameMkLst>
        </pc:graphicFrameChg>
        <pc:graphicFrameChg chg="add del mod replST">
          <ac:chgData name="Negi, Neeraj" userId="2be1b326-6a6d-4d5e-be95-9e0e272af2ef" providerId="ADAL" clId="{62540E0E-20CD-4D37-9DD4-0C1FB63A2D1D}" dt="2025-06-19T10:20:30.706" v="3736"/>
          <ac:graphicFrameMkLst>
            <pc:docMk/>
            <pc:sldMk cId="624739403" sldId="2147482253"/>
            <ac:graphicFrameMk id="131" creationId="{3995EC96-43F7-118E-5CFA-39CF83469553}"/>
          </ac:graphicFrameMkLst>
        </pc:graphicFrameChg>
        <pc:graphicFrameChg chg="add del mod replST">
          <ac:chgData name="Negi, Neeraj" userId="2be1b326-6a6d-4d5e-be95-9e0e272af2ef" providerId="ADAL" clId="{62540E0E-20CD-4D37-9DD4-0C1FB63A2D1D}" dt="2025-06-19T10:20:32.315" v="3821"/>
          <ac:graphicFrameMkLst>
            <pc:docMk/>
            <pc:sldMk cId="624739403" sldId="2147482253"/>
            <ac:graphicFrameMk id="134" creationId="{73AFD8D2-DB74-00A6-D4D0-02434BF08A99}"/>
          </ac:graphicFrameMkLst>
        </pc:graphicFrameChg>
        <pc:graphicFrameChg chg="add del mod replST">
          <ac:chgData name="Negi, Neeraj" userId="2be1b326-6a6d-4d5e-be95-9e0e272af2ef" providerId="ADAL" clId="{62540E0E-20CD-4D37-9DD4-0C1FB63A2D1D}" dt="2025-06-19T10:20:34.710" v="4009"/>
          <ac:graphicFrameMkLst>
            <pc:docMk/>
            <pc:sldMk cId="624739403" sldId="2147482253"/>
            <ac:graphicFrameMk id="136" creationId="{A0A3659C-093B-0622-F264-8981D85DFBCE}"/>
          </ac:graphicFrameMkLst>
        </pc:graphicFrameChg>
        <pc:graphicFrameChg chg="add del mod replST">
          <ac:chgData name="Negi, Neeraj" userId="2be1b326-6a6d-4d5e-be95-9e0e272af2ef" providerId="ADAL" clId="{62540E0E-20CD-4D37-9DD4-0C1FB63A2D1D}" dt="2025-06-19T10:20:54.562" v="4121"/>
          <ac:graphicFrameMkLst>
            <pc:docMk/>
            <pc:sldMk cId="624739403" sldId="2147482253"/>
            <ac:graphicFrameMk id="140" creationId="{7965614F-E1D9-E888-DF20-B79508621FB8}"/>
          </ac:graphicFrameMkLst>
        </pc:graphicFrameChg>
        <pc:graphicFrameChg chg="add del mod replST">
          <ac:chgData name="Negi, Neeraj" userId="2be1b326-6a6d-4d5e-be95-9e0e272af2ef" providerId="ADAL" clId="{62540E0E-20CD-4D37-9DD4-0C1FB63A2D1D}" dt="2025-06-19T10:21:06.858" v="4216"/>
          <ac:graphicFrameMkLst>
            <pc:docMk/>
            <pc:sldMk cId="624739403" sldId="2147482253"/>
            <ac:graphicFrameMk id="142" creationId="{84BAD129-BABB-887F-C908-A554CD3568E3}"/>
          </ac:graphicFrameMkLst>
        </pc:graphicFrameChg>
        <pc:graphicFrameChg chg="add del mod replST">
          <ac:chgData name="Negi, Neeraj" userId="2be1b326-6a6d-4d5e-be95-9e0e272af2ef" providerId="ADAL" clId="{62540E0E-20CD-4D37-9DD4-0C1FB63A2D1D}" dt="2025-06-19T10:21:39.675" v="4290"/>
          <ac:graphicFrameMkLst>
            <pc:docMk/>
            <pc:sldMk cId="624739403" sldId="2147482253"/>
            <ac:graphicFrameMk id="144" creationId="{070FC081-BF17-264B-B2DE-3F7DC1FEEFD8}"/>
          </ac:graphicFrameMkLst>
        </pc:graphicFrameChg>
        <pc:graphicFrameChg chg="add del mod replST">
          <ac:chgData name="Negi, Neeraj" userId="2be1b326-6a6d-4d5e-be95-9e0e272af2ef" providerId="ADAL" clId="{62540E0E-20CD-4D37-9DD4-0C1FB63A2D1D}" dt="2025-06-19T10:21:58.696" v="4472"/>
          <ac:graphicFrameMkLst>
            <pc:docMk/>
            <pc:sldMk cId="624739403" sldId="2147482253"/>
            <ac:graphicFrameMk id="146" creationId="{DABDAC6F-E0C6-E677-FCC8-2EE55CF1B250}"/>
          </ac:graphicFrameMkLst>
        </pc:graphicFrameChg>
        <pc:graphicFrameChg chg="add del mod replST">
          <ac:chgData name="Negi, Neeraj" userId="2be1b326-6a6d-4d5e-be95-9e0e272af2ef" providerId="ADAL" clId="{62540E0E-20CD-4D37-9DD4-0C1FB63A2D1D}" dt="2025-06-19T10:22:04.534" v="4506"/>
          <ac:graphicFrameMkLst>
            <pc:docMk/>
            <pc:sldMk cId="624739403" sldId="2147482253"/>
            <ac:graphicFrameMk id="151" creationId="{42DB7B46-4924-E09B-13E1-1B2514017946}"/>
          </ac:graphicFrameMkLst>
        </pc:graphicFrameChg>
        <pc:graphicFrameChg chg="add del mod replST">
          <ac:chgData name="Negi, Neeraj" userId="2be1b326-6a6d-4d5e-be95-9e0e272af2ef" providerId="ADAL" clId="{62540E0E-20CD-4D37-9DD4-0C1FB63A2D1D}" dt="2025-06-19T10:22:29.629" v="4540"/>
          <ac:graphicFrameMkLst>
            <pc:docMk/>
            <pc:sldMk cId="624739403" sldId="2147482253"/>
            <ac:graphicFrameMk id="152" creationId="{56BF538D-E8F4-8AF0-E61B-AF091A4DA1DF}"/>
          </ac:graphicFrameMkLst>
        </pc:graphicFrameChg>
        <pc:graphicFrameChg chg="add del mod replST">
          <ac:chgData name="Negi, Neeraj" userId="2be1b326-6a6d-4d5e-be95-9e0e272af2ef" providerId="ADAL" clId="{62540E0E-20CD-4D37-9DD4-0C1FB63A2D1D}" dt="2025-06-19T10:22:34.810" v="4578"/>
          <ac:graphicFrameMkLst>
            <pc:docMk/>
            <pc:sldMk cId="624739403" sldId="2147482253"/>
            <ac:graphicFrameMk id="153" creationId="{7ED7AA33-5779-AF3B-A885-14B5A03C80F4}"/>
          </ac:graphicFrameMkLst>
        </pc:graphicFrameChg>
        <pc:graphicFrameChg chg="add del mod replST">
          <ac:chgData name="Negi, Neeraj" userId="2be1b326-6a6d-4d5e-be95-9e0e272af2ef" providerId="ADAL" clId="{62540E0E-20CD-4D37-9DD4-0C1FB63A2D1D}" dt="2025-06-19T10:27:52.959" v="4649"/>
          <ac:graphicFrameMkLst>
            <pc:docMk/>
            <pc:sldMk cId="624739403" sldId="2147482253"/>
            <ac:graphicFrameMk id="154" creationId="{A90953F9-D25F-D1F3-621B-A66A77BCC2C7}"/>
          </ac:graphicFrameMkLst>
        </pc:graphicFrameChg>
        <pc:graphicFrameChg chg="add del mod replST">
          <ac:chgData name="Negi, Neeraj" userId="2be1b326-6a6d-4d5e-be95-9e0e272af2ef" providerId="ADAL" clId="{62540E0E-20CD-4D37-9DD4-0C1FB63A2D1D}" dt="2025-06-19T11:54:54.023" v="9045"/>
          <ac:graphicFrameMkLst>
            <pc:docMk/>
            <pc:sldMk cId="624739403" sldId="2147482253"/>
            <ac:graphicFrameMk id="155" creationId="{4BBE5016-E5A6-E473-972E-BDCA8470D00C}"/>
          </ac:graphicFrameMkLst>
        </pc:graphicFrameChg>
        <pc:graphicFrameChg chg="add del mod replST">
          <ac:chgData name="Negi, Neeraj" userId="2be1b326-6a6d-4d5e-be95-9e0e272af2ef" providerId="ADAL" clId="{62540E0E-20CD-4D37-9DD4-0C1FB63A2D1D}" dt="2025-06-19T10:28:26.108" v="6299"/>
          <ac:graphicFrameMkLst>
            <pc:docMk/>
            <pc:sldMk cId="624739403" sldId="2147482253"/>
            <ac:graphicFrameMk id="166" creationId="{32898862-C126-5FC0-F628-B7773836EFF9}"/>
          </ac:graphicFrameMkLst>
        </pc:graphicFrameChg>
        <pc:graphicFrameChg chg="add del mod replST">
          <ac:chgData name="Negi, Neeraj" userId="2be1b326-6a6d-4d5e-be95-9e0e272af2ef" providerId="ADAL" clId="{62540E0E-20CD-4D37-9DD4-0C1FB63A2D1D}" dt="2025-06-19T10:28:37.616" v="6708"/>
          <ac:graphicFrameMkLst>
            <pc:docMk/>
            <pc:sldMk cId="624739403" sldId="2147482253"/>
            <ac:graphicFrameMk id="196" creationId="{A0CE96B5-2886-E533-AA78-C4232A99D128}"/>
          </ac:graphicFrameMkLst>
        </pc:graphicFrameChg>
        <pc:graphicFrameChg chg="add del mod replST">
          <ac:chgData name="Negi, Neeraj" userId="2be1b326-6a6d-4d5e-be95-9e0e272af2ef" providerId="ADAL" clId="{62540E0E-20CD-4D37-9DD4-0C1FB63A2D1D}" dt="2025-06-19T10:28:42.851" v="6878"/>
          <ac:graphicFrameMkLst>
            <pc:docMk/>
            <pc:sldMk cId="624739403" sldId="2147482253"/>
            <ac:graphicFrameMk id="202" creationId="{5F12BFDD-B9E8-6D0A-52EE-4122DFBFB50B}"/>
          </ac:graphicFrameMkLst>
        </pc:graphicFrameChg>
        <pc:graphicFrameChg chg="add del mod replST">
          <ac:chgData name="Negi, Neeraj" userId="2be1b326-6a6d-4d5e-be95-9e0e272af2ef" providerId="ADAL" clId="{62540E0E-20CD-4D37-9DD4-0C1FB63A2D1D}" dt="2025-06-19T10:28:44.271" v="7076"/>
          <ac:graphicFrameMkLst>
            <pc:docMk/>
            <pc:sldMk cId="624739403" sldId="2147482253"/>
            <ac:graphicFrameMk id="204" creationId="{68BF01FB-E868-18A7-50A8-07B34B49E7D8}"/>
          </ac:graphicFrameMkLst>
        </pc:graphicFrameChg>
        <pc:graphicFrameChg chg="add del mod replST">
          <ac:chgData name="Negi, Neeraj" userId="2be1b326-6a6d-4d5e-be95-9e0e272af2ef" providerId="ADAL" clId="{62540E0E-20CD-4D37-9DD4-0C1FB63A2D1D}" dt="2025-06-19T10:28:46.738" v="7277"/>
          <ac:graphicFrameMkLst>
            <pc:docMk/>
            <pc:sldMk cId="624739403" sldId="2147482253"/>
            <ac:graphicFrameMk id="206" creationId="{85D8B2AD-01D9-B9DA-455B-F713BD73D297}"/>
          </ac:graphicFrameMkLst>
        </pc:graphicFrameChg>
        <pc:graphicFrameChg chg="add del mod replST">
          <ac:chgData name="Negi, Neeraj" userId="2be1b326-6a6d-4d5e-be95-9e0e272af2ef" providerId="ADAL" clId="{62540E0E-20CD-4D37-9DD4-0C1FB63A2D1D}" dt="2025-06-19T10:28:53.378" v="7519"/>
          <ac:graphicFrameMkLst>
            <pc:docMk/>
            <pc:sldMk cId="624739403" sldId="2147482253"/>
            <ac:graphicFrameMk id="208" creationId="{AD07FFE5-5F3D-CF6C-0853-43D5078F9278}"/>
          </ac:graphicFrameMkLst>
        </pc:graphicFrameChg>
        <pc:graphicFrameChg chg="add del mod replST">
          <ac:chgData name="Negi, Neeraj" userId="2be1b326-6a6d-4d5e-be95-9e0e272af2ef" providerId="ADAL" clId="{62540E0E-20CD-4D37-9DD4-0C1FB63A2D1D}" dt="2025-06-19T10:29:01.715" v="8176"/>
          <ac:graphicFrameMkLst>
            <pc:docMk/>
            <pc:sldMk cId="624739403" sldId="2147482253"/>
            <ac:graphicFrameMk id="214" creationId="{F89E0654-3036-67B6-3C38-280C568E3FFD}"/>
          </ac:graphicFrameMkLst>
        </pc:graphicFrameChg>
        <pc:graphicFrameChg chg="add del mod replST">
          <ac:chgData name="Negi, Neeraj" userId="2be1b326-6a6d-4d5e-be95-9e0e272af2ef" providerId="ADAL" clId="{62540E0E-20CD-4D37-9DD4-0C1FB63A2D1D}" dt="2025-06-19T10:29:02.575" v="8371"/>
          <ac:graphicFrameMkLst>
            <pc:docMk/>
            <pc:sldMk cId="624739403" sldId="2147482253"/>
            <ac:graphicFrameMk id="225" creationId="{58D38609-0C38-7201-6220-845A7633B3AC}"/>
          </ac:graphicFrameMkLst>
        </pc:graphicFrameChg>
        <pc:graphicFrameChg chg="add del mod replST">
          <ac:chgData name="Negi, Neeraj" userId="2be1b326-6a6d-4d5e-be95-9e0e272af2ef" providerId="ADAL" clId="{62540E0E-20CD-4D37-9DD4-0C1FB63A2D1D}" dt="2025-06-19T10:29:08.169" v="8536"/>
          <ac:graphicFrameMkLst>
            <pc:docMk/>
            <pc:sldMk cId="624739403" sldId="2147482253"/>
            <ac:graphicFrameMk id="227" creationId="{BE17C249-82AE-48EF-2E12-7ADB4D01C0C4}"/>
          </ac:graphicFrameMkLst>
        </pc:graphicFrameChg>
        <pc:graphicFrameChg chg="add del mod replST">
          <ac:chgData name="Negi, Neeraj" userId="2be1b326-6a6d-4d5e-be95-9e0e272af2ef" providerId="ADAL" clId="{62540E0E-20CD-4D37-9DD4-0C1FB63A2D1D}" dt="2025-06-19T10:29:14.408" v="8625"/>
          <ac:graphicFrameMkLst>
            <pc:docMk/>
            <pc:sldMk cId="624739403" sldId="2147482253"/>
            <ac:graphicFrameMk id="229" creationId="{CB848BD9-CEAC-15AA-F9ED-AB02804BB04E}"/>
          </ac:graphicFrameMkLst>
        </pc:graphicFrameChg>
        <pc:graphicFrameChg chg="add del mod replST">
          <ac:chgData name="Negi, Neeraj" userId="2be1b326-6a6d-4d5e-be95-9e0e272af2ef" providerId="ADAL" clId="{62540E0E-20CD-4D37-9DD4-0C1FB63A2D1D}" dt="2025-06-19T10:29:17.236" v="8712"/>
          <ac:graphicFrameMkLst>
            <pc:docMk/>
            <pc:sldMk cId="624739403" sldId="2147482253"/>
            <ac:graphicFrameMk id="230" creationId="{3E22B5D1-B724-4B4E-96E9-5351486E608F}"/>
          </ac:graphicFrameMkLst>
        </pc:graphicFrameChg>
        <pc:graphicFrameChg chg="add del mod replST">
          <ac:chgData name="Negi, Neeraj" userId="2be1b326-6a6d-4d5e-be95-9e0e272af2ef" providerId="ADAL" clId="{62540E0E-20CD-4D37-9DD4-0C1FB63A2D1D}" dt="2025-06-19T10:29:19.603" v="8799"/>
          <ac:graphicFrameMkLst>
            <pc:docMk/>
            <pc:sldMk cId="624739403" sldId="2147482253"/>
            <ac:graphicFrameMk id="231" creationId="{09675D75-A12F-14BC-22C2-4943E55277E2}"/>
          </ac:graphicFrameMkLst>
        </pc:graphicFrameChg>
        <pc:graphicFrameChg chg="add del mod replST">
          <ac:chgData name="Negi, Neeraj" userId="2be1b326-6a6d-4d5e-be95-9e0e272af2ef" providerId="ADAL" clId="{62540E0E-20CD-4D37-9DD4-0C1FB63A2D1D}" dt="2025-06-19T10:29:28.002" v="8880"/>
          <ac:graphicFrameMkLst>
            <pc:docMk/>
            <pc:sldMk cId="624739403" sldId="2147482253"/>
            <ac:graphicFrameMk id="232" creationId="{27308AD7-2D71-9F2A-E73A-B75AAA5D32A6}"/>
          </ac:graphicFrameMkLst>
        </pc:graphicFrameChg>
        <pc:graphicFrameChg chg="add del mod replST">
          <ac:chgData name="Negi, Neeraj" userId="2be1b326-6a6d-4d5e-be95-9e0e272af2ef" providerId="ADAL" clId="{62540E0E-20CD-4D37-9DD4-0C1FB63A2D1D}" dt="2025-06-19T11:54:48.793" v="9039"/>
          <ac:graphicFrameMkLst>
            <pc:docMk/>
            <pc:sldMk cId="624739403" sldId="2147482253"/>
            <ac:graphicFrameMk id="234" creationId="{68BD8454-50EB-46F3-4384-F1B267F0A194}"/>
          </ac:graphicFrameMkLst>
        </pc:graphicFrameChg>
        <pc:cxnChg chg="mod ord">
          <ac:chgData name="Negi, Neeraj" userId="2be1b326-6a6d-4d5e-be95-9e0e272af2ef" providerId="ADAL" clId="{62540E0E-20CD-4D37-9DD4-0C1FB63A2D1D}" dt="2025-06-19T10:29:28.071" v="8924"/>
          <ac:cxnSpMkLst>
            <pc:docMk/>
            <pc:sldMk cId="624739403" sldId="2147482253"/>
            <ac:cxnSpMk id="42" creationId="{C3307A9C-FA80-4775-B35A-1A643EF2A1BC}"/>
          </ac:cxnSpMkLst>
        </pc:cxnChg>
        <pc:cxnChg chg="add del mod ord replST">
          <ac:chgData name="Negi, Neeraj" userId="2be1b326-6a6d-4d5e-be95-9e0e272af2ef" providerId="ADAL" clId="{62540E0E-20CD-4D37-9DD4-0C1FB63A2D1D}" dt="2025-06-19T10:20:03.941" v="3334"/>
          <ac:cxnSpMkLst>
            <pc:docMk/>
            <pc:sldMk cId="624739403" sldId="2147482253"/>
            <ac:cxnSpMk id="104" creationId="{CC81F837-B115-5C05-63AB-457CB6591E8F}"/>
          </ac:cxnSpMkLst>
        </pc:cxnChg>
        <pc:cxnChg chg="add del mod ord replST">
          <ac:chgData name="Negi, Neeraj" userId="2be1b326-6a6d-4d5e-be95-9e0e272af2ef" providerId="ADAL" clId="{62540E0E-20CD-4D37-9DD4-0C1FB63A2D1D}" dt="2025-06-19T10:20:03.939" v="3332"/>
          <ac:cxnSpMkLst>
            <pc:docMk/>
            <pc:sldMk cId="624739403" sldId="2147482253"/>
            <ac:cxnSpMk id="105" creationId="{9390BDAE-37BC-45C6-58B5-C5878D1FEF93}"/>
          </ac:cxnSpMkLst>
        </pc:cxnChg>
        <pc:cxnChg chg="add del mod ord replST">
          <ac:chgData name="Negi, Neeraj" userId="2be1b326-6a6d-4d5e-be95-9e0e272af2ef" providerId="ADAL" clId="{62540E0E-20CD-4D37-9DD4-0C1FB63A2D1D}" dt="2025-06-19T10:20:01.258" v="3106"/>
          <ac:cxnSpMkLst>
            <pc:docMk/>
            <pc:sldMk cId="624739403" sldId="2147482253"/>
            <ac:cxnSpMk id="107" creationId="{07A8B470-A76D-4B57-3E27-3F1A51D73DAF}"/>
          </ac:cxnSpMkLst>
        </pc:cxnChg>
        <pc:cxnChg chg="add del mod ord replST">
          <ac:chgData name="Negi, Neeraj" userId="2be1b326-6a6d-4d5e-be95-9e0e272af2ef" providerId="ADAL" clId="{62540E0E-20CD-4D37-9DD4-0C1FB63A2D1D}" dt="2025-06-19T10:20:01.284" v="3128"/>
          <ac:cxnSpMkLst>
            <pc:docMk/>
            <pc:sldMk cId="624739403" sldId="2147482253"/>
            <ac:cxnSpMk id="109" creationId="{2F454C60-8201-8775-4FA9-5210D8B9B6F5}"/>
          </ac:cxnSpMkLst>
        </pc:cxnChg>
        <pc:cxnChg chg="add del mod ord replST">
          <ac:chgData name="Negi, Neeraj" userId="2be1b326-6a6d-4d5e-be95-9e0e272af2ef" providerId="ADAL" clId="{62540E0E-20CD-4D37-9DD4-0C1FB63A2D1D}" dt="2025-06-19T10:20:01.303" v="3148"/>
          <ac:cxnSpMkLst>
            <pc:docMk/>
            <pc:sldMk cId="624739403" sldId="2147482253"/>
            <ac:cxnSpMk id="110" creationId="{EBD27AF0-F57F-8805-E555-27A43B599DBE}"/>
          </ac:cxnSpMkLst>
        </pc:cxnChg>
        <pc:cxnChg chg="add del mod ord replST">
          <ac:chgData name="Negi, Neeraj" userId="2be1b326-6a6d-4d5e-be95-9e0e272af2ef" providerId="ADAL" clId="{62540E0E-20CD-4D37-9DD4-0C1FB63A2D1D}" dt="2025-06-19T10:20:03.849" v="3296"/>
          <ac:cxnSpMkLst>
            <pc:docMk/>
            <pc:sldMk cId="624739403" sldId="2147482253"/>
            <ac:cxnSpMk id="111" creationId="{F820319F-E21C-8E57-54F7-6A42A900E5A4}"/>
          </ac:cxnSpMkLst>
        </pc:cxnChg>
        <pc:cxnChg chg="add del mod ord replST">
          <ac:chgData name="Negi, Neeraj" userId="2be1b326-6a6d-4d5e-be95-9e0e272af2ef" providerId="ADAL" clId="{62540E0E-20CD-4D37-9DD4-0C1FB63A2D1D}" dt="2025-06-19T10:20:03.848" v="3294"/>
          <ac:cxnSpMkLst>
            <pc:docMk/>
            <pc:sldMk cId="624739403" sldId="2147482253"/>
            <ac:cxnSpMk id="112" creationId="{4C92203B-9253-CC95-E093-7EF399174B08}"/>
          </ac:cxnSpMkLst>
        </pc:cxnChg>
        <pc:cxnChg chg="add del mod ord replST">
          <ac:chgData name="Negi, Neeraj" userId="2be1b326-6a6d-4d5e-be95-9e0e272af2ef" providerId="ADAL" clId="{62540E0E-20CD-4D37-9DD4-0C1FB63A2D1D}" dt="2025-06-19T10:20:03.852" v="3301"/>
          <ac:cxnSpMkLst>
            <pc:docMk/>
            <pc:sldMk cId="624739403" sldId="2147482253"/>
            <ac:cxnSpMk id="113" creationId="{034A7C34-5A60-A289-8DC8-6DEED5E5A2FB}"/>
          </ac:cxnSpMkLst>
        </pc:cxnChg>
        <pc:cxnChg chg="add del mod ord replST">
          <ac:chgData name="Negi, Neeraj" userId="2be1b326-6a6d-4d5e-be95-9e0e272af2ef" providerId="ADAL" clId="{62540E0E-20CD-4D37-9DD4-0C1FB63A2D1D}" dt="2025-06-19T10:20:03.850" v="3299"/>
          <ac:cxnSpMkLst>
            <pc:docMk/>
            <pc:sldMk cId="624739403" sldId="2147482253"/>
            <ac:cxnSpMk id="114" creationId="{5525C11F-2B0B-C95C-E77F-2401DC1AE43C}"/>
          </ac:cxnSpMkLst>
        </pc:cxnChg>
        <pc:cxnChg chg="add del mod ord replST">
          <ac:chgData name="Negi, Neeraj" userId="2be1b326-6a6d-4d5e-be95-9e0e272af2ef" providerId="ADAL" clId="{62540E0E-20CD-4D37-9DD4-0C1FB63A2D1D}" dt="2025-06-19T10:20:03.855" v="3306"/>
          <ac:cxnSpMkLst>
            <pc:docMk/>
            <pc:sldMk cId="624739403" sldId="2147482253"/>
            <ac:cxnSpMk id="115" creationId="{FAB4C3B2-CEA5-0EA0-E0F0-CF5F6721D781}"/>
          </ac:cxnSpMkLst>
        </pc:cxnChg>
        <pc:cxnChg chg="add del mod ord replST">
          <ac:chgData name="Negi, Neeraj" userId="2be1b326-6a6d-4d5e-be95-9e0e272af2ef" providerId="ADAL" clId="{62540E0E-20CD-4D37-9DD4-0C1FB63A2D1D}" dt="2025-06-19T10:20:03.854" v="3304"/>
          <ac:cxnSpMkLst>
            <pc:docMk/>
            <pc:sldMk cId="624739403" sldId="2147482253"/>
            <ac:cxnSpMk id="116" creationId="{2FB0B3B8-1661-C15C-2F45-13681DD60D65}"/>
          </ac:cxnSpMkLst>
        </pc:cxnChg>
        <pc:cxnChg chg="add del mod ord replST">
          <ac:chgData name="Negi, Neeraj" userId="2be1b326-6a6d-4d5e-be95-9e0e272af2ef" providerId="ADAL" clId="{62540E0E-20CD-4D37-9DD4-0C1FB63A2D1D}" dt="2025-06-19T10:20:03.950" v="3342"/>
          <ac:cxnSpMkLst>
            <pc:docMk/>
            <pc:sldMk cId="624739403" sldId="2147482253"/>
            <ac:cxnSpMk id="119" creationId="{FDA8E1DC-BC32-7F63-1D04-313ED9ADFD68}"/>
          </ac:cxnSpMkLst>
        </pc:cxnChg>
        <pc:cxnChg chg="add del mod ord replST">
          <ac:chgData name="Negi, Neeraj" userId="2be1b326-6a6d-4d5e-be95-9e0e272af2ef" providerId="ADAL" clId="{62540E0E-20CD-4D37-9DD4-0C1FB63A2D1D}" dt="2025-06-19T10:20:03.958" v="3350"/>
          <ac:cxnSpMkLst>
            <pc:docMk/>
            <pc:sldMk cId="624739403" sldId="2147482253"/>
            <ac:cxnSpMk id="120" creationId="{54C2A873-4076-3991-2C5A-B65E7A689073}"/>
          </ac:cxnSpMkLst>
        </pc:cxnChg>
        <pc:cxnChg chg="add del mod ord replST">
          <ac:chgData name="Negi, Neeraj" userId="2be1b326-6a6d-4d5e-be95-9e0e272af2ef" providerId="ADAL" clId="{62540E0E-20CD-4D37-9DD4-0C1FB63A2D1D}" dt="2025-06-19T10:20:03.838" v="3291"/>
          <ac:cxnSpMkLst>
            <pc:docMk/>
            <pc:sldMk cId="624739403" sldId="2147482253"/>
            <ac:cxnSpMk id="121" creationId="{53C7D359-4E84-BF45-EE90-449AD110EADC}"/>
          </ac:cxnSpMkLst>
        </pc:cxnChg>
        <pc:cxnChg chg="add del mod ord replST">
          <ac:chgData name="Negi, Neeraj" userId="2be1b326-6a6d-4d5e-be95-9e0e272af2ef" providerId="ADAL" clId="{62540E0E-20CD-4D37-9DD4-0C1FB63A2D1D}" dt="2025-06-19T10:28:46.038" v="7146"/>
          <ac:cxnSpMkLst>
            <pc:docMk/>
            <pc:sldMk cId="624739403" sldId="2147482253"/>
            <ac:cxnSpMk id="186" creationId="{221ADD0A-118F-F548-0CB8-D0FBAC42294D}"/>
          </ac:cxnSpMkLst>
        </pc:cxnChg>
        <pc:cxnChg chg="add del mod ord replST">
          <ac:chgData name="Negi, Neeraj" userId="2be1b326-6a6d-4d5e-be95-9e0e272af2ef" providerId="ADAL" clId="{62540E0E-20CD-4D37-9DD4-0C1FB63A2D1D}" dt="2025-06-19T10:29:28.062" v="8903"/>
          <ac:cxnSpMkLst>
            <pc:docMk/>
            <pc:sldMk cId="624739403" sldId="2147482253"/>
            <ac:cxnSpMk id="187" creationId="{42546B75-4462-01C7-71B5-C62AD843A5CC}"/>
          </ac:cxnSpMkLst>
        </pc:cxnChg>
        <pc:cxnChg chg="add del mod ord replST">
          <ac:chgData name="Negi, Neeraj" userId="2be1b326-6a6d-4d5e-be95-9e0e272af2ef" providerId="ADAL" clId="{62540E0E-20CD-4D37-9DD4-0C1FB63A2D1D}" dt="2025-06-19T10:29:01.714" v="8174"/>
          <ac:cxnSpMkLst>
            <pc:docMk/>
            <pc:sldMk cId="624739403" sldId="2147482253"/>
            <ac:cxnSpMk id="188" creationId="{6CEF6269-410F-539C-B873-15307CA9177B}"/>
          </ac:cxnSpMkLst>
        </pc:cxnChg>
        <pc:cxnChg chg="add del mod ord replST">
          <ac:chgData name="Negi, Neeraj" userId="2be1b326-6a6d-4d5e-be95-9e0e272af2ef" providerId="ADAL" clId="{62540E0E-20CD-4D37-9DD4-0C1FB63A2D1D}" dt="2025-06-19T10:28:44.191" v="7029"/>
          <ac:cxnSpMkLst>
            <pc:docMk/>
            <pc:sldMk cId="624739403" sldId="2147482253"/>
            <ac:cxnSpMk id="189" creationId="{BBFE67D5-C882-98E6-B171-756DBF4E6692}"/>
          </ac:cxnSpMkLst>
        </pc:cxnChg>
        <pc:cxnChg chg="add del mod ord replST">
          <ac:chgData name="Negi, Neeraj" userId="2be1b326-6a6d-4d5e-be95-9e0e272af2ef" providerId="ADAL" clId="{62540E0E-20CD-4D37-9DD4-0C1FB63A2D1D}" dt="2025-06-19T10:28:44.197" v="7033"/>
          <ac:cxnSpMkLst>
            <pc:docMk/>
            <pc:sldMk cId="624739403" sldId="2147482253"/>
            <ac:cxnSpMk id="190" creationId="{99B5E214-3FA1-1F39-226F-B92211F5A03E}"/>
          </ac:cxnSpMkLst>
        </pc:cxnChg>
        <pc:cxnChg chg="add del mod ord replST">
          <ac:chgData name="Negi, Neeraj" userId="2be1b326-6a6d-4d5e-be95-9e0e272af2ef" providerId="ADAL" clId="{62540E0E-20CD-4D37-9DD4-0C1FB63A2D1D}" dt="2025-06-19T10:28:44.203" v="7037"/>
          <ac:cxnSpMkLst>
            <pc:docMk/>
            <pc:sldMk cId="624739403" sldId="2147482253"/>
            <ac:cxnSpMk id="191" creationId="{F0A90508-69AF-FA5E-3379-BB56E82A501D}"/>
          </ac:cxnSpMkLst>
        </pc:cxnChg>
        <pc:cxnChg chg="add del mod ord replST">
          <ac:chgData name="Negi, Neeraj" userId="2be1b326-6a6d-4d5e-be95-9e0e272af2ef" providerId="ADAL" clId="{62540E0E-20CD-4D37-9DD4-0C1FB63A2D1D}" dt="2025-06-19T10:28:44.209" v="7041"/>
          <ac:cxnSpMkLst>
            <pc:docMk/>
            <pc:sldMk cId="624739403" sldId="2147482253"/>
            <ac:cxnSpMk id="192" creationId="{42A1DAEC-E65D-679A-0930-9BA6F89AF67D}"/>
          </ac:cxnSpMkLst>
        </pc:cxnChg>
        <pc:cxnChg chg="add del mod ord replST">
          <ac:chgData name="Negi, Neeraj" userId="2be1b326-6a6d-4d5e-be95-9e0e272af2ef" providerId="ADAL" clId="{62540E0E-20CD-4D37-9DD4-0C1FB63A2D1D}" dt="2025-06-19T10:28:44.216" v="7045"/>
          <ac:cxnSpMkLst>
            <pc:docMk/>
            <pc:sldMk cId="624739403" sldId="2147482253"/>
            <ac:cxnSpMk id="193" creationId="{E19769AC-447B-B0E1-EEF4-5F4606608586}"/>
          </ac:cxnSpMkLst>
        </pc:cxnChg>
        <pc:cxnChg chg="add del mod ord replST">
          <ac:chgData name="Negi, Neeraj" userId="2be1b326-6a6d-4d5e-be95-9e0e272af2ef" providerId="ADAL" clId="{62540E0E-20CD-4D37-9DD4-0C1FB63A2D1D}" dt="2025-06-19T10:28:44.223" v="7049"/>
          <ac:cxnSpMkLst>
            <pc:docMk/>
            <pc:sldMk cId="624739403" sldId="2147482253"/>
            <ac:cxnSpMk id="194" creationId="{74075159-5F84-D5F1-D2B5-EDD62A36B5A1}"/>
          </ac:cxnSpMkLst>
        </pc:cxnChg>
        <pc:cxnChg chg="add del mod ord replST">
          <ac:chgData name="Negi, Neeraj" userId="2be1b326-6a6d-4d5e-be95-9e0e272af2ef" providerId="ADAL" clId="{62540E0E-20CD-4D37-9DD4-0C1FB63A2D1D}" dt="2025-06-19T10:28:44.229" v="7053"/>
          <ac:cxnSpMkLst>
            <pc:docMk/>
            <pc:sldMk cId="624739403" sldId="2147482253"/>
            <ac:cxnSpMk id="195" creationId="{E052A8CD-4E57-F446-B1DB-A56BFEFEA539}"/>
          </ac:cxnSpMkLst>
        </pc:cxnChg>
        <pc:cxnChg chg="add del mod ord replST">
          <ac:chgData name="Negi, Neeraj" userId="2be1b326-6a6d-4d5e-be95-9e0e272af2ef" providerId="ADAL" clId="{62540E0E-20CD-4D37-9DD4-0C1FB63A2D1D}" dt="2025-06-19T10:28:44.185" v="7025"/>
          <ac:cxnSpMkLst>
            <pc:docMk/>
            <pc:sldMk cId="624739403" sldId="2147482253"/>
            <ac:cxnSpMk id="199" creationId="{EEC723D0-BBAA-36F9-CDD4-8A389837588B}"/>
          </ac:cxnSpMkLst>
        </pc:cxnChg>
        <pc:cxnChg chg="add del mod ord replST">
          <ac:chgData name="Negi, Neeraj" userId="2be1b326-6a6d-4d5e-be95-9e0e272af2ef" providerId="ADAL" clId="{62540E0E-20CD-4D37-9DD4-0C1FB63A2D1D}" dt="2025-06-19T10:28:44.235" v="7057"/>
          <ac:cxnSpMkLst>
            <pc:docMk/>
            <pc:sldMk cId="624739403" sldId="2147482253"/>
            <ac:cxnSpMk id="200" creationId="{73B4B3BB-E4A6-0218-EA46-47087C91FDF6}"/>
          </ac:cxnSpMkLst>
        </pc:cxnChg>
        <pc:cxnChg chg="add del mod ord replST">
          <ac:chgData name="Negi, Neeraj" userId="2be1b326-6a6d-4d5e-be95-9e0e272af2ef" providerId="ADAL" clId="{62540E0E-20CD-4D37-9DD4-0C1FB63A2D1D}" dt="2025-06-19T10:28:44.241" v="7061"/>
          <ac:cxnSpMkLst>
            <pc:docMk/>
            <pc:sldMk cId="624739403" sldId="2147482253"/>
            <ac:cxnSpMk id="201" creationId="{11028EFA-B758-2460-5D22-2AEB4C7C1B1B}"/>
          </ac:cxnSpMkLst>
        </pc:cxnChg>
        <pc:cxnChg chg="add del mod ord replST">
          <ac:chgData name="Negi, Neeraj" userId="2be1b326-6a6d-4d5e-be95-9e0e272af2ef" providerId="ADAL" clId="{62540E0E-20CD-4D37-9DD4-0C1FB63A2D1D}" dt="2025-06-19T10:29:01.948" v="8247"/>
          <ac:cxnSpMkLst>
            <pc:docMk/>
            <pc:sldMk cId="624739403" sldId="2147482253"/>
            <ac:cxnSpMk id="224" creationId="{BD8C617A-1259-EC7E-1614-783A4CADF03E}"/>
          </ac:cxnSpMkLst>
        </pc:cxnChg>
      </pc:sldChg>
      <pc:sldChg chg="addSp delSp modSp add del mod">
        <pc:chgData name="Negi, Neeraj" userId="2be1b326-6a6d-4d5e-be95-9e0e272af2ef" providerId="ADAL" clId="{62540E0E-20CD-4D37-9DD4-0C1FB63A2D1D}" dt="2025-06-19T09:34:43.850" v="483" actId="2696"/>
        <pc:sldMkLst>
          <pc:docMk/>
          <pc:sldMk cId="996633400" sldId="2147482254"/>
        </pc:sldMkLst>
        <pc:spChg chg="mod">
          <ac:chgData name="Negi, Neeraj" userId="2be1b326-6a6d-4d5e-be95-9e0e272af2ef" providerId="ADAL" clId="{62540E0E-20CD-4D37-9DD4-0C1FB63A2D1D}" dt="2025-06-19T09:34:37.300" v="459" actId="948"/>
          <ac:spMkLst>
            <pc:docMk/>
            <pc:sldMk cId="996633400" sldId="2147482254"/>
            <ac:spMk id="6" creationId="{00000000-0000-0000-0000-000000000000}"/>
          </ac:spMkLst>
        </pc:spChg>
        <pc:spChg chg="add del mod modVis">
          <ac:chgData name="Negi, Neeraj" userId="2be1b326-6a6d-4d5e-be95-9e0e272af2ef" providerId="ADAL" clId="{62540E0E-20CD-4D37-9DD4-0C1FB63A2D1D}" dt="2025-06-19T09:34:37.329" v="480"/>
          <ac:spMkLst>
            <pc:docMk/>
            <pc:sldMk cId="996633400" sldId="2147482254"/>
            <ac:spMk id="50" creationId="{BEA240CE-21DE-BCA9-46F3-DA68D4484D18}"/>
          </ac:spMkLst>
        </pc:spChg>
        <pc:graphicFrameChg chg="mod">
          <ac:chgData name="Negi, Neeraj" userId="2be1b326-6a6d-4d5e-be95-9e0e272af2ef" providerId="ADAL" clId="{62540E0E-20CD-4D37-9DD4-0C1FB63A2D1D}" dt="2025-06-19T09:34:37.331" v="482"/>
          <ac:graphicFrameMkLst>
            <pc:docMk/>
            <pc:sldMk cId="996633400" sldId="2147482254"/>
            <ac:graphicFrameMk id="10" creationId="{85E75AA5-7793-42EB-A8A1-2973E74D2021}"/>
          </ac:graphicFrameMkLst>
        </pc:graphicFrameChg>
      </pc:sldChg>
      <pc:sldChg chg="addSp delSp modSp mod">
        <pc:chgData name="Negi, Neeraj" userId="2be1b326-6a6d-4d5e-be95-9e0e272af2ef" providerId="ADAL" clId="{62540E0E-20CD-4D37-9DD4-0C1FB63A2D1D}" dt="2025-06-20T05:58:52.979" v="19754"/>
        <pc:sldMkLst>
          <pc:docMk/>
          <pc:sldMk cId="376927323" sldId="2147482257"/>
        </pc:sldMkLst>
        <pc:spChg chg="add del mod replST">
          <ac:chgData name="Negi, Neeraj" userId="2be1b326-6a6d-4d5e-be95-9e0e272af2ef" providerId="ADAL" clId="{62540E0E-20CD-4D37-9DD4-0C1FB63A2D1D}" dt="2025-06-20T05:08:40.374" v="9067"/>
          <ac:spMkLst>
            <pc:docMk/>
            <pc:sldMk cId="376927323" sldId="2147482257"/>
            <ac:spMk id="3" creationId="{7FE79B2C-8294-ECE0-9F7D-4EE48A05ED6B}"/>
          </ac:spMkLst>
        </pc:spChg>
        <pc:spChg chg="add del mod replST">
          <ac:chgData name="Negi, Neeraj" userId="2be1b326-6a6d-4d5e-be95-9e0e272af2ef" providerId="ADAL" clId="{62540E0E-20CD-4D37-9DD4-0C1FB63A2D1D}" dt="2025-06-20T05:08:40.373" v="9064"/>
          <ac:spMkLst>
            <pc:docMk/>
            <pc:sldMk cId="376927323" sldId="2147482257"/>
            <ac:spMk id="4" creationId="{C6B381C0-34BB-44FF-268B-9ACE20341491}"/>
          </ac:spMkLst>
        </pc:spChg>
        <pc:spChg chg="add del mod replST">
          <ac:chgData name="Negi, Neeraj" userId="2be1b326-6a6d-4d5e-be95-9e0e272af2ef" providerId="ADAL" clId="{62540E0E-20CD-4D37-9DD4-0C1FB63A2D1D}" dt="2025-06-20T05:08:40.372" v="9061"/>
          <ac:spMkLst>
            <pc:docMk/>
            <pc:sldMk cId="376927323" sldId="2147482257"/>
            <ac:spMk id="5" creationId="{37FCCDFF-F911-0BB4-6C69-B848C71F6279}"/>
          </ac:spMkLst>
        </pc:spChg>
        <pc:spChg chg="mod ord">
          <ac:chgData name="Negi, Neeraj" userId="2be1b326-6a6d-4d5e-be95-9e0e272af2ef" providerId="ADAL" clId="{62540E0E-20CD-4D37-9DD4-0C1FB63A2D1D}" dt="2025-06-20T05:13:40.505" v="11620"/>
          <ac:spMkLst>
            <pc:docMk/>
            <pc:sldMk cId="376927323" sldId="2147482257"/>
            <ac:spMk id="6" creationId="{00000000-0000-0000-0000-000000000000}"/>
          </ac:spMkLst>
        </pc:spChg>
        <pc:spChg chg="add del mod replST">
          <ac:chgData name="Negi, Neeraj" userId="2be1b326-6a6d-4d5e-be95-9e0e272af2ef" providerId="ADAL" clId="{62540E0E-20CD-4D37-9DD4-0C1FB63A2D1D}" dt="2025-06-20T05:08:40.369" v="9058"/>
          <ac:spMkLst>
            <pc:docMk/>
            <pc:sldMk cId="376927323" sldId="2147482257"/>
            <ac:spMk id="7" creationId="{F7E452A1-7FD7-FD90-EFA5-2465474F0254}"/>
          </ac:spMkLst>
        </pc:spChg>
        <pc:spChg chg="add del mod replST">
          <ac:chgData name="Negi, Neeraj" userId="2be1b326-6a6d-4d5e-be95-9e0e272af2ef" providerId="ADAL" clId="{62540E0E-20CD-4D37-9DD4-0C1FB63A2D1D}" dt="2025-06-20T05:08:40.374" v="9068"/>
          <ac:spMkLst>
            <pc:docMk/>
            <pc:sldMk cId="376927323" sldId="2147482257"/>
            <ac:spMk id="8" creationId="{21A5E276-9A76-752A-6126-410886E356C9}"/>
          </ac:spMkLst>
        </pc:spChg>
        <pc:spChg chg="add del mod replST">
          <ac:chgData name="Negi, Neeraj" userId="2be1b326-6a6d-4d5e-be95-9e0e272af2ef" providerId="ADAL" clId="{62540E0E-20CD-4D37-9DD4-0C1FB63A2D1D}" dt="2025-06-20T05:08:40.372" v="9062"/>
          <ac:spMkLst>
            <pc:docMk/>
            <pc:sldMk cId="376927323" sldId="2147482257"/>
            <ac:spMk id="9" creationId="{91B5F81E-9588-5AFA-82D2-F935C6F845C1}"/>
          </ac:spMkLst>
        </pc:spChg>
        <pc:spChg chg="add del mod replST">
          <ac:chgData name="Negi, Neeraj" userId="2be1b326-6a6d-4d5e-be95-9e0e272af2ef" providerId="ADAL" clId="{62540E0E-20CD-4D37-9DD4-0C1FB63A2D1D}" dt="2025-06-20T05:08:40.373" v="9065"/>
          <ac:spMkLst>
            <pc:docMk/>
            <pc:sldMk cId="376927323" sldId="2147482257"/>
            <ac:spMk id="11" creationId="{1BB0EF7C-CF2C-28C3-9134-2AD32F6B48BF}"/>
          </ac:spMkLst>
        </pc:spChg>
        <pc:spChg chg="add del mod replST">
          <ac:chgData name="Negi, Neeraj" userId="2be1b326-6a6d-4d5e-be95-9e0e272af2ef" providerId="ADAL" clId="{62540E0E-20CD-4D37-9DD4-0C1FB63A2D1D}" dt="2025-06-20T05:08:40.370" v="9059"/>
          <ac:spMkLst>
            <pc:docMk/>
            <pc:sldMk cId="376927323" sldId="2147482257"/>
            <ac:spMk id="12" creationId="{EF8718EB-6D11-CA3E-B5F8-CB18367E237B}"/>
          </ac:spMkLst>
        </pc:spChg>
        <pc:spChg chg="add del mod modVis">
          <ac:chgData name="Negi, Neeraj" userId="2be1b326-6a6d-4d5e-be95-9e0e272af2ef" providerId="ADAL" clId="{62540E0E-20CD-4D37-9DD4-0C1FB63A2D1D}" dt="2025-06-20T05:08:40.442" v="9090"/>
          <ac:spMkLst>
            <pc:docMk/>
            <pc:sldMk cId="376927323" sldId="2147482257"/>
            <ac:spMk id="13" creationId="{684AD9E4-2AC4-E201-E438-9044B73CC528}"/>
          </ac:spMkLst>
        </pc:spChg>
        <pc:spChg chg="add del mod ord replST">
          <ac:chgData name="Negi, Neeraj" userId="2be1b326-6a6d-4d5e-be95-9e0e272af2ef" providerId="ADAL" clId="{62540E0E-20CD-4D37-9DD4-0C1FB63A2D1D}" dt="2025-06-20T05:13:36.658" v="11598"/>
          <ac:spMkLst>
            <pc:docMk/>
            <pc:sldMk cId="376927323" sldId="2147482257"/>
            <ac:spMk id="15" creationId="{8DFD2D8A-1477-EEE6-717B-4DC2E5396D31}"/>
          </ac:spMkLst>
        </pc:spChg>
        <pc:spChg chg="add del mod ord replST">
          <ac:chgData name="Negi, Neeraj" userId="2be1b326-6a6d-4d5e-be95-9e0e272af2ef" providerId="ADAL" clId="{62540E0E-20CD-4D37-9DD4-0C1FB63A2D1D}" dt="2025-06-20T05:13:36.657" v="11595"/>
          <ac:spMkLst>
            <pc:docMk/>
            <pc:sldMk cId="376927323" sldId="2147482257"/>
            <ac:spMk id="16" creationId="{12474466-E93D-B042-46E7-AAEF621CFED1}"/>
          </ac:spMkLst>
        </pc:spChg>
        <pc:spChg chg="add del mod ord replST">
          <ac:chgData name="Negi, Neeraj" userId="2be1b326-6a6d-4d5e-be95-9e0e272af2ef" providerId="ADAL" clId="{62540E0E-20CD-4D37-9DD4-0C1FB63A2D1D}" dt="2025-06-20T05:13:36.656" v="11592"/>
          <ac:spMkLst>
            <pc:docMk/>
            <pc:sldMk cId="376927323" sldId="2147482257"/>
            <ac:spMk id="17" creationId="{A4F94FDE-AFF7-2986-6F17-EF20EE34789B}"/>
          </ac:spMkLst>
        </pc:spChg>
        <pc:spChg chg="add del mod ord replST">
          <ac:chgData name="Negi, Neeraj" userId="2be1b326-6a6d-4d5e-be95-9e0e272af2ef" providerId="ADAL" clId="{62540E0E-20CD-4D37-9DD4-0C1FB63A2D1D}" dt="2025-06-20T05:13:36.654" v="11589"/>
          <ac:spMkLst>
            <pc:docMk/>
            <pc:sldMk cId="376927323" sldId="2147482257"/>
            <ac:spMk id="18" creationId="{6058B118-C95C-4378-7174-1B3CD8818E09}"/>
          </ac:spMkLst>
        </pc:spChg>
        <pc:spChg chg="add del mod ord replST">
          <ac:chgData name="Negi, Neeraj" userId="2be1b326-6a6d-4d5e-be95-9e0e272af2ef" providerId="ADAL" clId="{62540E0E-20CD-4D37-9DD4-0C1FB63A2D1D}" dt="2025-06-20T05:13:36.649" v="11586"/>
          <ac:spMkLst>
            <pc:docMk/>
            <pc:sldMk cId="376927323" sldId="2147482257"/>
            <ac:spMk id="19" creationId="{8A1B3ADA-9FFB-8686-CBBB-BBB36A0E7206}"/>
          </ac:spMkLst>
        </pc:spChg>
        <pc:spChg chg="add del mod replST">
          <ac:chgData name="Negi, Neeraj" userId="2be1b326-6a6d-4d5e-be95-9e0e272af2ef" providerId="ADAL" clId="{62540E0E-20CD-4D37-9DD4-0C1FB63A2D1D}" dt="2025-06-20T05:13:36.657" v="11596"/>
          <ac:spMkLst>
            <pc:docMk/>
            <pc:sldMk cId="376927323" sldId="2147482257"/>
            <ac:spMk id="20" creationId="{4E782CEE-FD96-9A9D-3951-0BA71E794FAF}"/>
          </ac:spMkLst>
        </pc:spChg>
        <pc:spChg chg="add del mod replST">
          <ac:chgData name="Negi, Neeraj" userId="2be1b326-6a6d-4d5e-be95-9e0e272af2ef" providerId="ADAL" clId="{62540E0E-20CD-4D37-9DD4-0C1FB63A2D1D}" dt="2025-06-20T05:13:36.656" v="11590"/>
          <ac:spMkLst>
            <pc:docMk/>
            <pc:sldMk cId="376927323" sldId="2147482257"/>
            <ac:spMk id="21" creationId="{A76C3060-05CF-C5E3-A3C8-2CBCABCF1B06}"/>
          </ac:spMkLst>
        </pc:spChg>
        <pc:spChg chg="add del mod replST">
          <ac:chgData name="Negi, Neeraj" userId="2be1b326-6a6d-4d5e-be95-9e0e272af2ef" providerId="ADAL" clId="{62540E0E-20CD-4D37-9DD4-0C1FB63A2D1D}" dt="2025-06-20T05:13:36.657" v="11593"/>
          <ac:spMkLst>
            <pc:docMk/>
            <pc:sldMk cId="376927323" sldId="2147482257"/>
            <ac:spMk id="22" creationId="{D10525FB-937E-8AFC-2F13-F24B92829B8A}"/>
          </ac:spMkLst>
        </pc:spChg>
        <pc:spChg chg="mod ord">
          <ac:chgData name="Negi, Neeraj" userId="2be1b326-6a6d-4d5e-be95-9e0e272af2ef" providerId="ADAL" clId="{62540E0E-20CD-4D37-9DD4-0C1FB63A2D1D}" dt="2025-06-20T05:13:40.506" v="11624"/>
          <ac:spMkLst>
            <pc:docMk/>
            <pc:sldMk cId="376927323" sldId="2147482257"/>
            <ac:spMk id="23" creationId="{7DD471DA-4A09-222A-F402-8F3F8FE7FE8C}"/>
          </ac:spMkLst>
        </pc:spChg>
        <pc:spChg chg="add del mod replST">
          <ac:chgData name="Negi, Neeraj" userId="2be1b326-6a6d-4d5e-be95-9e0e272af2ef" providerId="ADAL" clId="{62540E0E-20CD-4D37-9DD4-0C1FB63A2D1D}" dt="2025-06-20T05:13:36.653" v="11587"/>
          <ac:spMkLst>
            <pc:docMk/>
            <pc:sldMk cId="376927323" sldId="2147482257"/>
            <ac:spMk id="24" creationId="{46C207BE-4368-5215-E235-1C3B88828AA7}"/>
          </ac:spMkLst>
        </pc:spChg>
        <pc:spChg chg="add del mod modVis">
          <ac:chgData name="Negi, Neeraj" userId="2be1b326-6a6d-4d5e-be95-9e0e272af2ef" providerId="ADAL" clId="{62540E0E-20CD-4D37-9DD4-0C1FB63A2D1D}" dt="2025-06-20T05:08:46.449" v="9229"/>
          <ac:spMkLst>
            <pc:docMk/>
            <pc:sldMk cId="376927323" sldId="2147482257"/>
            <ac:spMk id="25" creationId="{A76D2A4D-ED9F-8657-B63E-E66493ED0922}"/>
          </ac:spMkLst>
        </pc:spChg>
        <pc:spChg chg="add del mod modVis">
          <ac:chgData name="Negi, Neeraj" userId="2be1b326-6a6d-4d5e-be95-9e0e272af2ef" providerId="ADAL" clId="{62540E0E-20CD-4D37-9DD4-0C1FB63A2D1D}" dt="2025-06-20T05:11:58.777" v="9849"/>
          <ac:spMkLst>
            <pc:docMk/>
            <pc:sldMk cId="376927323" sldId="2147482257"/>
            <ac:spMk id="35" creationId="{B74DEB3D-50B2-C95E-C0D4-9FEEFE7B0931}"/>
          </ac:spMkLst>
        </pc:spChg>
        <pc:spChg chg="add del mod replST">
          <ac:chgData name="Negi, Neeraj" userId="2be1b326-6a6d-4d5e-be95-9e0e272af2ef" providerId="ADAL" clId="{62540E0E-20CD-4D37-9DD4-0C1FB63A2D1D}" dt="2025-06-20T05:58:52.963" v="19748"/>
          <ac:spMkLst>
            <pc:docMk/>
            <pc:sldMk cId="376927323" sldId="2147482257"/>
            <ac:spMk id="36" creationId="{1A70092A-58C8-E1D2-4898-B43C308A1FC8}"/>
          </ac:spMkLst>
        </pc:spChg>
        <pc:spChg chg="add del mod replST">
          <ac:chgData name="Negi, Neeraj" userId="2be1b326-6a6d-4d5e-be95-9e0e272af2ef" providerId="ADAL" clId="{62540E0E-20CD-4D37-9DD4-0C1FB63A2D1D}" dt="2025-06-20T05:58:52.961" v="19745"/>
          <ac:spMkLst>
            <pc:docMk/>
            <pc:sldMk cId="376927323" sldId="2147482257"/>
            <ac:spMk id="37" creationId="{E0CBB802-18C4-500E-6579-6E7CF24B197D}"/>
          </ac:spMkLst>
        </pc:spChg>
        <pc:spChg chg="add del mod replST">
          <ac:chgData name="Negi, Neeraj" userId="2be1b326-6a6d-4d5e-be95-9e0e272af2ef" providerId="ADAL" clId="{62540E0E-20CD-4D37-9DD4-0C1FB63A2D1D}" dt="2025-06-20T05:58:52.958" v="19742"/>
          <ac:spMkLst>
            <pc:docMk/>
            <pc:sldMk cId="376927323" sldId="2147482257"/>
            <ac:spMk id="38" creationId="{79DEB698-7472-B4FA-4F51-31F241AC6F72}"/>
          </ac:spMkLst>
        </pc:spChg>
        <pc:spChg chg="add del mod replST">
          <ac:chgData name="Negi, Neeraj" userId="2be1b326-6a6d-4d5e-be95-9e0e272af2ef" providerId="ADAL" clId="{62540E0E-20CD-4D37-9DD4-0C1FB63A2D1D}" dt="2025-06-20T05:58:52.955" v="19739"/>
          <ac:spMkLst>
            <pc:docMk/>
            <pc:sldMk cId="376927323" sldId="2147482257"/>
            <ac:spMk id="40" creationId="{F1AD15B2-7DED-836A-AB7D-55B59752756E}"/>
          </ac:spMkLst>
        </pc:spChg>
        <pc:spChg chg="add del mod modVis">
          <ac:chgData name="Negi, Neeraj" userId="2be1b326-6a6d-4d5e-be95-9e0e272af2ef" providerId="ADAL" clId="{62540E0E-20CD-4D37-9DD4-0C1FB63A2D1D}" dt="2025-06-20T05:12:18.123" v="10050"/>
          <ac:spMkLst>
            <pc:docMk/>
            <pc:sldMk cId="376927323" sldId="2147482257"/>
            <ac:spMk id="41" creationId="{98355825-1B2D-0309-16BE-779D127C8664}"/>
          </ac:spMkLst>
        </pc:spChg>
        <pc:spChg chg="add del mod ord replST">
          <ac:chgData name="Negi, Neeraj" userId="2be1b326-6a6d-4d5e-be95-9e0e272af2ef" providerId="ADAL" clId="{62540E0E-20CD-4D37-9DD4-0C1FB63A2D1D}" dt="2025-06-20T05:58:52.965" v="19750"/>
          <ac:spMkLst>
            <pc:docMk/>
            <pc:sldMk cId="376927323" sldId="2147482257"/>
            <ac:spMk id="43" creationId="{F246D551-A40D-65B5-1E1F-D61B48029A21}"/>
          </ac:spMkLst>
        </pc:spChg>
        <pc:spChg chg="add del mod replST">
          <ac:chgData name="Negi, Neeraj" userId="2be1b326-6a6d-4d5e-be95-9e0e272af2ef" providerId="ADAL" clId="{62540E0E-20CD-4D37-9DD4-0C1FB63A2D1D}" dt="2025-06-20T05:12:28.560" v="10294"/>
          <ac:spMkLst>
            <pc:docMk/>
            <pc:sldMk cId="376927323" sldId="2147482257"/>
            <ac:spMk id="45" creationId="{0724E7FA-0E54-3D81-D01C-424DD9223E99}"/>
          </ac:spMkLst>
        </pc:spChg>
        <pc:spChg chg="add del mod replST">
          <ac:chgData name="Negi, Neeraj" userId="2be1b326-6a6d-4d5e-be95-9e0e272af2ef" providerId="ADAL" clId="{62540E0E-20CD-4D37-9DD4-0C1FB63A2D1D}" dt="2025-06-20T05:12:28.566" v="10299"/>
          <ac:spMkLst>
            <pc:docMk/>
            <pc:sldMk cId="376927323" sldId="2147482257"/>
            <ac:spMk id="46" creationId="{6E91DE44-897B-B732-AABE-5F97FBECDDAC}"/>
          </ac:spMkLst>
        </pc:spChg>
        <pc:spChg chg="add del mod replST">
          <ac:chgData name="Negi, Neeraj" userId="2be1b326-6a6d-4d5e-be95-9e0e272af2ef" providerId="ADAL" clId="{62540E0E-20CD-4D37-9DD4-0C1FB63A2D1D}" dt="2025-06-20T05:12:24.689" v="10232"/>
          <ac:spMkLst>
            <pc:docMk/>
            <pc:sldMk cId="376927323" sldId="2147482257"/>
            <ac:spMk id="47" creationId="{2B51A0A3-81D0-1194-CA12-E3D31FAB4355}"/>
          </ac:spMkLst>
        </pc:spChg>
        <pc:spChg chg="add del mod replST">
          <ac:chgData name="Negi, Neeraj" userId="2be1b326-6a6d-4d5e-be95-9e0e272af2ef" providerId="ADAL" clId="{62540E0E-20CD-4D37-9DD4-0C1FB63A2D1D}" dt="2025-06-20T05:12:28.567" v="10300"/>
          <ac:spMkLst>
            <pc:docMk/>
            <pc:sldMk cId="376927323" sldId="2147482257"/>
            <ac:spMk id="48" creationId="{BF7B6EB0-D32A-7204-1A99-FB4B3108432C}"/>
          </ac:spMkLst>
        </pc:spChg>
        <pc:spChg chg="add del mod modVis">
          <ac:chgData name="Negi, Neeraj" userId="2be1b326-6a6d-4d5e-be95-9e0e272af2ef" providerId="ADAL" clId="{62540E0E-20CD-4D37-9DD4-0C1FB63A2D1D}" dt="2025-06-20T05:12:24.900" v="10287"/>
          <ac:spMkLst>
            <pc:docMk/>
            <pc:sldMk cId="376927323" sldId="2147482257"/>
            <ac:spMk id="49" creationId="{94F0FD0A-8159-A7F2-CE4F-BAEFFAAE137C}"/>
          </ac:spMkLst>
        </pc:spChg>
        <pc:spChg chg="add del mod replST">
          <ac:chgData name="Negi, Neeraj" userId="2be1b326-6a6d-4d5e-be95-9e0e272af2ef" providerId="ADAL" clId="{62540E0E-20CD-4D37-9DD4-0C1FB63A2D1D}" dt="2025-06-20T05:12:50.858" v="11063"/>
          <ac:spMkLst>
            <pc:docMk/>
            <pc:sldMk cId="376927323" sldId="2147482257"/>
            <ac:spMk id="56" creationId="{A626F70C-4B47-B58B-939C-235BFD18DF49}"/>
          </ac:spMkLst>
        </pc:spChg>
        <pc:spChg chg="add del mod ord replST">
          <ac:chgData name="Negi, Neeraj" userId="2be1b326-6a6d-4d5e-be95-9e0e272af2ef" providerId="ADAL" clId="{62540E0E-20CD-4D37-9DD4-0C1FB63A2D1D}" dt="2025-06-20T05:12:40.495" v="10621"/>
          <ac:spMkLst>
            <pc:docMk/>
            <pc:sldMk cId="376927323" sldId="2147482257"/>
            <ac:spMk id="57" creationId="{839F0429-0D68-3501-7BA9-FF643AA6F540}"/>
          </ac:spMkLst>
        </pc:spChg>
        <pc:spChg chg="add del mod replST">
          <ac:chgData name="Negi, Neeraj" userId="2be1b326-6a6d-4d5e-be95-9e0e272af2ef" providerId="ADAL" clId="{62540E0E-20CD-4D37-9DD4-0C1FB63A2D1D}" dt="2025-06-20T05:12:50.860" v="11064"/>
          <ac:spMkLst>
            <pc:docMk/>
            <pc:sldMk cId="376927323" sldId="2147482257"/>
            <ac:spMk id="58" creationId="{BB9B338D-399F-3894-A27E-8B15571250D4}"/>
          </ac:spMkLst>
        </pc:spChg>
        <pc:spChg chg="add del mod modVis">
          <ac:chgData name="Negi, Neeraj" userId="2be1b326-6a6d-4d5e-be95-9e0e272af2ef" providerId="ADAL" clId="{62540E0E-20CD-4D37-9DD4-0C1FB63A2D1D}" dt="2025-06-20T05:12:38.277" v="10548"/>
          <ac:spMkLst>
            <pc:docMk/>
            <pc:sldMk cId="376927323" sldId="2147482257"/>
            <ac:spMk id="59" creationId="{74F3424E-643C-DB31-5216-6113B0C01BC1}"/>
          </ac:spMkLst>
        </pc:spChg>
        <pc:spChg chg="add del mod modVis">
          <ac:chgData name="Negi, Neeraj" userId="2be1b326-6a6d-4d5e-be95-9e0e272af2ef" providerId="ADAL" clId="{62540E0E-20CD-4D37-9DD4-0C1FB63A2D1D}" dt="2025-06-20T05:12:40.726" v="10667"/>
          <ac:spMkLst>
            <pc:docMk/>
            <pc:sldMk cId="376927323" sldId="2147482257"/>
            <ac:spMk id="63" creationId="{5678DA65-3FE8-B7A6-7A5A-BC5168A1612C}"/>
          </ac:spMkLst>
        </pc:spChg>
        <pc:spChg chg="add del mod modVis">
          <ac:chgData name="Negi, Neeraj" userId="2be1b326-6a6d-4d5e-be95-9e0e272af2ef" providerId="ADAL" clId="{62540E0E-20CD-4D37-9DD4-0C1FB63A2D1D}" dt="2025-06-20T05:12:48.512" v="11056"/>
          <ac:spMkLst>
            <pc:docMk/>
            <pc:sldMk cId="376927323" sldId="2147482257"/>
            <ac:spMk id="65" creationId="{B95F89FD-0D03-E883-3E0D-D7FAF9D4B8B1}"/>
          </ac:spMkLst>
        </pc:spChg>
        <pc:spChg chg="add del mod ord replST">
          <ac:chgData name="Negi, Neeraj" userId="2be1b326-6a6d-4d5e-be95-9e0e272af2ef" providerId="ADAL" clId="{62540E0E-20CD-4D37-9DD4-0C1FB63A2D1D}" dt="2025-06-20T05:12:51.451" v="11156"/>
          <ac:spMkLst>
            <pc:docMk/>
            <pc:sldMk cId="376927323" sldId="2147482257"/>
            <ac:spMk id="66" creationId="{96F66895-2551-78D6-8BB5-9306607C1CFD}"/>
          </ac:spMkLst>
        </pc:spChg>
        <pc:spChg chg="add del mod ord replST">
          <ac:chgData name="Negi, Neeraj" userId="2be1b326-6a6d-4d5e-be95-9e0e272af2ef" providerId="ADAL" clId="{62540E0E-20CD-4D37-9DD4-0C1FB63A2D1D}" dt="2025-06-20T05:12:51.462" v="11166"/>
          <ac:spMkLst>
            <pc:docMk/>
            <pc:sldMk cId="376927323" sldId="2147482257"/>
            <ac:spMk id="69" creationId="{AD4D8938-762E-D02F-379C-520617DFA250}"/>
          </ac:spMkLst>
        </pc:spChg>
        <pc:spChg chg="add del mod ord replST">
          <ac:chgData name="Negi, Neeraj" userId="2be1b326-6a6d-4d5e-be95-9e0e272af2ef" providerId="ADAL" clId="{62540E0E-20CD-4D37-9DD4-0C1FB63A2D1D}" dt="2025-06-20T05:12:51.473" v="11174"/>
          <ac:spMkLst>
            <pc:docMk/>
            <pc:sldMk cId="376927323" sldId="2147482257"/>
            <ac:spMk id="71" creationId="{21C2B15E-4548-49B2-BCD8-1AA7F4C76CA7}"/>
          </ac:spMkLst>
        </pc:spChg>
        <pc:spChg chg="add del mod modVis">
          <ac:chgData name="Negi, Neeraj" userId="2be1b326-6a6d-4d5e-be95-9e0e272af2ef" providerId="ADAL" clId="{62540E0E-20CD-4D37-9DD4-0C1FB63A2D1D}" dt="2025-06-20T05:12:51.695" v="11218"/>
          <ac:spMkLst>
            <pc:docMk/>
            <pc:sldMk cId="376927323" sldId="2147482257"/>
            <ac:spMk id="75" creationId="{277842F1-7E95-7788-7FC5-644445B94370}"/>
          </ac:spMkLst>
        </pc:spChg>
        <pc:spChg chg="add del mod modVis">
          <ac:chgData name="Negi, Neeraj" userId="2be1b326-6a6d-4d5e-be95-9e0e272af2ef" providerId="ADAL" clId="{62540E0E-20CD-4D37-9DD4-0C1FB63A2D1D}" dt="2025-06-20T05:13:16.126" v="11504"/>
          <ac:spMkLst>
            <pc:docMk/>
            <pc:sldMk cId="376927323" sldId="2147482257"/>
            <ac:spMk id="79" creationId="{72C6F5CB-5F83-CB4B-5A5E-BC8F1280608D}"/>
          </ac:spMkLst>
        </pc:spChg>
        <pc:spChg chg="add del mod ord replST">
          <ac:chgData name="Negi, Neeraj" userId="2be1b326-6a6d-4d5e-be95-9e0e272af2ef" providerId="ADAL" clId="{62540E0E-20CD-4D37-9DD4-0C1FB63A2D1D}" dt="2025-06-20T05:58:52.963" v="19747"/>
          <ac:spMkLst>
            <pc:docMk/>
            <pc:sldMk cId="376927323" sldId="2147482257"/>
            <ac:spMk id="81" creationId="{BAFB57F9-17E0-4836-D7C4-C8F23608261B}"/>
          </ac:spMkLst>
        </pc:spChg>
        <pc:spChg chg="add del mod ord replST">
          <ac:chgData name="Negi, Neeraj" userId="2be1b326-6a6d-4d5e-be95-9e0e272af2ef" providerId="ADAL" clId="{62540E0E-20CD-4D37-9DD4-0C1FB63A2D1D}" dt="2025-06-20T05:58:52.960" v="19744"/>
          <ac:spMkLst>
            <pc:docMk/>
            <pc:sldMk cId="376927323" sldId="2147482257"/>
            <ac:spMk id="82" creationId="{EF1C502B-8E7E-6ADB-98C2-AE8495AAB3B0}"/>
          </ac:spMkLst>
        </pc:spChg>
        <pc:spChg chg="add del mod ord replST">
          <ac:chgData name="Negi, Neeraj" userId="2be1b326-6a6d-4d5e-be95-9e0e272af2ef" providerId="ADAL" clId="{62540E0E-20CD-4D37-9DD4-0C1FB63A2D1D}" dt="2025-06-20T05:58:52.958" v="19741"/>
          <ac:spMkLst>
            <pc:docMk/>
            <pc:sldMk cId="376927323" sldId="2147482257"/>
            <ac:spMk id="83" creationId="{DA2C40AE-4F47-0B49-A7CB-1FA1BBBB1C12}"/>
          </ac:spMkLst>
        </pc:spChg>
        <pc:spChg chg="add del mod ord replST">
          <ac:chgData name="Negi, Neeraj" userId="2be1b326-6a6d-4d5e-be95-9e0e272af2ef" providerId="ADAL" clId="{62540E0E-20CD-4D37-9DD4-0C1FB63A2D1D}" dt="2025-06-20T05:58:52.949" v="19738"/>
          <ac:spMkLst>
            <pc:docMk/>
            <pc:sldMk cId="376927323" sldId="2147482257"/>
            <ac:spMk id="84" creationId="{D0C035B6-66C6-1AA0-F620-4811383EE83A}"/>
          </ac:spMkLst>
        </pc:spChg>
        <pc:graphicFrameChg chg="mod ord">
          <ac:chgData name="Negi, Neeraj" userId="2be1b326-6a6d-4d5e-be95-9e0e272af2ef" providerId="ADAL" clId="{62540E0E-20CD-4D37-9DD4-0C1FB63A2D1D}" dt="2025-06-20T05:13:40.507" v="11626"/>
          <ac:graphicFrameMkLst>
            <pc:docMk/>
            <pc:sldMk cId="376927323" sldId="2147482257"/>
            <ac:graphicFrameMk id="2" creationId="{F27B2DAE-8A00-75C2-F870-B857327165C4}"/>
          </ac:graphicFrameMkLst>
        </pc:graphicFrameChg>
        <pc:graphicFrameChg chg="mod">
          <ac:chgData name="Negi, Neeraj" userId="2be1b326-6a6d-4d5e-be95-9e0e272af2ef" providerId="ADAL" clId="{62540E0E-20CD-4D37-9DD4-0C1FB63A2D1D}" dt="2025-06-20T05:58:52.979" v="19754"/>
          <ac:graphicFrameMkLst>
            <pc:docMk/>
            <pc:sldMk cId="376927323" sldId="2147482257"/>
            <ac:graphicFrameMk id="10" creationId="{85E75AA5-7793-42EB-A8A1-2973E74D2021}"/>
          </ac:graphicFrameMkLst>
        </pc:graphicFrameChg>
        <pc:graphicFrameChg chg="add del mod replST">
          <ac:chgData name="Negi, Neeraj" userId="2be1b326-6a6d-4d5e-be95-9e0e272af2ef" providerId="ADAL" clId="{62540E0E-20CD-4D37-9DD4-0C1FB63A2D1D}" dt="2025-06-20T05:08:46.389" v="9198"/>
          <ac:graphicFrameMkLst>
            <pc:docMk/>
            <pc:sldMk cId="376927323" sldId="2147482257"/>
            <ac:graphicFrameMk id="14" creationId="{C41C2DEC-0746-0D87-2CD3-89D3A064608C}"/>
          </ac:graphicFrameMkLst>
        </pc:graphicFrameChg>
        <pc:graphicFrameChg chg="add del mod replST">
          <ac:chgData name="Negi, Neeraj" userId="2be1b326-6a6d-4d5e-be95-9e0e272af2ef" providerId="ADAL" clId="{62540E0E-20CD-4D37-9DD4-0C1FB63A2D1D}" dt="2025-06-20T05:08:49.431" v="9241"/>
          <ac:graphicFrameMkLst>
            <pc:docMk/>
            <pc:sldMk cId="376927323" sldId="2147482257"/>
            <ac:graphicFrameMk id="26" creationId="{DF341FEB-DE47-B62F-97A0-1F4F82F106C4}"/>
          </ac:graphicFrameMkLst>
        </pc:graphicFrameChg>
        <pc:graphicFrameChg chg="add del mod replST">
          <ac:chgData name="Negi, Neeraj" userId="2be1b326-6a6d-4d5e-be95-9e0e272af2ef" providerId="ADAL" clId="{62540E0E-20CD-4D37-9DD4-0C1FB63A2D1D}" dt="2025-06-20T05:08:51.404" v="9326"/>
          <ac:graphicFrameMkLst>
            <pc:docMk/>
            <pc:sldMk cId="376927323" sldId="2147482257"/>
            <ac:graphicFrameMk id="27" creationId="{382CA476-9A7F-76C8-4ECA-5A18E01DBCD8}"/>
          </ac:graphicFrameMkLst>
        </pc:graphicFrameChg>
        <pc:graphicFrameChg chg="add del mod replST">
          <ac:chgData name="Negi, Neeraj" userId="2be1b326-6a6d-4d5e-be95-9e0e272af2ef" providerId="ADAL" clId="{62540E0E-20CD-4D37-9DD4-0C1FB63A2D1D}" dt="2025-06-20T05:08:53.599" v="9367"/>
          <ac:graphicFrameMkLst>
            <pc:docMk/>
            <pc:sldMk cId="376927323" sldId="2147482257"/>
            <ac:graphicFrameMk id="28" creationId="{6368D31C-FCD8-9BE9-DAD5-8C9F9E15D1ED}"/>
          </ac:graphicFrameMkLst>
        </pc:graphicFrameChg>
        <pc:graphicFrameChg chg="add del mod replST">
          <ac:chgData name="Negi, Neeraj" userId="2be1b326-6a6d-4d5e-be95-9e0e272af2ef" providerId="ADAL" clId="{62540E0E-20CD-4D37-9DD4-0C1FB63A2D1D}" dt="2025-06-20T05:09:05.008" v="9452"/>
          <ac:graphicFrameMkLst>
            <pc:docMk/>
            <pc:sldMk cId="376927323" sldId="2147482257"/>
            <ac:graphicFrameMk id="29" creationId="{C96D1D2B-E452-E26E-91C2-8B5EE8EF3809}"/>
          </ac:graphicFrameMkLst>
        </pc:graphicFrameChg>
        <pc:graphicFrameChg chg="add del mod replST">
          <ac:chgData name="Negi, Neeraj" userId="2be1b326-6a6d-4d5e-be95-9e0e272af2ef" providerId="ADAL" clId="{62540E0E-20CD-4D37-9DD4-0C1FB63A2D1D}" dt="2025-06-20T05:09:06.695" v="9493"/>
          <ac:graphicFrameMkLst>
            <pc:docMk/>
            <pc:sldMk cId="376927323" sldId="2147482257"/>
            <ac:graphicFrameMk id="30" creationId="{3B83B75D-A2B8-B019-1FBD-4531D18BAF84}"/>
          </ac:graphicFrameMkLst>
        </pc:graphicFrameChg>
        <pc:graphicFrameChg chg="add del mod replST">
          <ac:chgData name="Negi, Neeraj" userId="2be1b326-6a6d-4d5e-be95-9e0e272af2ef" providerId="ADAL" clId="{62540E0E-20CD-4D37-9DD4-0C1FB63A2D1D}" dt="2025-06-20T05:09:10.206" v="9530"/>
          <ac:graphicFrameMkLst>
            <pc:docMk/>
            <pc:sldMk cId="376927323" sldId="2147482257"/>
            <ac:graphicFrameMk id="31" creationId="{F9D78D23-BFAD-F9EE-781D-C76231CE08F0}"/>
          </ac:graphicFrameMkLst>
        </pc:graphicFrameChg>
        <pc:graphicFrameChg chg="add del mod replST">
          <ac:chgData name="Negi, Neeraj" userId="2be1b326-6a6d-4d5e-be95-9e0e272af2ef" providerId="ADAL" clId="{62540E0E-20CD-4D37-9DD4-0C1FB63A2D1D}" dt="2025-06-20T05:09:13.026" v="9567"/>
          <ac:graphicFrameMkLst>
            <pc:docMk/>
            <pc:sldMk cId="376927323" sldId="2147482257"/>
            <ac:graphicFrameMk id="32" creationId="{D7FEFC19-2714-33B4-565E-3EAC9ECC0406}"/>
          </ac:graphicFrameMkLst>
        </pc:graphicFrameChg>
        <pc:graphicFrameChg chg="add del mod replST">
          <ac:chgData name="Negi, Neeraj" userId="2be1b326-6a6d-4d5e-be95-9e0e272af2ef" providerId="ADAL" clId="{62540E0E-20CD-4D37-9DD4-0C1FB63A2D1D}" dt="2025-06-20T05:10:29.393" v="9608"/>
          <ac:graphicFrameMkLst>
            <pc:docMk/>
            <pc:sldMk cId="376927323" sldId="2147482257"/>
            <ac:graphicFrameMk id="33" creationId="{792F948D-3792-8CE9-594D-8C58EA07C783}"/>
          </ac:graphicFrameMkLst>
        </pc:graphicFrameChg>
        <pc:graphicFrameChg chg="add del mod replST">
          <ac:chgData name="Negi, Neeraj" userId="2be1b326-6a6d-4d5e-be95-9e0e272af2ef" providerId="ADAL" clId="{62540E0E-20CD-4D37-9DD4-0C1FB63A2D1D}" dt="2025-06-20T05:13:36.658" v="11600"/>
          <ac:graphicFrameMkLst>
            <pc:docMk/>
            <pc:sldMk cId="376927323" sldId="2147482257"/>
            <ac:graphicFrameMk id="34" creationId="{6F287176-90DC-84FC-659E-EDA2EC450620}"/>
          </ac:graphicFrameMkLst>
        </pc:graphicFrameChg>
        <pc:graphicFrameChg chg="add del mod replST">
          <ac:chgData name="Negi, Neeraj" userId="2be1b326-6a6d-4d5e-be95-9e0e272af2ef" providerId="ADAL" clId="{62540E0E-20CD-4D37-9DD4-0C1FB63A2D1D}" dt="2025-06-20T05:12:17.897" v="10012"/>
          <ac:graphicFrameMkLst>
            <pc:docMk/>
            <pc:sldMk cId="376927323" sldId="2147482257"/>
            <ac:graphicFrameMk id="39" creationId="{387FD886-0770-97E8-5B7D-8F1B8F0D9C89}"/>
          </ac:graphicFrameMkLst>
        </pc:graphicFrameChg>
        <pc:graphicFrameChg chg="add del mod replST">
          <ac:chgData name="Negi, Neeraj" userId="2be1b326-6a6d-4d5e-be95-9e0e272af2ef" providerId="ADAL" clId="{62540E0E-20CD-4D37-9DD4-0C1FB63A2D1D}" dt="2025-06-20T05:12:24.705" v="10238"/>
          <ac:graphicFrameMkLst>
            <pc:docMk/>
            <pc:sldMk cId="376927323" sldId="2147482257"/>
            <ac:graphicFrameMk id="44" creationId="{C9070499-0CF8-89ED-7A10-F5C9CF3D60EC}"/>
          </ac:graphicFrameMkLst>
        </pc:graphicFrameChg>
        <pc:graphicFrameChg chg="add del mod replST">
          <ac:chgData name="Negi, Neeraj" userId="2be1b326-6a6d-4d5e-be95-9e0e272af2ef" providerId="ADAL" clId="{62540E0E-20CD-4D37-9DD4-0C1FB63A2D1D}" dt="2025-06-20T05:12:28.630" v="10330"/>
          <ac:graphicFrameMkLst>
            <pc:docMk/>
            <pc:sldMk cId="376927323" sldId="2147482257"/>
            <ac:graphicFrameMk id="54" creationId="{3F334691-3989-9469-B61B-01F060358D7A}"/>
          </ac:graphicFrameMkLst>
        </pc:graphicFrameChg>
        <pc:graphicFrameChg chg="add del mod replST">
          <ac:chgData name="Negi, Neeraj" userId="2be1b326-6a6d-4d5e-be95-9e0e272af2ef" providerId="ADAL" clId="{62540E0E-20CD-4D37-9DD4-0C1FB63A2D1D}" dt="2025-06-20T05:12:38.049" v="10502"/>
          <ac:graphicFrameMkLst>
            <pc:docMk/>
            <pc:sldMk cId="376927323" sldId="2147482257"/>
            <ac:graphicFrameMk id="55" creationId="{5FCF625D-9B1D-77D1-BE7B-9019F77CCE5C}"/>
          </ac:graphicFrameMkLst>
        </pc:graphicFrameChg>
        <pc:graphicFrameChg chg="add del mod replST">
          <ac:chgData name="Negi, Neeraj" userId="2be1b326-6a6d-4d5e-be95-9e0e272af2ef" providerId="ADAL" clId="{62540E0E-20CD-4D37-9DD4-0C1FB63A2D1D}" dt="2025-06-20T05:12:40.510" v="10627"/>
          <ac:graphicFrameMkLst>
            <pc:docMk/>
            <pc:sldMk cId="376927323" sldId="2147482257"/>
            <ac:graphicFrameMk id="62" creationId="{3C73C638-FEEA-4DE9-B4B0-41F91712C04A}"/>
          </ac:graphicFrameMkLst>
        </pc:graphicFrameChg>
        <pc:graphicFrameChg chg="add del mod replST">
          <ac:chgData name="Negi, Neeraj" userId="2be1b326-6a6d-4d5e-be95-9e0e272af2ef" providerId="ADAL" clId="{62540E0E-20CD-4D37-9DD4-0C1FB63A2D1D}" dt="2025-06-20T05:12:48.322" v="11000"/>
          <ac:graphicFrameMkLst>
            <pc:docMk/>
            <pc:sldMk cId="376927323" sldId="2147482257"/>
            <ac:graphicFrameMk id="64" creationId="{6D5069B3-4B69-BA10-6E0B-91DBFE5D207F}"/>
          </ac:graphicFrameMkLst>
        </pc:graphicFrameChg>
        <pc:graphicFrameChg chg="add del mod replST">
          <ac:chgData name="Negi, Neeraj" userId="2be1b326-6a6d-4d5e-be95-9e0e272af2ef" providerId="ADAL" clId="{62540E0E-20CD-4D37-9DD4-0C1FB63A2D1D}" dt="2025-06-20T05:12:51.480" v="11180"/>
          <ac:graphicFrameMkLst>
            <pc:docMk/>
            <pc:sldMk cId="376927323" sldId="2147482257"/>
            <ac:graphicFrameMk id="74" creationId="{0CF61B3C-B771-DB9D-EEFB-EBC69C1A4125}"/>
          </ac:graphicFrameMkLst>
        </pc:graphicFrameChg>
        <pc:graphicFrameChg chg="add del mod replST">
          <ac:chgData name="Negi, Neeraj" userId="2be1b326-6a6d-4d5e-be95-9e0e272af2ef" providerId="ADAL" clId="{62540E0E-20CD-4D37-9DD4-0C1FB63A2D1D}" dt="2025-06-20T05:12:57.077" v="11246"/>
          <ac:graphicFrameMkLst>
            <pc:docMk/>
            <pc:sldMk cId="376927323" sldId="2147482257"/>
            <ac:graphicFrameMk id="76" creationId="{70645A3F-8F1F-BD6F-471F-592C776E7A0C}"/>
          </ac:graphicFrameMkLst>
        </pc:graphicFrameChg>
        <pc:graphicFrameChg chg="add del mod replST">
          <ac:chgData name="Negi, Neeraj" userId="2be1b326-6a6d-4d5e-be95-9e0e272af2ef" providerId="ADAL" clId="{62540E0E-20CD-4D37-9DD4-0C1FB63A2D1D}" dt="2025-06-20T05:13:06.080" v="11310"/>
          <ac:graphicFrameMkLst>
            <pc:docMk/>
            <pc:sldMk cId="376927323" sldId="2147482257"/>
            <ac:graphicFrameMk id="77" creationId="{B950C51A-3EAC-0B8F-C3E4-261829DD118C}"/>
          </ac:graphicFrameMkLst>
        </pc:graphicFrameChg>
        <pc:graphicFrameChg chg="add del mod replST">
          <ac:chgData name="Negi, Neeraj" userId="2be1b326-6a6d-4d5e-be95-9e0e272af2ef" providerId="ADAL" clId="{62540E0E-20CD-4D37-9DD4-0C1FB63A2D1D}" dt="2025-06-20T05:13:16.041" v="11398"/>
          <ac:graphicFrameMkLst>
            <pc:docMk/>
            <pc:sldMk cId="376927323" sldId="2147482257"/>
            <ac:graphicFrameMk id="78" creationId="{5866E2AE-21EC-B147-2392-480ABCBF1AC3}"/>
          </ac:graphicFrameMkLst>
        </pc:graphicFrameChg>
        <pc:graphicFrameChg chg="add del mod replST">
          <ac:chgData name="Negi, Neeraj" userId="2be1b326-6a6d-4d5e-be95-9e0e272af2ef" providerId="ADAL" clId="{62540E0E-20CD-4D37-9DD4-0C1FB63A2D1D}" dt="2025-06-20T05:13:40.461" v="11612"/>
          <ac:graphicFrameMkLst>
            <pc:docMk/>
            <pc:sldMk cId="376927323" sldId="2147482257"/>
            <ac:graphicFrameMk id="80" creationId="{5D43B55D-3E27-4D09-215C-5F9CBDEB9DE2}"/>
          </ac:graphicFrameMkLst>
        </pc:graphicFrameChg>
        <pc:graphicFrameChg chg="add del mod replST">
          <ac:chgData name="Negi, Neeraj" userId="2be1b326-6a6d-4d5e-be95-9e0e272af2ef" providerId="ADAL" clId="{62540E0E-20CD-4D37-9DD4-0C1FB63A2D1D}" dt="2025-06-20T05:58:52.969" v="19752"/>
          <ac:graphicFrameMkLst>
            <pc:docMk/>
            <pc:sldMk cId="376927323" sldId="2147482257"/>
            <ac:graphicFrameMk id="85" creationId="{0CC399FF-EDBD-88C9-6EDE-228F6060A04C}"/>
          </ac:graphicFrameMkLst>
        </pc:graphicFrameChg>
        <pc:cxnChg chg="mod ord">
          <ac:chgData name="Negi, Neeraj" userId="2be1b326-6a6d-4d5e-be95-9e0e272af2ef" providerId="ADAL" clId="{62540E0E-20CD-4D37-9DD4-0C1FB63A2D1D}" dt="2025-06-20T05:13:40.505" v="11622"/>
          <ac:cxnSpMkLst>
            <pc:docMk/>
            <pc:sldMk cId="376927323" sldId="2147482257"/>
            <ac:cxnSpMk id="42" creationId="{C3307A9C-FA80-4775-B35A-1A643EF2A1BC}"/>
          </ac:cxnSpMkLst>
        </pc:cxnChg>
        <pc:cxnChg chg="add del mod ord replST">
          <ac:chgData name="Negi, Neeraj" userId="2be1b326-6a6d-4d5e-be95-9e0e272af2ef" providerId="ADAL" clId="{62540E0E-20CD-4D37-9DD4-0C1FB63A2D1D}" dt="2025-06-20T05:12:28.558" v="10293"/>
          <ac:cxnSpMkLst>
            <pc:docMk/>
            <pc:sldMk cId="376927323" sldId="2147482257"/>
            <ac:cxnSpMk id="50" creationId="{5B1B6028-3D46-CDD0-2BCF-FB8A106F089D}"/>
          </ac:cxnSpMkLst>
        </pc:cxnChg>
        <pc:cxnChg chg="add del mod ord replST">
          <ac:chgData name="Negi, Neeraj" userId="2be1b326-6a6d-4d5e-be95-9e0e272af2ef" providerId="ADAL" clId="{62540E0E-20CD-4D37-9DD4-0C1FB63A2D1D}" dt="2025-06-20T05:12:28.549" v="10291"/>
          <ac:cxnSpMkLst>
            <pc:docMk/>
            <pc:sldMk cId="376927323" sldId="2147482257"/>
            <ac:cxnSpMk id="51" creationId="{1D22081A-83C6-2F68-5AC6-B3B7044816AC}"/>
          </ac:cxnSpMkLst>
        </pc:cxnChg>
        <pc:cxnChg chg="add del mod ord replST">
          <ac:chgData name="Negi, Neeraj" userId="2be1b326-6a6d-4d5e-be95-9e0e272af2ef" providerId="ADAL" clId="{62540E0E-20CD-4D37-9DD4-0C1FB63A2D1D}" dt="2025-06-20T05:12:28.565" v="10298"/>
          <ac:cxnSpMkLst>
            <pc:docMk/>
            <pc:sldMk cId="376927323" sldId="2147482257"/>
            <ac:cxnSpMk id="52" creationId="{C3BBF1EF-CDCC-C907-8214-C7906A0406B5}"/>
          </ac:cxnSpMkLst>
        </pc:cxnChg>
        <pc:cxnChg chg="add del mod ord replST">
          <ac:chgData name="Negi, Neeraj" userId="2be1b326-6a6d-4d5e-be95-9e0e272af2ef" providerId="ADAL" clId="{62540E0E-20CD-4D37-9DD4-0C1FB63A2D1D}" dt="2025-06-20T05:12:28.563" v="10296"/>
          <ac:cxnSpMkLst>
            <pc:docMk/>
            <pc:sldMk cId="376927323" sldId="2147482257"/>
            <ac:cxnSpMk id="53" creationId="{DF1D8CE1-292D-A1E2-AABB-8DE18A32BF45}"/>
          </ac:cxnSpMkLst>
        </pc:cxnChg>
        <pc:cxnChg chg="add del mod ord replST">
          <ac:chgData name="Negi, Neeraj" userId="2be1b326-6a6d-4d5e-be95-9e0e272af2ef" providerId="ADAL" clId="{62540E0E-20CD-4D37-9DD4-0C1FB63A2D1D}" dt="2025-06-20T05:12:40.450" v="10603"/>
          <ac:cxnSpMkLst>
            <pc:docMk/>
            <pc:sldMk cId="376927323" sldId="2147482257"/>
            <ac:cxnSpMk id="60" creationId="{A949E70E-3446-229A-DC29-289A6CC9E633}"/>
          </ac:cxnSpMkLst>
        </pc:cxnChg>
        <pc:cxnChg chg="add del mod ord replST">
          <ac:chgData name="Negi, Neeraj" userId="2be1b326-6a6d-4d5e-be95-9e0e272af2ef" providerId="ADAL" clId="{62540E0E-20CD-4D37-9DD4-0C1FB63A2D1D}" dt="2025-06-20T05:12:40.447" v="10601"/>
          <ac:cxnSpMkLst>
            <pc:docMk/>
            <pc:sldMk cId="376927323" sldId="2147482257"/>
            <ac:cxnSpMk id="61" creationId="{6BBC1F8D-36CA-8B43-F503-68B318092AA5}"/>
          </ac:cxnSpMkLst>
        </pc:cxnChg>
        <pc:cxnChg chg="add del mod ord replST">
          <ac:chgData name="Negi, Neeraj" userId="2be1b326-6a6d-4d5e-be95-9e0e272af2ef" providerId="ADAL" clId="{62540E0E-20CD-4D37-9DD4-0C1FB63A2D1D}" dt="2025-06-20T05:12:51.459" v="11164"/>
          <ac:cxnSpMkLst>
            <pc:docMk/>
            <pc:sldMk cId="376927323" sldId="2147482257"/>
            <ac:cxnSpMk id="67" creationId="{F1FA114E-6D28-9745-5871-849D7EBFA73A}"/>
          </ac:cxnSpMkLst>
        </pc:cxnChg>
        <pc:cxnChg chg="add del mod ord replST">
          <ac:chgData name="Negi, Neeraj" userId="2be1b326-6a6d-4d5e-be95-9e0e272af2ef" providerId="ADAL" clId="{62540E0E-20CD-4D37-9DD4-0C1FB63A2D1D}" dt="2025-06-20T05:12:51.457" v="11162"/>
          <ac:cxnSpMkLst>
            <pc:docMk/>
            <pc:sldMk cId="376927323" sldId="2147482257"/>
            <ac:cxnSpMk id="68" creationId="{C76BBE14-4D96-2C8B-5921-E3AC9B913CB9}"/>
          </ac:cxnSpMkLst>
        </pc:cxnChg>
        <pc:cxnChg chg="add del mod ord replST">
          <ac:chgData name="Negi, Neeraj" userId="2be1b326-6a6d-4d5e-be95-9e0e272af2ef" providerId="ADAL" clId="{62540E0E-20CD-4D37-9DD4-0C1FB63A2D1D}" dt="2025-06-20T05:12:51.470" v="11172"/>
          <ac:cxnSpMkLst>
            <pc:docMk/>
            <pc:sldMk cId="376927323" sldId="2147482257"/>
            <ac:cxnSpMk id="70" creationId="{8AE9BCC5-C9D4-4432-02FD-405C408F550D}"/>
          </ac:cxnSpMkLst>
        </pc:cxnChg>
        <pc:cxnChg chg="add del mod ord replST">
          <ac:chgData name="Negi, Neeraj" userId="2be1b326-6a6d-4d5e-be95-9e0e272af2ef" providerId="ADAL" clId="{62540E0E-20CD-4D37-9DD4-0C1FB63A2D1D}" dt="2025-06-20T05:12:50.856" v="11062"/>
          <ac:cxnSpMkLst>
            <pc:docMk/>
            <pc:sldMk cId="376927323" sldId="2147482257"/>
            <ac:cxnSpMk id="72" creationId="{68CBE4B0-013B-FC74-7BCC-7ACF4AFD3C1D}"/>
          </ac:cxnSpMkLst>
        </pc:cxnChg>
        <pc:cxnChg chg="add del mod ord replST">
          <ac:chgData name="Negi, Neeraj" userId="2be1b326-6a6d-4d5e-be95-9e0e272af2ef" providerId="ADAL" clId="{62540E0E-20CD-4D37-9DD4-0C1FB63A2D1D}" dt="2025-06-20T05:12:50.848" v="11060"/>
          <ac:cxnSpMkLst>
            <pc:docMk/>
            <pc:sldMk cId="376927323" sldId="2147482257"/>
            <ac:cxnSpMk id="73" creationId="{E2BE4695-6C4A-9D24-8241-7328F49655D1}"/>
          </ac:cxnSpMkLst>
        </pc:cxnChg>
      </pc:sldChg>
    </pc:docChg>
  </pc:docChgLst>
  <pc:docChgLst>
    <pc:chgData name="Mukherjee, Shouvik" userId="8a0946e8-3a6b-4d5c-947d-73f4cd578335" providerId="ADAL" clId="{878CC057-3D19-408E-8B58-A7E4D5A413A6}"/>
    <pc:docChg chg="undo redo custSel addSld delSld modSld sldOrd">
      <pc:chgData name="Mukherjee, Shouvik" userId="8a0946e8-3a6b-4d5c-947d-73f4cd578335" providerId="ADAL" clId="{878CC057-3D19-408E-8B58-A7E4D5A413A6}" dt="2025-06-20T08:38:18.943" v="3151"/>
      <pc:docMkLst>
        <pc:docMk/>
      </pc:docMkLst>
      <pc:sldChg chg="modSp mod">
        <pc:chgData name="Mukherjee, Shouvik" userId="8a0946e8-3a6b-4d5c-947d-73f4cd578335" providerId="ADAL" clId="{878CC057-3D19-408E-8B58-A7E4D5A413A6}" dt="2025-06-19T10:00:22.157" v="1014" actId="20577"/>
        <pc:sldMkLst>
          <pc:docMk/>
          <pc:sldMk cId="1336668509" sldId="2147347688"/>
        </pc:sldMkLst>
        <pc:spChg chg="mod">
          <ac:chgData name="Mukherjee, Shouvik" userId="8a0946e8-3a6b-4d5c-947d-73f4cd578335" providerId="ADAL" clId="{878CC057-3D19-408E-8B58-A7E4D5A413A6}" dt="2025-06-19T10:00:22.157" v="1014" actId="20577"/>
          <ac:spMkLst>
            <pc:docMk/>
            <pc:sldMk cId="1336668509" sldId="2147347688"/>
            <ac:spMk id="23" creationId="{7DD471DA-4A09-222A-F402-8F3F8FE7FE8C}"/>
          </ac:spMkLst>
        </pc:spChg>
      </pc:sldChg>
      <pc:sldChg chg="modSp mod">
        <pc:chgData name="Mukherjee, Shouvik" userId="8a0946e8-3a6b-4d5c-947d-73f4cd578335" providerId="ADAL" clId="{878CC057-3D19-408E-8B58-A7E4D5A413A6}" dt="2025-06-19T09:57:07.468" v="1009" actId="20577"/>
        <pc:sldMkLst>
          <pc:docMk/>
          <pc:sldMk cId="575742730" sldId="2147347696"/>
        </pc:sldMkLst>
        <pc:spChg chg="mod">
          <ac:chgData name="Mukherjee, Shouvik" userId="8a0946e8-3a6b-4d5c-947d-73f4cd578335" providerId="ADAL" clId="{878CC057-3D19-408E-8B58-A7E4D5A413A6}" dt="2025-06-19T09:57:07.468" v="1009" actId="20577"/>
          <ac:spMkLst>
            <pc:docMk/>
            <pc:sldMk cId="575742730" sldId="2147347696"/>
            <ac:spMk id="2" creationId="{00000000-0000-0000-0000-000000000000}"/>
          </ac:spMkLst>
        </pc:spChg>
        <pc:spChg chg="mod">
          <ac:chgData name="Mukherjee, Shouvik" userId="8a0946e8-3a6b-4d5c-947d-73f4cd578335" providerId="ADAL" clId="{878CC057-3D19-408E-8B58-A7E4D5A413A6}" dt="2025-06-19T09:56:06.873" v="1002" actId="1076"/>
          <ac:spMkLst>
            <pc:docMk/>
            <pc:sldMk cId="575742730" sldId="2147347696"/>
            <ac:spMk id="6" creationId="{00000000-0000-0000-0000-000000000000}"/>
          </ac:spMkLst>
        </pc:spChg>
      </pc:sldChg>
      <pc:sldChg chg="addSp delSp modSp del mod ord">
        <pc:chgData name="Mukherjee, Shouvik" userId="8a0946e8-3a6b-4d5c-947d-73f4cd578335" providerId="ADAL" clId="{878CC057-3D19-408E-8B58-A7E4D5A413A6}" dt="2025-06-20T06:20:13.137" v="2894" actId="47"/>
        <pc:sldMkLst>
          <pc:docMk/>
          <pc:sldMk cId="3259243359" sldId="2147347697"/>
        </pc:sldMkLst>
        <pc:spChg chg="del">
          <ac:chgData name="Mukherjee, Shouvik" userId="8a0946e8-3a6b-4d5c-947d-73f4cd578335" providerId="ADAL" clId="{878CC057-3D19-408E-8B58-A7E4D5A413A6}" dt="2025-06-20T06:18:26.476" v="2737" actId="478"/>
          <ac:spMkLst>
            <pc:docMk/>
            <pc:sldMk cId="3259243359" sldId="2147347697"/>
            <ac:spMk id="3" creationId="{B7B13EC6-91E7-DAF7-5FAC-A8E1F11E9D09}"/>
          </ac:spMkLst>
        </pc:spChg>
        <pc:spChg chg="del mod">
          <ac:chgData name="Mukherjee, Shouvik" userId="8a0946e8-3a6b-4d5c-947d-73f4cd578335" providerId="ADAL" clId="{878CC057-3D19-408E-8B58-A7E4D5A413A6}" dt="2025-06-20T06:18:25.195" v="2736"/>
          <ac:spMkLst>
            <pc:docMk/>
            <pc:sldMk cId="3259243359" sldId="2147347697"/>
            <ac:spMk id="4" creationId="{929B97A3-02FE-24A7-22F8-594DB7DEBE5F}"/>
          </ac:spMkLst>
        </pc:spChg>
        <pc:spChg chg="del">
          <ac:chgData name="Mukherjee, Shouvik" userId="8a0946e8-3a6b-4d5c-947d-73f4cd578335" providerId="ADAL" clId="{878CC057-3D19-408E-8B58-A7E4D5A413A6}" dt="2025-06-20T06:18:25.194" v="2734" actId="478"/>
          <ac:spMkLst>
            <pc:docMk/>
            <pc:sldMk cId="3259243359" sldId="2147347697"/>
            <ac:spMk id="5" creationId="{7E0406A0-707B-B8F4-04AB-C865CED6776A}"/>
          </ac:spMkLst>
        </pc:spChg>
        <pc:spChg chg="del">
          <ac:chgData name="Mukherjee, Shouvik" userId="8a0946e8-3a6b-4d5c-947d-73f4cd578335" providerId="ADAL" clId="{878CC057-3D19-408E-8B58-A7E4D5A413A6}" dt="2025-06-20T06:18:28.165" v="2738" actId="478"/>
          <ac:spMkLst>
            <pc:docMk/>
            <pc:sldMk cId="3259243359" sldId="2147347697"/>
            <ac:spMk id="7" creationId="{2B00276A-3356-B273-AC59-D96D8ACA23A8}"/>
          </ac:spMkLst>
        </pc:spChg>
        <pc:spChg chg="del">
          <ac:chgData name="Mukherjee, Shouvik" userId="8a0946e8-3a6b-4d5c-947d-73f4cd578335" providerId="ADAL" clId="{878CC057-3D19-408E-8B58-A7E4D5A413A6}" dt="2025-06-20T06:18:29.532" v="2739" actId="478"/>
          <ac:spMkLst>
            <pc:docMk/>
            <pc:sldMk cId="3259243359" sldId="2147347697"/>
            <ac:spMk id="8" creationId="{A52EB569-660A-5152-B674-DA866E97C97F}"/>
          </ac:spMkLst>
        </pc:spChg>
        <pc:spChg chg="del">
          <ac:chgData name="Mukherjee, Shouvik" userId="8a0946e8-3a6b-4d5c-947d-73f4cd578335" providerId="ADAL" clId="{878CC057-3D19-408E-8B58-A7E4D5A413A6}" dt="2025-06-20T06:18:31.074" v="2740" actId="478"/>
          <ac:spMkLst>
            <pc:docMk/>
            <pc:sldMk cId="3259243359" sldId="2147347697"/>
            <ac:spMk id="9" creationId="{D47BB688-FB1C-AD49-6148-483B37D410BE}"/>
          </ac:spMkLst>
        </pc:spChg>
        <pc:spChg chg="del">
          <ac:chgData name="Mukherjee, Shouvik" userId="8a0946e8-3a6b-4d5c-947d-73f4cd578335" providerId="ADAL" clId="{878CC057-3D19-408E-8B58-A7E4D5A413A6}" dt="2025-06-20T06:18:32.753" v="2741" actId="478"/>
          <ac:spMkLst>
            <pc:docMk/>
            <pc:sldMk cId="3259243359" sldId="2147347697"/>
            <ac:spMk id="11" creationId="{B37248EE-BA5F-15D3-4EC2-E3E954F22F78}"/>
          </ac:spMkLst>
        </pc:spChg>
        <pc:spChg chg="mod">
          <ac:chgData name="Mukherjee, Shouvik" userId="8a0946e8-3a6b-4d5c-947d-73f4cd578335" providerId="ADAL" clId="{878CC057-3D19-408E-8B58-A7E4D5A413A6}" dt="2025-06-20T06:19:10.263" v="2801" actId="164"/>
          <ac:spMkLst>
            <pc:docMk/>
            <pc:sldMk cId="3259243359" sldId="2147347697"/>
            <ac:spMk id="12" creationId="{4CFDADFA-AC42-DDAF-C8DF-9E57F6904911}"/>
          </ac:spMkLst>
        </pc:spChg>
        <pc:spChg chg="mod">
          <ac:chgData name="Mukherjee, Shouvik" userId="8a0946e8-3a6b-4d5c-947d-73f4cd578335" providerId="ADAL" clId="{878CC057-3D19-408E-8B58-A7E4D5A413A6}" dt="2025-06-20T06:19:10.263" v="2801" actId="164"/>
          <ac:spMkLst>
            <pc:docMk/>
            <pc:sldMk cId="3259243359" sldId="2147347697"/>
            <ac:spMk id="13" creationId="{98B0DE77-BA56-D052-2EB7-EE36C2045D56}"/>
          </ac:spMkLst>
        </pc:spChg>
        <pc:spChg chg="mod">
          <ac:chgData name="Mukherjee, Shouvik" userId="8a0946e8-3a6b-4d5c-947d-73f4cd578335" providerId="ADAL" clId="{878CC057-3D19-408E-8B58-A7E4D5A413A6}" dt="2025-06-20T06:19:10.263" v="2801" actId="164"/>
          <ac:spMkLst>
            <pc:docMk/>
            <pc:sldMk cId="3259243359" sldId="2147347697"/>
            <ac:spMk id="14" creationId="{4BA45D0D-E5C5-2CF0-9E7E-857A1B0CF057}"/>
          </ac:spMkLst>
        </pc:spChg>
        <pc:spChg chg="mod">
          <ac:chgData name="Mukherjee, Shouvik" userId="8a0946e8-3a6b-4d5c-947d-73f4cd578335" providerId="ADAL" clId="{878CC057-3D19-408E-8B58-A7E4D5A413A6}" dt="2025-06-20T06:19:10.263" v="2801" actId="164"/>
          <ac:spMkLst>
            <pc:docMk/>
            <pc:sldMk cId="3259243359" sldId="2147347697"/>
            <ac:spMk id="15" creationId="{055C84E9-D7AF-7C78-4A4D-AF2A73E5E1B5}"/>
          </ac:spMkLst>
        </pc:spChg>
        <pc:spChg chg="mod">
          <ac:chgData name="Mukherjee, Shouvik" userId="8a0946e8-3a6b-4d5c-947d-73f4cd578335" providerId="ADAL" clId="{878CC057-3D19-408E-8B58-A7E4D5A413A6}" dt="2025-06-20T06:19:10.263" v="2801" actId="164"/>
          <ac:spMkLst>
            <pc:docMk/>
            <pc:sldMk cId="3259243359" sldId="2147347697"/>
            <ac:spMk id="16" creationId="{644E3B3B-EBB6-3620-FFB2-59D723DACA6C}"/>
          </ac:spMkLst>
        </pc:spChg>
        <pc:spChg chg="mod">
          <ac:chgData name="Mukherjee, Shouvik" userId="8a0946e8-3a6b-4d5c-947d-73f4cd578335" providerId="ADAL" clId="{878CC057-3D19-408E-8B58-A7E4D5A413A6}" dt="2025-06-20T06:19:10.263" v="2801" actId="164"/>
          <ac:spMkLst>
            <pc:docMk/>
            <pc:sldMk cId="3259243359" sldId="2147347697"/>
            <ac:spMk id="17" creationId="{539EF84C-87D0-D94A-E540-9C8F87E2C7EC}"/>
          </ac:spMkLst>
        </pc:spChg>
        <pc:spChg chg="mod">
          <ac:chgData name="Mukherjee, Shouvik" userId="8a0946e8-3a6b-4d5c-947d-73f4cd578335" providerId="ADAL" clId="{878CC057-3D19-408E-8B58-A7E4D5A413A6}" dt="2025-06-20T06:19:10.263" v="2801" actId="164"/>
          <ac:spMkLst>
            <pc:docMk/>
            <pc:sldMk cId="3259243359" sldId="2147347697"/>
            <ac:spMk id="25" creationId="{8168066B-FF81-10B9-D3DA-A1D87533766A}"/>
          </ac:spMkLst>
        </pc:spChg>
        <pc:spChg chg="mod">
          <ac:chgData name="Mukherjee, Shouvik" userId="8a0946e8-3a6b-4d5c-947d-73f4cd578335" providerId="ADAL" clId="{878CC057-3D19-408E-8B58-A7E4D5A413A6}" dt="2025-06-20T06:19:10.263" v="2801" actId="164"/>
          <ac:spMkLst>
            <pc:docMk/>
            <pc:sldMk cId="3259243359" sldId="2147347697"/>
            <ac:spMk id="26" creationId="{D2226C8D-5965-458A-054A-94AD7D828E78}"/>
          </ac:spMkLst>
        </pc:spChg>
        <pc:spChg chg="mod">
          <ac:chgData name="Mukherjee, Shouvik" userId="8a0946e8-3a6b-4d5c-947d-73f4cd578335" providerId="ADAL" clId="{878CC057-3D19-408E-8B58-A7E4D5A413A6}" dt="2025-06-20T06:19:10.263" v="2801" actId="164"/>
          <ac:spMkLst>
            <pc:docMk/>
            <pc:sldMk cId="3259243359" sldId="2147347697"/>
            <ac:spMk id="27" creationId="{720B4EEE-20A3-5CC3-624D-2CD1794D2021}"/>
          </ac:spMkLst>
        </pc:spChg>
        <pc:spChg chg="mod">
          <ac:chgData name="Mukherjee, Shouvik" userId="8a0946e8-3a6b-4d5c-947d-73f4cd578335" providerId="ADAL" clId="{878CC057-3D19-408E-8B58-A7E4D5A413A6}" dt="2025-06-20T06:19:10.263" v="2801" actId="164"/>
          <ac:spMkLst>
            <pc:docMk/>
            <pc:sldMk cId="3259243359" sldId="2147347697"/>
            <ac:spMk id="28" creationId="{9B84E288-1B05-857D-D472-179D457844B2}"/>
          </ac:spMkLst>
        </pc:spChg>
        <pc:spChg chg="mod">
          <ac:chgData name="Mukherjee, Shouvik" userId="8a0946e8-3a6b-4d5c-947d-73f4cd578335" providerId="ADAL" clId="{878CC057-3D19-408E-8B58-A7E4D5A413A6}" dt="2025-06-20T06:19:10.263" v="2801" actId="164"/>
          <ac:spMkLst>
            <pc:docMk/>
            <pc:sldMk cId="3259243359" sldId="2147347697"/>
            <ac:spMk id="29" creationId="{39F7ACB7-E104-A787-6AFA-C83EF6FABB82}"/>
          </ac:spMkLst>
        </pc:spChg>
        <pc:spChg chg="mod">
          <ac:chgData name="Mukherjee, Shouvik" userId="8a0946e8-3a6b-4d5c-947d-73f4cd578335" providerId="ADAL" clId="{878CC057-3D19-408E-8B58-A7E4D5A413A6}" dt="2025-06-20T06:19:10.263" v="2801" actId="164"/>
          <ac:spMkLst>
            <pc:docMk/>
            <pc:sldMk cId="3259243359" sldId="2147347697"/>
            <ac:spMk id="30" creationId="{66460E70-1C75-FCAD-F053-B8861BF82047}"/>
          </ac:spMkLst>
        </pc:spChg>
        <pc:spChg chg="mod">
          <ac:chgData name="Mukherjee, Shouvik" userId="8a0946e8-3a6b-4d5c-947d-73f4cd578335" providerId="ADAL" clId="{878CC057-3D19-408E-8B58-A7E4D5A413A6}" dt="2025-06-20T06:19:10.263" v="2801" actId="164"/>
          <ac:spMkLst>
            <pc:docMk/>
            <pc:sldMk cId="3259243359" sldId="2147347697"/>
            <ac:spMk id="31" creationId="{031EFB0C-483D-BF85-8D11-86A98934A145}"/>
          </ac:spMkLst>
        </pc:spChg>
        <pc:spChg chg="mod">
          <ac:chgData name="Mukherjee, Shouvik" userId="8a0946e8-3a6b-4d5c-947d-73f4cd578335" providerId="ADAL" clId="{878CC057-3D19-408E-8B58-A7E4D5A413A6}" dt="2025-06-20T06:19:10.263" v="2801" actId="164"/>
          <ac:spMkLst>
            <pc:docMk/>
            <pc:sldMk cId="3259243359" sldId="2147347697"/>
            <ac:spMk id="36" creationId="{16C2CB01-5229-8A02-DE8A-86C9FA788A0F}"/>
          </ac:spMkLst>
        </pc:spChg>
        <pc:grpChg chg="mod">
          <ac:chgData name="Mukherjee, Shouvik" userId="8a0946e8-3a6b-4d5c-947d-73f4cd578335" providerId="ADAL" clId="{878CC057-3D19-408E-8B58-A7E4D5A413A6}" dt="2025-06-20T06:19:10.263" v="2801" actId="164"/>
          <ac:grpSpMkLst>
            <pc:docMk/>
            <pc:sldMk cId="3259243359" sldId="2147347697"/>
            <ac:grpSpMk id="24" creationId="{D6F04807-AF13-C1D1-9B0F-87A51162646D}"/>
          </ac:grpSpMkLst>
        </pc:grpChg>
        <pc:grpChg chg="add mod">
          <ac:chgData name="Mukherjee, Shouvik" userId="8a0946e8-3a6b-4d5c-947d-73f4cd578335" providerId="ADAL" clId="{878CC057-3D19-408E-8B58-A7E4D5A413A6}" dt="2025-06-20T06:19:10.263" v="2801" actId="164"/>
          <ac:grpSpMkLst>
            <pc:docMk/>
            <pc:sldMk cId="3259243359" sldId="2147347697"/>
            <ac:grpSpMk id="32" creationId="{08292DAD-625B-F7D1-E6DC-564812A786C0}"/>
          </ac:grpSpMkLst>
        </pc:grpChg>
        <pc:cxnChg chg="mod">
          <ac:chgData name="Mukherjee, Shouvik" userId="8a0946e8-3a6b-4d5c-947d-73f4cd578335" providerId="ADAL" clId="{878CC057-3D19-408E-8B58-A7E4D5A413A6}" dt="2025-06-20T06:19:10.263" v="2801" actId="164"/>
          <ac:cxnSpMkLst>
            <pc:docMk/>
            <pc:sldMk cId="3259243359" sldId="2147347697"/>
            <ac:cxnSpMk id="18" creationId="{BECA7A43-411D-1893-1938-D9BA7D69BE50}"/>
          </ac:cxnSpMkLst>
        </pc:cxnChg>
        <pc:cxnChg chg="mod">
          <ac:chgData name="Mukherjee, Shouvik" userId="8a0946e8-3a6b-4d5c-947d-73f4cd578335" providerId="ADAL" clId="{878CC057-3D19-408E-8B58-A7E4D5A413A6}" dt="2025-06-20T06:19:10.263" v="2801" actId="164"/>
          <ac:cxnSpMkLst>
            <pc:docMk/>
            <pc:sldMk cId="3259243359" sldId="2147347697"/>
            <ac:cxnSpMk id="19" creationId="{B51955B4-3AA7-0194-40EB-03B77DBF6989}"/>
          </ac:cxnSpMkLst>
        </pc:cxnChg>
        <pc:cxnChg chg="mod">
          <ac:chgData name="Mukherjee, Shouvik" userId="8a0946e8-3a6b-4d5c-947d-73f4cd578335" providerId="ADAL" clId="{878CC057-3D19-408E-8B58-A7E4D5A413A6}" dt="2025-06-20T06:19:10.263" v="2801" actId="164"/>
          <ac:cxnSpMkLst>
            <pc:docMk/>
            <pc:sldMk cId="3259243359" sldId="2147347697"/>
            <ac:cxnSpMk id="20" creationId="{8CA5DA22-AACD-44D0-6135-E68DF4692557}"/>
          </ac:cxnSpMkLst>
        </pc:cxnChg>
        <pc:cxnChg chg="mod">
          <ac:chgData name="Mukherjee, Shouvik" userId="8a0946e8-3a6b-4d5c-947d-73f4cd578335" providerId="ADAL" clId="{878CC057-3D19-408E-8B58-A7E4D5A413A6}" dt="2025-06-20T06:19:10.263" v="2801" actId="164"/>
          <ac:cxnSpMkLst>
            <pc:docMk/>
            <pc:sldMk cId="3259243359" sldId="2147347697"/>
            <ac:cxnSpMk id="21" creationId="{FA014A62-02E8-9096-CA9F-0F4BC5C0E841}"/>
          </ac:cxnSpMkLst>
        </pc:cxnChg>
        <pc:cxnChg chg="mod">
          <ac:chgData name="Mukherjee, Shouvik" userId="8a0946e8-3a6b-4d5c-947d-73f4cd578335" providerId="ADAL" clId="{878CC057-3D19-408E-8B58-A7E4D5A413A6}" dt="2025-06-20T06:19:10.263" v="2801" actId="164"/>
          <ac:cxnSpMkLst>
            <pc:docMk/>
            <pc:sldMk cId="3259243359" sldId="2147347697"/>
            <ac:cxnSpMk id="22" creationId="{A960E917-5D57-5096-E52E-84B2C08545EB}"/>
          </ac:cxnSpMkLst>
        </pc:cxnChg>
        <pc:cxnChg chg="mod">
          <ac:chgData name="Mukherjee, Shouvik" userId="8a0946e8-3a6b-4d5c-947d-73f4cd578335" providerId="ADAL" clId="{878CC057-3D19-408E-8B58-A7E4D5A413A6}" dt="2025-06-20T06:19:10.263" v="2801" actId="164"/>
          <ac:cxnSpMkLst>
            <pc:docMk/>
            <pc:sldMk cId="3259243359" sldId="2147347697"/>
            <ac:cxnSpMk id="23" creationId="{8FC025B8-EF34-88B3-AA14-B083891D1DBD}"/>
          </ac:cxnSpMkLst>
        </pc:cxnChg>
        <pc:cxnChg chg="mod">
          <ac:chgData name="Mukherjee, Shouvik" userId="8a0946e8-3a6b-4d5c-947d-73f4cd578335" providerId="ADAL" clId="{878CC057-3D19-408E-8B58-A7E4D5A413A6}" dt="2025-06-20T06:19:10.263" v="2801" actId="164"/>
          <ac:cxnSpMkLst>
            <pc:docMk/>
            <pc:sldMk cId="3259243359" sldId="2147347697"/>
            <ac:cxnSpMk id="46" creationId="{E36992DD-E65A-D507-CE1F-DCC74A7198F3}"/>
          </ac:cxnSpMkLst>
        </pc:cxnChg>
      </pc:sldChg>
      <pc:sldChg chg="addSp delSp modSp mod">
        <pc:chgData name="Mukherjee, Shouvik" userId="8a0946e8-3a6b-4d5c-947d-73f4cd578335" providerId="ADAL" clId="{878CC057-3D19-408E-8B58-A7E4D5A413A6}" dt="2025-06-19T12:03:45.151" v="1155" actId="255"/>
        <pc:sldMkLst>
          <pc:docMk/>
          <pc:sldMk cId="3523782250" sldId="2147347726"/>
        </pc:sldMkLst>
        <pc:spChg chg="mod">
          <ac:chgData name="Mukherjee, Shouvik" userId="8a0946e8-3a6b-4d5c-947d-73f4cd578335" providerId="ADAL" clId="{878CC057-3D19-408E-8B58-A7E4D5A413A6}" dt="2025-06-19T11:53:42.904" v="1116"/>
          <ac:spMkLst>
            <pc:docMk/>
            <pc:sldMk cId="3523782250" sldId="2147347726"/>
            <ac:spMk id="2" creationId="{00000000-0000-0000-0000-000000000000}"/>
          </ac:spMkLst>
        </pc:spChg>
        <pc:spChg chg="del">
          <ac:chgData name="Mukherjee, Shouvik" userId="8a0946e8-3a6b-4d5c-947d-73f4cd578335" providerId="ADAL" clId="{878CC057-3D19-408E-8B58-A7E4D5A413A6}" dt="2025-06-19T07:22:39.119" v="3" actId="478"/>
          <ac:spMkLst>
            <pc:docMk/>
            <pc:sldMk cId="3523782250" sldId="2147347726"/>
            <ac:spMk id="3" creationId="{04FC61FA-37F4-519E-42EF-94A32018FA8C}"/>
          </ac:spMkLst>
        </pc:spChg>
        <pc:spChg chg="add del mod">
          <ac:chgData name="Mukherjee, Shouvik" userId="8a0946e8-3a6b-4d5c-947d-73f4cd578335" providerId="ADAL" clId="{878CC057-3D19-408E-8B58-A7E4D5A413A6}" dt="2025-06-19T07:27:30.234" v="7" actId="478"/>
          <ac:spMkLst>
            <pc:docMk/>
            <pc:sldMk cId="3523782250" sldId="2147347726"/>
            <ac:spMk id="4" creationId="{9A015A4D-FFC9-2482-C70E-7D45D5CCE825}"/>
          </ac:spMkLst>
        </pc:spChg>
        <pc:spChg chg="add del mod">
          <ac:chgData name="Mukherjee, Shouvik" userId="8a0946e8-3a6b-4d5c-947d-73f4cd578335" providerId="ADAL" clId="{878CC057-3D19-408E-8B58-A7E4D5A413A6}" dt="2025-06-19T07:27:30.234" v="7" actId="478"/>
          <ac:spMkLst>
            <pc:docMk/>
            <pc:sldMk cId="3523782250" sldId="2147347726"/>
            <ac:spMk id="5" creationId="{3129B764-31F9-E7E3-1AC8-C5BDE438E5A8}"/>
          </ac:spMkLst>
        </pc:spChg>
        <pc:spChg chg="mod">
          <ac:chgData name="Mukherjee, Shouvik" userId="8a0946e8-3a6b-4d5c-947d-73f4cd578335" providerId="ADAL" clId="{878CC057-3D19-408E-8B58-A7E4D5A413A6}" dt="2025-06-19T11:52:27.971" v="1115"/>
          <ac:spMkLst>
            <pc:docMk/>
            <pc:sldMk cId="3523782250" sldId="2147347726"/>
            <ac:spMk id="6" creationId="{00000000-0000-0000-0000-000000000000}"/>
          </ac:spMkLst>
        </pc:spChg>
        <pc:spChg chg="add del mod">
          <ac:chgData name="Mukherjee, Shouvik" userId="8a0946e8-3a6b-4d5c-947d-73f4cd578335" providerId="ADAL" clId="{878CC057-3D19-408E-8B58-A7E4D5A413A6}" dt="2025-06-19T07:27:30.234" v="7" actId="478"/>
          <ac:spMkLst>
            <pc:docMk/>
            <pc:sldMk cId="3523782250" sldId="2147347726"/>
            <ac:spMk id="8" creationId="{51994598-BF61-0033-7791-8294A1E4EF4F}"/>
          </ac:spMkLst>
        </pc:spChg>
        <pc:spChg chg="add del mod">
          <ac:chgData name="Mukherjee, Shouvik" userId="8a0946e8-3a6b-4d5c-947d-73f4cd578335" providerId="ADAL" clId="{878CC057-3D19-408E-8B58-A7E4D5A413A6}" dt="2025-06-19T07:27:30.234" v="7" actId="478"/>
          <ac:spMkLst>
            <pc:docMk/>
            <pc:sldMk cId="3523782250" sldId="2147347726"/>
            <ac:spMk id="9" creationId="{D3CB04DA-AB8F-9DBF-8770-2DD5E102DA94}"/>
          </ac:spMkLst>
        </pc:spChg>
        <pc:spChg chg="add del mod">
          <ac:chgData name="Mukherjee, Shouvik" userId="8a0946e8-3a6b-4d5c-947d-73f4cd578335" providerId="ADAL" clId="{878CC057-3D19-408E-8B58-A7E4D5A413A6}" dt="2025-06-19T07:27:30.234" v="7" actId="478"/>
          <ac:spMkLst>
            <pc:docMk/>
            <pc:sldMk cId="3523782250" sldId="2147347726"/>
            <ac:spMk id="11" creationId="{0CE091B5-D5E0-0CD6-1542-E2F65C188F10}"/>
          </ac:spMkLst>
        </pc:spChg>
        <pc:spChg chg="add del mod">
          <ac:chgData name="Mukherjee, Shouvik" userId="8a0946e8-3a6b-4d5c-947d-73f4cd578335" providerId="ADAL" clId="{878CC057-3D19-408E-8B58-A7E4D5A413A6}" dt="2025-06-19T07:27:30.234" v="7" actId="478"/>
          <ac:spMkLst>
            <pc:docMk/>
            <pc:sldMk cId="3523782250" sldId="2147347726"/>
            <ac:spMk id="12" creationId="{D4CC1BA8-B677-7BBD-8096-C46ADF02A86B}"/>
          </ac:spMkLst>
        </pc:spChg>
        <pc:spChg chg="add del mod">
          <ac:chgData name="Mukherjee, Shouvik" userId="8a0946e8-3a6b-4d5c-947d-73f4cd578335" providerId="ADAL" clId="{878CC057-3D19-408E-8B58-A7E4D5A413A6}" dt="2025-06-19T07:27:30.234" v="7" actId="478"/>
          <ac:spMkLst>
            <pc:docMk/>
            <pc:sldMk cId="3523782250" sldId="2147347726"/>
            <ac:spMk id="13" creationId="{A4DCB426-A7EA-5FE4-530E-4E8080A52F7B}"/>
          </ac:spMkLst>
        </pc:spChg>
        <pc:spChg chg="add del mod">
          <ac:chgData name="Mukherjee, Shouvik" userId="8a0946e8-3a6b-4d5c-947d-73f4cd578335" providerId="ADAL" clId="{878CC057-3D19-408E-8B58-A7E4D5A413A6}" dt="2025-06-19T07:27:30.234" v="7" actId="478"/>
          <ac:spMkLst>
            <pc:docMk/>
            <pc:sldMk cId="3523782250" sldId="2147347726"/>
            <ac:spMk id="14" creationId="{608654C4-9AFA-154F-FD67-3D11F86F06DA}"/>
          </ac:spMkLst>
        </pc:spChg>
        <pc:spChg chg="add del mod">
          <ac:chgData name="Mukherjee, Shouvik" userId="8a0946e8-3a6b-4d5c-947d-73f4cd578335" providerId="ADAL" clId="{878CC057-3D19-408E-8B58-A7E4D5A413A6}" dt="2025-06-19T07:27:30.234" v="7" actId="478"/>
          <ac:spMkLst>
            <pc:docMk/>
            <pc:sldMk cId="3523782250" sldId="2147347726"/>
            <ac:spMk id="15" creationId="{B0F906F8-B287-1DC3-DED8-747C79A124EC}"/>
          </ac:spMkLst>
        </pc:spChg>
        <pc:spChg chg="add del mod">
          <ac:chgData name="Mukherjee, Shouvik" userId="8a0946e8-3a6b-4d5c-947d-73f4cd578335" providerId="ADAL" clId="{878CC057-3D19-408E-8B58-A7E4D5A413A6}" dt="2025-06-19T07:27:30.234" v="7" actId="478"/>
          <ac:spMkLst>
            <pc:docMk/>
            <pc:sldMk cId="3523782250" sldId="2147347726"/>
            <ac:spMk id="16" creationId="{88B5FBEF-D417-EDEF-F274-570139765FBB}"/>
          </ac:spMkLst>
        </pc:spChg>
        <pc:spChg chg="add del mod">
          <ac:chgData name="Mukherjee, Shouvik" userId="8a0946e8-3a6b-4d5c-947d-73f4cd578335" providerId="ADAL" clId="{878CC057-3D19-408E-8B58-A7E4D5A413A6}" dt="2025-06-19T07:27:30.234" v="7" actId="478"/>
          <ac:spMkLst>
            <pc:docMk/>
            <pc:sldMk cId="3523782250" sldId="2147347726"/>
            <ac:spMk id="17" creationId="{F8D39B3E-0CC0-2299-EF98-01001284417D}"/>
          </ac:spMkLst>
        </pc:spChg>
        <pc:spChg chg="add del mod">
          <ac:chgData name="Mukherjee, Shouvik" userId="8a0946e8-3a6b-4d5c-947d-73f4cd578335" providerId="ADAL" clId="{878CC057-3D19-408E-8B58-A7E4D5A413A6}" dt="2025-06-19T07:27:30.234" v="7" actId="478"/>
          <ac:spMkLst>
            <pc:docMk/>
            <pc:sldMk cId="3523782250" sldId="2147347726"/>
            <ac:spMk id="18" creationId="{9675628D-D169-C645-EF5C-22D1B0C87AF7}"/>
          </ac:spMkLst>
        </pc:spChg>
        <pc:spChg chg="add del mod">
          <ac:chgData name="Mukherjee, Shouvik" userId="8a0946e8-3a6b-4d5c-947d-73f4cd578335" providerId="ADAL" clId="{878CC057-3D19-408E-8B58-A7E4D5A413A6}" dt="2025-06-19T07:27:30.234" v="7" actId="478"/>
          <ac:spMkLst>
            <pc:docMk/>
            <pc:sldMk cId="3523782250" sldId="2147347726"/>
            <ac:spMk id="19" creationId="{3BC64E72-9A61-BA18-9F68-D72CF4AAB164}"/>
          </ac:spMkLst>
        </pc:spChg>
        <pc:spChg chg="add del mod">
          <ac:chgData name="Mukherjee, Shouvik" userId="8a0946e8-3a6b-4d5c-947d-73f4cd578335" providerId="ADAL" clId="{878CC057-3D19-408E-8B58-A7E4D5A413A6}" dt="2025-06-19T07:27:30.234" v="7" actId="478"/>
          <ac:spMkLst>
            <pc:docMk/>
            <pc:sldMk cId="3523782250" sldId="2147347726"/>
            <ac:spMk id="20" creationId="{09CB9418-C53F-652A-191A-CDA7F5B9E0CC}"/>
          </ac:spMkLst>
        </pc:spChg>
        <pc:spChg chg="add del mod">
          <ac:chgData name="Mukherjee, Shouvik" userId="8a0946e8-3a6b-4d5c-947d-73f4cd578335" providerId="ADAL" clId="{878CC057-3D19-408E-8B58-A7E4D5A413A6}" dt="2025-06-19T07:27:30.234" v="7" actId="478"/>
          <ac:spMkLst>
            <pc:docMk/>
            <pc:sldMk cId="3523782250" sldId="2147347726"/>
            <ac:spMk id="21" creationId="{B3F32E13-0300-21B1-381F-26E6909EB6FB}"/>
          </ac:spMkLst>
        </pc:spChg>
        <pc:spChg chg="add del mod">
          <ac:chgData name="Mukherjee, Shouvik" userId="8a0946e8-3a6b-4d5c-947d-73f4cd578335" providerId="ADAL" clId="{878CC057-3D19-408E-8B58-A7E4D5A413A6}" dt="2025-06-19T07:27:30.234" v="7" actId="478"/>
          <ac:spMkLst>
            <pc:docMk/>
            <pc:sldMk cId="3523782250" sldId="2147347726"/>
            <ac:spMk id="22" creationId="{F0B22690-2981-033B-3CA2-1A8EA8DD15A2}"/>
          </ac:spMkLst>
        </pc:spChg>
        <pc:spChg chg="add del mod">
          <ac:chgData name="Mukherjee, Shouvik" userId="8a0946e8-3a6b-4d5c-947d-73f4cd578335" providerId="ADAL" clId="{878CC057-3D19-408E-8B58-A7E4D5A413A6}" dt="2025-06-19T07:27:30.234" v="7" actId="478"/>
          <ac:spMkLst>
            <pc:docMk/>
            <pc:sldMk cId="3523782250" sldId="2147347726"/>
            <ac:spMk id="23" creationId="{B25ABEBF-4612-8E40-E384-1B6D337FF58F}"/>
          </ac:spMkLst>
        </pc:spChg>
        <pc:spChg chg="add del mod">
          <ac:chgData name="Mukherjee, Shouvik" userId="8a0946e8-3a6b-4d5c-947d-73f4cd578335" providerId="ADAL" clId="{878CC057-3D19-408E-8B58-A7E4D5A413A6}" dt="2025-06-19T07:27:30.234" v="7" actId="478"/>
          <ac:spMkLst>
            <pc:docMk/>
            <pc:sldMk cId="3523782250" sldId="2147347726"/>
            <ac:spMk id="24" creationId="{F4A2BCD0-F41C-F62A-AC8D-93099A617CA6}"/>
          </ac:spMkLst>
        </pc:spChg>
        <pc:spChg chg="del">
          <ac:chgData name="Mukherjee, Shouvik" userId="8a0946e8-3a6b-4d5c-947d-73f4cd578335" providerId="ADAL" clId="{878CC057-3D19-408E-8B58-A7E4D5A413A6}" dt="2025-06-19T07:22:36.646" v="2" actId="478"/>
          <ac:spMkLst>
            <pc:docMk/>
            <pc:sldMk cId="3523782250" sldId="2147347726"/>
            <ac:spMk id="25" creationId="{161E6D76-2609-8575-2407-9EA6051FCEC3}"/>
          </ac:spMkLst>
        </pc:spChg>
        <pc:spChg chg="del">
          <ac:chgData name="Mukherjee, Shouvik" userId="8a0946e8-3a6b-4d5c-947d-73f4cd578335" providerId="ADAL" clId="{878CC057-3D19-408E-8B58-A7E4D5A413A6}" dt="2025-06-19T07:22:36.646" v="2" actId="478"/>
          <ac:spMkLst>
            <pc:docMk/>
            <pc:sldMk cId="3523782250" sldId="2147347726"/>
            <ac:spMk id="26" creationId="{7921047E-7B48-CB31-F847-A2429EBF56CA}"/>
          </ac:spMkLst>
        </pc:spChg>
        <pc:spChg chg="del">
          <ac:chgData name="Mukherjee, Shouvik" userId="8a0946e8-3a6b-4d5c-947d-73f4cd578335" providerId="ADAL" clId="{878CC057-3D19-408E-8B58-A7E4D5A413A6}" dt="2025-06-19T07:22:36.646" v="2" actId="478"/>
          <ac:spMkLst>
            <pc:docMk/>
            <pc:sldMk cId="3523782250" sldId="2147347726"/>
            <ac:spMk id="27" creationId="{61718768-3625-8FCE-FF4B-67BAB46F40BB}"/>
          </ac:spMkLst>
        </pc:spChg>
        <pc:spChg chg="add del mod">
          <ac:chgData name="Mukherjee, Shouvik" userId="8a0946e8-3a6b-4d5c-947d-73f4cd578335" providerId="ADAL" clId="{878CC057-3D19-408E-8B58-A7E4D5A413A6}" dt="2025-06-19T07:27:30.234" v="7" actId="478"/>
          <ac:spMkLst>
            <pc:docMk/>
            <pc:sldMk cId="3523782250" sldId="2147347726"/>
            <ac:spMk id="28" creationId="{1E3BB96C-880F-AE1D-D17C-51F910EEE975}"/>
          </ac:spMkLst>
        </pc:spChg>
        <pc:spChg chg="add del mod">
          <ac:chgData name="Mukherjee, Shouvik" userId="8a0946e8-3a6b-4d5c-947d-73f4cd578335" providerId="ADAL" clId="{878CC057-3D19-408E-8B58-A7E4D5A413A6}" dt="2025-06-19T07:27:30.234" v="7" actId="478"/>
          <ac:spMkLst>
            <pc:docMk/>
            <pc:sldMk cId="3523782250" sldId="2147347726"/>
            <ac:spMk id="29" creationId="{4DE48B9D-0B4F-0DC0-0AF7-E7B7524BE8CC}"/>
          </ac:spMkLst>
        </pc:spChg>
        <pc:spChg chg="add del mod">
          <ac:chgData name="Mukherjee, Shouvik" userId="8a0946e8-3a6b-4d5c-947d-73f4cd578335" providerId="ADAL" clId="{878CC057-3D19-408E-8B58-A7E4D5A413A6}" dt="2025-06-19T07:27:30.234" v="7" actId="478"/>
          <ac:spMkLst>
            <pc:docMk/>
            <pc:sldMk cId="3523782250" sldId="2147347726"/>
            <ac:spMk id="30" creationId="{DE2BE93E-2E6E-4FA1-3D08-1D86BA8DE11B}"/>
          </ac:spMkLst>
        </pc:spChg>
        <pc:spChg chg="add del mod">
          <ac:chgData name="Mukherjee, Shouvik" userId="8a0946e8-3a6b-4d5c-947d-73f4cd578335" providerId="ADAL" clId="{878CC057-3D19-408E-8B58-A7E4D5A413A6}" dt="2025-06-19T07:27:30.234" v="7" actId="478"/>
          <ac:spMkLst>
            <pc:docMk/>
            <pc:sldMk cId="3523782250" sldId="2147347726"/>
            <ac:spMk id="36" creationId="{9174F081-4001-60CC-31B6-1244617B948A}"/>
          </ac:spMkLst>
        </pc:spChg>
        <pc:spChg chg="add del mod">
          <ac:chgData name="Mukherjee, Shouvik" userId="8a0946e8-3a6b-4d5c-947d-73f4cd578335" providerId="ADAL" clId="{878CC057-3D19-408E-8B58-A7E4D5A413A6}" dt="2025-06-19T07:27:30.234" v="7" actId="478"/>
          <ac:spMkLst>
            <pc:docMk/>
            <pc:sldMk cId="3523782250" sldId="2147347726"/>
            <ac:spMk id="37" creationId="{7BFD5884-D9EE-CC62-D83A-2526BF8C4FEC}"/>
          </ac:spMkLst>
        </pc:spChg>
        <pc:spChg chg="add del mod">
          <ac:chgData name="Mukherjee, Shouvik" userId="8a0946e8-3a6b-4d5c-947d-73f4cd578335" providerId="ADAL" clId="{878CC057-3D19-408E-8B58-A7E4D5A413A6}" dt="2025-06-19T07:27:30.234" v="7" actId="478"/>
          <ac:spMkLst>
            <pc:docMk/>
            <pc:sldMk cId="3523782250" sldId="2147347726"/>
            <ac:spMk id="79" creationId="{97ACA33B-8E45-981F-E1A8-32DF82D6ED5B}"/>
          </ac:spMkLst>
        </pc:spChg>
        <pc:spChg chg="add del mod">
          <ac:chgData name="Mukherjee, Shouvik" userId="8a0946e8-3a6b-4d5c-947d-73f4cd578335" providerId="ADAL" clId="{878CC057-3D19-408E-8B58-A7E4D5A413A6}" dt="2025-06-19T07:27:30.234" v="7" actId="478"/>
          <ac:spMkLst>
            <pc:docMk/>
            <pc:sldMk cId="3523782250" sldId="2147347726"/>
            <ac:spMk id="80" creationId="{DE76B80B-232A-9ABC-2660-41D7EC5FB615}"/>
          </ac:spMkLst>
        </pc:spChg>
        <pc:spChg chg="add del mod">
          <ac:chgData name="Mukherjee, Shouvik" userId="8a0946e8-3a6b-4d5c-947d-73f4cd578335" providerId="ADAL" clId="{878CC057-3D19-408E-8B58-A7E4D5A413A6}" dt="2025-06-19T07:27:30.234" v="7" actId="478"/>
          <ac:spMkLst>
            <pc:docMk/>
            <pc:sldMk cId="3523782250" sldId="2147347726"/>
            <ac:spMk id="81" creationId="{29F3924B-812D-F839-3FA7-511CAFCD7FA0}"/>
          </ac:spMkLst>
        </pc:spChg>
        <pc:spChg chg="add del mod">
          <ac:chgData name="Mukherjee, Shouvik" userId="8a0946e8-3a6b-4d5c-947d-73f4cd578335" providerId="ADAL" clId="{878CC057-3D19-408E-8B58-A7E4D5A413A6}" dt="2025-06-19T07:27:30.234" v="7" actId="478"/>
          <ac:spMkLst>
            <pc:docMk/>
            <pc:sldMk cId="3523782250" sldId="2147347726"/>
            <ac:spMk id="82" creationId="{C4422233-48A3-48D5-52A8-A1AAF9A94DC9}"/>
          </ac:spMkLst>
        </pc:spChg>
        <pc:spChg chg="add del mod">
          <ac:chgData name="Mukherjee, Shouvik" userId="8a0946e8-3a6b-4d5c-947d-73f4cd578335" providerId="ADAL" clId="{878CC057-3D19-408E-8B58-A7E4D5A413A6}" dt="2025-06-19T07:27:30.234" v="7" actId="478"/>
          <ac:spMkLst>
            <pc:docMk/>
            <pc:sldMk cId="3523782250" sldId="2147347726"/>
            <ac:spMk id="83" creationId="{AF6AFF43-21BD-A2F5-B17E-C2F2D4086773}"/>
          </ac:spMkLst>
        </pc:spChg>
        <pc:spChg chg="add del mod">
          <ac:chgData name="Mukherjee, Shouvik" userId="8a0946e8-3a6b-4d5c-947d-73f4cd578335" providerId="ADAL" clId="{878CC057-3D19-408E-8B58-A7E4D5A413A6}" dt="2025-06-19T07:27:30.234" v="7" actId="478"/>
          <ac:spMkLst>
            <pc:docMk/>
            <pc:sldMk cId="3523782250" sldId="2147347726"/>
            <ac:spMk id="84" creationId="{12D575B6-B8C7-D5E9-D05A-9AFDFF7E3FA2}"/>
          </ac:spMkLst>
        </pc:spChg>
        <pc:spChg chg="add del mod">
          <ac:chgData name="Mukherjee, Shouvik" userId="8a0946e8-3a6b-4d5c-947d-73f4cd578335" providerId="ADAL" clId="{878CC057-3D19-408E-8B58-A7E4D5A413A6}" dt="2025-06-19T07:27:30.234" v="7" actId="478"/>
          <ac:spMkLst>
            <pc:docMk/>
            <pc:sldMk cId="3523782250" sldId="2147347726"/>
            <ac:spMk id="85" creationId="{EB469785-0B59-EC7F-CFD8-E650E2E0A0B3}"/>
          </ac:spMkLst>
        </pc:spChg>
        <pc:spChg chg="add del mod">
          <ac:chgData name="Mukherjee, Shouvik" userId="8a0946e8-3a6b-4d5c-947d-73f4cd578335" providerId="ADAL" clId="{878CC057-3D19-408E-8B58-A7E4D5A413A6}" dt="2025-06-19T07:27:30.234" v="7" actId="478"/>
          <ac:spMkLst>
            <pc:docMk/>
            <pc:sldMk cId="3523782250" sldId="2147347726"/>
            <ac:spMk id="86" creationId="{781934E0-6405-9F58-79FA-B4033001106E}"/>
          </ac:spMkLst>
        </pc:spChg>
        <pc:spChg chg="add del mod">
          <ac:chgData name="Mukherjee, Shouvik" userId="8a0946e8-3a6b-4d5c-947d-73f4cd578335" providerId="ADAL" clId="{878CC057-3D19-408E-8B58-A7E4D5A413A6}" dt="2025-06-19T07:27:30.234" v="7" actId="478"/>
          <ac:spMkLst>
            <pc:docMk/>
            <pc:sldMk cId="3523782250" sldId="2147347726"/>
            <ac:spMk id="87" creationId="{66E0F850-E01A-1BFC-0AD5-6D8297301BC5}"/>
          </ac:spMkLst>
        </pc:spChg>
        <pc:spChg chg="add del mod">
          <ac:chgData name="Mukherjee, Shouvik" userId="8a0946e8-3a6b-4d5c-947d-73f4cd578335" providerId="ADAL" clId="{878CC057-3D19-408E-8B58-A7E4D5A413A6}" dt="2025-06-19T07:27:30.234" v="7" actId="478"/>
          <ac:spMkLst>
            <pc:docMk/>
            <pc:sldMk cId="3523782250" sldId="2147347726"/>
            <ac:spMk id="88" creationId="{10624E61-01B1-77AD-480B-4E36A61E742B}"/>
          </ac:spMkLst>
        </pc:spChg>
        <pc:spChg chg="add del mod">
          <ac:chgData name="Mukherjee, Shouvik" userId="8a0946e8-3a6b-4d5c-947d-73f4cd578335" providerId="ADAL" clId="{878CC057-3D19-408E-8B58-A7E4D5A413A6}" dt="2025-06-19T07:27:30.234" v="7" actId="478"/>
          <ac:spMkLst>
            <pc:docMk/>
            <pc:sldMk cId="3523782250" sldId="2147347726"/>
            <ac:spMk id="89" creationId="{8D0A60E8-1F6E-1C9E-A78B-669C5CD4100A}"/>
          </ac:spMkLst>
        </pc:spChg>
        <pc:spChg chg="add del mod">
          <ac:chgData name="Mukherjee, Shouvik" userId="8a0946e8-3a6b-4d5c-947d-73f4cd578335" providerId="ADAL" clId="{878CC057-3D19-408E-8B58-A7E4D5A413A6}" dt="2025-06-19T07:27:30.234" v="7" actId="478"/>
          <ac:spMkLst>
            <pc:docMk/>
            <pc:sldMk cId="3523782250" sldId="2147347726"/>
            <ac:spMk id="90" creationId="{B3E0BF01-ED92-8966-3AD0-29470176C12E}"/>
          </ac:spMkLst>
        </pc:spChg>
        <pc:spChg chg="add del mod">
          <ac:chgData name="Mukherjee, Shouvik" userId="8a0946e8-3a6b-4d5c-947d-73f4cd578335" providerId="ADAL" clId="{878CC057-3D19-408E-8B58-A7E4D5A413A6}" dt="2025-06-19T07:27:30.234" v="7" actId="478"/>
          <ac:spMkLst>
            <pc:docMk/>
            <pc:sldMk cId="3523782250" sldId="2147347726"/>
            <ac:spMk id="91" creationId="{48E76BD7-1FBD-65C8-9FFF-3F452C073D46}"/>
          </ac:spMkLst>
        </pc:spChg>
        <pc:spChg chg="add del mod">
          <ac:chgData name="Mukherjee, Shouvik" userId="8a0946e8-3a6b-4d5c-947d-73f4cd578335" providerId="ADAL" clId="{878CC057-3D19-408E-8B58-A7E4D5A413A6}" dt="2025-06-19T07:27:30.234" v="7" actId="478"/>
          <ac:spMkLst>
            <pc:docMk/>
            <pc:sldMk cId="3523782250" sldId="2147347726"/>
            <ac:spMk id="92" creationId="{57737B0C-93D6-D141-7BF0-793DBD4EE989}"/>
          </ac:spMkLst>
        </pc:spChg>
        <pc:spChg chg="add del mod">
          <ac:chgData name="Mukherjee, Shouvik" userId="8a0946e8-3a6b-4d5c-947d-73f4cd578335" providerId="ADAL" clId="{878CC057-3D19-408E-8B58-A7E4D5A413A6}" dt="2025-06-19T07:27:30.234" v="7" actId="478"/>
          <ac:spMkLst>
            <pc:docMk/>
            <pc:sldMk cId="3523782250" sldId="2147347726"/>
            <ac:spMk id="93" creationId="{04579C3C-3BCF-27AF-C32D-4576BC144D1C}"/>
          </ac:spMkLst>
        </pc:spChg>
        <pc:spChg chg="add del mod">
          <ac:chgData name="Mukherjee, Shouvik" userId="8a0946e8-3a6b-4d5c-947d-73f4cd578335" providerId="ADAL" clId="{878CC057-3D19-408E-8B58-A7E4D5A413A6}" dt="2025-06-19T07:27:30.234" v="7" actId="478"/>
          <ac:spMkLst>
            <pc:docMk/>
            <pc:sldMk cId="3523782250" sldId="2147347726"/>
            <ac:spMk id="94" creationId="{7116956F-2DCE-C447-466E-3148E755A1D3}"/>
          </ac:spMkLst>
        </pc:spChg>
        <pc:spChg chg="add del mod">
          <ac:chgData name="Mukherjee, Shouvik" userId="8a0946e8-3a6b-4d5c-947d-73f4cd578335" providerId="ADAL" clId="{878CC057-3D19-408E-8B58-A7E4D5A413A6}" dt="2025-06-19T07:27:30.234" v="7" actId="478"/>
          <ac:spMkLst>
            <pc:docMk/>
            <pc:sldMk cId="3523782250" sldId="2147347726"/>
            <ac:spMk id="95" creationId="{D0326D82-29FF-F0BE-C0C4-C71213503A1F}"/>
          </ac:spMkLst>
        </pc:spChg>
        <pc:spChg chg="add del mod">
          <ac:chgData name="Mukherjee, Shouvik" userId="8a0946e8-3a6b-4d5c-947d-73f4cd578335" providerId="ADAL" clId="{878CC057-3D19-408E-8B58-A7E4D5A413A6}" dt="2025-06-19T07:27:30.234" v="7" actId="478"/>
          <ac:spMkLst>
            <pc:docMk/>
            <pc:sldMk cId="3523782250" sldId="2147347726"/>
            <ac:spMk id="96" creationId="{CB26C2DF-8AFB-909B-5E7A-82A292E9D497}"/>
          </ac:spMkLst>
        </pc:spChg>
        <pc:spChg chg="add mod">
          <ac:chgData name="Mukherjee, Shouvik" userId="8a0946e8-3a6b-4d5c-947d-73f4cd578335" providerId="ADAL" clId="{878CC057-3D19-408E-8B58-A7E4D5A413A6}" dt="2025-06-19T07:28:13.642" v="54" actId="164"/>
          <ac:spMkLst>
            <pc:docMk/>
            <pc:sldMk cId="3523782250" sldId="2147347726"/>
            <ac:spMk id="97" creationId="{4B26F1FF-4AEE-466B-580A-17329406C755}"/>
          </ac:spMkLst>
        </pc:spChg>
        <pc:spChg chg="add mod">
          <ac:chgData name="Mukherjee, Shouvik" userId="8a0946e8-3a6b-4d5c-947d-73f4cd578335" providerId="ADAL" clId="{878CC057-3D19-408E-8B58-A7E4D5A413A6}" dt="2025-06-19T07:28:13.642" v="54" actId="164"/>
          <ac:spMkLst>
            <pc:docMk/>
            <pc:sldMk cId="3523782250" sldId="2147347726"/>
            <ac:spMk id="98" creationId="{528F62B1-C208-AA7C-C752-694CF2CFFACE}"/>
          </ac:spMkLst>
        </pc:spChg>
        <pc:spChg chg="add mod">
          <ac:chgData name="Mukherjee, Shouvik" userId="8a0946e8-3a6b-4d5c-947d-73f4cd578335" providerId="ADAL" clId="{878CC057-3D19-408E-8B58-A7E4D5A413A6}" dt="2025-06-19T07:28:13.642" v="54" actId="164"/>
          <ac:spMkLst>
            <pc:docMk/>
            <pc:sldMk cId="3523782250" sldId="2147347726"/>
            <ac:spMk id="99" creationId="{37E7C092-186E-D277-FCB9-7DD3DD50DF3E}"/>
          </ac:spMkLst>
        </pc:spChg>
        <pc:spChg chg="add mod">
          <ac:chgData name="Mukherjee, Shouvik" userId="8a0946e8-3a6b-4d5c-947d-73f4cd578335" providerId="ADAL" clId="{878CC057-3D19-408E-8B58-A7E4D5A413A6}" dt="2025-06-19T07:28:13.642" v="54" actId="164"/>
          <ac:spMkLst>
            <pc:docMk/>
            <pc:sldMk cId="3523782250" sldId="2147347726"/>
            <ac:spMk id="100" creationId="{1180AF96-791F-9E9E-E116-61310162F0CB}"/>
          </ac:spMkLst>
        </pc:spChg>
        <pc:spChg chg="add mod">
          <ac:chgData name="Mukherjee, Shouvik" userId="8a0946e8-3a6b-4d5c-947d-73f4cd578335" providerId="ADAL" clId="{878CC057-3D19-408E-8B58-A7E4D5A413A6}" dt="2025-06-19T07:28:13.642" v="54" actId="164"/>
          <ac:spMkLst>
            <pc:docMk/>
            <pc:sldMk cId="3523782250" sldId="2147347726"/>
            <ac:spMk id="101" creationId="{4F86510F-AFF1-CCF5-C494-1B9D9F8EA9AD}"/>
          </ac:spMkLst>
        </pc:spChg>
        <pc:spChg chg="add mod">
          <ac:chgData name="Mukherjee, Shouvik" userId="8a0946e8-3a6b-4d5c-947d-73f4cd578335" providerId="ADAL" clId="{878CC057-3D19-408E-8B58-A7E4D5A413A6}" dt="2025-06-19T07:28:13.642" v="54" actId="164"/>
          <ac:spMkLst>
            <pc:docMk/>
            <pc:sldMk cId="3523782250" sldId="2147347726"/>
            <ac:spMk id="102" creationId="{E9700D6F-EEBC-A6EA-29A4-F800285D9B6D}"/>
          </ac:spMkLst>
        </pc:spChg>
        <pc:spChg chg="add mod">
          <ac:chgData name="Mukherjee, Shouvik" userId="8a0946e8-3a6b-4d5c-947d-73f4cd578335" providerId="ADAL" clId="{878CC057-3D19-408E-8B58-A7E4D5A413A6}" dt="2025-06-19T07:28:13.642" v="54" actId="164"/>
          <ac:spMkLst>
            <pc:docMk/>
            <pc:sldMk cId="3523782250" sldId="2147347726"/>
            <ac:spMk id="103" creationId="{C153723D-3741-9846-429C-0E90953384AC}"/>
          </ac:spMkLst>
        </pc:spChg>
        <pc:spChg chg="add mod">
          <ac:chgData name="Mukherjee, Shouvik" userId="8a0946e8-3a6b-4d5c-947d-73f4cd578335" providerId="ADAL" clId="{878CC057-3D19-408E-8B58-A7E4D5A413A6}" dt="2025-06-19T07:28:13.642" v="54" actId="164"/>
          <ac:spMkLst>
            <pc:docMk/>
            <pc:sldMk cId="3523782250" sldId="2147347726"/>
            <ac:spMk id="104" creationId="{2022BA88-C36F-B036-5E60-0D8FD67222B3}"/>
          </ac:spMkLst>
        </pc:spChg>
        <pc:spChg chg="add mod">
          <ac:chgData name="Mukherjee, Shouvik" userId="8a0946e8-3a6b-4d5c-947d-73f4cd578335" providerId="ADAL" clId="{878CC057-3D19-408E-8B58-A7E4D5A413A6}" dt="2025-06-19T07:28:13.642" v="54" actId="164"/>
          <ac:spMkLst>
            <pc:docMk/>
            <pc:sldMk cId="3523782250" sldId="2147347726"/>
            <ac:spMk id="105" creationId="{6945F9DB-130D-3069-1967-83FEDD8B9794}"/>
          </ac:spMkLst>
        </pc:spChg>
        <pc:spChg chg="add mod">
          <ac:chgData name="Mukherjee, Shouvik" userId="8a0946e8-3a6b-4d5c-947d-73f4cd578335" providerId="ADAL" clId="{878CC057-3D19-408E-8B58-A7E4D5A413A6}" dt="2025-06-19T07:28:13.642" v="54" actId="164"/>
          <ac:spMkLst>
            <pc:docMk/>
            <pc:sldMk cId="3523782250" sldId="2147347726"/>
            <ac:spMk id="106" creationId="{B2F3261D-21D1-D6FE-C9BE-E32C4024E204}"/>
          </ac:spMkLst>
        </pc:spChg>
        <pc:spChg chg="add del mod">
          <ac:chgData name="Mukherjee, Shouvik" userId="8a0946e8-3a6b-4d5c-947d-73f4cd578335" providerId="ADAL" clId="{878CC057-3D19-408E-8B58-A7E4D5A413A6}" dt="2025-06-19T07:30:56.172" v="149" actId="478"/>
          <ac:spMkLst>
            <pc:docMk/>
            <pc:sldMk cId="3523782250" sldId="2147347726"/>
            <ac:spMk id="107" creationId="{97A67FF5-D048-2915-3D32-27FC3FBD80C5}"/>
          </ac:spMkLst>
        </pc:spChg>
        <pc:spChg chg="add mod">
          <ac:chgData name="Mukherjee, Shouvik" userId="8a0946e8-3a6b-4d5c-947d-73f4cd578335" providerId="ADAL" clId="{878CC057-3D19-408E-8B58-A7E4D5A413A6}" dt="2025-06-19T07:28:13.642" v="54" actId="164"/>
          <ac:spMkLst>
            <pc:docMk/>
            <pc:sldMk cId="3523782250" sldId="2147347726"/>
            <ac:spMk id="108" creationId="{3C142327-7A84-6A35-0423-A0B2F5E1D21E}"/>
          </ac:spMkLst>
        </pc:spChg>
        <pc:spChg chg="add mod">
          <ac:chgData name="Mukherjee, Shouvik" userId="8a0946e8-3a6b-4d5c-947d-73f4cd578335" providerId="ADAL" clId="{878CC057-3D19-408E-8B58-A7E4D5A413A6}" dt="2025-06-19T07:28:13.642" v="54" actId="164"/>
          <ac:spMkLst>
            <pc:docMk/>
            <pc:sldMk cId="3523782250" sldId="2147347726"/>
            <ac:spMk id="109" creationId="{EC06A9A5-4C81-7B50-123A-E9B1BDDEDFE1}"/>
          </ac:spMkLst>
        </pc:spChg>
        <pc:spChg chg="add mod">
          <ac:chgData name="Mukherjee, Shouvik" userId="8a0946e8-3a6b-4d5c-947d-73f4cd578335" providerId="ADAL" clId="{878CC057-3D19-408E-8B58-A7E4D5A413A6}" dt="2025-06-19T07:28:13.642" v="54" actId="164"/>
          <ac:spMkLst>
            <pc:docMk/>
            <pc:sldMk cId="3523782250" sldId="2147347726"/>
            <ac:spMk id="110" creationId="{DDA44DE9-3C88-58C1-45EA-07CACC27E92F}"/>
          </ac:spMkLst>
        </pc:spChg>
        <pc:spChg chg="add mod">
          <ac:chgData name="Mukherjee, Shouvik" userId="8a0946e8-3a6b-4d5c-947d-73f4cd578335" providerId="ADAL" clId="{878CC057-3D19-408E-8B58-A7E4D5A413A6}" dt="2025-06-19T07:28:13.642" v="54" actId="164"/>
          <ac:spMkLst>
            <pc:docMk/>
            <pc:sldMk cId="3523782250" sldId="2147347726"/>
            <ac:spMk id="111" creationId="{90CD86DE-019C-6036-5F6D-08FAF26E3489}"/>
          </ac:spMkLst>
        </pc:spChg>
        <pc:spChg chg="add mod">
          <ac:chgData name="Mukherjee, Shouvik" userId="8a0946e8-3a6b-4d5c-947d-73f4cd578335" providerId="ADAL" clId="{878CC057-3D19-408E-8B58-A7E4D5A413A6}" dt="2025-06-19T07:28:13.642" v="54" actId="164"/>
          <ac:spMkLst>
            <pc:docMk/>
            <pc:sldMk cId="3523782250" sldId="2147347726"/>
            <ac:spMk id="112" creationId="{2A328C45-77BA-5BE1-EEE2-5860DA9E52B2}"/>
          </ac:spMkLst>
        </pc:spChg>
        <pc:spChg chg="add mod">
          <ac:chgData name="Mukherjee, Shouvik" userId="8a0946e8-3a6b-4d5c-947d-73f4cd578335" providerId="ADAL" clId="{878CC057-3D19-408E-8B58-A7E4D5A413A6}" dt="2025-06-19T07:28:13.642" v="54" actId="164"/>
          <ac:spMkLst>
            <pc:docMk/>
            <pc:sldMk cId="3523782250" sldId="2147347726"/>
            <ac:spMk id="113" creationId="{25C668DC-CA4D-FF40-FB57-B89718B7746E}"/>
          </ac:spMkLst>
        </pc:spChg>
        <pc:spChg chg="add mod">
          <ac:chgData name="Mukherjee, Shouvik" userId="8a0946e8-3a6b-4d5c-947d-73f4cd578335" providerId="ADAL" clId="{878CC057-3D19-408E-8B58-A7E4D5A413A6}" dt="2025-06-19T07:28:13.642" v="54" actId="164"/>
          <ac:spMkLst>
            <pc:docMk/>
            <pc:sldMk cId="3523782250" sldId="2147347726"/>
            <ac:spMk id="114" creationId="{A188B9DA-FC44-1BFF-B480-C750420834A6}"/>
          </ac:spMkLst>
        </pc:spChg>
        <pc:spChg chg="add mod">
          <ac:chgData name="Mukherjee, Shouvik" userId="8a0946e8-3a6b-4d5c-947d-73f4cd578335" providerId="ADAL" clId="{878CC057-3D19-408E-8B58-A7E4D5A413A6}" dt="2025-06-19T07:28:13.642" v="54" actId="164"/>
          <ac:spMkLst>
            <pc:docMk/>
            <pc:sldMk cId="3523782250" sldId="2147347726"/>
            <ac:spMk id="115" creationId="{ED0C925F-6B2E-E7EC-637A-6BD2D09AA585}"/>
          </ac:spMkLst>
        </pc:spChg>
        <pc:spChg chg="add mod">
          <ac:chgData name="Mukherjee, Shouvik" userId="8a0946e8-3a6b-4d5c-947d-73f4cd578335" providerId="ADAL" clId="{878CC057-3D19-408E-8B58-A7E4D5A413A6}" dt="2025-06-19T07:28:13.642" v="54" actId="164"/>
          <ac:spMkLst>
            <pc:docMk/>
            <pc:sldMk cId="3523782250" sldId="2147347726"/>
            <ac:spMk id="116" creationId="{17E0D061-A7CD-275E-72FD-0C50C4FD43C0}"/>
          </ac:spMkLst>
        </pc:spChg>
        <pc:spChg chg="add del mod">
          <ac:chgData name="Mukherjee, Shouvik" userId="8a0946e8-3a6b-4d5c-947d-73f4cd578335" providerId="ADAL" clId="{878CC057-3D19-408E-8B58-A7E4D5A413A6}" dt="2025-06-19T07:28:09.129" v="53" actId="478"/>
          <ac:spMkLst>
            <pc:docMk/>
            <pc:sldMk cId="3523782250" sldId="2147347726"/>
            <ac:spMk id="117" creationId="{8B4769D0-28BE-0A7A-4B2A-B7A2172AE1F2}"/>
          </ac:spMkLst>
        </pc:spChg>
        <pc:spChg chg="add del mod">
          <ac:chgData name="Mukherjee, Shouvik" userId="8a0946e8-3a6b-4d5c-947d-73f4cd578335" providerId="ADAL" clId="{878CC057-3D19-408E-8B58-A7E4D5A413A6}" dt="2025-06-19T07:28:06.376" v="52" actId="478"/>
          <ac:spMkLst>
            <pc:docMk/>
            <pc:sldMk cId="3523782250" sldId="2147347726"/>
            <ac:spMk id="118" creationId="{7C312A27-9408-B3E2-EAF9-89BFE8503EE7}"/>
          </ac:spMkLst>
        </pc:spChg>
        <pc:spChg chg="add del mod">
          <ac:chgData name="Mukherjee, Shouvik" userId="8a0946e8-3a6b-4d5c-947d-73f4cd578335" providerId="ADAL" clId="{878CC057-3D19-408E-8B58-A7E4D5A413A6}" dt="2025-06-19T07:28:03.875" v="51" actId="478"/>
          <ac:spMkLst>
            <pc:docMk/>
            <pc:sldMk cId="3523782250" sldId="2147347726"/>
            <ac:spMk id="119" creationId="{AF419204-F219-E62A-1336-77D2C8BA4732}"/>
          </ac:spMkLst>
        </pc:spChg>
        <pc:spChg chg="add del mod">
          <ac:chgData name="Mukherjee, Shouvik" userId="8a0946e8-3a6b-4d5c-947d-73f4cd578335" providerId="ADAL" clId="{878CC057-3D19-408E-8B58-A7E4D5A413A6}" dt="2025-06-19T07:28:01.344" v="50" actId="478"/>
          <ac:spMkLst>
            <pc:docMk/>
            <pc:sldMk cId="3523782250" sldId="2147347726"/>
            <ac:spMk id="120" creationId="{733234AF-3E63-3399-CBB2-B0A51F3D5B3D}"/>
          </ac:spMkLst>
        </pc:spChg>
        <pc:spChg chg="add del mod">
          <ac:chgData name="Mukherjee, Shouvik" userId="8a0946e8-3a6b-4d5c-947d-73f4cd578335" providerId="ADAL" clId="{878CC057-3D19-408E-8B58-A7E4D5A413A6}" dt="2025-06-19T07:27:58.339" v="49" actId="478"/>
          <ac:spMkLst>
            <pc:docMk/>
            <pc:sldMk cId="3523782250" sldId="2147347726"/>
            <ac:spMk id="121" creationId="{7770E423-64CB-E272-A04F-7AA20B18BD96}"/>
          </ac:spMkLst>
        </pc:spChg>
        <pc:spChg chg="add mod">
          <ac:chgData name="Mukherjee, Shouvik" userId="8a0946e8-3a6b-4d5c-947d-73f4cd578335" providerId="ADAL" clId="{878CC057-3D19-408E-8B58-A7E4D5A413A6}" dt="2025-06-19T07:28:13.642" v="54" actId="164"/>
          <ac:spMkLst>
            <pc:docMk/>
            <pc:sldMk cId="3523782250" sldId="2147347726"/>
            <ac:spMk id="122" creationId="{1A55BDC2-7304-9F12-731D-3CCA3D9AF8D7}"/>
          </ac:spMkLst>
        </pc:spChg>
        <pc:spChg chg="add mod">
          <ac:chgData name="Mukherjee, Shouvik" userId="8a0946e8-3a6b-4d5c-947d-73f4cd578335" providerId="ADAL" clId="{878CC057-3D19-408E-8B58-A7E4D5A413A6}" dt="2025-06-19T07:28:13.642" v="54" actId="164"/>
          <ac:spMkLst>
            <pc:docMk/>
            <pc:sldMk cId="3523782250" sldId="2147347726"/>
            <ac:spMk id="123" creationId="{BCDCE754-68C6-EE30-9D1E-4458FEA6B790}"/>
          </ac:spMkLst>
        </pc:spChg>
        <pc:spChg chg="add mod">
          <ac:chgData name="Mukherjee, Shouvik" userId="8a0946e8-3a6b-4d5c-947d-73f4cd578335" providerId="ADAL" clId="{878CC057-3D19-408E-8B58-A7E4D5A413A6}" dt="2025-06-19T07:28:13.642" v="54" actId="164"/>
          <ac:spMkLst>
            <pc:docMk/>
            <pc:sldMk cId="3523782250" sldId="2147347726"/>
            <ac:spMk id="124" creationId="{EB6A62C1-9FCE-4BDF-2504-A7B962DB2C8D}"/>
          </ac:spMkLst>
        </pc:spChg>
        <pc:spChg chg="add mod">
          <ac:chgData name="Mukherjee, Shouvik" userId="8a0946e8-3a6b-4d5c-947d-73f4cd578335" providerId="ADAL" clId="{878CC057-3D19-408E-8B58-A7E4D5A413A6}" dt="2025-06-19T07:28:13.642" v="54" actId="164"/>
          <ac:spMkLst>
            <pc:docMk/>
            <pc:sldMk cId="3523782250" sldId="2147347726"/>
            <ac:spMk id="125" creationId="{0E7ED694-C90B-4CF8-343E-1BB29DC3310C}"/>
          </ac:spMkLst>
        </pc:spChg>
        <pc:spChg chg="add mod">
          <ac:chgData name="Mukherjee, Shouvik" userId="8a0946e8-3a6b-4d5c-947d-73f4cd578335" providerId="ADAL" clId="{878CC057-3D19-408E-8B58-A7E4D5A413A6}" dt="2025-06-19T07:28:13.642" v="54" actId="164"/>
          <ac:spMkLst>
            <pc:docMk/>
            <pc:sldMk cId="3523782250" sldId="2147347726"/>
            <ac:spMk id="126" creationId="{1B924216-B74D-F11C-B0FE-0B25843F475F}"/>
          </ac:spMkLst>
        </pc:spChg>
        <pc:spChg chg="add del mod">
          <ac:chgData name="Mukherjee, Shouvik" userId="8a0946e8-3a6b-4d5c-947d-73f4cd578335" providerId="ADAL" clId="{878CC057-3D19-408E-8B58-A7E4D5A413A6}" dt="2025-06-19T07:27:55.147" v="48" actId="478"/>
          <ac:spMkLst>
            <pc:docMk/>
            <pc:sldMk cId="3523782250" sldId="2147347726"/>
            <ac:spMk id="133" creationId="{D23987B9-4699-279F-49C5-2D9B7D848182}"/>
          </ac:spMkLst>
        </pc:spChg>
        <pc:spChg chg="add mod">
          <ac:chgData name="Mukherjee, Shouvik" userId="8a0946e8-3a6b-4d5c-947d-73f4cd578335" providerId="ADAL" clId="{878CC057-3D19-408E-8B58-A7E4D5A413A6}" dt="2025-06-19T07:28:13.642" v="54" actId="164"/>
          <ac:spMkLst>
            <pc:docMk/>
            <pc:sldMk cId="3523782250" sldId="2147347726"/>
            <ac:spMk id="134" creationId="{09FC85EF-9AD6-C4B2-F65F-09EA60412CFF}"/>
          </ac:spMkLst>
        </pc:spChg>
        <pc:spChg chg="add mod">
          <ac:chgData name="Mukherjee, Shouvik" userId="8a0946e8-3a6b-4d5c-947d-73f4cd578335" providerId="ADAL" clId="{878CC057-3D19-408E-8B58-A7E4D5A413A6}" dt="2025-06-19T07:28:13.642" v="54" actId="164"/>
          <ac:spMkLst>
            <pc:docMk/>
            <pc:sldMk cId="3523782250" sldId="2147347726"/>
            <ac:spMk id="135" creationId="{114D0B13-9B4B-ADE2-ED70-D0A409B349AA}"/>
          </ac:spMkLst>
        </pc:spChg>
        <pc:spChg chg="add mod">
          <ac:chgData name="Mukherjee, Shouvik" userId="8a0946e8-3a6b-4d5c-947d-73f4cd578335" providerId="ADAL" clId="{878CC057-3D19-408E-8B58-A7E4D5A413A6}" dt="2025-06-19T07:28:13.642" v="54" actId="164"/>
          <ac:spMkLst>
            <pc:docMk/>
            <pc:sldMk cId="3523782250" sldId="2147347726"/>
            <ac:spMk id="136" creationId="{A75218A6-E195-A149-AD2A-B0238D1D9A1C}"/>
          </ac:spMkLst>
        </pc:spChg>
        <pc:spChg chg="add mod">
          <ac:chgData name="Mukherjee, Shouvik" userId="8a0946e8-3a6b-4d5c-947d-73f4cd578335" providerId="ADAL" clId="{878CC057-3D19-408E-8B58-A7E4D5A413A6}" dt="2025-06-19T07:28:13.642" v="54" actId="164"/>
          <ac:spMkLst>
            <pc:docMk/>
            <pc:sldMk cId="3523782250" sldId="2147347726"/>
            <ac:spMk id="137" creationId="{9685122E-D7EE-F178-815A-E9CF02A4650C}"/>
          </ac:spMkLst>
        </pc:spChg>
        <pc:spChg chg="add mod">
          <ac:chgData name="Mukherjee, Shouvik" userId="8a0946e8-3a6b-4d5c-947d-73f4cd578335" providerId="ADAL" clId="{878CC057-3D19-408E-8B58-A7E4D5A413A6}" dt="2025-06-19T07:28:13.642" v="54" actId="164"/>
          <ac:spMkLst>
            <pc:docMk/>
            <pc:sldMk cId="3523782250" sldId="2147347726"/>
            <ac:spMk id="138" creationId="{A40DCDAD-0F95-293E-2BA7-71C35F4C3FCB}"/>
          </ac:spMkLst>
        </pc:spChg>
        <pc:spChg chg="add mod">
          <ac:chgData name="Mukherjee, Shouvik" userId="8a0946e8-3a6b-4d5c-947d-73f4cd578335" providerId="ADAL" clId="{878CC057-3D19-408E-8B58-A7E4D5A413A6}" dt="2025-06-19T07:28:13.642" v="54" actId="164"/>
          <ac:spMkLst>
            <pc:docMk/>
            <pc:sldMk cId="3523782250" sldId="2147347726"/>
            <ac:spMk id="139" creationId="{407B8226-D08F-F79B-BEDA-845720747E15}"/>
          </ac:spMkLst>
        </pc:spChg>
        <pc:spChg chg="add mod">
          <ac:chgData name="Mukherjee, Shouvik" userId="8a0946e8-3a6b-4d5c-947d-73f4cd578335" providerId="ADAL" clId="{878CC057-3D19-408E-8B58-A7E4D5A413A6}" dt="2025-06-19T07:28:13.642" v="54" actId="164"/>
          <ac:spMkLst>
            <pc:docMk/>
            <pc:sldMk cId="3523782250" sldId="2147347726"/>
            <ac:spMk id="140" creationId="{AED86EF8-325A-ED24-D18F-CE2D128EBD39}"/>
          </ac:spMkLst>
        </pc:spChg>
        <pc:spChg chg="add mod">
          <ac:chgData name="Mukherjee, Shouvik" userId="8a0946e8-3a6b-4d5c-947d-73f4cd578335" providerId="ADAL" clId="{878CC057-3D19-408E-8B58-A7E4D5A413A6}" dt="2025-06-19T07:28:13.642" v="54" actId="164"/>
          <ac:spMkLst>
            <pc:docMk/>
            <pc:sldMk cId="3523782250" sldId="2147347726"/>
            <ac:spMk id="141" creationId="{C62C83E5-14C0-FE6B-5086-A09C271CA433}"/>
          </ac:spMkLst>
        </pc:spChg>
        <pc:spChg chg="add mod">
          <ac:chgData name="Mukherjee, Shouvik" userId="8a0946e8-3a6b-4d5c-947d-73f4cd578335" providerId="ADAL" clId="{878CC057-3D19-408E-8B58-A7E4D5A413A6}" dt="2025-06-19T07:28:13.642" v="54" actId="164"/>
          <ac:spMkLst>
            <pc:docMk/>
            <pc:sldMk cId="3523782250" sldId="2147347726"/>
            <ac:spMk id="142" creationId="{3238399A-5363-3750-9CF1-196361FBBA7F}"/>
          </ac:spMkLst>
        </pc:spChg>
        <pc:spChg chg="add mod">
          <ac:chgData name="Mukherjee, Shouvik" userId="8a0946e8-3a6b-4d5c-947d-73f4cd578335" providerId="ADAL" clId="{878CC057-3D19-408E-8B58-A7E4D5A413A6}" dt="2025-06-19T07:28:13.642" v="54" actId="164"/>
          <ac:spMkLst>
            <pc:docMk/>
            <pc:sldMk cId="3523782250" sldId="2147347726"/>
            <ac:spMk id="143" creationId="{24B6F42B-0382-9B58-2E47-E3FBFE86DC34}"/>
          </ac:spMkLst>
        </pc:spChg>
        <pc:spChg chg="add mod">
          <ac:chgData name="Mukherjee, Shouvik" userId="8a0946e8-3a6b-4d5c-947d-73f4cd578335" providerId="ADAL" clId="{878CC057-3D19-408E-8B58-A7E4D5A413A6}" dt="2025-06-19T07:28:13.642" v="54" actId="164"/>
          <ac:spMkLst>
            <pc:docMk/>
            <pc:sldMk cId="3523782250" sldId="2147347726"/>
            <ac:spMk id="144" creationId="{2D089ABA-1EB7-3045-BF4A-B444F52B24CB}"/>
          </ac:spMkLst>
        </pc:spChg>
        <pc:spChg chg="add mod">
          <ac:chgData name="Mukherjee, Shouvik" userId="8a0946e8-3a6b-4d5c-947d-73f4cd578335" providerId="ADAL" clId="{878CC057-3D19-408E-8B58-A7E4D5A413A6}" dt="2025-06-19T07:28:13.642" v="54" actId="164"/>
          <ac:spMkLst>
            <pc:docMk/>
            <pc:sldMk cId="3523782250" sldId="2147347726"/>
            <ac:spMk id="145" creationId="{2CD32F0A-EC37-9E66-7E22-8DA39743D71B}"/>
          </ac:spMkLst>
        </pc:spChg>
        <pc:spChg chg="add mod">
          <ac:chgData name="Mukherjee, Shouvik" userId="8a0946e8-3a6b-4d5c-947d-73f4cd578335" providerId="ADAL" clId="{878CC057-3D19-408E-8B58-A7E4D5A413A6}" dt="2025-06-19T07:28:13.642" v="54" actId="164"/>
          <ac:spMkLst>
            <pc:docMk/>
            <pc:sldMk cId="3523782250" sldId="2147347726"/>
            <ac:spMk id="146" creationId="{9B482E08-20BB-3ED4-C4F3-2C58710B84B7}"/>
          </ac:spMkLst>
        </pc:spChg>
        <pc:spChg chg="add mod">
          <ac:chgData name="Mukherjee, Shouvik" userId="8a0946e8-3a6b-4d5c-947d-73f4cd578335" providerId="ADAL" clId="{878CC057-3D19-408E-8B58-A7E4D5A413A6}" dt="2025-06-19T07:28:13.642" v="54" actId="164"/>
          <ac:spMkLst>
            <pc:docMk/>
            <pc:sldMk cId="3523782250" sldId="2147347726"/>
            <ac:spMk id="147" creationId="{B6D6EEE8-5FC0-8104-E3BB-483DFF796FB8}"/>
          </ac:spMkLst>
        </pc:spChg>
        <pc:spChg chg="add mod">
          <ac:chgData name="Mukherjee, Shouvik" userId="8a0946e8-3a6b-4d5c-947d-73f4cd578335" providerId="ADAL" clId="{878CC057-3D19-408E-8B58-A7E4D5A413A6}" dt="2025-06-19T07:28:13.642" v="54" actId="164"/>
          <ac:spMkLst>
            <pc:docMk/>
            <pc:sldMk cId="3523782250" sldId="2147347726"/>
            <ac:spMk id="148" creationId="{C5D31ABA-598D-A8DE-E5F7-CE6C36F4FBCD}"/>
          </ac:spMkLst>
        </pc:spChg>
        <pc:spChg chg="add mod">
          <ac:chgData name="Mukherjee, Shouvik" userId="8a0946e8-3a6b-4d5c-947d-73f4cd578335" providerId="ADAL" clId="{878CC057-3D19-408E-8B58-A7E4D5A413A6}" dt="2025-06-19T07:28:13.642" v="54" actId="164"/>
          <ac:spMkLst>
            <pc:docMk/>
            <pc:sldMk cId="3523782250" sldId="2147347726"/>
            <ac:spMk id="149" creationId="{66F1042A-4ED0-B2C7-AB65-121B2C9738A0}"/>
          </ac:spMkLst>
        </pc:spChg>
        <pc:spChg chg="add mod">
          <ac:chgData name="Mukherjee, Shouvik" userId="8a0946e8-3a6b-4d5c-947d-73f4cd578335" providerId="ADAL" clId="{878CC057-3D19-408E-8B58-A7E4D5A413A6}" dt="2025-06-19T07:28:13.642" v="54" actId="164"/>
          <ac:spMkLst>
            <pc:docMk/>
            <pc:sldMk cId="3523782250" sldId="2147347726"/>
            <ac:spMk id="150" creationId="{8D98BCA5-6E4A-A64E-AC88-779A36ECE74C}"/>
          </ac:spMkLst>
        </pc:spChg>
        <pc:spChg chg="add mod">
          <ac:chgData name="Mukherjee, Shouvik" userId="8a0946e8-3a6b-4d5c-947d-73f4cd578335" providerId="ADAL" clId="{878CC057-3D19-408E-8B58-A7E4D5A413A6}" dt="2025-06-19T07:28:13.642" v="54" actId="164"/>
          <ac:spMkLst>
            <pc:docMk/>
            <pc:sldMk cId="3523782250" sldId="2147347726"/>
            <ac:spMk id="151" creationId="{4150F786-8B7B-0035-6D32-7DA270518719}"/>
          </ac:spMkLst>
        </pc:spChg>
        <pc:spChg chg="add del mod">
          <ac:chgData name="Mukherjee, Shouvik" userId="8a0946e8-3a6b-4d5c-947d-73f4cd578335" providerId="ADAL" clId="{878CC057-3D19-408E-8B58-A7E4D5A413A6}" dt="2025-06-19T07:34:46.319" v="198" actId="478"/>
          <ac:spMkLst>
            <pc:docMk/>
            <pc:sldMk cId="3523782250" sldId="2147347726"/>
            <ac:spMk id="153" creationId="{507E25ED-705D-B4F0-0837-7DBA867284A0}"/>
          </ac:spMkLst>
        </pc:spChg>
        <pc:spChg chg="add del mod">
          <ac:chgData name="Mukherjee, Shouvik" userId="8a0946e8-3a6b-4d5c-947d-73f4cd578335" providerId="ADAL" clId="{878CC057-3D19-408E-8B58-A7E4D5A413A6}" dt="2025-06-19T07:34:46.319" v="198" actId="478"/>
          <ac:spMkLst>
            <pc:docMk/>
            <pc:sldMk cId="3523782250" sldId="2147347726"/>
            <ac:spMk id="154" creationId="{FA289B6D-841C-D433-D5B3-B2477CCEE8BA}"/>
          </ac:spMkLst>
        </pc:spChg>
        <pc:spChg chg="add del mod">
          <ac:chgData name="Mukherjee, Shouvik" userId="8a0946e8-3a6b-4d5c-947d-73f4cd578335" providerId="ADAL" clId="{878CC057-3D19-408E-8B58-A7E4D5A413A6}" dt="2025-06-19T07:34:46.319" v="198" actId="478"/>
          <ac:spMkLst>
            <pc:docMk/>
            <pc:sldMk cId="3523782250" sldId="2147347726"/>
            <ac:spMk id="155" creationId="{1D60C115-E777-40FD-5378-1335964E8463}"/>
          </ac:spMkLst>
        </pc:spChg>
        <pc:spChg chg="add del mod">
          <ac:chgData name="Mukherjee, Shouvik" userId="8a0946e8-3a6b-4d5c-947d-73f4cd578335" providerId="ADAL" clId="{878CC057-3D19-408E-8B58-A7E4D5A413A6}" dt="2025-06-19T07:34:46.319" v="198" actId="478"/>
          <ac:spMkLst>
            <pc:docMk/>
            <pc:sldMk cId="3523782250" sldId="2147347726"/>
            <ac:spMk id="156" creationId="{56AB2F43-5E35-CD60-11FD-89834DEBB6B4}"/>
          </ac:spMkLst>
        </pc:spChg>
        <pc:spChg chg="add del mod">
          <ac:chgData name="Mukherjee, Shouvik" userId="8a0946e8-3a6b-4d5c-947d-73f4cd578335" providerId="ADAL" clId="{878CC057-3D19-408E-8B58-A7E4D5A413A6}" dt="2025-06-19T07:34:46.319" v="198" actId="478"/>
          <ac:spMkLst>
            <pc:docMk/>
            <pc:sldMk cId="3523782250" sldId="2147347726"/>
            <ac:spMk id="157" creationId="{9ED651D8-40DD-9699-38B4-A392B83362B8}"/>
          </ac:spMkLst>
        </pc:spChg>
        <pc:spChg chg="add del mod">
          <ac:chgData name="Mukherjee, Shouvik" userId="8a0946e8-3a6b-4d5c-947d-73f4cd578335" providerId="ADAL" clId="{878CC057-3D19-408E-8B58-A7E4D5A413A6}" dt="2025-06-19T07:34:46.319" v="198" actId="478"/>
          <ac:spMkLst>
            <pc:docMk/>
            <pc:sldMk cId="3523782250" sldId="2147347726"/>
            <ac:spMk id="158" creationId="{4FB45193-6BA3-6D68-17C5-22FCC0A50BEC}"/>
          </ac:spMkLst>
        </pc:spChg>
        <pc:spChg chg="add del mod">
          <ac:chgData name="Mukherjee, Shouvik" userId="8a0946e8-3a6b-4d5c-947d-73f4cd578335" providerId="ADAL" clId="{878CC057-3D19-408E-8B58-A7E4D5A413A6}" dt="2025-06-19T07:34:46.319" v="198" actId="478"/>
          <ac:spMkLst>
            <pc:docMk/>
            <pc:sldMk cId="3523782250" sldId="2147347726"/>
            <ac:spMk id="159" creationId="{CC803BC6-A4B1-F95B-A933-42B8A52554D1}"/>
          </ac:spMkLst>
        </pc:spChg>
        <pc:spChg chg="add del mod">
          <ac:chgData name="Mukherjee, Shouvik" userId="8a0946e8-3a6b-4d5c-947d-73f4cd578335" providerId="ADAL" clId="{878CC057-3D19-408E-8B58-A7E4D5A413A6}" dt="2025-06-19T07:34:46.319" v="198" actId="478"/>
          <ac:spMkLst>
            <pc:docMk/>
            <pc:sldMk cId="3523782250" sldId="2147347726"/>
            <ac:spMk id="160" creationId="{DF0F5EA3-0246-89BF-2BA8-EF5C19609E67}"/>
          </ac:spMkLst>
        </pc:spChg>
        <pc:spChg chg="add del mod">
          <ac:chgData name="Mukherjee, Shouvik" userId="8a0946e8-3a6b-4d5c-947d-73f4cd578335" providerId="ADAL" clId="{878CC057-3D19-408E-8B58-A7E4D5A413A6}" dt="2025-06-19T07:34:46.319" v="198" actId="478"/>
          <ac:spMkLst>
            <pc:docMk/>
            <pc:sldMk cId="3523782250" sldId="2147347726"/>
            <ac:spMk id="161" creationId="{A6FABF4A-9980-0FC9-C35A-332D0FFF9F8F}"/>
          </ac:spMkLst>
        </pc:spChg>
        <pc:spChg chg="add del mod">
          <ac:chgData name="Mukherjee, Shouvik" userId="8a0946e8-3a6b-4d5c-947d-73f4cd578335" providerId="ADAL" clId="{878CC057-3D19-408E-8B58-A7E4D5A413A6}" dt="2025-06-19T07:34:46.319" v="198" actId="478"/>
          <ac:spMkLst>
            <pc:docMk/>
            <pc:sldMk cId="3523782250" sldId="2147347726"/>
            <ac:spMk id="162" creationId="{83CAED9E-890C-4956-6FC0-185729C31649}"/>
          </ac:spMkLst>
        </pc:spChg>
        <pc:spChg chg="add del mod">
          <ac:chgData name="Mukherjee, Shouvik" userId="8a0946e8-3a6b-4d5c-947d-73f4cd578335" providerId="ADAL" clId="{878CC057-3D19-408E-8B58-A7E4D5A413A6}" dt="2025-06-19T07:35:05.824" v="199" actId="478"/>
          <ac:spMkLst>
            <pc:docMk/>
            <pc:sldMk cId="3523782250" sldId="2147347726"/>
            <ac:spMk id="163" creationId="{E0AD368F-61CA-0A38-4992-F5008B340C2B}"/>
          </ac:spMkLst>
        </pc:spChg>
        <pc:spChg chg="add del mod">
          <ac:chgData name="Mukherjee, Shouvik" userId="8a0946e8-3a6b-4d5c-947d-73f4cd578335" providerId="ADAL" clId="{878CC057-3D19-408E-8B58-A7E4D5A413A6}" dt="2025-06-19T07:34:46.319" v="198" actId="478"/>
          <ac:spMkLst>
            <pc:docMk/>
            <pc:sldMk cId="3523782250" sldId="2147347726"/>
            <ac:spMk id="164" creationId="{3758D7F1-7618-F343-53AA-F7BC9D4B4F18}"/>
          </ac:spMkLst>
        </pc:spChg>
        <pc:spChg chg="add del mod">
          <ac:chgData name="Mukherjee, Shouvik" userId="8a0946e8-3a6b-4d5c-947d-73f4cd578335" providerId="ADAL" clId="{878CC057-3D19-408E-8B58-A7E4D5A413A6}" dt="2025-06-19T07:34:46.319" v="198" actId="478"/>
          <ac:spMkLst>
            <pc:docMk/>
            <pc:sldMk cId="3523782250" sldId="2147347726"/>
            <ac:spMk id="165" creationId="{3E2A371D-E90D-2334-1FB8-47A7E02CD026}"/>
          </ac:spMkLst>
        </pc:spChg>
        <pc:spChg chg="add del mod">
          <ac:chgData name="Mukherjee, Shouvik" userId="8a0946e8-3a6b-4d5c-947d-73f4cd578335" providerId="ADAL" clId="{878CC057-3D19-408E-8B58-A7E4D5A413A6}" dt="2025-06-19T07:34:46.319" v="198" actId="478"/>
          <ac:spMkLst>
            <pc:docMk/>
            <pc:sldMk cId="3523782250" sldId="2147347726"/>
            <ac:spMk id="166" creationId="{3B935DE1-1910-27B1-0F98-6E3EB33563AD}"/>
          </ac:spMkLst>
        </pc:spChg>
        <pc:spChg chg="add del mod">
          <ac:chgData name="Mukherjee, Shouvik" userId="8a0946e8-3a6b-4d5c-947d-73f4cd578335" providerId="ADAL" clId="{878CC057-3D19-408E-8B58-A7E4D5A413A6}" dt="2025-06-19T07:34:46.319" v="198" actId="478"/>
          <ac:spMkLst>
            <pc:docMk/>
            <pc:sldMk cId="3523782250" sldId="2147347726"/>
            <ac:spMk id="167" creationId="{9129F6A1-2CBC-B15D-BF7C-3D915D6592FB}"/>
          </ac:spMkLst>
        </pc:spChg>
        <pc:spChg chg="add del mod">
          <ac:chgData name="Mukherjee, Shouvik" userId="8a0946e8-3a6b-4d5c-947d-73f4cd578335" providerId="ADAL" clId="{878CC057-3D19-408E-8B58-A7E4D5A413A6}" dt="2025-06-19T07:34:46.319" v="198" actId="478"/>
          <ac:spMkLst>
            <pc:docMk/>
            <pc:sldMk cId="3523782250" sldId="2147347726"/>
            <ac:spMk id="168" creationId="{CD270D5D-57A3-C2E9-146F-C805F1239A17}"/>
          </ac:spMkLst>
        </pc:spChg>
        <pc:spChg chg="add del mod">
          <ac:chgData name="Mukherjee, Shouvik" userId="8a0946e8-3a6b-4d5c-947d-73f4cd578335" providerId="ADAL" clId="{878CC057-3D19-408E-8B58-A7E4D5A413A6}" dt="2025-06-19T07:34:46.319" v="198" actId="478"/>
          <ac:spMkLst>
            <pc:docMk/>
            <pc:sldMk cId="3523782250" sldId="2147347726"/>
            <ac:spMk id="169" creationId="{12EACB1C-3B79-A340-412C-3FC989DE9208}"/>
          </ac:spMkLst>
        </pc:spChg>
        <pc:spChg chg="add del mod">
          <ac:chgData name="Mukherjee, Shouvik" userId="8a0946e8-3a6b-4d5c-947d-73f4cd578335" providerId="ADAL" clId="{878CC057-3D19-408E-8B58-A7E4D5A413A6}" dt="2025-06-19T07:34:46.319" v="198" actId="478"/>
          <ac:spMkLst>
            <pc:docMk/>
            <pc:sldMk cId="3523782250" sldId="2147347726"/>
            <ac:spMk id="170" creationId="{1CE6D8A1-D1DB-5F58-913D-FC966A7AF365}"/>
          </ac:spMkLst>
        </pc:spChg>
        <pc:spChg chg="add del mod">
          <ac:chgData name="Mukherjee, Shouvik" userId="8a0946e8-3a6b-4d5c-947d-73f4cd578335" providerId="ADAL" clId="{878CC057-3D19-408E-8B58-A7E4D5A413A6}" dt="2025-06-19T07:34:46.319" v="198" actId="478"/>
          <ac:spMkLst>
            <pc:docMk/>
            <pc:sldMk cId="3523782250" sldId="2147347726"/>
            <ac:spMk id="171" creationId="{38EE2390-89B4-9235-D0C9-4B845EF91E22}"/>
          </ac:spMkLst>
        </pc:spChg>
        <pc:spChg chg="add del mod">
          <ac:chgData name="Mukherjee, Shouvik" userId="8a0946e8-3a6b-4d5c-947d-73f4cd578335" providerId="ADAL" clId="{878CC057-3D19-408E-8B58-A7E4D5A413A6}" dt="2025-06-19T07:34:46.319" v="198" actId="478"/>
          <ac:spMkLst>
            <pc:docMk/>
            <pc:sldMk cId="3523782250" sldId="2147347726"/>
            <ac:spMk id="172" creationId="{A274A45F-1846-FE56-92A1-13DC6AF4BC43}"/>
          </ac:spMkLst>
        </pc:spChg>
        <pc:spChg chg="add del mod">
          <ac:chgData name="Mukherjee, Shouvik" userId="8a0946e8-3a6b-4d5c-947d-73f4cd578335" providerId="ADAL" clId="{878CC057-3D19-408E-8B58-A7E4D5A413A6}" dt="2025-06-19T07:28:39.849" v="59" actId="478"/>
          <ac:spMkLst>
            <pc:docMk/>
            <pc:sldMk cId="3523782250" sldId="2147347726"/>
            <ac:spMk id="173" creationId="{379BB167-0ACE-3842-A17D-317E5CC5EE66}"/>
          </ac:spMkLst>
        </pc:spChg>
        <pc:spChg chg="add del mod">
          <ac:chgData name="Mukherjee, Shouvik" userId="8a0946e8-3a6b-4d5c-947d-73f4cd578335" providerId="ADAL" clId="{878CC057-3D19-408E-8B58-A7E4D5A413A6}" dt="2025-06-19T07:28:39.849" v="59" actId="478"/>
          <ac:spMkLst>
            <pc:docMk/>
            <pc:sldMk cId="3523782250" sldId="2147347726"/>
            <ac:spMk id="174" creationId="{EF629849-55A6-B250-D71F-DC0539A37354}"/>
          </ac:spMkLst>
        </pc:spChg>
        <pc:spChg chg="add del mod">
          <ac:chgData name="Mukherjee, Shouvik" userId="8a0946e8-3a6b-4d5c-947d-73f4cd578335" providerId="ADAL" clId="{878CC057-3D19-408E-8B58-A7E4D5A413A6}" dt="2025-06-19T07:28:39.849" v="59" actId="478"/>
          <ac:spMkLst>
            <pc:docMk/>
            <pc:sldMk cId="3523782250" sldId="2147347726"/>
            <ac:spMk id="175" creationId="{A3D39906-7361-DF12-DA5A-E4B28F296E88}"/>
          </ac:spMkLst>
        </pc:spChg>
        <pc:spChg chg="add del mod">
          <ac:chgData name="Mukherjee, Shouvik" userId="8a0946e8-3a6b-4d5c-947d-73f4cd578335" providerId="ADAL" clId="{878CC057-3D19-408E-8B58-A7E4D5A413A6}" dt="2025-06-19T07:28:39.849" v="59" actId="478"/>
          <ac:spMkLst>
            <pc:docMk/>
            <pc:sldMk cId="3523782250" sldId="2147347726"/>
            <ac:spMk id="176" creationId="{80AF7A56-12D5-AE67-BC97-CFFD4043F327}"/>
          </ac:spMkLst>
        </pc:spChg>
        <pc:spChg chg="add del mod">
          <ac:chgData name="Mukherjee, Shouvik" userId="8a0946e8-3a6b-4d5c-947d-73f4cd578335" providerId="ADAL" clId="{878CC057-3D19-408E-8B58-A7E4D5A413A6}" dt="2025-06-19T07:28:39.849" v="59" actId="478"/>
          <ac:spMkLst>
            <pc:docMk/>
            <pc:sldMk cId="3523782250" sldId="2147347726"/>
            <ac:spMk id="177" creationId="{06C88787-78C1-0759-4475-C99929B0365D}"/>
          </ac:spMkLst>
        </pc:spChg>
        <pc:spChg chg="add del mod">
          <ac:chgData name="Mukherjee, Shouvik" userId="8a0946e8-3a6b-4d5c-947d-73f4cd578335" providerId="ADAL" clId="{878CC057-3D19-408E-8B58-A7E4D5A413A6}" dt="2025-06-19T07:34:46.319" v="198" actId="478"/>
          <ac:spMkLst>
            <pc:docMk/>
            <pc:sldMk cId="3523782250" sldId="2147347726"/>
            <ac:spMk id="178" creationId="{EE123186-3BAB-8B3B-7C6F-0A1446D7420F}"/>
          </ac:spMkLst>
        </pc:spChg>
        <pc:spChg chg="add del mod">
          <ac:chgData name="Mukherjee, Shouvik" userId="8a0946e8-3a6b-4d5c-947d-73f4cd578335" providerId="ADAL" clId="{878CC057-3D19-408E-8B58-A7E4D5A413A6}" dt="2025-06-19T07:34:46.319" v="198" actId="478"/>
          <ac:spMkLst>
            <pc:docMk/>
            <pc:sldMk cId="3523782250" sldId="2147347726"/>
            <ac:spMk id="179" creationId="{705F875B-6FC4-C848-9F03-226F26A372ED}"/>
          </ac:spMkLst>
        </pc:spChg>
        <pc:spChg chg="add del mod">
          <ac:chgData name="Mukherjee, Shouvik" userId="8a0946e8-3a6b-4d5c-947d-73f4cd578335" providerId="ADAL" clId="{878CC057-3D19-408E-8B58-A7E4D5A413A6}" dt="2025-06-19T07:34:46.319" v="198" actId="478"/>
          <ac:spMkLst>
            <pc:docMk/>
            <pc:sldMk cId="3523782250" sldId="2147347726"/>
            <ac:spMk id="180" creationId="{3533987B-ADC0-588C-A32C-86290585E2FF}"/>
          </ac:spMkLst>
        </pc:spChg>
        <pc:spChg chg="add del mod">
          <ac:chgData name="Mukherjee, Shouvik" userId="8a0946e8-3a6b-4d5c-947d-73f4cd578335" providerId="ADAL" clId="{878CC057-3D19-408E-8B58-A7E4D5A413A6}" dt="2025-06-19T07:34:46.319" v="198" actId="478"/>
          <ac:spMkLst>
            <pc:docMk/>
            <pc:sldMk cId="3523782250" sldId="2147347726"/>
            <ac:spMk id="181" creationId="{CA38144B-9C1F-B951-20E5-9D9080335B48}"/>
          </ac:spMkLst>
        </pc:spChg>
        <pc:spChg chg="add del mod">
          <ac:chgData name="Mukherjee, Shouvik" userId="8a0946e8-3a6b-4d5c-947d-73f4cd578335" providerId="ADAL" clId="{878CC057-3D19-408E-8B58-A7E4D5A413A6}" dt="2025-06-19T07:34:46.319" v="198" actId="478"/>
          <ac:spMkLst>
            <pc:docMk/>
            <pc:sldMk cId="3523782250" sldId="2147347726"/>
            <ac:spMk id="182" creationId="{782E7FBE-B5D6-2C63-F6C6-4968D1133C59}"/>
          </ac:spMkLst>
        </pc:spChg>
        <pc:spChg chg="add del mod">
          <ac:chgData name="Mukherjee, Shouvik" userId="8a0946e8-3a6b-4d5c-947d-73f4cd578335" providerId="ADAL" clId="{878CC057-3D19-408E-8B58-A7E4D5A413A6}" dt="2025-06-19T07:28:35.861" v="58" actId="478"/>
          <ac:spMkLst>
            <pc:docMk/>
            <pc:sldMk cId="3523782250" sldId="2147347726"/>
            <ac:spMk id="189" creationId="{B19EA03E-D049-D89F-9814-E8C18F5EA405}"/>
          </ac:spMkLst>
        </pc:spChg>
        <pc:spChg chg="add del mod">
          <ac:chgData name="Mukherjee, Shouvik" userId="8a0946e8-3a6b-4d5c-947d-73f4cd578335" providerId="ADAL" clId="{878CC057-3D19-408E-8B58-A7E4D5A413A6}" dt="2025-06-19T07:34:46.319" v="198" actId="478"/>
          <ac:spMkLst>
            <pc:docMk/>
            <pc:sldMk cId="3523782250" sldId="2147347726"/>
            <ac:spMk id="190" creationId="{555DD876-BAA5-5178-CF0E-540004C5363A}"/>
          </ac:spMkLst>
        </pc:spChg>
        <pc:spChg chg="add del mod">
          <ac:chgData name="Mukherjee, Shouvik" userId="8a0946e8-3a6b-4d5c-947d-73f4cd578335" providerId="ADAL" clId="{878CC057-3D19-408E-8B58-A7E4D5A413A6}" dt="2025-06-19T07:34:46.319" v="198" actId="478"/>
          <ac:spMkLst>
            <pc:docMk/>
            <pc:sldMk cId="3523782250" sldId="2147347726"/>
            <ac:spMk id="191" creationId="{FDD81441-4569-000A-3086-BE1559BF6AA0}"/>
          </ac:spMkLst>
        </pc:spChg>
        <pc:spChg chg="add del mod">
          <ac:chgData name="Mukherjee, Shouvik" userId="8a0946e8-3a6b-4d5c-947d-73f4cd578335" providerId="ADAL" clId="{878CC057-3D19-408E-8B58-A7E4D5A413A6}" dt="2025-06-19T07:34:46.319" v="198" actId="478"/>
          <ac:spMkLst>
            <pc:docMk/>
            <pc:sldMk cId="3523782250" sldId="2147347726"/>
            <ac:spMk id="192" creationId="{5491C6A6-2440-BDE0-ED7D-0C79C49A39A1}"/>
          </ac:spMkLst>
        </pc:spChg>
        <pc:spChg chg="add del mod">
          <ac:chgData name="Mukherjee, Shouvik" userId="8a0946e8-3a6b-4d5c-947d-73f4cd578335" providerId="ADAL" clId="{878CC057-3D19-408E-8B58-A7E4D5A413A6}" dt="2025-06-19T07:34:46.319" v="198" actId="478"/>
          <ac:spMkLst>
            <pc:docMk/>
            <pc:sldMk cId="3523782250" sldId="2147347726"/>
            <ac:spMk id="193" creationId="{4788F3DF-3794-62BA-A57A-E79F8697B31E}"/>
          </ac:spMkLst>
        </pc:spChg>
        <pc:spChg chg="add del mod">
          <ac:chgData name="Mukherjee, Shouvik" userId="8a0946e8-3a6b-4d5c-947d-73f4cd578335" providerId="ADAL" clId="{878CC057-3D19-408E-8B58-A7E4D5A413A6}" dt="2025-06-19T07:34:46.319" v="198" actId="478"/>
          <ac:spMkLst>
            <pc:docMk/>
            <pc:sldMk cId="3523782250" sldId="2147347726"/>
            <ac:spMk id="194" creationId="{817BEA09-93CE-10E8-04E2-490AD347C6D1}"/>
          </ac:spMkLst>
        </pc:spChg>
        <pc:spChg chg="add del mod">
          <ac:chgData name="Mukherjee, Shouvik" userId="8a0946e8-3a6b-4d5c-947d-73f4cd578335" providerId="ADAL" clId="{878CC057-3D19-408E-8B58-A7E4D5A413A6}" dt="2025-06-19T07:34:46.319" v="198" actId="478"/>
          <ac:spMkLst>
            <pc:docMk/>
            <pc:sldMk cId="3523782250" sldId="2147347726"/>
            <ac:spMk id="195" creationId="{C039B283-0C98-6325-E399-566340D12B2D}"/>
          </ac:spMkLst>
        </pc:spChg>
        <pc:spChg chg="add del mod">
          <ac:chgData name="Mukherjee, Shouvik" userId="8a0946e8-3a6b-4d5c-947d-73f4cd578335" providerId="ADAL" clId="{878CC057-3D19-408E-8B58-A7E4D5A413A6}" dt="2025-06-19T07:34:46.319" v="198" actId="478"/>
          <ac:spMkLst>
            <pc:docMk/>
            <pc:sldMk cId="3523782250" sldId="2147347726"/>
            <ac:spMk id="196" creationId="{4B1A1C90-860E-0A61-78DA-15444F3E2F0B}"/>
          </ac:spMkLst>
        </pc:spChg>
        <pc:spChg chg="add del mod">
          <ac:chgData name="Mukherjee, Shouvik" userId="8a0946e8-3a6b-4d5c-947d-73f4cd578335" providerId="ADAL" clId="{878CC057-3D19-408E-8B58-A7E4D5A413A6}" dt="2025-06-19T07:34:46.319" v="198" actId="478"/>
          <ac:spMkLst>
            <pc:docMk/>
            <pc:sldMk cId="3523782250" sldId="2147347726"/>
            <ac:spMk id="197" creationId="{FA60B6EA-780E-121F-15EA-B051965B5686}"/>
          </ac:spMkLst>
        </pc:spChg>
        <pc:spChg chg="add del mod">
          <ac:chgData name="Mukherjee, Shouvik" userId="8a0946e8-3a6b-4d5c-947d-73f4cd578335" providerId="ADAL" clId="{878CC057-3D19-408E-8B58-A7E4D5A413A6}" dt="2025-06-19T07:34:46.319" v="198" actId="478"/>
          <ac:spMkLst>
            <pc:docMk/>
            <pc:sldMk cId="3523782250" sldId="2147347726"/>
            <ac:spMk id="198" creationId="{9AB363DE-520D-1D4D-2E44-F3F2A46869A1}"/>
          </ac:spMkLst>
        </pc:spChg>
        <pc:spChg chg="add del mod">
          <ac:chgData name="Mukherjee, Shouvik" userId="8a0946e8-3a6b-4d5c-947d-73f4cd578335" providerId="ADAL" clId="{878CC057-3D19-408E-8B58-A7E4D5A413A6}" dt="2025-06-19T07:34:46.319" v="198" actId="478"/>
          <ac:spMkLst>
            <pc:docMk/>
            <pc:sldMk cId="3523782250" sldId="2147347726"/>
            <ac:spMk id="199" creationId="{8D60E02C-5BDD-9F1E-6869-F599D1BE161F}"/>
          </ac:spMkLst>
        </pc:spChg>
        <pc:spChg chg="add del mod">
          <ac:chgData name="Mukherjee, Shouvik" userId="8a0946e8-3a6b-4d5c-947d-73f4cd578335" providerId="ADAL" clId="{878CC057-3D19-408E-8B58-A7E4D5A413A6}" dt="2025-06-19T07:34:46.319" v="198" actId="478"/>
          <ac:spMkLst>
            <pc:docMk/>
            <pc:sldMk cId="3523782250" sldId="2147347726"/>
            <ac:spMk id="200" creationId="{B02985D9-C71F-BA9B-50CD-D6C189FF2233}"/>
          </ac:spMkLst>
        </pc:spChg>
        <pc:spChg chg="add del mod">
          <ac:chgData name="Mukherjee, Shouvik" userId="8a0946e8-3a6b-4d5c-947d-73f4cd578335" providerId="ADAL" clId="{878CC057-3D19-408E-8B58-A7E4D5A413A6}" dt="2025-06-19T07:34:46.319" v="198" actId="478"/>
          <ac:spMkLst>
            <pc:docMk/>
            <pc:sldMk cId="3523782250" sldId="2147347726"/>
            <ac:spMk id="201" creationId="{94A651BB-1C85-7BE6-86E7-1A1DD1E4A6A8}"/>
          </ac:spMkLst>
        </pc:spChg>
        <pc:spChg chg="add del mod">
          <ac:chgData name="Mukherjee, Shouvik" userId="8a0946e8-3a6b-4d5c-947d-73f4cd578335" providerId="ADAL" clId="{878CC057-3D19-408E-8B58-A7E4D5A413A6}" dt="2025-06-19T07:34:46.319" v="198" actId="478"/>
          <ac:spMkLst>
            <pc:docMk/>
            <pc:sldMk cId="3523782250" sldId="2147347726"/>
            <ac:spMk id="202" creationId="{2CBFC55C-07B5-2C3B-C6C8-B13841048F8C}"/>
          </ac:spMkLst>
        </pc:spChg>
        <pc:spChg chg="add del mod">
          <ac:chgData name="Mukherjee, Shouvik" userId="8a0946e8-3a6b-4d5c-947d-73f4cd578335" providerId="ADAL" clId="{878CC057-3D19-408E-8B58-A7E4D5A413A6}" dt="2025-06-19T07:34:46.319" v="198" actId="478"/>
          <ac:spMkLst>
            <pc:docMk/>
            <pc:sldMk cId="3523782250" sldId="2147347726"/>
            <ac:spMk id="203" creationId="{50E68DB6-A655-8C94-5344-A1632EFF3EB2}"/>
          </ac:spMkLst>
        </pc:spChg>
        <pc:spChg chg="add del mod">
          <ac:chgData name="Mukherjee, Shouvik" userId="8a0946e8-3a6b-4d5c-947d-73f4cd578335" providerId="ADAL" clId="{878CC057-3D19-408E-8B58-A7E4D5A413A6}" dt="2025-06-19T07:34:46.319" v="198" actId="478"/>
          <ac:spMkLst>
            <pc:docMk/>
            <pc:sldMk cId="3523782250" sldId="2147347726"/>
            <ac:spMk id="204" creationId="{52451EA7-DB0D-C461-BBBB-302F583E1BE4}"/>
          </ac:spMkLst>
        </pc:spChg>
        <pc:spChg chg="add del mod">
          <ac:chgData name="Mukherjee, Shouvik" userId="8a0946e8-3a6b-4d5c-947d-73f4cd578335" providerId="ADAL" clId="{878CC057-3D19-408E-8B58-A7E4D5A413A6}" dt="2025-06-19T07:34:46.319" v="198" actId="478"/>
          <ac:spMkLst>
            <pc:docMk/>
            <pc:sldMk cId="3523782250" sldId="2147347726"/>
            <ac:spMk id="205" creationId="{21F5B095-A9FC-734F-1792-140EA05812EE}"/>
          </ac:spMkLst>
        </pc:spChg>
        <pc:spChg chg="add del mod">
          <ac:chgData name="Mukherjee, Shouvik" userId="8a0946e8-3a6b-4d5c-947d-73f4cd578335" providerId="ADAL" clId="{878CC057-3D19-408E-8B58-A7E4D5A413A6}" dt="2025-06-19T07:34:46.319" v="198" actId="478"/>
          <ac:spMkLst>
            <pc:docMk/>
            <pc:sldMk cId="3523782250" sldId="2147347726"/>
            <ac:spMk id="206" creationId="{39D9E64E-8D15-14E5-6300-7D0A41E579A9}"/>
          </ac:spMkLst>
        </pc:spChg>
        <pc:spChg chg="add del mod">
          <ac:chgData name="Mukherjee, Shouvik" userId="8a0946e8-3a6b-4d5c-947d-73f4cd578335" providerId="ADAL" clId="{878CC057-3D19-408E-8B58-A7E4D5A413A6}" dt="2025-06-19T07:34:46.319" v="198" actId="478"/>
          <ac:spMkLst>
            <pc:docMk/>
            <pc:sldMk cId="3523782250" sldId="2147347726"/>
            <ac:spMk id="207" creationId="{F67449F8-3C24-9154-B553-EC892C504A4C}"/>
          </ac:spMkLst>
        </pc:spChg>
        <pc:spChg chg="add del mod">
          <ac:chgData name="Mukherjee, Shouvik" userId="8a0946e8-3a6b-4d5c-947d-73f4cd578335" providerId="ADAL" clId="{878CC057-3D19-408E-8B58-A7E4D5A413A6}" dt="2025-06-19T11:51:45.987" v="1114" actId="478"/>
          <ac:spMkLst>
            <pc:docMk/>
            <pc:sldMk cId="3523782250" sldId="2147347726"/>
            <ac:spMk id="208" creationId="{56E7B54D-A468-7616-E007-68209DA2C824}"/>
          </ac:spMkLst>
        </pc:spChg>
        <pc:spChg chg="add del mod">
          <ac:chgData name="Mukherjee, Shouvik" userId="8a0946e8-3a6b-4d5c-947d-73f4cd578335" providerId="ADAL" clId="{878CC057-3D19-408E-8B58-A7E4D5A413A6}" dt="2025-06-19T11:51:45.987" v="1114" actId="478"/>
          <ac:spMkLst>
            <pc:docMk/>
            <pc:sldMk cId="3523782250" sldId="2147347726"/>
            <ac:spMk id="209" creationId="{8A61D96A-A7D2-0568-0EA0-C12B743C86DC}"/>
          </ac:spMkLst>
        </pc:spChg>
        <pc:spChg chg="add del mod">
          <ac:chgData name="Mukherjee, Shouvik" userId="8a0946e8-3a6b-4d5c-947d-73f4cd578335" providerId="ADAL" clId="{878CC057-3D19-408E-8B58-A7E4D5A413A6}" dt="2025-06-19T11:51:45.987" v="1114" actId="478"/>
          <ac:spMkLst>
            <pc:docMk/>
            <pc:sldMk cId="3523782250" sldId="2147347726"/>
            <ac:spMk id="210" creationId="{293709CC-DEEE-D94A-F415-BBF600CDE9B5}"/>
          </ac:spMkLst>
        </pc:spChg>
        <pc:spChg chg="add del mod">
          <ac:chgData name="Mukherjee, Shouvik" userId="8a0946e8-3a6b-4d5c-947d-73f4cd578335" providerId="ADAL" clId="{878CC057-3D19-408E-8B58-A7E4D5A413A6}" dt="2025-06-19T11:51:45.987" v="1114" actId="478"/>
          <ac:spMkLst>
            <pc:docMk/>
            <pc:sldMk cId="3523782250" sldId="2147347726"/>
            <ac:spMk id="211" creationId="{6079DEC6-60CA-59FC-88A1-179EF23FCE59}"/>
          </ac:spMkLst>
        </pc:spChg>
        <pc:spChg chg="add del mod">
          <ac:chgData name="Mukherjee, Shouvik" userId="8a0946e8-3a6b-4d5c-947d-73f4cd578335" providerId="ADAL" clId="{878CC057-3D19-408E-8B58-A7E4D5A413A6}" dt="2025-06-19T11:51:45.987" v="1114" actId="478"/>
          <ac:spMkLst>
            <pc:docMk/>
            <pc:sldMk cId="3523782250" sldId="2147347726"/>
            <ac:spMk id="212" creationId="{B0DEC213-C600-E813-740A-7EEE93CF82FF}"/>
          </ac:spMkLst>
        </pc:spChg>
        <pc:spChg chg="add del mod">
          <ac:chgData name="Mukherjee, Shouvik" userId="8a0946e8-3a6b-4d5c-947d-73f4cd578335" providerId="ADAL" clId="{878CC057-3D19-408E-8B58-A7E4D5A413A6}" dt="2025-06-19T11:51:45.987" v="1114" actId="478"/>
          <ac:spMkLst>
            <pc:docMk/>
            <pc:sldMk cId="3523782250" sldId="2147347726"/>
            <ac:spMk id="213" creationId="{7E71D29F-D613-2CED-7717-8D8DEA4F6325}"/>
          </ac:spMkLst>
        </pc:spChg>
        <pc:spChg chg="add del mod">
          <ac:chgData name="Mukherjee, Shouvik" userId="8a0946e8-3a6b-4d5c-947d-73f4cd578335" providerId="ADAL" clId="{878CC057-3D19-408E-8B58-A7E4D5A413A6}" dt="2025-06-19T11:51:45.987" v="1114" actId="478"/>
          <ac:spMkLst>
            <pc:docMk/>
            <pc:sldMk cId="3523782250" sldId="2147347726"/>
            <ac:spMk id="214" creationId="{DA10293D-2502-258F-AC88-90EA37777C0E}"/>
          </ac:spMkLst>
        </pc:spChg>
        <pc:spChg chg="add del mod">
          <ac:chgData name="Mukherjee, Shouvik" userId="8a0946e8-3a6b-4d5c-947d-73f4cd578335" providerId="ADAL" clId="{878CC057-3D19-408E-8B58-A7E4D5A413A6}" dt="2025-06-19T11:51:45.987" v="1114" actId="478"/>
          <ac:spMkLst>
            <pc:docMk/>
            <pc:sldMk cId="3523782250" sldId="2147347726"/>
            <ac:spMk id="215" creationId="{744BF68F-E285-4687-D8F4-4F9D08E9715C}"/>
          </ac:spMkLst>
        </pc:spChg>
        <pc:spChg chg="add del mod">
          <ac:chgData name="Mukherjee, Shouvik" userId="8a0946e8-3a6b-4d5c-947d-73f4cd578335" providerId="ADAL" clId="{878CC057-3D19-408E-8B58-A7E4D5A413A6}" dt="2025-06-19T11:51:45.987" v="1114" actId="478"/>
          <ac:spMkLst>
            <pc:docMk/>
            <pc:sldMk cId="3523782250" sldId="2147347726"/>
            <ac:spMk id="216" creationId="{60D3287A-C0D0-05E5-F5C7-4DF742EBB0A3}"/>
          </ac:spMkLst>
        </pc:spChg>
        <pc:spChg chg="add del mod">
          <ac:chgData name="Mukherjee, Shouvik" userId="8a0946e8-3a6b-4d5c-947d-73f4cd578335" providerId="ADAL" clId="{878CC057-3D19-408E-8B58-A7E4D5A413A6}" dt="2025-06-19T11:51:45.987" v="1114" actId="478"/>
          <ac:spMkLst>
            <pc:docMk/>
            <pc:sldMk cId="3523782250" sldId="2147347726"/>
            <ac:spMk id="217" creationId="{E7DCE74B-7679-61C8-37A9-4315398F4317}"/>
          </ac:spMkLst>
        </pc:spChg>
        <pc:spChg chg="add del mod">
          <ac:chgData name="Mukherjee, Shouvik" userId="8a0946e8-3a6b-4d5c-947d-73f4cd578335" providerId="ADAL" clId="{878CC057-3D19-408E-8B58-A7E4D5A413A6}" dt="2025-06-19T11:51:45.987" v="1114" actId="478"/>
          <ac:spMkLst>
            <pc:docMk/>
            <pc:sldMk cId="3523782250" sldId="2147347726"/>
            <ac:spMk id="218" creationId="{F37B010C-86A7-286D-F7F8-8AA6A8CD2CC5}"/>
          </ac:spMkLst>
        </pc:spChg>
        <pc:spChg chg="add del mod">
          <ac:chgData name="Mukherjee, Shouvik" userId="8a0946e8-3a6b-4d5c-947d-73f4cd578335" providerId="ADAL" clId="{878CC057-3D19-408E-8B58-A7E4D5A413A6}" dt="2025-06-19T11:51:45.987" v="1114" actId="478"/>
          <ac:spMkLst>
            <pc:docMk/>
            <pc:sldMk cId="3523782250" sldId="2147347726"/>
            <ac:spMk id="219" creationId="{0D283392-D513-AECD-ECB2-BEA79D30FF6C}"/>
          </ac:spMkLst>
        </pc:spChg>
        <pc:spChg chg="add del mod">
          <ac:chgData name="Mukherjee, Shouvik" userId="8a0946e8-3a6b-4d5c-947d-73f4cd578335" providerId="ADAL" clId="{878CC057-3D19-408E-8B58-A7E4D5A413A6}" dt="2025-06-19T11:51:45.987" v="1114" actId="478"/>
          <ac:spMkLst>
            <pc:docMk/>
            <pc:sldMk cId="3523782250" sldId="2147347726"/>
            <ac:spMk id="220" creationId="{0B3E29FE-4351-1A57-C9C3-4233E29A363E}"/>
          </ac:spMkLst>
        </pc:spChg>
        <pc:spChg chg="add del mod">
          <ac:chgData name="Mukherjee, Shouvik" userId="8a0946e8-3a6b-4d5c-947d-73f4cd578335" providerId="ADAL" clId="{878CC057-3D19-408E-8B58-A7E4D5A413A6}" dt="2025-06-19T11:51:45.987" v="1114" actId="478"/>
          <ac:spMkLst>
            <pc:docMk/>
            <pc:sldMk cId="3523782250" sldId="2147347726"/>
            <ac:spMk id="221" creationId="{7E5D6F8A-9DEC-9D01-63F0-2B5092110202}"/>
          </ac:spMkLst>
        </pc:spChg>
        <pc:spChg chg="add del mod">
          <ac:chgData name="Mukherjee, Shouvik" userId="8a0946e8-3a6b-4d5c-947d-73f4cd578335" providerId="ADAL" clId="{878CC057-3D19-408E-8B58-A7E4D5A413A6}" dt="2025-06-19T11:51:45.987" v="1114" actId="478"/>
          <ac:spMkLst>
            <pc:docMk/>
            <pc:sldMk cId="3523782250" sldId="2147347726"/>
            <ac:spMk id="222" creationId="{2FA93AB3-D814-EE7C-FB77-DB30758A445D}"/>
          </ac:spMkLst>
        </pc:spChg>
        <pc:spChg chg="add del mod">
          <ac:chgData name="Mukherjee, Shouvik" userId="8a0946e8-3a6b-4d5c-947d-73f4cd578335" providerId="ADAL" clId="{878CC057-3D19-408E-8B58-A7E4D5A413A6}" dt="2025-06-19T11:51:45.987" v="1114" actId="478"/>
          <ac:spMkLst>
            <pc:docMk/>
            <pc:sldMk cId="3523782250" sldId="2147347726"/>
            <ac:spMk id="223" creationId="{DE38D4DD-ED58-B230-E461-250B97058DE3}"/>
          </ac:spMkLst>
        </pc:spChg>
        <pc:spChg chg="add del mod">
          <ac:chgData name="Mukherjee, Shouvik" userId="8a0946e8-3a6b-4d5c-947d-73f4cd578335" providerId="ADAL" clId="{878CC057-3D19-408E-8B58-A7E4D5A413A6}" dt="2025-06-19T11:51:45.987" v="1114" actId="478"/>
          <ac:spMkLst>
            <pc:docMk/>
            <pc:sldMk cId="3523782250" sldId="2147347726"/>
            <ac:spMk id="224" creationId="{BD5AB938-8F8F-170A-B9A1-F8BB3E9671A6}"/>
          </ac:spMkLst>
        </pc:spChg>
        <pc:spChg chg="add del mod">
          <ac:chgData name="Mukherjee, Shouvik" userId="8a0946e8-3a6b-4d5c-947d-73f4cd578335" providerId="ADAL" clId="{878CC057-3D19-408E-8B58-A7E4D5A413A6}" dt="2025-06-19T11:51:45.987" v="1114" actId="478"/>
          <ac:spMkLst>
            <pc:docMk/>
            <pc:sldMk cId="3523782250" sldId="2147347726"/>
            <ac:spMk id="225" creationId="{A41B610A-D4D9-532C-B974-0EBABCA92233}"/>
          </ac:spMkLst>
        </pc:spChg>
        <pc:spChg chg="add del mod">
          <ac:chgData name="Mukherjee, Shouvik" userId="8a0946e8-3a6b-4d5c-947d-73f4cd578335" providerId="ADAL" clId="{878CC057-3D19-408E-8B58-A7E4D5A413A6}" dt="2025-06-19T11:51:45.987" v="1114" actId="478"/>
          <ac:spMkLst>
            <pc:docMk/>
            <pc:sldMk cId="3523782250" sldId="2147347726"/>
            <ac:spMk id="226" creationId="{CCC68092-60D2-3129-4909-85CA043E281F}"/>
          </ac:spMkLst>
        </pc:spChg>
        <pc:spChg chg="add del mod">
          <ac:chgData name="Mukherjee, Shouvik" userId="8a0946e8-3a6b-4d5c-947d-73f4cd578335" providerId="ADAL" clId="{878CC057-3D19-408E-8B58-A7E4D5A413A6}" dt="2025-06-19T11:51:45.987" v="1114" actId="478"/>
          <ac:spMkLst>
            <pc:docMk/>
            <pc:sldMk cId="3523782250" sldId="2147347726"/>
            <ac:spMk id="227" creationId="{BAE29D60-B273-B90D-6E32-C9C76FF808D5}"/>
          </ac:spMkLst>
        </pc:spChg>
        <pc:spChg chg="add del mod">
          <ac:chgData name="Mukherjee, Shouvik" userId="8a0946e8-3a6b-4d5c-947d-73f4cd578335" providerId="ADAL" clId="{878CC057-3D19-408E-8B58-A7E4D5A413A6}" dt="2025-06-19T11:51:45.987" v="1114" actId="478"/>
          <ac:spMkLst>
            <pc:docMk/>
            <pc:sldMk cId="3523782250" sldId="2147347726"/>
            <ac:spMk id="228" creationId="{177289CA-3CE7-04B7-081E-0FEF5704981B}"/>
          </ac:spMkLst>
        </pc:spChg>
        <pc:spChg chg="add del mod">
          <ac:chgData name="Mukherjee, Shouvik" userId="8a0946e8-3a6b-4d5c-947d-73f4cd578335" providerId="ADAL" clId="{878CC057-3D19-408E-8B58-A7E4D5A413A6}" dt="2025-06-19T11:51:45.987" v="1114" actId="478"/>
          <ac:spMkLst>
            <pc:docMk/>
            <pc:sldMk cId="3523782250" sldId="2147347726"/>
            <ac:spMk id="229" creationId="{FBEDB318-ECAE-44EC-5F6B-A280F9CBEF08}"/>
          </ac:spMkLst>
        </pc:spChg>
        <pc:spChg chg="add del mod">
          <ac:chgData name="Mukherjee, Shouvik" userId="8a0946e8-3a6b-4d5c-947d-73f4cd578335" providerId="ADAL" clId="{878CC057-3D19-408E-8B58-A7E4D5A413A6}" dt="2025-06-19T11:51:45.987" v="1114" actId="478"/>
          <ac:spMkLst>
            <pc:docMk/>
            <pc:sldMk cId="3523782250" sldId="2147347726"/>
            <ac:spMk id="230" creationId="{7350FC6E-62B9-3A3A-4930-0618463A9113}"/>
          </ac:spMkLst>
        </pc:spChg>
        <pc:spChg chg="add del mod">
          <ac:chgData name="Mukherjee, Shouvik" userId="8a0946e8-3a6b-4d5c-947d-73f4cd578335" providerId="ADAL" clId="{878CC057-3D19-408E-8B58-A7E4D5A413A6}" dt="2025-06-19T11:51:45.987" v="1114" actId="478"/>
          <ac:spMkLst>
            <pc:docMk/>
            <pc:sldMk cId="3523782250" sldId="2147347726"/>
            <ac:spMk id="231" creationId="{23830A71-424A-D86E-4F17-E16E2A1E67E6}"/>
          </ac:spMkLst>
        </pc:spChg>
        <pc:spChg chg="add del mod">
          <ac:chgData name="Mukherjee, Shouvik" userId="8a0946e8-3a6b-4d5c-947d-73f4cd578335" providerId="ADAL" clId="{878CC057-3D19-408E-8B58-A7E4D5A413A6}" dt="2025-06-19T11:51:45.987" v="1114" actId="478"/>
          <ac:spMkLst>
            <pc:docMk/>
            <pc:sldMk cId="3523782250" sldId="2147347726"/>
            <ac:spMk id="232" creationId="{353B2C6A-917C-7A72-CB84-E79FB1FD75B3}"/>
          </ac:spMkLst>
        </pc:spChg>
        <pc:spChg chg="add del mod">
          <ac:chgData name="Mukherjee, Shouvik" userId="8a0946e8-3a6b-4d5c-947d-73f4cd578335" providerId="ADAL" clId="{878CC057-3D19-408E-8B58-A7E4D5A413A6}" dt="2025-06-19T11:51:45.987" v="1114" actId="478"/>
          <ac:spMkLst>
            <pc:docMk/>
            <pc:sldMk cId="3523782250" sldId="2147347726"/>
            <ac:spMk id="233" creationId="{0998A995-3F28-1F40-F802-6B00A0DA82A5}"/>
          </ac:spMkLst>
        </pc:spChg>
        <pc:spChg chg="add del mod">
          <ac:chgData name="Mukherjee, Shouvik" userId="8a0946e8-3a6b-4d5c-947d-73f4cd578335" providerId="ADAL" clId="{878CC057-3D19-408E-8B58-A7E4D5A413A6}" dt="2025-06-19T11:51:45.987" v="1114" actId="478"/>
          <ac:spMkLst>
            <pc:docMk/>
            <pc:sldMk cId="3523782250" sldId="2147347726"/>
            <ac:spMk id="234" creationId="{28427E2C-4B89-4947-C7AE-C5BC69D88B65}"/>
          </ac:spMkLst>
        </pc:spChg>
        <pc:spChg chg="add del mod">
          <ac:chgData name="Mukherjee, Shouvik" userId="8a0946e8-3a6b-4d5c-947d-73f4cd578335" providerId="ADAL" clId="{878CC057-3D19-408E-8B58-A7E4D5A413A6}" dt="2025-06-19T11:51:45.987" v="1114" actId="478"/>
          <ac:spMkLst>
            <pc:docMk/>
            <pc:sldMk cId="3523782250" sldId="2147347726"/>
            <ac:spMk id="235" creationId="{86A620A3-9D02-7D46-1873-53AEB2EE9FA9}"/>
          </ac:spMkLst>
        </pc:spChg>
        <pc:spChg chg="add del mod">
          <ac:chgData name="Mukherjee, Shouvik" userId="8a0946e8-3a6b-4d5c-947d-73f4cd578335" providerId="ADAL" clId="{878CC057-3D19-408E-8B58-A7E4D5A413A6}" dt="2025-06-19T11:51:45.987" v="1114" actId="478"/>
          <ac:spMkLst>
            <pc:docMk/>
            <pc:sldMk cId="3523782250" sldId="2147347726"/>
            <ac:spMk id="236" creationId="{9A2BD233-18BB-A9F0-6E73-88D4E0158A12}"/>
          </ac:spMkLst>
        </pc:spChg>
        <pc:spChg chg="add del mod">
          <ac:chgData name="Mukherjee, Shouvik" userId="8a0946e8-3a6b-4d5c-947d-73f4cd578335" providerId="ADAL" clId="{878CC057-3D19-408E-8B58-A7E4D5A413A6}" dt="2025-06-19T11:51:45.987" v="1114" actId="478"/>
          <ac:spMkLst>
            <pc:docMk/>
            <pc:sldMk cId="3523782250" sldId="2147347726"/>
            <ac:spMk id="237" creationId="{93098C1F-3119-4131-3882-8764B34B8BBC}"/>
          </ac:spMkLst>
        </pc:spChg>
        <pc:spChg chg="add del mod">
          <ac:chgData name="Mukherjee, Shouvik" userId="8a0946e8-3a6b-4d5c-947d-73f4cd578335" providerId="ADAL" clId="{878CC057-3D19-408E-8B58-A7E4D5A413A6}" dt="2025-06-19T11:51:45.987" v="1114" actId="478"/>
          <ac:spMkLst>
            <pc:docMk/>
            <pc:sldMk cId="3523782250" sldId="2147347726"/>
            <ac:spMk id="244" creationId="{A88C0927-F13B-8EFB-EF44-E33CD2282415}"/>
          </ac:spMkLst>
        </pc:spChg>
        <pc:spChg chg="add del mod">
          <ac:chgData name="Mukherjee, Shouvik" userId="8a0946e8-3a6b-4d5c-947d-73f4cd578335" providerId="ADAL" clId="{878CC057-3D19-408E-8B58-A7E4D5A413A6}" dt="2025-06-19T11:51:45.987" v="1114" actId="478"/>
          <ac:spMkLst>
            <pc:docMk/>
            <pc:sldMk cId="3523782250" sldId="2147347726"/>
            <ac:spMk id="245" creationId="{AB7E5CDC-CE0F-9ED1-927B-294E64EAF799}"/>
          </ac:spMkLst>
        </pc:spChg>
        <pc:spChg chg="add del mod">
          <ac:chgData name="Mukherjee, Shouvik" userId="8a0946e8-3a6b-4d5c-947d-73f4cd578335" providerId="ADAL" clId="{878CC057-3D19-408E-8B58-A7E4D5A413A6}" dt="2025-06-19T11:51:45.987" v="1114" actId="478"/>
          <ac:spMkLst>
            <pc:docMk/>
            <pc:sldMk cId="3523782250" sldId="2147347726"/>
            <ac:spMk id="246" creationId="{6B03BC33-56AC-C21B-DA72-597AF6D7AF3E}"/>
          </ac:spMkLst>
        </pc:spChg>
        <pc:spChg chg="add del mod">
          <ac:chgData name="Mukherjee, Shouvik" userId="8a0946e8-3a6b-4d5c-947d-73f4cd578335" providerId="ADAL" clId="{878CC057-3D19-408E-8B58-A7E4D5A413A6}" dt="2025-06-19T11:51:45.987" v="1114" actId="478"/>
          <ac:spMkLst>
            <pc:docMk/>
            <pc:sldMk cId="3523782250" sldId="2147347726"/>
            <ac:spMk id="247" creationId="{F8AA6B4D-ECEC-7739-91EF-BABB6CE6B2C0}"/>
          </ac:spMkLst>
        </pc:spChg>
        <pc:spChg chg="add del mod">
          <ac:chgData name="Mukherjee, Shouvik" userId="8a0946e8-3a6b-4d5c-947d-73f4cd578335" providerId="ADAL" clId="{878CC057-3D19-408E-8B58-A7E4D5A413A6}" dt="2025-06-19T11:51:45.987" v="1114" actId="478"/>
          <ac:spMkLst>
            <pc:docMk/>
            <pc:sldMk cId="3523782250" sldId="2147347726"/>
            <ac:spMk id="248" creationId="{EFAF8307-3F72-80ED-D388-CA268C88EBA2}"/>
          </ac:spMkLst>
        </pc:spChg>
        <pc:spChg chg="add del mod">
          <ac:chgData name="Mukherjee, Shouvik" userId="8a0946e8-3a6b-4d5c-947d-73f4cd578335" providerId="ADAL" clId="{878CC057-3D19-408E-8B58-A7E4D5A413A6}" dt="2025-06-19T11:51:45.987" v="1114" actId="478"/>
          <ac:spMkLst>
            <pc:docMk/>
            <pc:sldMk cId="3523782250" sldId="2147347726"/>
            <ac:spMk id="249" creationId="{A70F1ADB-9D82-93B2-3D22-1CD429DB396E}"/>
          </ac:spMkLst>
        </pc:spChg>
        <pc:spChg chg="add del mod">
          <ac:chgData name="Mukherjee, Shouvik" userId="8a0946e8-3a6b-4d5c-947d-73f4cd578335" providerId="ADAL" clId="{878CC057-3D19-408E-8B58-A7E4D5A413A6}" dt="2025-06-19T11:51:45.987" v="1114" actId="478"/>
          <ac:spMkLst>
            <pc:docMk/>
            <pc:sldMk cId="3523782250" sldId="2147347726"/>
            <ac:spMk id="250" creationId="{7198999B-8C8C-16F7-6462-B485A6C587CA}"/>
          </ac:spMkLst>
        </pc:spChg>
        <pc:spChg chg="add del mod">
          <ac:chgData name="Mukherjee, Shouvik" userId="8a0946e8-3a6b-4d5c-947d-73f4cd578335" providerId="ADAL" clId="{878CC057-3D19-408E-8B58-A7E4D5A413A6}" dt="2025-06-19T11:51:45.987" v="1114" actId="478"/>
          <ac:spMkLst>
            <pc:docMk/>
            <pc:sldMk cId="3523782250" sldId="2147347726"/>
            <ac:spMk id="251" creationId="{F6C37017-FAA1-CE5C-D684-9C895071E83E}"/>
          </ac:spMkLst>
        </pc:spChg>
        <pc:spChg chg="add del mod">
          <ac:chgData name="Mukherjee, Shouvik" userId="8a0946e8-3a6b-4d5c-947d-73f4cd578335" providerId="ADAL" clId="{878CC057-3D19-408E-8B58-A7E4D5A413A6}" dt="2025-06-19T11:51:45.987" v="1114" actId="478"/>
          <ac:spMkLst>
            <pc:docMk/>
            <pc:sldMk cId="3523782250" sldId="2147347726"/>
            <ac:spMk id="252" creationId="{627D7835-CB04-832B-410F-E49496144893}"/>
          </ac:spMkLst>
        </pc:spChg>
        <pc:spChg chg="add del mod">
          <ac:chgData name="Mukherjee, Shouvik" userId="8a0946e8-3a6b-4d5c-947d-73f4cd578335" providerId="ADAL" clId="{878CC057-3D19-408E-8B58-A7E4D5A413A6}" dt="2025-06-19T11:51:45.987" v="1114" actId="478"/>
          <ac:spMkLst>
            <pc:docMk/>
            <pc:sldMk cId="3523782250" sldId="2147347726"/>
            <ac:spMk id="253" creationId="{E0C61F5E-7D36-760A-977D-E9BCC3909491}"/>
          </ac:spMkLst>
        </pc:spChg>
        <pc:spChg chg="add del mod">
          <ac:chgData name="Mukherjee, Shouvik" userId="8a0946e8-3a6b-4d5c-947d-73f4cd578335" providerId="ADAL" clId="{878CC057-3D19-408E-8B58-A7E4D5A413A6}" dt="2025-06-19T11:51:45.987" v="1114" actId="478"/>
          <ac:spMkLst>
            <pc:docMk/>
            <pc:sldMk cId="3523782250" sldId="2147347726"/>
            <ac:spMk id="254" creationId="{2E3F7C1A-E488-DD21-D449-3E92FD5255A2}"/>
          </ac:spMkLst>
        </pc:spChg>
        <pc:spChg chg="add del mod">
          <ac:chgData name="Mukherjee, Shouvik" userId="8a0946e8-3a6b-4d5c-947d-73f4cd578335" providerId="ADAL" clId="{878CC057-3D19-408E-8B58-A7E4D5A413A6}" dt="2025-06-19T11:51:45.987" v="1114" actId="478"/>
          <ac:spMkLst>
            <pc:docMk/>
            <pc:sldMk cId="3523782250" sldId="2147347726"/>
            <ac:spMk id="255" creationId="{53FDAA17-D7BD-9017-A5C7-11E8C32BC471}"/>
          </ac:spMkLst>
        </pc:spChg>
        <pc:spChg chg="add del mod">
          <ac:chgData name="Mukherjee, Shouvik" userId="8a0946e8-3a6b-4d5c-947d-73f4cd578335" providerId="ADAL" clId="{878CC057-3D19-408E-8B58-A7E4D5A413A6}" dt="2025-06-19T11:51:45.987" v="1114" actId="478"/>
          <ac:spMkLst>
            <pc:docMk/>
            <pc:sldMk cId="3523782250" sldId="2147347726"/>
            <ac:spMk id="256" creationId="{912773F7-B142-E6C2-332A-182E1C8F0365}"/>
          </ac:spMkLst>
        </pc:spChg>
        <pc:spChg chg="add del mod">
          <ac:chgData name="Mukherjee, Shouvik" userId="8a0946e8-3a6b-4d5c-947d-73f4cd578335" providerId="ADAL" clId="{878CC057-3D19-408E-8B58-A7E4D5A413A6}" dt="2025-06-19T11:51:45.987" v="1114" actId="478"/>
          <ac:spMkLst>
            <pc:docMk/>
            <pc:sldMk cId="3523782250" sldId="2147347726"/>
            <ac:spMk id="257" creationId="{1AF01837-ED98-BE4E-A05E-E0B3613E343D}"/>
          </ac:spMkLst>
        </pc:spChg>
        <pc:spChg chg="add del mod">
          <ac:chgData name="Mukherjee, Shouvik" userId="8a0946e8-3a6b-4d5c-947d-73f4cd578335" providerId="ADAL" clId="{878CC057-3D19-408E-8B58-A7E4D5A413A6}" dt="2025-06-19T11:51:45.987" v="1114" actId="478"/>
          <ac:spMkLst>
            <pc:docMk/>
            <pc:sldMk cId="3523782250" sldId="2147347726"/>
            <ac:spMk id="258" creationId="{35BC5888-7AEC-B754-F6B0-C5455FF6E6C0}"/>
          </ac:spMkLst>
        </pc:spChg>
        <pc:spChg chg="add del mod">
          <ac:chgData name="Mukherjee, Shouvik" userId="8a0946e8-3a6b-4d5c-947d-73f4cd578335" providerId="ADAL" clId="{878CC057-3D19-408E-8B58-A7E4D5A413A6}" dt="2025-06-19T11:51:45.987" v="1114" actId="478"/>
          <ac:spMkLst>
            <pc:docMk/>
            <pc:sldMk cId="3523782250" sldId="2147347726"/>
            <ac:spMk id="259" creationId="{90BA6131-4A59-AE9C-C2B0-304E23A3FA95}"/>
          </ac:spMkLst>
        </pc:spChg>
        <pc:spChg chg="add del mod">
          <ac:chgData name="Mukherjee, Shouvik" userId="8a0946e8-3a6b-4d5c-947d-73f4cd578335" providerId="ADAL" clId="{878CC057-3D19-408E-8B58-A7E4D5A413A6}" dt="2025-06-19T11:51:45.987" v="1114" actId="478"/>
          <ac:spMkLst>
            <pc:docMk/>
            <pc:sldMk cId="3523782250" sldId="2147347726"/>
            <ac:spMk id="260" creationId="{9F5BC288-F34F-D471-C969-D1B097ADFF6B}"/>
          </ac:spMkLst>
        </pc:spChg>
        <pc:spChg chg="add del mod">
          <ac:chgData name="Mukherjee, Shouvik" userId="8a0946e8-3a6b-4d5c-947d-73f4cd578335" providerId="ADAL" clId="{878CC057-3D19-408E-8B58-A7E4D5A413A6}" dt="2025-06-19T11:51:45.987" v="1114" actId="478"/>
          <ac:spMkLst>
            <pc:docMk/>
            <pc:sldMk cId="3523782250" sldId="2147347726"/>
            <ac:spMk id="261" creationId="{7995B794-B0B1-C024-803E-9093C8970F3F}"/>
          </ac:spMkLst>
        </pc:spChg>
        <pc:spChg chg="add del mod">
          <ac:chgData name="Mukherjee, Shouvik" userId="8a0946e8-3a6b-4d5c-947d-73f4cd578335" providerId="ADAL" clId="{878CC057-3D19-408E-8B58-A7E4D5A413A6}" dt="2025-06-19T11:51:45.987" v="1114" actId="478"/>
          <ac:spMkLst>
            <pc:docMk/>
            <pc:sldMk cId="3523782250" sldId="2147347726"/>
            <ac:spMk id="262" creationId="{648BBF8F-9035-B0C2-9350-3619F77BA0BC}"/>
          </ac:spMkLst>
        </pc:spChg>
        <pc:spChg chg="add del mod">
          <ac:chgData name="Mukherjee, Shouvik" userId="8a0946e8-3a6b-4d5c-947d-73f4cd578335" providerId="ADAL" clId="{878CC057-3D19-408E-8B58-A7E4D5A413A6}" dt="2025-06-19T11:51:45.987" v="1114" actId="478"/>
          <ac:spMkLst>
            <pc:docMk/>
            <pc:sldMk cId="3523782250" sldId="2147347726"/>
            <ac:spMk id="263" creationId="{0E4AF704-54D3-3974-9C8D-38722CF2429F}"/>
          </ac:spMkLst>
        </pc:spChg>
        <pc:spChg chg="mod">
          <ac:chgData name="Mukherjee, Shouvik" userId="8a0946e8-3a6b-4d5c-947d-73f4cd578335" providerId="ADAL" clId="{878CC057-3D19-408E-8B58-A7E4D5A413A6}" dt="2025-06-19T07:36:13.102" v="225"/>
          <ac:spMkLst>
            <pc:docMk/>
            <pc:sldMk cId="3523782250" sldId="2147347726"/>
            <ac:spMk id="265" creationId="{9BBACB30-0759-6D09-AD36-A49FC96B9B44}"/>
          </ac:spMkLst>
        </pc:spChg>
        <pc:spChg chg="mod">
          <ac:chgData name="Mukherjee, Shouvik" userId="8a0946e8-3a6b-4d5c-947d-73f4cd578335" providerId="ADAL" clId="{878CC057-3D19-408E-8B58-A7E4D5A413A6}" dt="2025-06-19T07:36:13.102" v="225"/>
          <ac:spMkLst>
            <pc:docMk/>
            <pc:sldMk cId="3523782250" sldId="2147347726"/>
            <ac:spMk id="266" creationId="{82699436-C28F-35D1-63C9-3C1415DCD4DB}"/>
          </ac:spMkLst>
        </pc:spChg>
        <pc:spChg chg="add mod">
          <ac:chgData name="Mukherjee, Shouvik" userId="8a0946e8-3a6b-4d5c-947d-73f4cd578335" providerId="ADAL" clId="{878CC057-3D19-408E-8B58-A7E4D5A413A6}" dt="2025-06-19T12:03:45.151" v="1155" actId="255"/>
          <ac:spMkLst>
            <pc:docMk/>
            <pc:sldMk cId="3523782250" sldId="2147347726"/>
            <ac:spMk id="267" creationId="{ACD21F40-9BA4-D2E2-059E-9FF9540D5BB8}"/>
          </ac:spMkLst>
        </pc:spChg>
        <pc:spChg chg="mod">
          <ac:chgData name="Mukherjee, Shouvik" userId="8a0946e8-3a6b-4d5c-947d-73f4cd578335" providerId="ADAL" clId="{878CC057-3D19-408E-8B58-A7E4D5A413A6}" dt="2025-06-19T11:54:32.718" v="1117"/>
          <ac:spMkLst>
            <pc:docMk/>
            <pc:sldMk cId="3523782250" sldId="2147347726"/>
            <ac:spMk id="269" creationId="{509987AD-0C58-9DDD-ACA2-D86ADBB812DE}"/>
          </ac:spMkLst>
        </pc:spChg>
        <pc:spChg chg="mod">
          <ac:chgData name="Mukherjee, Shouvik" userId="8a0946e8-3a6b-4d5c-947d-73f4cd578335" providerId="ADAL" clId="{878CC057-3D19-408E-8B58-A7E4D5A413A6}" dt="2025-06-19T11:54:32.718" v="1117"/>
          <ac:spMkLst>
            <pc:docMk/>
            <pc:sldMk cId="3523782250" sldId="2147347726"/>
            <ac:spMk id="270" creationId="{B7769CB4-C299-939F-CF7E-913B4ED490B8}"/>
          </ac:spMkLst>
        </pc:spChg>
        <pc:spChg chg="add mod">
          <ac:chgData name="Mukherjee, Shouvik" userId="8a0946e8-3a6b-4d5c-947d-73f4cd578335" providerId="ADAL" clId="{878CC057-3D19-408E-8B58-A7E4D5A413A6}" dt="2025-06-19T11:54:32.718" v="1117"/>
          <ac:spMkLst>
            <pc:docMk/>
            <pc:sldMk cId="3523782250" sldId="2147347726"/>
            <ac:spMk id="271" creationId="{D3BD2E71-A270-DCCA-D042-9F07EFC02483}"/>
          </ac:spMkLst>
        </pc:spChg>
        <pc:spChg chg="add mod">
          <ac:chgData name="Mukherjee, Shouvik" userId="8a0946e8-3a6b-4d5c-947d-73f4cd578335" providerId="ADAL" clId="{878CC057-3D19-408E-8B58-A7E4D5A413A6}" dt="2025-06-19T11:54:32.718" v="1117"/>
          <ac:spMkLst>
            <pc:docMk/>
            <pc:sldMk cId="3523782250" sldId="2147347726"/>
            <ac:spMk id="273" creationId="{792E4446-6BE7-7869-9ECB-2D857F2D4239}"/>
          </ac:spMkLst>
        </pc:spChg>
        <pc:spChg chg="mod">
          <ac:chgData name="Mukherjee, Shouvik" userId="8a0946e8-3a6b-4d5c-947d-73f4cd578335" providerId="ADAL" clId="{878CC057-3D19-408E-8B58-A7E4D5A413A6}" dt="2025-06-19T11:54:32.718" v="1117"/>
          <ac:spMkLst>
            <pc:docMk/>
            <pc:sldMk cId="3523782250" sldId="2147347726"/>
            <ac:spMk id="275" creationId="{7798DD2C-1B4D-ACE6-2D91-4088415AABF7}"/>
          </ac:spMkLst>
        </pc:spChg>
        <pc:spChg chg="mod">
          <ac:chgData name="Mukherjee, Shouvik" userId="8a0946e8-3a6b-4d5c-947d-73f4cd578335" providerId="ADAL" clId="{878CC057-3D19-408E-8B58-A7E4D5A413A6}" dt="2025-06-19T11:54:32.718" v="1117"/>
          <ac:spMkLst>
            <pc:docMk/>
            <pc:sldMk cId="3523782250" sldId="2147347726"/>
            <ac:spMk id="276" creationId="{441FFA48-5B55-94BF-FA3E-7D6AF84E52BF}"/>
          </ac:spMkLst>
        </pc:spChg>
        <pc:spChg chg="mod">
          <ac:chgData name="Mukherjee, Shouvik" userId="8a0946e8-3a6b-4d5c-947d-73f4cd578335" providerId="ADAL" clId="{878CC057-3D19-408E-8B58-A7E4D5A413A6}" dt="2025-06-19T11:54:32.718" v="1117"/>
          <ac:spMkLst>
            <pc:docMk/>
            <pc:sldMk cId="3523782250" sldId="2147347726"/>
            <ac:spMk id="278" creationId="{AF801AD3-83EC-3A2B-4125-C32F14F38EB0}"/>
          </ac:spMkLst>
        </pc:spChg>
        <pc:spChg chg="mod">
          <ac:chgData name="Mukherjee, Shouvik" userId="8a0946e8-3a6b-4d5c-947d-73f4cd578335" providerId="ADAL" clId="{878CC057-3D19-408E-8B58-A7E4D5A413A6}" dt="2025-06-19T11:54:32.718" v="1117"/>
          <ac:spMkLst>
            <pc:docMk/>
            <pc:sldMk cId="3523782250" sldId="2147347726"/>
            <ac:spMk id="279" creationId="{DC764EAA-DE91-7A53-8C42-603403F82588}"/>
          </ac:spMkLst>
        </pc:spChg>
        <pc:spChg chg="add mod">
          <ac:chgData name="Mukherjee, Shouvik" userId="8a0946e8-3a6b-4d5c-947d-73f4cd578335" providerId="ADAL" clId="{878CC057-3D19-408E-8B58-A7E4D5A413A6}" dt="2025-06-19T11:54:47.239" v="1131" actId="20577"/>
          <ac:spMkLst>
            <pc:docMk/>
            <pc:sldMk cId="3523782250" sldId="2147347726"/>
            <ac:spMk id="282" creationId="{CD603BFF-751F-C9DE-96DD-C6ECD31AB2A0}"/>
          </ac:spMkLst>
        </pc:spChg>
        <pc:spChg chg="add mod">
          <ac:chgData name="Mukherjee, Shouvik" userId="8a0946e8-3a6b-4d5c-947d-73f4cd578335" providerId="ADAL" clId="{878CC057-3D19-408E-8B58-A7E4D5A413A6}" dt="2025-06-19T11:54:32.718" v="1117"/>
          <ac:spMkLst>
            <pc:docMk/>
            <pc:sldMk cId="3523782250" sldId="2147347726"/>
            <ac:spMk id="283" creationId="{50418F79-1DCD-B425-9276-7CC2043370B7}"/>
          </ac:spMkLst>
        </pc:spChg>
        <pc:spChg chg="mod">
          <ac:chgData name="Mukherjee, Shouvik" userId="8a0946e8-3a6b-4d5c-947d-73f4cd578335" providerId="ADAL" clId="{878CC057-3D19-408E-8B58-A7E4D5A413A6}" dt="2025-06-19T11:54:32.718" v="1117"/>
          <ac:spMkLst>
            <pc:docMk/>
            <pc:sldMk cId="3523782250" sldId="2147347726"/>
            <ac:spMk id="285" creationId="{E6EF283C-5C9C-D9FF-D8B2-B957B6E832DF}"/>
          </ac:spMkLst>
        </pc:spChg>
        <pc:spChg chg="mod">
          <ac:chgData name="Mukherjee, Shouvik" userId="8a0946e8-3a6b-4d5c-947d-73f4cd578335" providerId="ADAL" clId="{878CC057-3D19-408E-8B58-A7E4D5A413A6}" dt="2025-06-19T11:54:32.718" v="1117"/>
          <ac:spMkLst>
            <pc:docMk/>
            <pc:sldMk cId="3523782250" sldId="2147347726"/>
            <ac:spMk id="287" creationId="{E51CC879-684D-66F8-602B-B01928CE9756}"/>
          </ac:spMkLst>
        </pc:spChg>
        <pc:spChg chg="mod">
          <ac:chgData name="Mukherjee, Shouvik" userId="8a0946e8-3a6b-4d5c-947d-73f4cd578335" providerId="ADAL" clId="{878CC057-3D19-408E-8B58-A7E4D5A413A6}" dt="2025-06-19T11:54:32.718" v="1117"/>
          <ac:spMkLst>
            <pc:docMk/>
            <pc:sldMk cId="3523782250" sldId="2147347726"/>
            <ac:spMk id="288" creationId="{FF7805F0-D80C-7C26-0F92-65B229D318BE}"/>
          </ac:spMkLst>
        </pc:spChg>
        <pc:spChg chg="mod">
          <ac:chgData name="Mukherjee, Shouvik" userId="8a0946e8-3a6b-4d5c-947d-73f4cd578335" providerId="ADAL" clId="{878CC057-3D19-408E-8B58-A7E4D5A413A6}" dt="2025-06-19T11:54:32.718" v="1117"/>
          <ac:spMkLst>
            <pc:docMk/>
            <pc:sldMk cId="3523782250" sldId="2147347726"/>
            <ac:spMk id="289" creationId="{60270CCE-5FB0-301D-2867-72CC966EB6AB}"/>
          </ac:spMkLst>
        </pc:spChg>
        <pc:spChg chg="mod">
          <ac:chgData name="Mukherjee, Shouvik" userId="8a0946e8-3a6b-4d5c-947d-73f4cd578335" providerId="ADAL" clId="{878CC057-3D19-408E-8B58-A7E4D5A413A6}" dt="2025-06-19T11:54:32.718" v="1117"/>
          <ac:spMkLst>
            <pc:docMk/>
            <pc:sldMk cId="3523782250" sldId="2147347726"/>
            <ac:spMk id="290" creationId="{C3C72118-9307-04CE-0802-D3DFDFAFFB99}"/>
          </ac:spMkLst>
        </pc:spChg>
        <pc:spChg chg="mod">
          <ac:chgData name="Mukherjee, Shouvik" userId="8a0946e8-3a6b-4d5c-947d-73f4cd578335" providerId="ADAL" clId="{878CC057-3D19-408E-8B58-A7E4D5A413A6}" dt="2025-06-19T11:54:32.718" v="1117"/>
          <ac:spMkLst>
            <pc:docMk/>
            <pc:sldMk cId="3523782250" sldId="2147347726"/>
            <ac:spMk id="292" creationId="{A2AE08C3-6DA9-5405-131B-9A9834A57550}"/>
          </ac:spMkLst>
        </pc:spChg>
        <pc:spChg chg="mod">
          <ac:chgData name="Mukherjee, Shouvik" userId="8a0946e8-3a6b-4d5c-947d-73f4cd578335" providerId="ADAL" clId="{878CC057-3D19-408E-8B58-A7E4D5A413A6}" dt="2025-06-19T11:54:32.718" v="1117"/>
          <ac:spMkLst>
            <pc:docMk/>
            <pc:sldMk cId="3523782250" sldId="2147347726"/>
            <ac:spMk id="294" creationId="{2DA5018F-43C4-802C-9C83-57968341A9CC}"/>
          </ac:spMkLst>
        </pc:spChg>
        <pc:spChg chg="mod">
          <ac:chgData name="Mukherjee, Shouvik" userId="8a0946e8-3a6b-4d5c-947d-73f4cd578335" providerId="ADAL" clId="{878CC057-3D19-408E-8B58-A7E4D5A413A6}" dt="2025-06-19T11:54:32.718" v="1117"/>
          <ac:spMkLst>
            <pc:docMk/>
            <pc:sldMk cId="3523782250" sldId="2147347726"/>
            <ac:spMk id="295" creationId="{0014FAD9-9B9B-0161-BF42-99716A97F0D7}"/>
          </ac:spMkLst>
        </pc:spChg>
        <pc:spChg chg="mod">
          <ac:chgData name="Mukherjee, Shouvik" userId="8a0946e8-3a6b-4d5c-947d-73f4cd578335" providerId="ADAL" clId="{878CC057-3D19-408E-8B58-A7E4D5A413A6}" dt="2025-06-19T11:54:32.718" v="1117"/>
          <ac:spMkLst>
            <pc:docMk/>
            <pc:sldMk cId="3523782250" sldId="2147347726"/>
            <ac:spMk id="296" creationId="{D7B3D139-DE19-3534-C025-73AA53C5467E}"/>
          </ac:spMkLst>
        </pc:spChg>
        <pc:spChg chg="mod">
          <ac:chgData name="Mukherjee, Shouvik" userId="8a0946e8-3a6b-4d5c-947d-73f4cd578335" providerId="ADAL" clId="{878CC057-3D19-408E-8B58-A7E4D5A413A6}" dt="2025-06-19T11:54:32.718" v="1117"/>
          <ac:spMkLst>
            <pc:docMk/>
            <pc:sldMk cId="3523782250" sldId="2147347726"/>
            <ac:spMk id="297" creationId="{E71AD18A-A280-DE34-BB32-550F13C14B86}"/>
          </ac:spMkLst>
        </pc:spChg>
        <pc:spChg chg="mod">
          <ac:chgData name="Mukherjee, Shouvik" userId="8a0946e8-3a6b-4d5c-947d-73f4cd578335" providerId="ADAL" clId="{878CC057-3D19-408E-8B58-A7E4D5A413A6}" dt="2025-06-19T11:54:32.718" v="1117"/>
          <ac:spMkLst>
            <pc:docMk/>
            <pc:sldMk cId="3523782250" sldId="2147347726"/>
            <ac:spMk id="298" creationId="{C9C4CC66-A61D-479E-8F70-F6A027D5A579}"/>
          </ac:spMkLst>
        </pc:spChg>
        <pc:spChg chg="mod">
          <ac:chgData name="Mukherjee, Shouvik" userId="8a0946e8-3a6b-4d5c-947d-73f4cd578335" providerId="ADAL" clId="{878CC057-3D19-408E-8B58-A7E4D5A413A6}" dt="2025-06-19T11:54:32.718" v="1117"/>
          <ac:spMkLst>
            <pc:docMk/>
            <pc:sldMk cId="3523782250" sldId="2147347726"/>
            <ac:spMk id="299" creationId="{5E598122-E833-6E02-2E4C-B79924B4BF3B}"/>
          </ac:spMkLst>
        </pc:spChg>
        <pc:spChg chg="mod">
          <ac:chgData name="Mukherjee, Shouvik" userId="8a0946e8-3a6b-4d5c-947d-73f4cd578335" providerId="ADAL" clId="{878CC057-3D19-408E-8B58-A7E4D5A413A6}" dt="2025-06-19T11:54:32.718" v="1117"/>
          <ac:spMkLst>
            <pc:docMk/>
            <pc:sldMk cId="3523782250" sldId="2147347726"/>
            <ac:spMk id="300" creationId="{9F5D25E3-1FFF-B1C8-B51F-8B1E33467F48}"/>
          </ac:spMkLst>
        </pc:spChg>
        <pc:spChg chg="mod">
          <ac:chgData name="Mukherjee, Shouvik" userId="8a0946e8-3a6b-4d5c-947d-73f4cd578335" providerId="ADAL" clId="{878CC057-3D19-408E-8B58-A7E4D5A413A6}" dt="2025-06-19T11:54:32.718" v="1117"/>
          <ac:spMkLst>
            <pc:docMk/>
            <pc:sldMk cId="3523782250" sldId="2147347726"/>
            <ac:spMk id="301" creationId="{6A76420D-D4EC-3BD2-8263-194772DA0060}"/>
          </ac:spMkLst>
        </pc:spChg>
        <pc:spChg chg="mod">
          <ac:chgData name="Mukherjee, Shouvik" userId="8a0946e8-3a6b-4d5c-947d-73f4cd578335" providerId="ADAL" clId="{878CC057-3D19-408E-8B58-A7E4D5A413A6}" dt="2025-06-19T11:54:32.718" v="1117"/>
          <ac:spMkLst>
            <pc:docMk/>
            <pc:sldMk cId="3523782250" sldId="2147347726"/>
            <ac:spMk id="302" creationId="{E2AEE9ED-5F24-F8AF-D437-63611876F3A5}"/>
          </ac:spMkLst>
        </pc:spChg>
        <pc:spChg chg="mod">
          <ac:chgData name="Mukherjee, Shouvik" userId="8a0946e8-3a6b-4d5c-947d-73f4cd578335" providerId="ADAL" clId="{878CC057-3D19-408E-8B58-A7E4D5A413A6}" dt="2025-06-19T11:54:32.718" v="1117"/>
          <ac:spMkLst>
            <pc:docMk/>
            <pc:sldMk cId="3523782250" sldId="2147347726"/>
            <ac:spMk id="304" creationId="{A0A194D4-8E1A-1C77-0C9E-7A6A3123A22F}"/>
          </ac:spMkLst>
        </pc:spChg>
        <pc:spChg chg="mod">
          <ac:chgData name="Mukherjee, Shouvik" userId="8a0946e8-3a6b-4d5c-947d-73f4cd578335" providerId="ADAL" clId="{878CC057-3D19-408E-8B58-A7E4D5A413A6}" dt="2025-06-19T11:54:32.718" v="1117"/>
          <ac:spMkLst>
            <pc:docMk/>
            <pc:sldMk cId="3523782250" sldId="2147347726"/>
            <ac:spMk id="306" creationId="{8118037C-CC1B-F0FB-CD31-37C1425ADED6}"/>
          </ac:spMkLst>
        </pc:spChg>
        <pc:spChg chg="add del mod">
          <ac:chgData name="Mukherjee, Shouvik" userId="8a0946e8-3a6b-4d5c-947d-73f4cd578335" providerId="ADAL" clId="{878CC057-3D19-408E-8B58-A7E4D5A413A6}" dt="2025-06-19T11:54:37.356" v="1118" actId="478"/>
          <ac:spMkLst>
            <pc:docMk/>
            <pc:sldMk cId="3523782250" sldId="2147347726"/>
            <ac:spMk id="308" creationId="{2C9FD761-EF1D-EC90-4565-1169DEF1858E}"/>
          </ac:spMkLst>
        </pc:spChg>
        <pc:spChg chg="add del mod">
          <ac:chgData name="Mukherjee, Shouvik" userId="8a0946e8-3a6b-4d5c-947d-73f4cd578335" providerId="ADAL" clId="{878CC057-3D19-408E-8B58-A7E4D5A413A6}" dt="2025-06-19T11:54:37.356" v="1118" actId="478"/>
          <ac:spMkLst>
            <pc:docMk/>
            <pc:sldMk cId="3523782250" sldId="2147347726"/>
            <ac:spMk id="310" creationId="{F0EEE8CD-A8FB-5B73-3FA6-198A8FF5C8A3}"/>
          </ac:spMkLst>
        </pc:spChg>
        <pc:spChg chg="add del mod">
          <ac:chgData name="Mukherjee, Shouvik" userId="8a0946e8-3a6b-4d5c-947d-73f4cd578335" providerId="ADAL" clId="{878CC057-3D19-408E-8B58-A7E4D5A413A6}" dt="2025-06-19T11:54:37.356" v="1118" actId="478"/>
          <ac:spMkLst>
            <pc:docMk/>
            <pc:sldMk cId="3523782250" sldId="2147347726"/>
            <ac:spMk id="311" creationId="{A937E0A5-38F4-EFA6-3B4D-C17D11878CA4}"/>
          </ac:spMkLst>
        </pc:spChg>
        <pc:spChg chg="add del mod">
          <ac:chgData name="Mukherjee, Shouvik" userId="8a0946e8-3a6b-4d5c-947d-73f4cd578335" providerId="ADAL" clId="{878CC057-3D19-408E-8B58-A7E4D5A413A6}" dt="2025-06-19T11:54:37.356" v="1118" actId="478"/>
          <ac:spMkLst>
            <pc:docMk/>
            <pc:sldMk cId="3523782250" sldId="2147347726"/>
            <ac:spMk id="312" creationId="{FDE1CF6D-5D15-A332-E15E-ED405D65DF0D}"/>
          </ac:spMkLst>
        </pc:spChg>
        <pc:spChg chg="add del mod">
          <ac:chgData name="Mukherjee, Shouvik" userId="8a0946e8-3a6b-4d5c-947d-73f4cd578335" providerId="ADAL" clId="{878CC057-3D19-408E-8B58-A7E4D5A413A6}" dt="2025-06-19T11:54:37.356" v="1118" actId="478"/>
          <ac:spMkLst>
            <pc:docMk/>
            <pc:sldMk cId="3523782250" sldId="2147347726"/>
            <ac:spMk id="313" creationId="{32B2C539-E420-72E2-9910-B51E4BE02D79}"/>
          </ac:spMkLst>
        </pc:spChg>
        <pc:spChg chg="add del mod">
          <ac:chgData name="Mukherjee, Shouvik" userId="8a0946e8-3a6b-4d5c-947d-73f4cd578335" providerId="ADAL" clId="{878CC057-3D19-408E-8B58-A7E4D5A413A6}" dt="2025-06-19T11:54:37.356" v="1118" actId="478"/>
          <ac:spMkLst>
            <pc:docMk/>
            <pc:sldMk cId="3523782250" sldId="2147347726"/>
            <ac:spMk id="314" creationId="{14F4A766-612D-5B8B-522F-21B5A536EAFD}"/>
          </ac:spMkLst>
        </pc:spChg>
        <pc:spChg chg="add del mod">
          <ac:chgData name="Mukherjee, Shouvik" userId="8a0946e8-3a6b-4d5c-947d-73f4cd578335" providerId="ADAL" clId="{878CC057-3D19-408E-8B58-A7E4D5A413A6}" dt="2025-06-19T11:54:37.356" v="1118" actId="478"/>
          <ac:spMkLst>
            <pc:docMk/>
            <pc:sldMk cId="3523782250" sldId="2147347726"/>
            <ac:spMk id="315" creationId="{3590A28C-6113-2C13-9F3E-07DF3757ECD9}"/>
          </ac:spMkLst>
        </pc:spChg>
        <pc:spChg chg="add del mod">
          <ac:chgData name="Mukherjee, Shouvik" userId="8a0946e8-3a6b-4d5c-947d-73f4cd578335" providerId="ADAL" clId="{878CC057-3D19-408E-8B58-A7E4D5A413A6}" dt="2025-06-19T11:54:51.138" v="1132" actId="478"/>
          <ac:spMkLst>
            <pc:docMk/>
            <pc:sldMk cId="3523782250" sldId="2147347726"/>
            <ac:spMk id="316" creationId="{E9504BA3-33C3-31DC-7D1C-AC568D4AE4F7}"/>
          </ac:spMkLst>
        </pc:spChg>
        <pc:spChg chg="add del mod">
          <ac:chgData name="Mukherjee, Shouvik" userId="8a0946e8-3a6b-4d5c-947d-73f4cd578335" providerId="ADAL" clId="{878CC057-3D19-408E-8B58-A7E4D5A413A6}" dt="2025-06-19T11:54:37.356" v="1118" actId="478"/>
          <ac:spMkLst>
            <pc:docMk/>
            <pc:sldMk cId="3523782250" sldId="2147347726"/>
            <ac:spMk id="317" creationId="{934E56DA-43F0-46CC-7165-E063503C15CE}"/>
          </ac:spMkLst>
        </pc:spChg>
        <pc:spChg chg="add del mod">
          <ac:chgData name="Mukherjee, Shouvik" userId="8a0946e8-3a6b-4d5c-947d-73f4cd578335" providerId="ADAL" clId="{878CC057-3D19-408E-8B58-A7E4D5A413A6}" dt="2025-06-19T11:54:37.356" v="1118" actId="478"/>
          <ac:spMkLst>
            <pc:docMk/>
            <pc:sldMk cId="3523782250" sldId="2147347726"/>
            <ac:spMk id="318" creationId="{40E8731C-FAC4-5719-28C1-2DC3733A6243}"/>
          </ac:spMkLst>
        </pc:spChg>
        <pc:spChg chg="add del mod">
          <ac:chgData name="Mukherjee, Shouvik" userId="8a0946e8-3a6b-4d5c-947d-73f4cd578335" providerId="ADAL" clId="{878CC057-3D19-408E-8B58-A7E4D5A413A6}" dt="2025-06-19T11:54:37.356" v="1118" actId="478"/>
          <ac:spMkLst>
            <pc:docMk/>
            <pc:sldMk cId="3523782250" sldId="2147347726"/>
            <ac:spMk id="320" creationId="{3DECFEAF-7F9F-5CF3-D9CA-0D4684DF8196}"/>
          </ac:spMkLst>
        </pc:spChg>
        <pc:spChg chg="add del mod">
          <ac:chgData name="Mukherjee, Shouvik" userId="8a0946e8-3a6b-4d5c-947d-73f4cd578335" providerId="ADAL" clId="{878CC057-3D19-408E-8B58-A7E4D5A413A6}" dt="2025-06-19T11:54:37.356" v="1118" actId="478"/>
          <ac:spMkLst>
            <pc:docMk/>
            <pc:sldMk cId="3523782250" sldId="2147347726"/>
            <ac:spMk id="321" creationId="{2AAC8104-84BE-C34B-E44B-5C3CD7844722}"/>
          </ac:spMkLst>
        </pc:spChg>
        <pc:spChg chg="add del mod">
          <ac:chgData name="Mukherjee, Shouvik" userId="8a0946e8-3a6b-4d5c-947d-73f4cd578335" providerId="ADAL" clId="{878CC057-3D19-408E-8B58-A7E4D5A413A6}" dt="2025-06-19T11:54:37.356" v="1118" actId="478"/>
          <ac:spMkLst>
            <pc:docMk/>
            <pc:sldMk cId="3523782250" sldId="2147347726"/>
            <ac:spMk id="322" creationId="{A33DAEE4-CE78-AB56-9A14-C5BD149515E0}"/>
          </ac:spMkLst>
        </pc:spChg>
        <pc:spChg chg="add del mod">
          <ac:chgData name="Mukherjee, Shouvik" userId="8a0946e8-3a6b-4d5c-947d-73f4cd578335" providerId="ADAL" clId="{878CC057-3D19-408E-8B58-A7E4D5A413A6}" dt="2025-06-19T11:54:37.356" v="1118" actId="478"/>
          <ac:spMkLst>
            <pc:docMk/>
            <pc:sldMk cId="3523782250" sldId="2147347726"/>
            <ac:spMk id="324" creationId="{CA00BD25-51F6-BD11-024E-715DB4D4E296}"/>
          </ac:spMkLst>
        </pc:spChg>
        <pc:spChg chg="add del mod">
          <ac:chgData name="Mukherjee, Shouvik" userId="8a0946e8-3a6b-4d5c-947d-73f4cd578335" providerId="ADAL" clId="{878CC057-3D19-408E-8B58-A7E4D5A413A6}" dt="2025-06-19T11:54:37.356" v="1118" actId="478"/>
          <ac:spMkLst>
            <pc:docMk/>
            <pc:sldMk cId="3523782250" sldId="2147347726"/>
            <ac:spMk id="325" creationId="{BBD89FA9-4F78-D4E1-E589-4193D6E6F9CC}"/>
          </ac:spMkLst>
        </pc:spChg>
        <pc:spChg chg="add del mod">
          <ac:chgData name="Mukherjee, Shouvik" userId="8a0946e8-3a6b-4d5c-947d-73f4cd578335" providerId="ADAL" clId="{878CC057-3D19-408E-8B58-A7E4D5A413A6}" dt="2025-06-19T11:54:37.356" v="1118" actId="478"/>
          <ac:spMkLst>
            <pc:docMk/>
            <pc:sldMk cId="3523782250" sldId="2147347726"/>
            <ac:spMk id="326" creationId="{91AD4479-B036-E632-3EE7-ADFA29981223}"/>
          </ac:spMkLst>
        </pc:spChg>
        <pc:spChg chg="add del mod">
          <ac:chgData name="Mukherjee, Shouvik" userId="8a0946e8-3a6b-4d5c-947d-73f4cd578335" providerId="ADAL" clId="{878CC057-3D19-408E-8B58-A7E4D5A413A6}" dt="2025-06-19T11:54:37.356" v="1118" actId="478"/>
          <ac:spMkLst>
            <pc:docMk/>
            <pc:sldMk cId="3523782250" sldId="2147347726"/>
            <ac:spMk id="327" creationId="{73DEE2F2-87FC-53D0-3455-3B7E5E71D3E6}"/>
          </ac:spMkLst>
        </pc:spChg>
        <pc:spChg chg="add del mod">
          <ac:chgData name="Mukherjee, Shouvik" userId="8a0946e8-3a6b-4d5c-947d-73f4cd578335" providerId="ADAL" clId="{878CC057-3D19-408E-8B58-A7E4D5A413A6}" dt="2025-06-19T11:54:37.356" v="1118" actId="478"/>
          <ac:spMkLst>
            <pc:docMk/>
            <pc:sldMk cId="3523782250" sldId="2147347726"/>
            <ac:spMk id="328" creationId="{6C7A7967-79A5-8B07-1F1C-3F9A7BCE0989}"/>
          </ac:spMkLst>
        </pc:spChg>
        <pc:spChg chg="add del mod">
          <ac:chgData name="Mukherjee, Shouvik" userId="8a0946e8-3a6b-4d5c-947d-73f4cd578335" providerId="ADAL" clId="{878CC057-3D19-408E-8B58-A7E4D5A413A6}" dt="2025-06-19T11:54:37.356" v="1118" actId="478"/>
          <ac:spMkLst>
            <pc:docMk/>
            <pc:sldMk cId="3523782250" sldId="2147347726"/>
            <ac:spMk id="329" creationId="{000B6A0E-CCD3-4AC0-BBC9-DA6D0FE88608}"/>
          </ac:spMkLst>
        </pc:spChg>
        <pc:spChg chg="add del mod">
          <ac:chgData name="Mukherjee, Shouvik" userId="8a0946e8-3a6b-4d5c-947d-73f4cd578335" providerId="ADAL" clId="{878CC057-3D19-408E-8B58-A7E4D5A413A6}" dt="2025-06-19T11:54:37.356" v="1118" actId="478"/>
          <ac:spMkLst>
            <pc:docMk/>
            <pc:sldMk cId="3523782250" sldId="2147347726"/>
            <ac:spMk id="330" creationId="{C8001851-7861-F460-EC4E-086CFAD8B409}"/>
          </ac:spMkLst>
        </pc:spChg>
        <pc:spChg chg="add del mod">
          <ac:chgData name="Mukherjee, Shouvik" userId="8a0946e8-3a6b-4d5c-947d-73f4cd578335" providerId="ADAL" clId="{878CC057-3D19-408E-8B58-A7E4D5A413A6}" dt="2025-06-19T11:54:37.356" v="1118" actId="478"/>
          <ac:spMkLst>
            <pc:docMk/>
            <pc:sldMk cId="3523782250" sldId="2147347726"/>
            <ac:spMk id="331" creationId="{E5944D30-C186-D34D-F5F2-4C96229B71DE}"/>
          </ac:spMkLst>
        </pc:spChg>
        <pc:spChg chg="add del mod">
          <ac:chgData name="Mukherjee, Shouvik" userId="8a0946e8-3a6b-4d5c-947d-73f4cd578335" providerId="ADAL" clId="{878CC057-3D19-408E-8B58-A7E4D5A413A6}" dt="2025-06-19T11:54:37.356" v="1118" actId="478"/>
          <ac:spMkLst>
            <pc:docMk/>
            <pc:sldMk cId="3523782250" sldId="2147347726"/>
            <ac:spMk id="332" creationId="{E48EE0A5-CC38-01A8-810E-45D9E004C190}"/>
          </ac:spMkLst>
        </pc:spChg>
        <pc:spChg chg="add del mod">
          <ac:chgData name="Mukherjee, Shouvik" userId="8a0946e8-3a6b-4d5c-947d-73f4cd578335" providerId="ADAL" clId="{878CC057-3D19-408E-8B58-A7E4D5A413A6}" dt="2025-06-19T11:54:37.356" v="1118" actId="478"/>
          <ac:spMkLst>
            <pc:docMk/>
            <pc:sldMk cId="3523782250" sldId="2147347726"/>
            <ac:spMk id="333" creationId="{60928936-2511-BF79-A6AF-EB18B0E0B72E}"/>
          </ac:spMkLst>
        </pc:spChg>
        <pc:spChg chg="add del mod">
          <ac:chgData name="Mukherjee, Shouvik" userId="8a0946e8-3a6b-4d5c-947d-73f4cd578335" providerId="ADAL" clId="{878CC057-3D19-408E-8B58-A7E4D5A413A6}" dt="2025-06-19T11:54:37.356" v="1118" actId="478"/>
          <ac:spMkLst>
            <pc:docMk/>
            <pc:sldMk cId="3523782250" sldId="2147347726"/>
            <ac:spMk id="334" creationId="{5F9C733A-3CA1-E4E5-CEFD-899A3B803374}"/>
          </ac:spMkLst>
        </pc:spChg>
        <pc:grpChg chg="del">
          <ac:chgData name="Mukherjee, Shouvik" userId="8a0946e8-3a6b-4d5c-947d-73f4cd578335" providerId="ADAL" clId="{878CC057-3D19-408E-8B58-A7E4D5A413A6}" dt="2025-06-19T07:22:36.646" v="2" actId="478"/>
          <ac:grpSpMkLst>
            <pc:docMk/>
            <pc:sldMk cId="3523782250" sldId="2147347726"/>
            <ac:grpSpMk id="33" creationId="{DBB64703-7DD1-D41F-B42C-DEAA02185834}"/>
          </ac:grpSpMkLst>
        </pc:grpChg>
        <pc:grpChg chg="del">
          <ac:chgData name="Mukherjee, Shouvik" userId="8a0946e8-3a6b-4d5c-947d-73f4cd578335" providerId="ADAL" clId="{878CC057-3D19-408E-8B58-A7E4D5A413A6}" dt="2025-06-19T07:22:36.646" v="2" actId="478"/>
          <ac:grpSpMkLst>
            <pc:docMk/>
            <pc:sldMk cId="3523782250" sldId="2147347726"/>
            <ac:grpSpMk id="40" creationId="{A2D3C9CC-CD0B-C6FE-BAD0-8B4167898E76}"/>
          </ac:grpSpMkLst>
        </pc:grpChg>
        <pc:grpChg chg="del">
          <ac:chgData name="Mukherjee, Shouvik" userId="8a0946e8-3a6b-4d5c-947d-73f4cd578335" providerId="ADAL" clId="{878CC057-3D19-408E-8B58-A7E4D5A413A6}" dt="2025-06-19T07:22:36.646" v="2" actId="478"/>
          <ac:grpSpMkLst>
            <pc:docMk/>
            <pc:sldMk cId="3523782250" sldId="2147347726"/>
            <ac:grpSpMk id="44" creationId="{7B42685F-3E3B-4E75-6454-558BD6DF2919}"/>
          </ac:grpSpMkLst>
        </pc:grpChg>
        <pc:grpChg chg="del">
          <ac:chgData name="Mukherjee, Shouvik" userId="8a0946e8-3a6b-4d5c-947d-73f4cd578335" providerId="ADAL" clId="{878CC057-3D19-408E-8B58-A7E4D5A413A6}" dt="2025-06-19T07:22:36.646" v="2" actId="478"/>
          <ac:grpSpMkLst>
            <pc:docMk/>
            <pc:sldMk cId="3523782250" sldId="2147347726"/>
            <ac:grpSpMk id="52" creationId="{0E4BC562-500B-1A08-3470-A14F85F743F3}"/>
          </ac:grpSpMkLst>
        </pc:grpChg>
        <pc:grpChg chg="del">
          <ac:chgData name="Mukherjee, Shouvik" userId="8a0946e8-3a6b-4d5c-947d-73f4cd578335" providerId="ADAL" clId="{878CC057-3D19-408E-8B58-A7E4D5A413A6}" dt="2025-06-19T07:22:36.646" v="2" actId="478"/>
          <ac:grpSpMkLst>
            <pc:docMk/>
            <pc:sldMk cId="3523782250" sldId="2147347726"/>
            <ac:grpSpMk id="55" creationId="{EACB4F8F-236F-DB3B-AFCB-16708748E333}"/>
          </ac:grpSpMkLst>
        </pc:grpChg>
        <pc:grpChg chg="del">
          <ac:chgData name="Mukherjee, Shouvik" userId="8a0946e8-3a6b-4d5c-947d-73f4cd578335" providerId="ADAL" clId="{878CC057-3D19-408E-8B58-A7E4D5A413A6}" dt="2025-06-19T07:22:36.646" v="2" actId="478"/>
          <ac:grpSpMkLst>
            <pc:docMk/>
            <pc:sldMk cId="3523782250" sldId="2147347726"/>
            <ac:grpSpMk id="59" creationId="{2B559769-8FBA-A72B-E955-44C6917C7BFC}"/>
          </ac:grpSpMkLst>
        </pc:grpChg>
        <pc:grpChg chg="del">
          <ac:chgData name="Mukherjee, Shouvik" userId="8a0946e8-3a6b-4d5c-947d-73f4cd578335" providerId="ADAL" clId="{878CC057-3D19-408E-8B58-A7E4D5A413A6}" dt="2025-06-19T07:22:36.646" v="2" actId="478"/>
          <ac:grpSpMkLst>
            <pc:docMk/>
            <pc:sldMk cId="3523782250" sldId="2147347726"/>
            <ac:grpSpMk id="62" creationId="{05C43D77-3C1E-80FE-3C66-EAD3DAFE3855}"/>
          </ac:grpSpMkLst>
        </pc:grpChg>
        <pc:grpChg chg="del">
          <ac:chgData name="Mukherjee, Shouvik" userId="8a0946e8-3a6b-4d5c-947d-73f4cd578335" providerId="ADAL" clId="{878CC057-3D19-408E-8B58-A7E4D5A413A6}" dt="2025-06-19T07:22:36.646" v="2" actId="478"/>
          <ac:grpSpMkLst>
            <pc:docMk/>
            <pc:sldMk cId="3523782250" sldId="2147347726"/>
            <ac:grpSpMk id="66" creationId="{C03C0193-728E-4D2F-E003-C686F82C7F9B}"/>
          </ac:grpSpMkLst>
        </pc:grpChg>
        <pc:grpChg chg="del">
          <ac:chgData name="Mukherjee, Shouvik" userId="8a0946e8-3a6b-4d5c-947d-73f4cd578335" providerId="ADAL" clId="{878CC057-3D19-408E-8B58-A7E4D5A413A6}" dt="2025-06-19T07:22:36.646" v="2" actId="478"/>
          <ac:grpSpMkLst>
            <pc:docMk/>
            <pc:sldMk cId="3523782250" sldId="2147347726"/>
            <ac:grpSpMk id="69" creationId="{062839BB-982F-5145-64C2-570D885476C7}"/>
          </ac:grpSpMkLst>
        </pc:grpChg>
        <pc:grpChg chg="del">
          <ac:chgData name="Mukherjee, Shouvik" userId="8a0946e8-3a6b-4d5c-947d-73f4cd578335" providerId="ADAL" clId="{878CC057-3D19-408E-8B58-A7E4D5A413A6}" dt="2025-06-19T07:22:36.646" v="2" actId="478"/>
          <ac:grpSpMkLst>
            <pc:docMk/>
            <pc:sldMk cId="3523782250" sldId="2147347726"/>
            <ac:grpSpMk id="72" creationId="{E91F606C-6793-BEE1-EF18-9E59DEDF08A5}"/>
          </ac:grpSpMkLst>
        </pc:grpChg>
        <pc:grpChg chg="add del mod">
          <ac:chgData name="Mukherjee, Shouvik" userId="8a0946e8-3a6b-4d5c-947d-73f4cd578335" providerId="ADAL" clId="{878CC057-3D19-408E-8B58-A7E4D5A413A6}" dt="2025-06-19T07:28:27.753" v="56" actId="478"/>
          <ac:grpSpMkLst>
            <pc:docMk/>
            <pc:sldMk cId="3523782250" sldId="2147347726"/>
            <ac:grpSpMk id="152" creationId="{47D3C185-48B6-8E37-8261-543771544129}"/>
          </ac:grpSpMkLst>
        </pc:grpChg>
        <pc:grpChg chg="add del mod">
          <ac:chgData name="Mukherjee, Shouvik" userId="8a0946e8-3a6b-4d5c-947d-73f4cd578335" providerId="ADAL" clId="{878CC057-3D19-408E-8B58-A7E4D5A413A6}" dt="2025-06-19T11:51:45.987" v="1114" actId="478"/>
          <ac:grpSpMkLst>
            <pc:docMk/>
            <pc:sldMk cId="3523782250" sldId="2147347726"/>
            <ac:grpSpMk id="264" creationId="{187A2516-0071-D000-F7FA-98072056A9BE}"/>
          </ac:grpSpMkLst>
        </pc:grpChg>
        <pc:grpChg chg="add mod">
          <ac:chgData name="Mukherjee, Shouvik" userId="8a0946e8-3a6b-4d5c-947d-73f4cd578335" providerId="ADAL" clId="{878CC057-3D19-408E-8B58-A7E4D5A413A6}" dt="2025-06-19T11:54:32.718" v="1117"/>
          <ac:grpSpMkLst>
            <pc:docMk/>
            <pc:sldMk cId="3523782250" sldId="2147347726"/>
            <ac:grpSpMk id="268" creationId="{9C1B5919-B1C8-4654-50BA-104498F1F661}"/>
          </ac:grpSpMkLst>
        </pc:grpChg>
        <pc:grpChg chg="add mod">
          <ac:chgData name="Mukherjee, Shouvik" userId="8a0946e8-3a6b-4d5c-947d-73f4cd578335" providerId="ADAL" clId="{878CC057-3D19-408E-8B58-A7E4D5A413A6}" dt="2025-06-19T11:54:32.718" v="1117"/>
          <ac:grpSpMkLst>
            <pc:docMk/>
            <pc:sldMk cId="3523782250" sldId="2147347726"/>
            <ac:grpSpMk id="274" creationId="{2BF4E64A-64D1-899E-0555-7D6BD5D629D9}"/>
          </ac:grpSpMkLst>
        </pc:grpChg>
        <pc:grpChg chg="add mod">
          <ac:chgData name="Mukherjee, Shouvik" userId="8a0946e8-3a6b-4d5c-947d-73f4cd578335" providerId="ADAL" clId="{878CC057-3D19-408E-8B58-A7E4D5A413A6}" dt="2025-06-19T11:54:32.718" v="1117"/>
          <ac:grpSpMkLst>
            <pc:docMk/>
            <pc:sldMk cId="3523782250" sldId="2147347726"/>
            <ac:grpSpMk id="277" creationId="{1D5AC90A-834E-0837-240F-1232C357C3F9}"/>
          </ac:grpSpMkLst>
        </pc:grpChg>
        <pc:grpChg chg="add mod">
          <ac:chgData name="Mukherjee, Shouvik" userId="8a0946e8-3a6b-4d5c-947d-73f4cd578335" providerId="ADAL" clId="{878CC057-3D19-408E-8B58-A7E4D5A413A6}" dt="2025-06-19T11:54:32.718" v="1117"/>
          <ac:grpSpMkLst>
            <pc:docMk/>
            <pc:sldMk cId="3523782250" sldId="2147347726"/>
            <ac:grpSpMk id="284" creationId="{7698180B-8F08-BF32-7198-92DABD6F2B24}"/>
          </ac:grpSpMkLst>
        </pc:grpChg>
        <pc:grpChg chg="mod">
          <ac:chgData name="Mukherjee, Shouvik" userId="8a0946e8-3a6b-4d5c-947d-73f4cd578335" providerId="ADAL" clId="{878CC057-3D19-408E-8B58-A7E4D5A413A6}" dt="2025-06-19T11:54:32.718" v="1117"/>
          <ac:grpSpMkLst>
            <pc:docMk/>
            <pc:sldMk cId="3523782250" sldId="2147347726"/>
            <ac:grpSpMk id="286" creationId="{95E54716-5665-3D53-0308-E5AC6F9A5DB8}"/>
          </ac:grpSpMkLst>
        </pc:grpChg>
        <pc:grpChg chg="add mod">
          <ac:chgData name="Mukherjee, Shouvik" userId="8a0946e8-3a6b-4d5c-947d-73f4cd578335" providerId="ADAL" clId="{878CC057-3D19-408E-8B58-A7E4D5A413A6}" dt="2025-06-19T11:54:32.718" v="1117"/>
          <ac:grpSpMkLst>
            <pc:docMk/>
            <pc:sldMk cId="3523782250" sldId="2147347726"/>
            <ac:grpSpMk id="291" creationId="{546CEB8E-9E46-50EA-28E3-27E20A95B6FA}"/>
          </ac:grpSpMkLst>
        </pc:grpChg>
        <pc:grpChg chg="mod">
          <ac:chgData name="Mukherjee, Shouvik" userId="8a0946e8-3a6b-4d5c-947d-73f4cd578335" providerId="ADAL" clId="{878CC057-3D19-408E-8B58-A7E4D5A413A6}" dt="2025-06-19T11:54:32.718" v="1117"/>
          <ac:grpSpMkLst>
            <pc:docMk/>
            <pc:sldMk cId="3523782250" sldId="2147347726"/>
            <ac:grpSpMk id="293" creationId="{D906AECD-D019-84BE-8262-2C15A9161F73}"/>
          </ac:grpSpMkLst>
        </pc:grpChg>
        <pc:grpChg chg="add mod">
          <ac:chgData name="Mukherjee, Shouvik" userId="8a0946e8-3a6b-4d5c-947d-73f4cd578335" providerId="ADAL" clId="{878CC057-3D19-408E-8B58-A7E4D5A413A6}" dt="2025-06-19T11:54:32.718" v="1117"/>
          <ac:grpSpMkLst>
            <pc:docMk/>
            <pc:sldMk cId="3523782250" sldId="2147347726"/>
            <ac:grpSpMk id="303" creationId="{85A9D317-9510-4D33-DC1E-5625730C616C}"/>
          </ac:grpSpMkLst>
        </pc:grpChg>
        <pc:grpChg chg="mod">
          <ac:chgData name="Mukherjee, Shouvik" userId="8a0946e8-3a6b-4d5c-947d-73f4cd578335" providerId="ADAL" clId="{878CC057-3D19-408E-8B58-A7E4D5A413A6}" dt="2025-06-19T11:54:32.718" v="1117"/>
          <ac:grpSpMkLst>
            <pc:docMk/>
            <pc:sldMk cId="3523782250" sldId="2147347726"/>
            <ac:grpSpMk id="305" creationId="{8588C8BC-D4E0-0333-B78D-C3F2A2725E45}"/>
          </ac:grpSpMkLst>
        </pc:grpChg>
        <pc:graphicFrameChg chg="del">
          <ac:chgData name="Mukherjee, Shouvik" userId="8a0946e8-3a6b-4d5c-947d-73f4cd578335" providerId="ADAL" clId="{878CC057-3D19-408E-8B58-A7E4D5A413A6}" dt="2025-06-19T07:22:36.646" v="2" actId="478"/>
          <ac:graphicFrameMkLst>
            <pc:docMk/>
            <pc:sldMk cId="3523782250" sldId="2147347726"/>
            <ac:graphicFrameMk id="31" creationId="{8197AC2B-85F3-808B-57AA-ADE726E4F5DC}"/>
          </ac:graphicFrameMkLst>
        </pc:graphicFrameChg>
        <pc:graphicFrameChg chg="del">
          <ac:chgData name="Mukherjee, Shouvik" userId="8a0946e8-3a6b-4d5c-947d-73f4cd578335" providerId="ADAL" clId="{878CC057-3D19-408E-8B58-A7E4D5A413A6}" dt="2025-06-19T07:22:36.646" v="2" actId="478"/>
          <ac:graphicFrameMkLst>
            <pc:docMk/>
            <pc:sldMk cId="3523782250" sldId="2147347726"/>
            <ac:graphicFrameMk id="32" creationId="{196B57DB-F205-9704-8D00-0050486D69B7}"/>
          </ac:graphicFrameMkLst>
        </pc:graphicFrameChg>
        <pc:graphicFrameChg chg="add del mod">
          <ac:chgData name="Mukherjee, Shouvik" userId="8a0946e8-3a6b-4d5c-947d-73f4cd578335" providerId="ADAL" clId="{878CC057-3D19-408E-8B58-A7E4D5A413A6}" dt="2025-06-19T11:54:41.015" v="1119" actId="478"/>
          <ac:graphicFrameMkLst>
            <pc:docMk/>
            <pc:sldMk cId="3523782250" sldId="2147347726"/>
            <ac:graphicFrameMk id="309" creationId="{5D4477AF-0FD0-F2AD-A326-05B7AC802BA1}"/>
          </ac:graphicFrameMkLst>
        </pc:graphicFrameChg>
        <pc:graphicFrameChg chg="add del mod">
          <ac:chgData name="Mukherjee, Shouvik" userId="8a0946e8-3a6b-4d5c-947d-73f4cd578335" providerId="ADAL" clId="{878CC057-3D19-408E-8B58-A7E4D5A413A6}" dt="2025-06-19T11:54:37.356" v="1118" actId="478"/>
          <ac:graphicFrameMkLst>
            <pc:docMk/>
            <pc:sldMk cId="3523782250" sldId="2147347726"/>
            <ac:graphicFrameMk id="319" creationId="{F57E7967-2636-B24D-5F27-E1C1D8460C40}"/>
          </ac:graphicFrameMkLst>
        </pc:graphicFrameChg>
        <pc:graphicFrameChg chg="add del mod">
          <ac:chgData name="Mukherjee, Shouvik" userId="8a0946e8-3a6b-4d5c-947d-73f4cd578335" providerId="ADAL" clId="{878CC057-3D19-408E-8B58-A7E4D5A413A6}" dt="2025-06-19T11:54:37.356" v="1118" actId="478"/>
          <ac:graphicFrameMkLst>
            <pc:docMk/>
            <pc:sldMk cId="3523782250" sldId="2147347726"/>
            <ac:graphicFrameMk id="323" creationId="{F7F979CD-503B-8CC7-E4A7-ECA17DA19422}"/>
          </ac:graphicFrameMkLst>
        </pc:graphicFrameChg>
        <pc:picChg chg="del">
          <ac:chgData name="Mukherjee, Shouvik" userId="8a0946e8-3a6b-4d5c-947d-73f4cd578335" providerId="ADAL" clId="{878CC057-3D19-408E-8B58-A7E4D5A413A6}" dt="2025-06-19T07:22:36.646" v="2" actId="478"/>
          <ac:picMkLst>
            <pc:docMk/>
            <pc:sldMk cId="3523782250" sldId="2147347726"/>
            <ac:picMk id="7" creationId="{342B19B8-487B-8A27-9B9F-55BBC97E06FF}"/>
          </ac:picMkLst>
        </pc:picChg>
        <pc:picChg chg="add del mod">
          <ac:chgData name="Mukherjee, Shouvik" userId="8a0946e8-3a6b-4d5c-947d-73f4cd578335" providerId="ADAL" clId="{878CC057-3D19-408E-8B58-A7E4D5A413A6}" dt="2025-06-19T07:27:30.234" v="7" actId="478"/>
          <ac:picMkLst>
            <pc:docMk/>
            <pc:sldMk cId="3523782250" sldId="2147347726"/>
            <ac:picMk id="38" creationId="{8DDFD33A-07EC-D23D-4B3F-8D1709EEB45A}"/>
          </ac:picMkLst>
        </pc:picChg>
        <pc:picChg chg="add del mod">
          <ac:chgData name="Mukherjee, Shouvik" userId="8a0946e8-3a6b-4d5c-947d-73f4cd578335" providerId="ADAL" clId="{878CC057-3D19-408E-8B58-A7E4D5A413A6}" dt="2025-06-19T07:27:30.234" v="7" actId="478"/>
          <ac:picMkLst>
            <pc:docMk/>
            <pc:sldMk cId="3523782250" sldId="2147347726"/>
            <ac:picMk id="39" creationId="{B5111741-5E60-7B30-F40E-3E9DC942E67F}"/>
          </ac:picMkLst>
        </pc:picChg>
        <pc:picChg chg="add del mod">
          <ac:chgData name="Mukherjee, Shouvik" userId="8a0946e8-3a6b-4d5c-947d-73f4cd578335" providerId="ADAL" clId="{878CC057-3D19-408E-8B58-A7E4D5A413A6}" dt="2025-06-19T07:27:30.234" v="7" actId="478"/>
          <ac:picMkLst>
            <pc:docMk/>
            <pc:sldMk cId="3523782250" sldId="2147347726"/>
            <ac:picMk id="75" creationId="{7355CD7E-7F69-D174-8C86-828BE128E2D5}"/>
          </ac:picMkLst>
        </pc:picChg>
        <pc:picChg chg="add del mod">
          <ac:chgData name="Mukherjee, Shouvik" userId="8a0946e8-3a6b-4d5c-947d-73f4cd578335" providerId="ADAL" clId="{878CC057-3D19-408E-8B58-A7E4D5A413A6}" dt="2025-06-19T07:27:30.234" v="7" actId="478"/>
          <ac:picMkLst>
            <pc:docMk/>
            <pc:sldMk cId="3523782250" sldId="2147347726"/>
            <ac:picMk id="76" creationId="{266A4562-23C0-5DB4-81BF-6ADBF2FA68EE}"/>
          </ac:picMkLst>
        </pc:picChg>
        <pc:picChg chg="add del mod">
          <ac:chgData name="Mukherjee, Shouvik" userId="8a0946e8-3a6b-4d5c-947d-73f4cd578335" providerId="ADAL" clId="{878CC057-3D19-408E-8B58-A7E4D5A413A6}" dt="2025-06-19T07:27:30.234" v="7" actId="478"/>
          <ac:picMkLst>
            <pc:docMk/>
            <pc:sldMk cId="3523782250" sldId="2147347726"/>
            <ac:picMk id="77" creationId="{11D385D0-F6F2-7584-1AF5-95D7C2E2562B}"/>
          </ac:picMkLst>
        </pc:picChg>
        <pc:picChg chg="add del mod">
          <ac:chgData name="Mukherjee, Shouvik" userId="8a0946e8-3a6b-4d5c-947d-73f4cd578335" providerId="ADAL" clId="{878CC057-3D19-408E-8B58-A7E4D5A413A6}" dt="2025-06-19T07:27:30.234" v="7" actId="478"/>
          <ac:picMkLst>
            <pc:docMk/>
            <pc:sldMk cId="3523782250" sldId="2147347726"/>
            <ac:picMk id="78" creationId="{05A6B355-02E6-4DA5-D159-416ED44C88E2}"/>
          </ac:picMkLst>
        </pc:picChg>
        <pc:picChg chg="add mod">
          <ac:chgData name="Mukherjee, Shouvik" userId="8a0946e8-3a6b-4d5c-947d-73f4cd578335" providerId="ADAL" clId="{878CC057-3D19-408E-8B58-A7E4D5A413A6}" dt="2025-06-19T07:28:13.642" v="54" actId="164"/>
          <ac:picMkLst>
            <pc:docMk/>
            <pc:sldMk cId="3523782250" sldId="2147347726"/>
            <ac:picMk id="127" creationId="{3029AC5C-F999-A481-971C-494DFAFA9283}"/>
          </ac:picMkLst>
        </pc:picChg>
        <pc:picChg chg="add mod">
          <ac:chgData name="Mukherjee, Shouvik" userId="8a0946e8-3a6b-4d5c-947d-73f4cd578335" providerId="ADAL" clId="{878CC057-3D19-408E-8B58-A7E4D5A413A6}" dt="2025-06-19T07:28:13.642" v="54" actId="164"/>
          <ac:picMkLst>
            <pc:docMk/>
            <pc:sldMk cId="3523782250" sldId="2147347726"/>
            <ac:picMk id="128" creationId="{53AA479E-728B-5815-08F2-07F983D50E99}"/>
          </ac:picMkLst>
        </pc:picChg>
        <pc:picChg chg="add mod">
          <ac:chgData name="Mukherjee, Shouvik" userId="8a0946e8-3a6b-4d5c-947d-73f4cd578335" providerId="ADAL" clId="{878CC057-3D19-408E-8B58-A7E4D5A413A6}" dt="2025-06-19T07:28:13.642" v="54" actId="164"/>
          <ac:picMkLst>
            <pc:docMk/>
            <pc:sldMk cId="3523782250" sldId="2147347726"/>
            <ac:picMk id="129" creationId="{9241204E-1140-35F8-96FE-93983B9CE9CF}"/>
          </ac:picMkLst>
        </pc:picChg>
        <pc:picChg chg="add mod">
          <ac:chgData name="Mukherjee, Shouvik" userId="8a0946e8-3a6b-4d5c-947d-73f4cd578335" providerId="ADAL" clId="{878CC057-3D19-408E-8B58-A7E4D5A413A6}" dt="2025-06-19T07:28:13.642" v="54" actId="164"/>
          <ac:picMkLst>
            <pc:docMk/>
            <pc:sldMk cId="3523782250" sldId="2147347726"/>
            <ac:picMk id="130" creationId="{35D07F3F-7483-5773-57F7-29F48E0BF13C}"/>
          </ac:picMkLst>
        </pc:picChg>
        <pc:picChg chg="add mod">
          <ac:chgData name="Mukherjee, Shouvik" userId="8a0946e8-3a6b-4d5c-947d-73f4cd578335" providerId="ADAL" clId="{878CC057-3D19-408E-8B58-A7E4D5A413A6}" dt="2025-06-19T07:28:13.642" v="54" actId="164"/>
          <ac:picMkLst>
            <pc:docMk/>
            <pc:sldMk cId="3523782250" sldId="2147347726"/>
            <ac:picMk id="131" creationId="{4EF6BCA8-654C-ADEC-2C64-A8B278BD1964}"/>
          </ac:picMkLst>
        </pc:picChg>
        <pc:picChg chg="add mod">
          <ac:chgData name="Mukherjee, Shouvik" userId="8a0946e8-3a6b-4d5c-947d-73f4cd578335" providerId="ADAL" clId="{878CC057-3D19-408E-8B58-A7E4D5A413A6}" dt="2025-06-19T07:28:13.642" v="54" actId="164"/>
          <ac:picMkLst>
            <pc:docMk/>
            <pc:sldMk cId="3523782250" sldId="2147347726"/>
            <ac:picMk id="132" creationId="{C64C88A1-B1B6-FDAC-E488-DB5EDBFAC83A}"/>
          </ac:picMkLst>
        </pc:picChg>
        <pc:picChg chg="add del mod">
          <ac:chgData name="Mukherjee, Shouvik" userId="8a0946e8-3a6b-4d5c-947d-73f4cd578335" providerId="ADAL" clId="{878CC057-3D19-408E-8B58-A7E4D5A413A6}" dt="2025-06-19T07:34:46.319" v="198" actId="478"/>
          <ac:picMkLst>
            <pc:docMk/>
            <pc:sldMk cId="3523782250" sldId="2147347726"/>
            <ac:picMk id="183" creationId="{C98770AC-071F-363E-414D-00D591E86047}"/>
          </ac:picMkLst>
        </pc:picChg>
        <pc:picChg chg="add del mod">
          <ac:chgData name="Mukherjee, Shouvik" userId="8a0946e8-3a6b-4d5c-947d-73f4cd578335" providerId="ADAL" clId="{878CC057-3D19-408E-8B58-A7E4D5A413A6}" dt="2025-06-19T07:34:46.319" v="198" actId="478"/>
          <ac:picMkLst>
            <pc:docMk/>
            <pc:sldMk cId="3523782250" sldId="2147347726"/>
            <ac:picMk id="184" creationId="{BE9AAED7-8504-2B9C-8460-9A335E8ABD65}"/>
          </ac:picMkLst>
        </pc:picChg>
        <pc:picChg chg="add del mod">
          <ac:chgData name="Mukherjee, Shouvik" userId="8a0946e8-3a6b-4d5c-947d-73f4cd578335" providerId="ADAL" clId="{878CC057-3D19-408E-8B58-A7E4D5A413A6}" dt="2025-06-19T07:34:46.319" v="198" actId="478"/>
          <ac:picMkLst>
            <pc:docMk/>
            <pc:sldMk cId="3523782250" sldId="2147347726"/>
            <ac:picMk id="185" creationId="{5E0C57DD-FF11-626D-3812-E35AE4F87550}"/>
          </ac:picMkLst>
        </pc:picChg>
        <pc:picChg chg="add del mod">
          <ac:chgData name="Mukherjee, Shouvik" userId="8a0946e8-3a6b-4d5c-947d-73f4cd578335" providerId="ADAL" clId="{878CC057-3D19-408E-8B58-A7E4D5A413A6}" dt="2025-06-19T07:34:46.319" v="198" actId="478"/>
          <ac:picMkLst>
            <pc:docMk/>
            <pc:sldMk cId="3523782250" sldId="2147347726"/>
            <ac:picMk id="186" creationId="{8E5A3B6E-FB7E-A1C3-4AFD-04B473F677F6}"/>
          </ac:picMkLst>
        </pc:picChg>
        <pc:picChg chg="add del mod">
          <ac:chgData name="Mukherjee, Shouvik" userId="8a0946e8-3a6b-4d5c-947d-73f4cd578335" providerId="ADAL" clId="{878CC057-3D19-408E-8B58-A7E4D5A413A6}" dt="2025-06-19T07:34:46.319" v="198" actId="478"/>
          <ac:picMkLst>
            <pc:docMk/>
            <pc:sldMk cId="3523782250" sldId="2147347726"/>
            <ac:picMk id="187" creationId="{5A7B07EB-A1A2-7F41-1A80-7AF0EBF837EE}"/>
          </ac:picMkLst>
        </pc:picChg>
        <pc:picChg chg="add del mod">
          <ac:chgData name="Mukherjee, Shouvik" userId="8a0946e8-3a6b-4d5c-947d-73f4cd578335" providerId="ADAL" clId="{878CC057-3D19-408E-8B58-A7E4D5A413A6}" dt="2025-06-19T07:34:46.319" v="198" actId="478"/>
          <ac:picMkLst>
            <pc:docMk/>
            <pc:sldMk cId="3523782250" sldId="2147347726"/>
            <ac:picMk id="188" creationId="{FF7372DA-9ECB-3422-AFE2-8C5C542F3BBF}"/>
          </ac:picMkLst>
        </pc:picChg>
        <pc:picChg chg="add del mod">
          <ac:chgData name="Mukherjee, Shouvik" userId="8a0946e8-3a6b-4d5c-947d-73f4cd578335" providerId="ADAL" clId="{878CC057-3D19-408E-8B58-A7E4D5A413A6}" dt="2025-06-19T11:51:45.987" v="1114" actId="478"/>
          <ac:picMkLst>
            <pc:docMk/>
            <pc:sldMk cId="3523782250" sldId="2147347726"/>
            <ac:picMk id="238" creationId="{6B32C8EF-5682-67BE-8663-F61CD73B8B58}"/>
          </ac:picMkLst>
        </pc:picChg>
        <pc:picChg chg="add del mod">
          <ac:chgData name="Mukherjee, Shouvik" userId="8a0946e8-3a6b-4d5c-947d-73f4cd578335" providerId="ADAL" clId="{878CC057-3D19-408E-8B58-A7E4D5A413A6}" dt="2025-06-19T11:51:45.987" v="1114" actId="478"/>
          <ac:picMkLst>
            <pc:docMk/>
            <pc:sldMk cId="3523782250" sldId="2147347726"/>
            <ac:picMk id="239" creationId="{B4BFF758-7A5D-9BE5-ACDB-7B34811DF58A}"/>
          </ac:picMkLst>
        </pc:picChg>
        <pc:picChg chg="add del mod">
          <ac:chgData name="Mukherjee, Shouvik" userId="8a0946e8-3a6b-4d5c-947d-73f4cd578335" providerId="ADAL" clId="{878CC057-3D19-408E-8B58-A7E4D5A413A6}" dt="2025-06-19T11:51:45.987" v="1114" actId="478"/>
          <ac:picMkLst>
            <pc:docMk/>
            <pc:sldMk cId="3523782250" sldId="2147347726"/>
            <ac:picMk id="240" creationId="{8D6C3FAF-4D87-2F7B-098B-ED10629ACD07}"/>
          </ac:picMkLst>
        </pc:picChg>
        <pc:picChg chg="add del mod">
          <ac:chgData name="Mukherjee, Shouvik" userId="8a0946e8-3a6b-4d5c-947d-73f4cd578335" providerId="ADAL" clId="{878CC057-3D19-408E-8B58-A7E4D5A413A6}" dt="2025-06-19T11:51:45.987" v="1114" actId="478"/>
          <ac:picMkLst>
            <pc:docMk/>
            <pc:sldMk cId="3523782250" sldId="2147347726"/>
            <ac:picMk id="241" creationId="{62A5005A-36F6-12EB-7286-E6D5823BEE3D}"/>
          </ac:picMkLst>
        </pc:picChg>
        <pc:picChg chg="add del mod">
          <ac:chgData name="Mukherjee, Shouvik" userId="8a0946e8-3a6b-4d5c-947d-73f4cd578335" providerId="ADAL" clId="{878CC057-3D19-408E-8B58-A7E4D5A413A6}" dt="2025-06-19T11:51:45.987" v="1114" actId="478"/>
          <ac:picMkLst>
            <pc:docMk/>
            <pc:sldMk cId="3523782250" sldId="2147347726"/>
            <ac:picMk id="242" creationId="{27C98771-2EB6-3C0C-0565-2807D5C3D1FA}"/>
          </ac:picMkLst>
        </pc:picChg>
        <pc:picChg chg="add del mod">
          <ac:chgData name="Mukherjee, Shouvik" userId="8a0946e8-3a6b-4d5c-947d-73f4cd578335" providerId="ADAL" clId="{878CC057-3D19-408E-8B58-A7E4D5A413A6}" dt="2025-06-19T11:51:45.987" v="1114" actId="478"/>
          <ac:picMkLst>
            <pc:docMk/>
            <pc:sldMk cId="3523782250" sldId="2147347726"/>
            <ac:picMk id="243" creationId="{80119CA2-EABE-0377-5AC8-5FF69FC1CC92}"/>
          </ac:picMkLst>
        </pc:picChg>
        <pc:picChg chg="mod">
          <ac:chgData name="Mukherjee, Shouvik" userId="8a0946e8-3a6b-4d5c-947d-73f4cd578335" providerId="ADAL" clId="{878CC057-3D19-408E-8B58-A7E4D5A413A6}" dt="2025-06-19T11:54:32.718" v="1117"/>
          <ac:picMkLst>
            <pc:docMk/>
            <pc:sldMk cId="3523782250" sldId="2147347726"/>
            <ac:picMk id="307" creationId="{D3488CAD-1F56-2E33-95D0-016F4B2C7844}"/>
          </ac:picMkLst>
        </pc:picChg>
        <pc:cxnChg chg="add mod">
          <ac:chgData name="Mukherjee, Shouvik" userId="8a0946e8-3a6b-4d5c-947d-73f4cd578335" providerId="ADAL" clId="{878CC057-3D19-408E-8B58-A7E4D5A413A6}" dt="2025-06-19T11:54:32.718" v="1117"/>
          <ac:cxnSpMkLst>
            <pc:docMk/>
            <pc:sldMk cId="3523782250" sldId="2147347726"/>
            <ac:cxnSpMk id="272" creationId="{B32BEAAE-360E-C21A-8257-755823CE5E38}"/>
          </ac:cxnSpMkLst>
        </pc:cxnChg>
        <pc:cxnChg chg="add mod">
          <ac:chgData name="Mukherjee, Shouvik" userId="8a0946e8-3a6b-4d5c-947d-73f4cd578335" providerId="ADAL" clId="{878CC057-3D19-408E-8B58-A7E4D5A413A6}" dt="2025-06-19T11:54:32.718" v="1117"/>
          <ac:cxnSpMkLst>
            <pc:docMk/>
            <pc:sldMk cId="3523782250" sldId="2147347726"/>
            <ac:cxnSpMk id="280" creationId="{9FA0DB15-024B-04BD-2CED-E0C99C19BBE8}"/>
          </ac:cxnSpMkLst>
        </pc:cxnChg>
        <pc:cxnChg chg="add mod">
          <ac:chgData name="Mukherjee, Shouvik" userId="8a0946e8-3a6b-4d5c-947d-73f4cd578335" providerId="ADAL" clId="{878CC057-3D19-408E-8B58-A7E4D5A413A6}" dt="2025-06-19T11:54:32.718" v="1117"/>
          <ac:cxnSpMkLst>
            <pc:docMk/>
            <pc:sldMk cId="3523782250" sldId="2147347726"/>
            <ac:cxnSpMk id="281" creationId="{37BD96E8-02BF-756E-BD3C-C6FFDB0228DA}"/>
          </ac:cxnSpMkLst>
        </pc:cxnChg>
      </pc:sldChg>
      <pc:sldChg chg="modSp mod">
        <pc:chgData name="Mukherjee, Shouvik" userId="8a0946e8-3a6b-4d5c-947d-73f4cd578335" providerId="ADAL" clId="{878CC057-3D19-408E-8B58-A7E4D5A413A6}" dt="2025-06-20T04:49:26.471" v="2103" actId="20577"/>
        <pc:sldMkLst>
          <pc:docMk/>
          <pc:sldMk cId="3063834027" sldId="2147347738"/>
        </pc:sldMkLst>
        <pc:spChg chg="mod">
          <ac:chgData name="Mukherjee, Shouvik" userId="8a0946e8-3a6b-4d5c-947d-73f4cd578335" providerId="ADAL" clId="{878CC057-3D19-408E-8B58-A7E4D5A413A6}" dt="2025-06-19T15:06:29.946" v="1909" actId="123"/>
          <ac:spMkLst>
            <pc:docMk/>
            <pc:sldMk cId="3063834027" sldId="2147347738"/>
            <ac:spMk id="9" creationId="{CBCB8E37-4472-2E59-96FA-BDF9B804B0BA}"/>
          </ac:spMkLst>
        </pc:spChg>
        <pc:spChg chg="mod">
          <ac:chgData name="Mukherjee, Shouvik" userId="8a0946e8-3a6b-4d5c-947d-73f4cd578335" providerId="ADAL" clId="{878CC057-3D19-408E-8B58-A7E4D5A413A6}" dt="2025-06-19T15:06:42.219" v="1911" actId="14100"/>
          <ac:spMkLst>
            <pc:docMk/>
            <pc:sldMk cId="3063834027" sldId="2147347738"/>
            <ac:spMk id="16" creationId="{687D3D11-7075-870F-069E-0E0B1808C487}"/>
          </ac:spMkLst>
        </pc:spChg>
        <pc:spChg chg="mod">
          <ac:chgData name="Mukherjee, Shouvik" userId="8a0946e8-3a6b-4d5c-947d-73f4cd578335" providerId="ADAL" clId="{878CC057-3D19-408E-8B58-A7E4D5A413A6}" dt="2025-06-20T04:49:26.471" v="2103" actId="20577"/>
          <ac:spMkLst>
            <pc:docMk/>
            <pc:sldMk cId="3063834027" sldId="2147347738"/>
            <ac:spMk id="28" creationId="{6F67C0FC-581A-F2E0-2286-399E92833799}"/>
          </ac:spMkLst>
        </pc:spChg>
      </pc:sldChg>
      <pc:sldChg chg="modSp mod">
        <pc:chgData name="Mukherjee, Shouvik" userId="8a0946e8-3a6b-4d5c-947d-73f4cd578335" providerId="ADAL" clId="{878CC057-3D19-408E-8B58-A7E4D5A413A6}" dt="2025-06-20T08:30:39.759" v="3087" actId="20577"/>
        <pc:sldMkLst>
          <pc:docMk/>
          <pc:sldMk cId="462382829" sldId="2147347740"/>
        </pc:sldMkLst>
        <pc:spChg chg="mod">
          <ac:chgData name="Mukherjee, Shouvik" userId="8a0946e8-3a6b-4d5c-947d-73f4cd578335" providerId="ADAL" clId="{878CC057-3D19-408E-8B58-A7E4D5A413A6}" dt="2025-06-20T08:30:39.759" v="3087" actId="20577"/>
          <ac:spMkLst>
            <pc:docMk/>
            <pc:sldMk cId="462382829" sldId="2147347740"/>
            <ac:spMk id="9" creationId="{09A8C4DF-097B-21EA-158C-8F9534D7A9D7}"/>
          </ac:spMkLst>
        </pc:spChg>
      </pc:sldChg>
      <pc:sldChg chg="modSp mod ord">
        <pc:chgData name="Mukherjee, Shouvik" userId="8a0946e8-3a6b-4d5c-947d-73f4cd578335" providerId="ADAL" clId="{878CC057-3D19-408E-8B58-A7E4D5A413A6}" dt="2025-06-19T13:50:23.117" v="1596"/>
        <pc:sldMkLst>
          <pc:docMk/>
          <pc:sldMk cId="2611401939" sldId="2147347742"/>
        </pc:sldMkLst>
        <pc:spChg chg="mod">
          <ac:chgData name="Mukherjee, Shouvik" userId="8a0946e8-3a6b-4d5c-947d-73f4cd578335" providerId="ADAL" clId="{878CC057-3D19-408E-8B58-A7E4D5A413A6}" dt="2025-06-19T10:00:39.327" v="1015" actId="403"/>
          <ac:spMkLst>
            <pc:docMk/>
            <pc:sldMk cId="2611401939" sldId="2147347742"/>
            <ac:spMk id="52" creationId="{8848D22C-93A3-FA49-A30E-FCA0E98A17B6}"/>
          </ac:spMkLst>
        </pc:spChg>
        <pc:spChg chg="mod">
          <ac:chgData name="Mukherjee, Shouvik" userId="8a0946e8-3a6b-4d5c-947d-73f4cd578335" providerId="ADAL" clId="{878CC057-3D19-408E-8B58-A7E4D5A413A6}" dt="2025-06-19T10:00:39.327" v="1015" actId="403"/>
          <ac:spMkLst>
            <pc:docMk/>
            <pc:sldMk cId="2611401939" sldId="2147347742"/>
            <ac:spMk id="53" creationId="{1853AF3E-C55F-5A64-758B-2827F53E3E74}"/>
          </ac:spMkLst>
        </pc:spChg>
        <pc:spChg chg="mod">
          <ac:chgData name="Mukherjee, Shouvik" userId="8a0946e8-3a6b-4d5c-947d-73f4cd578335" providerId="ADAL" clId="{878CC057-3D19-408E-8B58-A7E4D5A413A6}" dt="2025-06-19T10:00:39.327" v="1015" actId="403"/>
          <ac:spMkLst>
            <pc:docMk/>
            <pc:sldMk cId="2611401939" sldId="2147347742"/>
            <ac:spMk id="54" creationId="{513F7FCE-4036-F896-9DCB-40DEC4052971}"/>
          </ac:spMkLst>
        </pc:spChg>
        <pc:spChg chg="mod">
          <ac:chgData name="Mukherjee, Shouvik" userId="8a0946e8-3a6b-4d5c-947d-73f4cd578335" providerId="ADAL" clId="{878CC057-3D19-408E-8B58-A7E4D5A413A6}" dt="2025-06-19T10:00:39.327" v="1015" actId="403"/>
          <ac:spMkLst>
            <pc:docMk/>
            <pc:sldMk cId="2611401939" sldId="2147347742"/>
            <ac:spMk id="55" creationId="{8A80B840-0B93-0888-2911-D3C0544037F8}"/>
          </ac:spMkLst>
        </pc:spChg>
        <pc:spChg chg="mod">
          <ac:chgData name="Mukherjee, Shouvik" userId="8a0946e8-3a6b-4d5c-947d-73f4cd578335" providerId="ADAL" clId="{878CC057-3D19-408E-8B58-A7E4D5A413A6}" dt="2025-06-19T10:00:39.327" v="1015" actId="403"/>
          <ac:spMkLst>
            <pc:docMk/>
            <pc:sldMk cId="2611401939" sldId="2147347742"/>
            <ac:spMk id="56" creationId="{4B05AE63-AD7B-A239-B944-23787788FDB8}"/>
          </ac:spMkLst>
        </pc:spChg>
        <pc:spChg chg="mod">
          <ac:chgData name="Mukherjee, Shouvik" userId="8a0946e8-3a6b-4d5c-947d-73f4cd578335" providerId="ADAL" clId="{878CC057-3D19-408E-8B58-A7E4D5A413A6}" dt="2025-06-19T10:00:39.327" v="1015" actId="403"/>
          <ac:spMkLst>
            <pc:docMk/>
            <pc:sldMk cId="2611401939" sldId="2147347742"/>
            <ac:spMk id="57" creationId="{63F9810D-7F41-F434-D450-C97B5100B73D}"/>
          </ac:spMkLst>
        </pc:spChg>
        <pc:spChg chg="mod">
          <ac:chgData name="Mukherjee, Shouvik" userId="8a0946e8-3a6b-4d5c-947d-73f4cd578335" providerId="ADAL" clId="{878CC057-3D19-408E-8B58-A7E4D5A413A6}" dt="2025-06-19T10:00:39.327" v="1015" actId="403"/>
          <ac:spMkLst>
            <pc:docMk/>
            <pc:sldMk cId="2611401939" sldId="2147347742"/>
            <ac:spMk id="58" creationId="{AEC3BE17-E622-E22F-3D6D-E8208C970588}"/>
          </ac:spMkLst>
        </pc:spChg>
        <pc:spChg chg="mod">
          <ac:chgData name="Mukherjee, Shouvik" userId="8a0946e8-3a6b-4d5c-947d-73f4cd578335" providerId="ADAL" clId="{878CC057-3D19-408E-8B58-A7E4D5A413A6}" dt="2025-06-19T10:00:39.327" v="1015" actId="403"/>
          <ac:spMkLst>
            <pc:docMk/>
            <pc:sldMk cId="2611401939" sldId="2147347742"/>
            <ac:spMk id="59" creationId="{19C6892A-7EFD-8C43-51F5-65F3D98C6EA3}"/>
          </ac:spMkLst>
        </pc:spChg>
        <pc:spChg chg="mod">
          <ac:chgData name="Mukherjee, Shouvik" userId="8a0946e8-3a6b-4d5c-947d-73f4cd578335" providerId="ADAL" clId="{878CC057-3D19-408E-8B58-A7E4D5A413A6}" dt="2025-06-19T10:00:39.327" v="1015" actId="403"/>
          <ac:spMkLst>
            <pc:docMk/>
            <pc:sldMk cId="2611401939" sldId="2147347742"/>
            <ac:spMk id="60" creationId="{5C45C3B4-BFAF-F0D9-B58D-AD7E9EF5E45D}"/>
          </ac:spMkLst>
        </pc:spChg>
        <pc:spChg chg="mod">
          <ac:chgData name="Mukherjee, Shouvik" userId="8a0946e8-3a6b-4d5c-947d-73f4cd578335" providerId="ADAL" clId="{878CC057-3D19-408E-8B58-A7E4D5A413A6}" dt="2025-06-19T10:00:39.327" v="1015" actId="403"/>
          <ac:spMkLst>
            <pc:docMk/>
            <pc:sldMk cId="2611401939" sldId="2147347742"/>
            <ac:spMk id="61" creationId="{6F4C3699-7778-B42A-94CE-834D5CF8D7FA}"/>
          </ac:spMkLst>
        </pc:spChg>
        <pc:spChg chg="mod">
          <ac:chgData name="Mukherjee, Shouvik" userId="8a0946e8-3a6b-4d5c-947d-73f4cd578335" providerId="ADAL" clId="{878CC057-3D19-408E-8B58-A7E4D5A413A6}" dt="2025-06-19T10:00:39.327" v="1015" actId="403"/>
          <ac:spMkLst>
            <pc:docMk/>
            <pc:sldMk cId="2611401939" sldId="2147347742"/>
            <ac:spMk id="62" creationId="{D4B6B343-E5EB-1735-28C7-51D49E0F02FD}"/>
          </ac:spMkLst>
        </pc:spChg>
        <pc:spChg chg="mod">
          <ac:chgData name="Mukherjee, Shouvik" userId="8a0946e8-3a6b-4d5c-947d-73f4cd578335" providerId="ADAL" clId="{878CC057-3D19-408E-8B58-A7E4D5A413A6}" dt="2025-06-19T10:00:39.327" v="1015" actId="403"/>
          <ac:spMkLst>
            <pc:docMk/>
            <pc:sldMk cId="2611401939" sldId="2147347742"/>
            <ac:spMk id="63" creationId="{A3E63646-6128-06F0-AF27-BE574D039188}"/>
          </ac:spMkLst>
        </pc:spChg>
        <pc:spChg chg="mod">
          <ac:chgData name="Mukherjee, Shouvik" userId="8a0946e8-3a6b-4d5c-947d-73f4cd578335" providerId="ADAL" clId="{878CC057-3D19-408E-8B58-A7E4D5A413A6}" dt="2025-06-19T10:00:39.327" v="1015" actId="403"/>
          <ac:spMkLst>
            <pc:docMk/>
            <pc:sldMk cId="2611401939" sldId="2147347742"/>
            <ac:spMk id="64" creationId="{AE9C3A8E-DE5B-2144-D849-5AD9D58139FA}"/>
          </ac:spMkLst>
        </pc:spChg>
        <pc:spChg chg="mod">
          <ac:chgData name="Mukherjee, Shouvik" userId="8a0946e8-3a6b-4d5c-947d-73f4cd578335" providerId="ADAL" clId="{878CC057-3D19-408E-8B58-A7E4D5A413A6}" dt="2025-06-19T10:00:39.327" v="1015" actId="403"/>
          <ac:spMkLst>
            <pc:docMk/>
            <pc:sldMk cId="2611401939" sldId="2147347742"/>
            <ac:spMk id="65" creationId="{68EA1E23-5961-4C0C-1A77-835FFBFE9D77}"/>
          </ac:spMkLst>
        </pc:spChg>
        <pc:spChg chg="mod">
          <ac:chgData name="Mukherjee, Shouvik" userId="8a0946e8-3a6b-4d5c-947d-73f4cd578335" providerId="ADAL" clId="{878CC057-3D19-408E-8B58-A7E4D5A413A6}" dt="2025-06-19T10:00:39.327" v="1015" actId="403"/>
          <ac:spMkLst>
            <pc:docMk/>
            <pc:sldMk cId="2611401939" sldId="2147347742"/>
            <ac:spMk id="66" creationId="{152D3CCF-BBC7-AD9B-3501-2A848762049A}"/>
          </ac:spMkLst>
        </pc:spChg>
        <pc:spChg chg="mod">
          <ac:chgData name="Mukherjee, Shouvik" userId="8a0946e8-3a6b-4d5c-947d-73f4cd578335" providerId="ADAL" clId="{878CC057-3D19-408E-8B58-A7E4D5A413A6}" dt="2025-06-19T10:00:39.327" v="1015" actId="403"/>
          <ac:spMkLst>
            <pc:docMk/>
            <pc:sldMk cId="2611401939" sldId="2147347742"/>
            <ac:spMk id="67" creationId="{5DA038FB-B523-E64A-CB58-FE0364F0E897}"/>
          </ac:spMkLst>
        </pc:spChg>
        <pc:spChg chg="mod">
          <ac:chgData name="Mukherjee, Shouvik" userId="8a0946e8-3a6b-4d5c-947d-73f4cd578335" providerId="ADAL" clId="{878CC057-3D19-408E-8B58-A7E4D5A413A6}" dt="2025-06-19T10:00:39.327" v="1015" actId="403"/>
          <ac:spMkLst>
            <pc:docMk/>
            <pc:sldMk cId="2611401939" sldId="2147347742"/>
            <ac:spMk id="81" creationId="{3F6AA2C9-76F0-A79E-E37C-84AAD398C092}"/>
          </ac:spMkLst>
        </pc:spChg>
        <pc:spChg chg="mod">
          <ac:chgData name="Mukherjee, Shouvik" userId="8a0946e8-3a6b-4d5c-947d-73f4cd578335" providerId="ADAL" clId="{878CC057-3D19-408E-8B58-A7E4D5A413A6}" dt="2025-06-19T10:00:39.327" v="1015" actId="403"/>
          <ac:spMkLst>
            <pc:docMk/>
            <pc:sldMk cId="2611401939" sldId="2147347742"/>
            <ac:spMk id="82" creationId="{893629E0-E379-4EFC-050B-B24005DCD080}"/>
          </ac:spMkLst>
        </pc:spChg>
        <pc:spChg chg="mod">
          <ac:chgData name="Mukherjee, Shouvik" userId="8a0946e8-3a6b-4d5c-947d-73f4cd578335" providerId="ADAL" clId="{878CC057-3D19-408E-8B58-A7E4D5A413A6}" dt="2025-06-19T10:00:39.327" v="1015" actId="403"/>
          <ac:spMkLst>
            <pc:docMk/>
            <pc:sldMk cId="2611401939" sldId="2147347742"/>
            <ac:spMk id="83" creationId="{EEB9DEF8-A50C-C02E-DD09-733E2861D81D}"/>
          </ac:spMkLst>
        </pc:spChg>
        <pc:spChg chg="mod">
          <ac:chgData name="Mukherjee, Shouvik" userId="8a0946e8-3a6b-4d5c-947d-73f4cd578335" providerId="ADAL" clId="{878CC057-3D19-408E-8B58-A7E4D5A413A6}" dt="2025-06-19T10:00:39.327" v="1015" actId="403"/>
          <ac:spMkLst>
            <pc:docMk/>
            <pc:sldMk cId="2611401939" sldId="2147347742"/>
            <ac:spMk id="84" creationId="{8B8C47D0-742E-6317-CB4E-2773646BB876}"/>
          </ac:spMkLst>
        </pc:spChg>
        <pc:spChg chg="mod">
          <ac:chgData name="Mukherjee, Shouvik" userId="8a0946e8-3a6b-4d5c-947d-73f4cd578335" providerId="ADAL" clId="{878CC057-3D19-408E-8B58-A7E4D5A413A6}" dt="2025-06-19T10:00:39.327" v="1015" actId="403"/>
          <ac:spMkLst>
            <pc:docMk/>
            <pc:sldMk cId="2611401939" sldId="2147347742"/>
            <ac:spMk id="85" creationId="{0E1C2D95-0B69-B4EB-7C20-793CEC79CC92}"/>
          </ac:spMkLst>
        </pc:spChg>
        <pc:spChg chg="mod">
          <ac:chgData name="Mukherjee, Shouvik" userId="8a0946e8-3a6b-4d5c-947d-73f4cd578335" providerId="ADAL" clId="{878CC057-3D19-408E-8B58-A7E4D5A413A6}" dt="2025-06-19T10:00:39.327" v="1015" actId="403"/>
          <ac:spMkLst>
            <pc:docMk/>
            <pc:sldMk cId="2611401939" sldId="2147347742"/>
            <ac:spMk id="86" creationId="{6286DC50-C287-3406-A5A1-F9387C2E787F}"/>
          </ac:spMkLst>
        </pc:spChg>
        <pc:spChg chg="mod">
          <ac:chgData name="Mukherjee, Shouvik" userId="8a0946e8-3a6b-4d5c-947d-73f4cd578335" providerId="ADAL" clId="{878CC057-3D19-408E-8B58-A7E4D5A413A6}" dt="2025-06-19T10:00:39.327" v="1015" actId="403"/>
          <ac:spMkLst>
            <pc:docMk/>
            <pc:sldMk cId="2611401939" sldId="2147347742"/>
            <ac:spMk id="88" creationId="{AF2562AA-FCF9-E745-636E-FC091D3F268B}"/>
          </ac:spMkLst>
        </pc:spChg>
        <pc:spChg chg="mod">
          <ac:chgData name="Mukherjee, Shouvik" userId="8a0946e8-3a6b-4d5c-947d-73f4cd578335" providerId="ADAL" clId="{878CC057-3D19-408E-8B58-A7E4D5A413A6}" dt="2025-06-19T10:00:39.327" v="1015" actId="403"/>
          <ac:spMkLst>
            <pc:docMk/>
            <pc:sldMk cId="2611401939" sldId="2147347742"/>
            <ac:spMk id="89" creationId="{82B638EE-FEB4-0E70-8336-1808790E6EDC}"/>
          </ac:spMkLst>
        </pc:spChg>
        <pc:spChg chg="mod">
          <ac:chgData name="Mukherjee, Shouvik" userId="8a0946e8-3a6b-4d5c-947d-73f4cd578335" providerId="ADAL" clId="{878CC057-3D19-408E-8B58-A7E4D5A413A6}" dt="2025-06-19T10:00:39.327" v="1015" actId="403"/>
          <ac:spMkLst>
            <pc:docMk/>
            <pc:sldMk cId="2611401939" sldId="2147347742"/>
            <ac:spMk id="90" creationId="{E1298AD9-3700-51C6-9096-E9E06DD9D0FD}"/>
          </ac:spMkLst>
        </pc:spChg>
        <pc:spChg chg="mod">
          <ac:chgData name="Mukherjee, Shouvik" userId="8a0946e8-3a6b-4d5c-947d-73f4cd578335" providerId="ADAL" clId="{878CC057-3D19-408E-8B58-A7E4D5A413A6}" dt="2025-06-19T10:00:39.327" v="1015" actId="403"/>
          <ac:spMkLst>
            <pc:docMk/>
            <pc:sldMk cId="2611401939" sldId="2147347742"/>
            <ac:spMk id="91" creationId="{B80A1ECB-FD11-92D4-904E-D677C34D1C39}"/>
          </ac:spMkLst>
        </pc:spChg>
        <pc:picChg chg="mod">
          <ac:chgData name="Mukherjee, Shouvik" userId="8a0946e8-3a6b-4d5c-947d-73f4cd578335" providerId="ADAL" clId="{878CC057-3D19-408E-8B58-A7E4D5A413A6}" dt="2025-06-19T10:00:39.327" v="1015" actId="403"/>
          <ac:picMkLst>
            <pc:docMk/>
            <pc:sldMk cId="2611401939" sldId="2147347742"/>
            <ac:picMk id="69" creationId="{E6DB28D4-B5DD-0243-EDC6-61E1F521110B}"/>
          </ac:picMkLst>
        </pc:picChg>
        <pc:picChg chg="mod">
          <ac:chgData name="Mukherjee, Shouvik" userId="8a0946e8-3a6b-4d5c-947d-73f4cd578335" providerId="ADAL" clId="{878CC057-3D19-408E-8B58-A7E4D5A413A6}" dt="2025-06-19T10:00:39.327" v="1015" actId="403"/>
          <ac:picMkLst>
            <pc:docMk/>
            <pc:sldMk cId="2611401939" sldId="2147347742"/>
            <ac:picMk id="70" creationId="{92401618-C5C1-3F73-8B82-AC3500E5BFF6}"/>
          </ac:picMkLst>
        </pc:picChg>
        <pc:picChg chg="mod">
          <ac:chgData name="Mukherjee, Shouvik" userId="8a0946e8-3a6b-4d5c-947d-73f4cd578335" providerId="ADAL" clId="{878CC057-3D19-408E-8B58-A7E4D5A413A6}" dt="2025-06-19T10:00:39.327" v="1015" actId="403"/>
          <ac:picMkLst>
            <pc:docMk/>
            <pc:sldMk cId="2611401939" sldId="2147347742"/>
            <ac:picMk id="72" creationId="{16AE4B88-81A8-8FF3-B5FA-9696CC838F84}"/>
          </ac:picMkLst>
        </pc:picChg>
        <pc:picChg chg="mod">
          <ac:chgData name="Mukherjee, Shouvik" userId="8a0946e8-3a6b-4d5c-947d-73f4cd578335" providerId="ADAL" clId="{878CC057-3D19-408E-8B58-A7E4D5A413A6}" dt="2025-06-19T10:00:39.327" v="1015" actId="403"/>
          <ac:picMkLst>
            <pc:docMk/>
            <pc:sldMk cId="2611401939" sldId="2147347742"/>
            <ac:picMk id="87" creationId="{488CC267-C248-B5C3-5CA8-4E42D72B70F9}"/>
          </ac:picMkLst>
        </pc:picChg>
        <pc:picChg chg="mod">
          <ac:chgData name="Mukherjee, Shouvik" userId="8a0946e8-3a6b-4d5c-947d-73f4cd578335" providerId="ADAL" clId="{878CC057-3D19-408E-8B58-A7E4D5A413A6}" dt="2025-06-19T10:00:39.327" v="1015" actId="403"/>
          <ac:picMkLst>
            <pc:docMk/>
            <pc:sldMk cId="2611401939" sldId="2147347742"/>
            <ac:picMk id="92" creationId="{12BE56B4-3CCA-AD5F-890A-FECBB96F8D2E}"/>
          </ac:picMkLst>
        </pc:picChg>
      </pc:sldChg>
      <pc:sldChg chg="modSp mod modCm">
        <pc:chgData name="Mukherjee, Shouvik" userId="8a0946e8-3a6b-4d5c-947d-73f4cd578335" providerId="ADAL" clId="{878CC057-3D19-408E-8B58-A7E4D5A413A6}" dt="2025-06-20T08:38:18.943" v="3151"/>
        <pc:sldMkLst>
          <pc:docMk/>
          <pc:sldMk cId="3486595903" sldId="2147482244"/>
        </pc:sldMkLst>
        <pc:spChg chg="mod">
          <ac:chgData name="Mukherjee, Shouvik" userId="8a0946e8-3a6b-4d5c-947d-73f4cd578335" providerId="ADAL" clId="{878CC057-3D19-408E-8B58-A7E4D5A413A6}" dt="2025-06-20T08:37:51.866" v="3150" actId="20577"/>
          <ac:spMkLst>
            <pc:docMk/>
            <pc:sldMk cId="3486595903" sldId="2147482244"/>
            <ac:spMk id="18" creationId="{9A27E93E-52A7-89CD-94B0-76D6FDACEBA6}"/>
          </ac:spMkLst>
        </pc:spChg>
        <pc:spChg chg="mod">
          <ac:chgData name="Mukherjee, Shouvik" userId="8a0946e8-3a6b-4d5c-947d-73f4cd578335" providerId="ADAL" clId="{878CC057-3D19-408E-8B58-A7E4D5A413A6}" dt="2025-06-20T08:34:42.406" v="3125" actId="20577"/>
          <ac:spMkLst>
            <pc:docMk/>
            <pc:sldMk cId="3486595903" sldId="2147482244"/>
            <ac:spMk id="24" creationId="{80A278B5-620C-9626-B342-11887F37F9BE}"/>
          </ac:spMkLst>
        </pc:spChg>
        <pc:spChg chg="mod">
          <ac:chgData name="Mukherjee, Shouvik" userId="8a0946e8-3a6b-4d5c-947d-73f4cd578335" providerId="ADAL" clId="{878CC057-3D19-408E-8B58-A7E4D5A413A6}" dt="2025-06-20T07:12:33.309" v="2994" actId="123"/>
          <ac:spMkLst>
            <pc:docMk/>
            <pc:sldMk cId="3486595903" sldId="2147482244"/>
            <ac:spMk id="27" creationId="{1D735182-6CF1-9F65-65C5-46E255A9D0C7}"/>
          </ac:spMkLst>
        </pc:spChg>
        <pc:spChg chg="mod">
          <ac:chgData name="Mukherjee, Shouvik" userId="8a0946e8-3a6b-4d5c-947d-73f4cd578335" providerId="ADAL" clId="{878CC057-3D19-408E-8B58-A7E4D5A413A6}" dt="2025-06-20T07:54:37.617" v="3002" actId="20577"/>
          <ac:spMkLst>
            <pc:docMk/>
            <pc:sldMk cId="3486595903" sldId="2147482244"/>
            <ac:spMk id="29" creationId="{B009D7E0-850C-042F-C353-5BAF14DE6D0B}"/>
          </ac:spMkLst>
        </pc:spChg>
        <pc:spChg chg="mod">
          <ac:chgData name="Mukherjee, Shouvik" userId="8a0946e8-3a6b-4d5c-947d-73f4cd578335" providerId="ADAL" clId="{878CC057-3D19-408E-8B58-A7E4D5A413A6}" dt="2025-06-20T07:12:44.869" v="2998" actId="20577"/>
          <ac:spMkLst>
            <pc:docMk/>
            <pc:sldMk cId="3486595903" sldId="2147482244"/>
            <ac:spMk id="72" creationId="{AB3C28F3-806D-F9CA-657A-C538F4C53AF0}"/>
          </ac:spMkLst>
        </pc:spChg>
        <pc:extLst>
          <p:ext xmlns:p="http://schemas.openxmlformats.org/presentationml/2006/main" uri="{D6D511B9-2390-475A-947B-AFAB55BFBCF1}">
            <pc226:cmChg xmlns:pc226="http://schemas.microsoft.com/office/powerpoint/2022/06/main/command" chg="">
              <pc226:chgData name="Mukherjee, Shouvik" userId="8a0946e8-3a6b-4d5c-947d-73f4cd578335" providerId="ADAL" clId="{878CC057-3D19-408E-8B58-A7E4D5A413A6}" dt="2025-06-20T08:38:18.943" v="3151"/>
              <pc2:cmMkLst xmlns:pc2="http://schemas.microsoft.com/office/powerpoint/2019/9/main/command">
                <pc:docMk/>
                <pc:sldMk cId="3486595903" sldId="2147482244"/>
                <pc2:cmMk id="{43559429-0FD0-45FD-8184-CEE8277C96A0}"/>
              </pc2:cmMkLst>
              <pc226:cmRplyChg chg="add">
                <pc226:chgData name="Mukherjee, Shouvik" userId="8a0946e8-3a6b-4d5c-947d-73f4cd578335" providerId="ADAL" clId="{878CC057-3D19-408E-8B58-A7E4D5A413A6}" dt="2025-06-20T08:38:18.943" v="3151"/>
                <pc2:cmRplyMkLst xmlns:pc2="http://schemas.microsoft.com/office/powerpoint/2019/9/main/command">
                  <pc:docMk/>
                  <pc:sldMk cId="3486595903" sldId="2147482244"/>
                  <pc2:cmMk id="{43559429-0FD0-45FD-8184-CEE8277C96A0}"/>
                  <pc2:cmRplyMk id="{DA0B4993-A314-4A6D-A558-42B8660A7019}"/>
                </pc2:cmRplyMkLst>
              </pc226:cmRplyChg>
            </pc226:cmChg>
          </p:ext>
        </pc:extLst>
      </pc:sldChg>
      <pc:sldChg chg="add">
        <pc:chgData name="Mukherjee, Shouvik" userId="8a0946e8-3a6b-4d5c-947d-73f4cd578335" providerId="ADAL" clId="{878CC057-3D19-408E-8B58-A7E4D5A413A6}" dt="2025-06-19T07:22:30.102" v="1" actId="2890"/>
        <pc:sldMkLst>
          <pc:docMk/>
          <pc:sldMk cId="2039104143" sldId="2147482250"/>
        </pc:sldMkLst>
      </pc:sldChg>
      <pc:sldChg chg="delSp modSp mod ord">
        <pc:chgData name="Mukherjee, Shouvik" userId="8a0946e8-3a6b-4d5c-947d-73f4cd578335" providerId="ADAL" clId="{878CC057-3D19-408E-8B58-A7E4D5A413A6}" dt="2025-06-20T06:17:43.369" v="2729" actId="20577"/>
        <pc:sldMkLst>
          <pc:docMk/>
          <pc:sldMk cId="2039104143" sldId="2147482251"/>
        </pc:sldMkLst>
        <pc:spChg chg="mod">
          <ac:chgData name="Mukherjee, Shouvik" userId="8a0946e8-3a6b-4d5c-947d-73f4cd578335" providerId="ADAL" clId="{878CC057-3D19-408E-8B58-A7E4D5A413A6}" dt="2025-06-20T04:18:59.113" v="2099"/>
          <ac:spMkLst>
            <pc:docMk/>
            <pc:sldMk cId="2039104143" sldId="2147482251"/>
            <ac:spMk id="2" creationId="{00000000-0000-0000-0000-000000000000}"/>
          </ac:spMkLst>
        </pc:spChg>
        <pc:spChg chg="del">
          <ac:chgData name="Mukherjee, Shouvik" userId="8a0946e8-3a6b-4d5c-947d-73f4cd578335" providerId="ADAL" clId="{878CC057-3D19-408E-8B58-A7E4D5A413A6}" dt="2025-06-19T08:22:15.879" v="564" actId="478"/>
          <ac:spMkLst>
            <pc:docMk/>
            <pc:sldMk cId="2039104143" sldId="2147482251"/>
            <ac:spMk id="3" creationId="{04FC61FA-37F4-519E-42EF-94A32018FA8C}"/>
          </ac:spMkLst>
        </pc:spChg>
        <pc:spChg chg="mod">
          <ac:chgData name="Mukherjee, Shouvik" userId="8a0946e8-3a6b-4d5c-947d-73f4cd578335" providerId="ADAL" clId="{878CC057-3D19-408E-8B58-A7E4D5A413A6}" dt="2025-06-20T06:17:43.369" v="2729" actId="20577"/>
          <ac:spMkLst>
            <pc:docMk/>
            <pc:sldMk cId="2039104143" sldId="2147482251"/>
            <ac:spMk id="6" creationId="{00000000-0000-0000-0000-000000000000}"/>
          </ac:spMkLst>
        </pc:spChg>
        <pc:spChg chg="mod">
          <ac:chgData name="Mukherjee, Shouvik" userId="8a0946e8-3a6b-4d5c-947d-73f4cd578335" providerId="ADAL" clId="{878CC057-3D19-408E-8B58-A7E4D5A413A6}" dt="2025-06-19T08:22:44.132" v="611" actId="1036"/>
          <ac:spMkLst>
            <pc:docMk/>
            <pc:sldMk cId="2039104143" sldId="2147482251"/>
            <ac:spMk id="25" creationId="{161E6D76-2609-8575-2407-9EA6051FCEC3}"/>
          </ac:spMkLst>
        </pc:spChg>
        <pc:spChg chg="mod">
          <ac:chgData name="Mukherjee, Shouvik" userId="8a0946e8-3a6b-4d5c-947d-73f4cd578335" providerId="ADAL" clId="{878CC057-3D19-408E-8B58-A7E4D5A413A6}" dt="2025-06-19T08:22:44.132" v="611" actId="1036"/>
          <ac:spMkLst>
            <pc:docMk/>
            <pc:sldMk cId="2039104143" sldId="2147482251"/>
            <ac:spMk id="26" creationId="{7921047E-7B48-CB31-F847-A2429EBF56CA}"/>
          </ac:spMkLst>
        </pc:spChg>
        <pc:spChg chg="mod">
          <ac:chgData name="Mukherjee, Shouvik" userId="8a0946e8-3a6b-4d5c-947d-73f4cd578335" providerId="ADAL" clId="{878CC057-3D19-408E-8B58-A7E4D5A413A6}" dt="2025-06-19T08:22:44.132" v="611" actId="1036"/>
          <ac:spMkLst>
            <pc:docMk/>
            <pc:sldMk cId="2039104143" sldId="2147482251"/>
            <ac:spMk id="27" creationId="{61718768-3625-8FCE-FF4B-67BAB46F40BB}"/>
          </ac:spMkLst>
        </pc:spChg>
        <pc:grpChg chg="mod">
          <ac:chgData name="Mukherjee, Shouvik" userId="8a0946e8-3a6b-4d5c-947d-73f4cd578335" providerId="ADAL" clId="{878CC057-3D19-408E-8B58-A7E4D5A413A6}" dt="2025-06-19T08:22:44.132" v="611" actId="1036"/>
          <ac:grpSpMkLst>
            <pc:docMk/>
            <pc:sldMk cId="2039104143" sldId="2147482251"/>
            <ac:grpSpMk id="33" creationId="{DBB64703-7DD1-D41F-B42C-DEAA02185834}"/>
          </ac:grpSpMkLst>
        </pc:grpChg>
        <pc:grpChg chg="mod">
          <ac:chgData name="Mukherjee, Shouvik" userId="8a0946e8-3a6b-4d5c-947d-73f4cd578335" providerId="ADAL" clId="{878CC057-3D19-408E-8B58-A7E4D5A413A6}" dt="2025-06-19T08:22:44.132" v="611" actId="1036"/>
          <ac:grpSpMkLst>
            <pc:docMk/>
            <pc:sldMk cId="2039104143" sldId="2147482251"/>
            <ac:grpSpMk id="40" creationId="{A2D3C9CC-CD0B-C6FE-BAD0-8B4167898E76}"/>
          </ac:grpSpMkLst>
        </pc:grpChg>
        <pc:grpChg chg="mod">
          <ac:chgData name="Mukherjee, Shouvik" userId="8a0946e8-3a6b-4d5c-947d-73f4cd578335" providerId="ADAL" clId="{878CC057-3D19-408E-8B58-A7E4D5A413A6}" dt="2025-06-19T08:22:44.132" v="611" actId="1036"/>
          <ac:grpSpMkLst>
            <pc:docMk/>
            <pc:sldMk cId="2039104143" sldId="2147482251"/>
            <ac:grpSpMk id="44" creationId="{7B42685F-3E3B-4E75-6454-558BD6DF2919}"/>
          </ac:grpSpMkLst>
        </pc:grpChg>
        <pc:grpChg chg="mod">
          <ac:chgData name="Mukherjee, Shouvik" userId="8a0946e8-3a6b-4d5c-947d-73f4cd578335" providerId="ADAL" clId="{878CC057-3D19-408E-8B58-A7E4D5A413A6}" dt="2025-06-19T08:22:44.132" v="611" actId="1036"/>
          <ac:grpSpMkLst>
            <pc:docMk/>
            <pc:sldMk cId="2039104143" sldId="2147482251"/>
            <ac:grpSpMk id="52" creationId="{0E4BC562-500B-1A08-3470-A14F85F743F3}"/>
          </ac:grpSpMkLst>
        </pc:grpChg>
        <pc:grpChg chg="mod">
          <ac:chgData name="Mukherjee, Shouvik" userId="8a0946e8-3a6b-4d5c-947d-73f4cd578335" providerId="ADAL" clId="{878CC057-3D19-408E-8B58-A7E4D5A413A6}" dt="2025-06-19T08:22:44.132" v="611" actId="1036"/>
          <ac:grpSpMkLst>
            <pc:docMk/>
            <pc:sldMk cId="2039104143" sldId="2147482251"/>
            <ac:grpSpMk id="55" creationId="{EACB4F8F-236F-DB3B-AFCB-16708748E333}"/>
          </ac:grpSpMkLst>
        </pc:grpChg>
        <pc:grpChg chg="mod">
          <ac:chgData name="Mukherjee, Shouvik" userId="8a0946e8-3a6b-4d5c-947d-73f4cd578335" providerId="ADAL" clId="{878CC057-3D19-408E-8B58-A7E4D5A413A6}" dt="2025-06-19T08:22:44.132" v="611" actId="1036"/>
          <ac:grpSpMkLst>
            <pc:docMk/>
            <pc:sldMk cId="2039104143" sldId="2147482251"/>
            <ac:grpSpMk id="59" creationId="{2B559769-8FBA-A72B-E955-44C6917C7BFC}"/>
          </ac:grpSpMkLst>
        </pc:grpChg>
        <pc:grpChg chg="mod">
          <ac:chgData name="Mukherjee, Shouvik" userId="8a0946e8-3a6b-4d5c-947d-73f4cd578335" providerId="ADAL" clId="{878CC057-3D19-408E-8B58-A7E4D5A413A6}" dt="2025-06-19T08:22:44.132" v="611" actId="1036"/>
          <ac:grpSpMkLst>
            <pc:docMk/>
            <pc:sldMk cId="2039104143" sldId="2147482251"/>
            <ac:grpSpMk id="62" creationId="{05C43D77-3C1E-80FE-3C66-EAD3DAFE3855}"/>
          </ac:grpSpMkLst>
        </pc:grpChg>
        <pc:grpChg chg="mod">
          <ac:chgData name="Mukherjee, Shouvik" userId="8a0946e8-3a6b-4d5c-947d-73f4cd578335" providerId="ADAL" clId="{878CC057-3D19-408E-8B58-A7E4D5A413A6}" dt="2025-06-19T08:22:44.132" v="611" actId="1036"/>
          <ac:grpSpMkLst>
            <pc:docMk/>
            <pc:sldMk cId="2039104143" sldId="2147482251"/>
            <ac:grpSpMk id="66" creationId="{C03C0193-728E-4D2F-E003-C686F82C7F9B}"/>
          </ac:grpSpMkLst>
        </pc:grpChg>
        <pc:grpChg chg="mod">
          <ac:chgData name="Mukherjee, Shouvik" userId="8a0946e8-3a6b-4d5c-947d-73f4cd578335" providerId="ADAL" clId="{878CC057-3D19-408E-8B58-A7E4D5A413A6}" dt="2025-06-19T08:22:44.132" v="611" actId="1036"/>
          <ac:grpSpMkLst>
            <pc:docMk/>
            <pc:sldMk cId="2039104143" sldId="2147482251"/>
            <ac:grpSpMk id="69" creationId="{062839BB-982F-5145-64C2-570D885476C7}"/>
          </ac:grpSpMkLst>
        </pc:grpChg>
        <pc:grpChg chg="mod">
          <ac:chgData name="Mukherjee, Shouvik" userId="8a0946e8-3a6b-4d5c-947d-73f4cd578335" providerId="ADAL" clId="{878CC057-3D19-408E-8B58-A7E4D5A413A6}" dt="2025-06-19T08:22:44.132" v="611" actId="1036"/>
          <ac:grpSpMkLst>
            <pc:docMk/>
            <pc:sldMk cId="2039104143" sldId="2147482251"/>
            <ac:grpSpMk id="72" creationId="{E91F606C-6793-BEE1-EF18-9E59DEDF08A5}"/>
          </ac:grpSpMkLst>
        </pc:grpChg>
        <pc:graphicFrameChg chg="mod">
          <ac:chgData name="Mukherjee, Shouvik" userId="8a0946e8-3a6b-4d5c-947d-73f4cd578335" providerId="ADAL" clId="{878CC057-3D19-408E-8B58-A7E4D5A413A6}" dt="2025-06-19T08:22:44.132" v="611" actId="1036"/>
          <ac:graphicFrameMkLst>
            <pc:docMk/>
            <pc:sldMk cId="2039104143" sldId="2147482251"/>
            <ac:graphicFrameMk id="31" creationId="{8197AC2B-85F3-808B-57AA-ADE726E4F5DC}"/>
          </ac:graphicFrameMkLst>
        </pc:graphicFrameChg>
        <pc:graphicFrameChg chg="mod">
          <ac:chgData name="Mukherjee, Shouvik" userId="8a0946e8-3a6b-4d5c-947d-73f4cd578335" providerId="ADAL" clId="{878CC057-3D19-408E-8B58-A7E4D5A413A6}" dt="2025-06-19T08:22:44.132" v="611" actId="1036"/>
          <ac:graphicFrameMkLst>
            <pc:docMk/>
            <pc:sldMk cId="2039104143" sldId="2147482251"/>
            <ac:graphicFrameMk id="32" creationId="{196B57DB-F205-9704-8D00-0050486D69B7}"/>
          </ac:graphicFrameMkLst>
        </pc:graphicFrameChg>
        <pc:picChg chg="del">
          <ac:chgData name="Mukherjee, Shouvik" userId="8a0946e8-3a6b-4d5c-947d-73f4cd578335" providerId="ADAL" clId="{878CC057-3D19-408E-8B58-A7E4D5A413A6}" dt="2025-06-19T08:22:17.872" v="565" actId="478"/>
          <ac:picMkLst>
            <pc:docMk/>
            <pc:sldMk cId="2039104143" sldId="2147482251"/>
            <ac:picMk id="7" creationId="{342B19B8-487B-8A27-9B9F-55BBC97E06FF}"/>
          </ac:picMkLst>
        </pc:picChg>
      </pc:sldChg>
      <pc:sldChg chg="delSp modSp add del mod">
        <pc:chgData name="Mukherjee, Shouvik" userId="8a0946e8-3a6b-4d5c-947d-73f4cd578335" providerId="ADAL" clId="{878CC057-3D19-408E-8B58-A7E4D5A413A6}" dt="2025-06-19T13:50:13.042" v="1594" actId="47"/>
        <pc:sldMkLst>
          <pc:docMk/>
          <pc:sldMk cId="3464477272" sldId="2147482252"/>
        </pc:sldMkLst>
        <pc:spChg chg="mod">
          <ac:chgData name="Mukherjee, Shouvik" userId="8a0946e8-3a6b-4d5c-947d-73f4cd578335" providerId="ADAL" clId="{878CC057-3D19-408E-8B58-A7E4D5A413A6}" dt="2025-06-19T09:27:58.048" v="711" actId="20577"/>
          <ac:spMkLst>
            <pc:docMk/>
            <pc:sldMk cId="3464477272" sldId="2147482252"/>
            <ac:spMk id="2" creationId="{00000000-0000-0000-0000-000000000000}"/>
          </ac:spMkLst>
        </pc:spChg>
        <pc:spChg chg="mod">
          <ac:chgData name="Mukherjee, Shouvik" userId="8a0946e8-3a6b-4d5c-947d-73f4cd578335" providerId="ADAL" clId="{878CC057-3D19-408E-8B58-A7E4D5A413A6}" dt="2025-06-19T09:27:52.452" v="709" actId="20577"/>
          <ac:spMkLst>
            <pc:docMk/>
            <pc:sldMk cId="3464477272" sldId="2147482252"/>
            <ac:spMk id="6" creationId="{00000000-0000-0000-0000-000000000000}"/>
          </ac:spMkLst>
        </pc:spChg>
        <pc:spChg chg="del">
          <ac:chgData name="Mukherjee, Shouvik" userId="8a0946e8-3a6b-4d5c-947d-73f4cd578335" providerId="ADAL" clId="{878CC057-3D19-408E-8B58-A7E4D5A413A6}" dt="2025-06-19T09:27:27.895" v="613" actId="478"/>
          <ac:spMkLst>
            <pc:docMk/>
            <pc:sldMk cId="3464477272" sldId="2147482252"/>
            <ac:spMk id="208" creationId="{56E7B54D-A468-7616-E007-68209DA2C824}"/>
          </ac:spMkLst>
        </pc:spChg>
        <pc:spChg chg="del">
          <ac:chgData name="Mukherjee, Shouvik" userId="8a0946e8-3a6b-4d5c-947d-73f4cd578335" providerId="ADAL" clId="{878CC057-3D19-408E-8B58-A7E4D5A413A6}" dt="2025-06-19T09:27:27.895" v="613" actId="478"/>
          <ac:spMkLst>
            <pc:docMk/>
            <pc:sldMk cId="3464477272" sldId="2147482252"/>
            <ac:spMk id="209" creationId="{8A61D96A-A7D2-0568-0EA0-C12B743C86DC}"/>
          </ac:spMkLst>
        </pc:spChg>
        <pc:spChg chg="del">
          <ac:chgData name="Mukherjee, Shouvik" userId="8a0946e8-3a6b-4d5c-947d-73f4cd578335" providerId="ADAL" clId="{878CC057-3D19-408E-8B58-A7E4D5A413A6}" dt="2025-06-19T09:27:27.895" v="613" actId="478"/>
          <ac:spMkLst>
            <pc:docMk/>
            <pc:sldMk cId="3464477272" sldId="2147482252"/>
            <ac:spMk id="210" creationId="{293709CC-DEEE-D94A-F415-BBF600CDE9B5}"/>
          </ac:spMkLst>
        </pc:spChg>
        <pc:spChg chg="del">
          <ac:chgData name="Mukherjee, Shouvik" userId="8a0946e8-3a6b-4d5c-947d-73f4cd578335" providerId="ADAL" clId="{878CC057-3D19-408E-8B58-A7E4D5A413A6}" dt="2025-06-19T09:27:27.895" v="613" actId="478"/>
          <ac:spMkLst>
            <pc:docMk/>
            <pc:sldMk cId="3464477272" sldId="2147482252"/>
            <ac:spMk id="211" creationId="{6079DEC6-60CA-59FC-88A1-179EF23FCE59}"/>
          </ac:spMkLst>
        </pc:spChg>
        <pc:spChg chg="del">
          <ac:chgData name="Mukherjee, Shouvik" userId="8a0946e8-3a6b-4d5c-947d-73f4cd578335" providerId="ADAL" clId="{878CC057-3D19-408E-8B58-A7E4D5A413A6}" dt="2025-06-19T09:27:27.895" v="613" actId="478"/>
          <ac:spMkLst>
            <pc:docMk/>
            <pc:sldMk cId="3464477272" sldId="2147482252"/>
            <ac:spMk id="212" creationId="{B0DEC213-C600-E813-740A-7EEE93CF82FF}"/>
          </ac:spMkLst>
        </pc:spChg>
        <pc:spChg chg="del">
          <ac:chgData name="Mukherjee, Shouvik" userId="8a0946e8-3a6b-4d5c-947d-73f4cd578335" providerId="ADAL" clId="{878CC057-3D19-408E-8B58-A7E4D5A413A6}" dt="2025-06-19T09:27:27.895" v="613" actId="478"/>
          <ac:spMkLst>
            <pc:docMk/>
            <pc:sldMk cId="3464477272" sldId="2147482252"/>
            <ac:spMk id="213" creationId="{7E71D29F-D613-2CED-7717-8D8DEA4F6325}"/>
          </ac:spMkLst>
        </pc:spChg>
        <pc:spChg chg="del">
          <ac:chgData name="Mukherjee, Shouvik" userId="8a0946e8-3a6b-4d5c-947d-73f4cd578335" providerId="ADAL" clId="{878CC057-3D19-408E-8B58-A7E4D5A413A6}" dt="2025-06-19T09:27:27.895" v="613" actId="478"/>
          <ac:spMkLst>
            <pc:docMk/>
            <pc:sldMk cId="3464477272" sldId="2147482252"/>
            <ac:spMk id="214" creationId="{DA10293D-2502-258F-AC88-90EA37777C0E}"/>
          </ac:spMkLst>
        </pc:spChg>
        <pc:spChg chg="del">
          <ac:chgData name="Mukherjee, Shouvik" userId="8a0946e8-3a6b-4d5c-947d-73f4cd578335" providerId="ADAL" clId="{878CC057-3D19-408E-8B58-A7E4D5A413A6}" dt="2025-06-19T09:27:27.895" v="613" actId="478"/>
          <ac:spMkLst>
            <pc:docMk/>
            <pc:sldMk cId="3464477272" sldId="2147482252"/>
            <ac:spMk id="215" creationId="{744BF68F-E285-4687-D8F4-4F9D08E9715C}"/>
          </ac:spMkLst>
        </pc:spChg>
        <pc:spChg chg="del">
          <ac:chgData name="Mukherjee, Shouvik" userId="8a0946e8-3a6b-4d5c-947d-73f4cd578335" providerId="ADAL" clId="{878CC057-3D19-408E-8B58-A7E4D5A413A6}" dt="2025-06-19T09:27:27.895" v="613" actId="478"/>
          <ac:spMkLst>
            <pc:docMk/>
            <pc:sldMk cId="3464477272" sldId="2147482252"/>
            <ac:spMk id="216" creationId="{60D3287A-C0D0-05E5-F5C7-4DF742EBB0A3}"/>
          </ac:spMkLst>
        </pc:spChg>
        <pc:spChg chg="del">
          <ac:chgData name="Mukherjee, Shouvik" userId="8a0946e8-3a6b-4d5c-947d-73f4cd578335" providerId="ADAL" clId="{878CC057-3D19-408E-8B58-A7E4D5A413A6}" dt="2025-06-19T09:27:27.895" v="613" actId="478"/>
          <ac:spMkLst>
            <pc:docMk/>
            <pc:sldMk cId="3464477272" sldId="2147482252"/>
            <ac:spMk id="217" creationId="{E7DCE74B-7679-61C8-37A9-4315398F4317}"/>
          </ac:spMkLst>
        </pc:spChg>
        <pc:spChg chg="del">
          <ac:chgData name="Mukherjee, Shouvik" userId="8a0946e8-3a6b-4d5c-947d-73f4cd578335" providerId="ADAL" clId="{878CC057-3D19-408E-8B58-A7E4D5A413A6}" dt="2025-06-19T09:27:27.895" v="613" actId="478"/>
          <ac:spMkLst>
            <pc:docMk/>
            <pc:sldMk cId="3464477272" sldId="2147482252"/>
            <ac:spMk id="218" creationId="{F37B010C-86A7-286D-F7F8-8AA6A8CD2CC5}"/>
          </ac:spMkLst>
        </pc:spChg>
        <pc:spChg chg="del">
          <ac:chgData name="Mukherjee, Shouvik" userId="8a0946e8-3a6b-4d5c-947d-73f4cd578335" providerId="ADAL" clId="{878CC057-3D19-408E-8B58-A7E4D5A413A6}" dt="2025-06-19T09:27:27.895" v="613" actId="478"/>
          <ac:spMkLst>
            <pc:docMk/>
            <pc:sldMk cId="3464477272" sldId="2147482252"/>
            <ac:spMk id="219" creationId="{0D283392-D513-AECD-ECB2-BEA79D30FF6C}"/>
          </ac:spMkLst>
        </pc:spChg>
        <pc:spChg chg="del">
          <ac:chgData name="Mukherjee, Shouvik" userId="8a0946e8-3a6b-4d5c-947d-73f4cd578335" providerId="ADAL" clId="{878CC057-3D19-408E-8B58-A7E4D5A413A6}" dt="2025-06-19T09:27:27.895" v="613" actId="478"/>
          <ac:spMkLst>
            <pc:docMk/>
            <pc:sldMk cId="3464477272" sldId="2147482252"/>
            <ac:spMk id="220" creationId="{0B3E29FE-4351-1A57-C9C3-4233E29A363E}"/>
          </ac:spMkLst>
        </pc:spChg>
        <pc:spChg chg="del">
          <ac:chgData name="Mukherjee, Shouvik" userId="8a0946e8-3a6b-4d5c-947d-73f4cd578335" providerId="ADAL" clId="{878CC057-3D19-408E-8B58-A7E4D5A413A6}" dt="2025-06-19T09:27:27.895" v="613" actId="478"/>
          <ac:spMkLst>
            <pc:docMk/>
            <pc:sldMk cId="3464477272" sldId="2147482252"/>
            <ac:spMk id="221" creationId="{7E5D6F8A-9DEC-9D01-63F0-2B5092110202}"/>
          </ac:spMkLst>
        </pc:spChg>
        <pc:spChg chg="del">
          <ac:chgData name="Mukherjee, Shouvik" userId="8a0946e8-3a6b-4d5c-947d-73f4cd578335" providerId="ADAL" clId="{878CC057-3D19-408E-8B58-A7E4D5A413A6}" dt="2025-06-19T09:27:27.895" v="613" actId="478"/>
          <ac:spMkLst>
            <pc:docMk/>
            <pc:sldMk cId="3464477272" sldId="2147482252"/>
            <ac:spMk id="222" creationId="{2FA93AB3-D814-EE7C-FB77-DB30758A445D}"/>
          </ac:spMkLst>
        </pc:spChg>
        <pc:spChg chg="del">
          <ac:chgData name="Mukherjee, Shouvik" userId="8a0946e8-3a6b-4d5c-947d-73f4cd578335" providerId="ADAL" clId="{878CC057-3D19-408E-8B58-A7E4D5A413A6}" dt="2025-06-19T09:27:27.895" v="613" actId="478"/>
          <ac:spMkLst>
            <pc:docMk/>
            <pc:sldMk cId="3464477272" sldId="2147482252"/>
            <ac:spMk id="223" creationId="{DE38D4DD-ED58-B230-E461-250B97058DE3}"/>
          </ac:spMkLst>
        </pc:spChg>
        <pc:spChg chg="del">
          <ac:chgData name="Mukherjee, Shouvik" userId="8a0946e8-3a6b-4d5c-947d-73f4cd578335" providerId="ADAL" clId="{878CC057-3D19-408E-8B58-A7E4D5A413A6}" dt="2025-06-19T09:27:27.895" v="613" actId="478"/>
          <ac:spMkLst>
            <pc:docMk/>
            <pc:sldMk cId="3464477272" sldId="2147482252"/>
            <ac:spMk id="224" creationId="{BD5AB938-8F8F-170A-B9A1-F8BB3E9671A6}"/>
          </ac:spMkLst>
        </pc:spChg>
        <pc:spChg chg="del">
          <ac:chgData name="Mukherjee, Shouvik" userId="8a0946e8-3a6b-4d5c-947d-73f4cd578335" providerId="ADAL" clId="{878CC057-3D19-408E-8B58-A7E4D5A413A6}" dt="2025-06-19T09:27:27.895" v="613" actId="478"/>
          <ac:spMkLst>
            <pc:docMk/>
            <pc:sldMk cId="3464477272" sldId="2147482252"/>
            <ac:spMk id="225" creationId="{A41B610A-D4D9-532C-B974-0EBABCA92233}"/>
          </ac:spMkLst>
        </pc:spChg>
        <pc:spChg chg="del">
          <ac:chgData name="Mukherjee, Shouvik" userId="8a0946e8-3a6b-4d5c-947d-73f4cd578335" providerId="ADAL" clId="{878CC057-3D19-408E-8B58-A7E4D5A413A6}" dt="2025-06-19T09:27:27.895" v="613" actId="478"/>
          <ac:spMkLst>
            <pc:docMk/>
            <pc:sldMk cId="3464477272" sldId="2147482252"/>
            <ac:spMk id="226" creationId="{CCC68092-60D2-3129-4909-85CA043E281F}"/>
          </ac:spMkLst>
        </pc:spChg>
        <pc:spChg chg="del">
          <ac:chgData name="Mukherjee, Shouvik" userId="8a0946e8-3a6b-4d5c-947d-73f4cd578335" providerId="ADAL" clId="{878CC057-3D19-408E-8B58-A7E4D5A413A6}" dt="2025-06-19T09:27:27.895" v="613" actId="478"/>
          <ac:spMkLst>
            <pc:docMk/>
            <pc:sldMk cId="3464477272" sldId="2147482252"/>
            <ac:spMk id="227" creationId="{BAE29D60-B273-B90D-6E32-C9C76FF808D5}"/>
          </ac:spMkLst>
        </pc:spChg>
        <pc:spChg chg="del">
          <ac:chgData name="Mukherjee, Shouvik" userId="8a0946e8-3a6b-4d5c-947d-73f4cd578335" providerId="ADAL" clId="{878CC057-3D19-408E-8B58-A7E4D5A413A6}" dt="2025-06-19T09:27:27.895" v="613" actId="478"/>
          <ac:spMkLst>
            <pc:docMk/>
            <pc:sldMk cId="3464477272" sldId="2147482252"/>
            <ac:spMk id="228" creationId="{177289CA-3CE7-04B7-081E-0FEF5704981B}"/>
          </ac:spMkLst>
        </pc:spChg>
        <pc:spChg chg="del">
          <ac:chgData name="Mukherjee, Shouvik" userId="8a0946e8-3a6b-4d5c-947d-73f4cd578335" providerId="ADAL" clId="{878CC057-3D19-408E-8B58-A7E4D5A413A6}" dt="2025-06-19T09:27:27.895" v="613" actId="478"/>
          <ac:spMkLst>
            <pc:docMk/>
            <pc:sldMk cId="3464477272" sldId="2147482252"/>
            <ac:spMk id="229" creationId="{FBEDB318-ECAE-44EC-5F6B-A280F9CBEF08}"/>
          </ac:spMkLst>
        </pc:spChg>
        <pc:spChg chg="del">
          <ac:chgData name="Mukherjee, Shouvik" userId="8a0946e8-3a6b-4d5c-947d-73f4cd578335" providerId="ADAL" clId="{878CC057-3D19-408E-8B58-A7E4D5A413A6}" dt="2025-06-19T09:27:27.895" v="613" actId="478"/>
          <ac:spMkLst>
            <pc:docMk/>
            <pc:sldMk cId="3464477272" sldId="2147482252"/>
            <ac:spMk id="230" creationId="{7350FC6E-62B9-3A3A-4930-0618463A9113}"/>
          </ac:spMkLst>
        </pc:spChg>
        <pc:spChg chg="del">
          <ac:chgData name="Mukherjee, Shouvik" userId="8a0946e8-3a6b-4d5c-947d-73f4cd578335" providerId="ADAL" clId="{878CC057-3D19-408E-8B58-A7E4D5A413A6}" dt="2025-06-19T09:27:27.895" v="613" actId="478"/>
          <ac:spMkLst>
            <pc:docMk/>
            <pc:sldMk cId="3464477272" sldId="2147482252"/>
            <ac:spMk id="231" creationId="{23830A71-424A-D86E-4F17-E16E2A1E67E6}"/>
          </ac:spMkLst>
        </pc:spChg>
        <pc:spChg chg="del">
          <ac:chgData name="Mukherjee, Shouvik" userId="8a0946e8-3a6b-4d5c-947d-73f4cd578335" providerId="ADAL" clId="{878CC057-3D19-408E-8B58-A7E4D5A413A6}" dt="2025-06-19T09:27:27.895" v="613" actId="478"/>
          <ac:spMkLst>
            <pc:docMk/>
            <pc:sldMk cId="3464477272" sldId="2147482252"/>
            <ac:spMk id="232" creationId="{353B2C6A-917C-7A72-CB84-E79FB1FD75B3}"/>
          </ac:spMkLst>
        </pc:spChg>
        <pc:spChg chg="del">
          <ac:chgData name="Mukherjee, Shouvik" userId="8a0946e8-3a6b-4d5c-947d-73f4cd578335" providerId="ADAL" clId="{878CC057-3D19-408E-8B58-A7E4D5A413A6}" dt="2025-06-19T09:27:27.895" v="613" actId="478"/>
          <ac:spMkLst>
            <pc:docMk/>
            <pc:sldMk cId="3464477272" sldId="2147482252"/>
            <ac:spMk id="233" creationId="{0998A995-3F28-1F40-F802-6B00A0DA82A5}"/>
          </ac:spMkLst>
        </pc:spChg>
        <pc:spChg chg="del">
          <ac:chgData name="Mukherjee, Shouvik" userId="8a0946e8-3a6b-4d5c-947d-73f4cd578335" providerId="ADAL" clId="{878CC057-3D19-408E-8B58-A7E4D5A413A6}" dt="2025-06-19T09:27:27.895" v="613" actId="478"/>
          <ac:spMkLst>
            <pc:docMk/>
            <pc:sldMk cId="3464477272" sldId="2147482252"/>
            <ac:spMk id="234" creationId="{28427E2C-4B89-4947-C7AE-C5BC69D88B65}"/>
          </ac:spMkLst>
        </pc:spChg>
        <pc:spChg chg="del">
          <ac:chgData name="Mukherjee, Shouvik" userId="8a0946e8-3a6b-4d5c-947d-73f4cd578335" providerId="ADAL" clId="{878CC057-3D19-408E-8B58-A7E4D5A413A6}" dt="2025-06-19T09:27:27.895" v="613" actId="478"/>
          <ac:spMkLst>
            <pc:docMk/>
            <pc:sldMk cId="3464477272" sldId="2147482252"/>
            <ac:spMk id="235" creationId="{86A620A3-9D02-7D46-1873-53AEB2EE9FA9}"/>
          </ac:spMkLst>
        </pc:spChg>
        <pc:spChg chg="del">
          <ac:chgData name="Mukherjee, Shouvik" userId="8a0946e8-3a6b-4d5c-947d-73f4cd578335" providerId="ADAL" clId="{878CC057-3D19-408E-8B58-A7E4D5A413A6}" dt="2025-06-19T09:27:27.895" v="613" actId="478"/>
          <ac:spMkLst>
            <pc:docMk/>
            <pc:sldMk cId="3464477272" sldId="2147482252"/>
            <ac:spMk id="236" creationId="{9A2BD233-18BB-A9F0-6E73-88D4E0158A12}"/>
          </ac:spMkLst>
        </pc:spChg>
        <pc:spChg chg="del">
          <ac:chgData name="Mukherjee, Shouvik" userId="8a0946e8-3a6b-4d5c-947d-73f4cd578335" providerId="ADAL" clId="{878CC057-3D19-408E-8B58-A7E4D5A413A6}" dt="2025-06-19T09:27:27.895" v="613" actId="478"/>
          <ac:spMkLst>
            <pc:docMk/>
            <pc:sldMk cId="3464477272" sldId="2147482252"/>
            <ac:spMk id="237" creationId="{93098C1F-3119-4131-3882-8764B34B8BBC}"/>
          </ac:spMkLst>
        </pc:spChg>
        <pc:spChg chg="del">
          <ac:chgData name="Mukherjee, Shouvik" userId="8a0946e8-3a6b-4d5c-947d-73f4cd578335" providerId="ADAL" clId="{878CC057-3D19-408E-8B58-A7E4D5A413A6}" dt="2025-06-19T09:27:27.895" v="613" actId="478"/>
          <ac:spMkLst>
            <pc:docMk/>
            <pc:sldMk cId="3464477272" sldId="2147482252"/>
            <ac:spMk id="244" creationId="{A88C0927-F13B-8EFB-EF44-E33CD2282415}"/>
          </ac:spMkLst>
        </pc:spChg>
        <pc:spChg chg="del">
          <ac:chgData name="Mukherjee, Shouvik" userId="8a0946e8-3a6b-4d5c-947d-73f4cd578335" providerId="ADAL" clId="{878CC057-3D19-408E-8B58-A7E4D5A413A6}" dt="2025-06-19T09:27:27.895" v="613" actId="478"/>
          <ac:spMkLst>
            <pc:docMk/>
            <pc:sldMk cId="3464477272" sldId="2147482252"/>
            <ac:spMk id="245" creationId="{AB7E5CDC-CE0F-9ED1-927B-294E64EAF799}"/>
          </ac:spMkLst>
        </pc:spChg>
        <pc:spChg chg="del">
          <ac:chgData name="Mukherjee, Shouvik" userId="8a0946e8-3a6b-4d5c-947d-73f4cd578335" providerId="ADAL" clId="{878CC057-3D19-408E-8B58-A7E4D5A413A6}" dt="2025-06-19T09:27:27.895" v="613" actId="478"/>
          <ac:spMkLst>
            <pc:docMk/>
            <pc:sldMk cId="3464477272" sldId="2147482252"/>
            <ac:spMk id="246" creationId="{6B03BC33-56AC-C21B-DA72-597AF6D7AF3E}"/>
          </ac:spMkLst>
        </pc:spChg>
        <pc:spChg chg="del">
          <ac:chgData name="Mukherjee, Shouvik" userId="8a0946e8-3a6b-4d5c-947d-73f4cd578335" providerId="ADAL" clId="{878CC057-3D19-408E-8B58-A7E4D5A413A6}" dt="2025-06-19T09:27:27.895" v="613" actId="478"/>
          <ac:spMkLst>
            <pc:docMk/>
            <pc:sldMk cId="3464477272" sldId="2147482252"/>
            <ac:spMk id="247" creationId="{F8AA6B4D-ECEC-7739-91EF-BABB6CE6B2C0}"/>
          </ac:spMkLst>
        </pc:spChg>
        <pc:spChg chg="del">
          <ac:chgData name="Mukherjee, Shouvik" userId="8a0946e8-3a6b-4d5c-947d-73f4cd578335" providerId="ADAL" clId="{878CC057-3D19-408E-8B58-A7E4D5A413A6}" dt="2025-06-19T09:27:27.895" v="613" actId="478"/>
          <ac:spMkLst>
            <pc:docMk/>
            <pc:sldMk cId="3464477272" sldId="2147482252"/>
            <ac:spMk id="248" creationId="{EFAF8307-3F72-80ED-D388-CA268C88EBA2}"/>
          </ac:spMkLst>
        </pc:spChg>
        <pc:spChg chg="del">
          <ac:chgData name="Mukherjee, Shouvik" userId="8a0946e8-3a6b-4d5c-947d-73f4cd578335" providerId="ADAL" clId="{878CC057-3D19-408E-8B58-A7E4D5A413A6}" dt="2025-06-19T09:27:27.895" v="613" actId="478"/>
          <ac:spMkLst>
            <pc:docMk/>
            <pc:sldMk cId="3464477272" sldId="2147482252"/>
            <ac:spMk id="249" creationId="{A70F1ADB-9D82-93B2-3D22-1CD429DB396E}"/>
          </ac:spMkLst>
        </pc:spChg>
        <pc:spChg chg="del">
          <ac:chgData name="Mukherjee, Shouvik" userId="8a0946e8-3a6b-4d5c-947d-73f4cd578335" providerId="ADAL" clId="{878CC057-3D19-408E-8B58-A7E4D5A413A6}" dt="2025-06-19T09:27:27.895" v="613" actId="478"/>
          <ac:spMkLst>
            <pc:docMk/>
            <pc:sldMk cId="3464477272" sldId="2147482252"/>
            <ac:spMk id="250" creationId="{7198999B-8C8C-16F7-6462-B485A6C587CA}"/>
          </ac:spMkLst>
        </pc:spChg>
        <pc:spChg chg="del">
          <ac:chgData name="Mukherjee, Shouvik" userId="8a0946e8-3a6b-4d5c-947d-73f4cd578335" providerId="ADAL" clId="{878CC057-3D19-408E-8B58-A7E4D5A413A6}" dt="2025-06-19T09:27:27.895" v="613" actId="478"/>
          <ac:spMkLst>
            <pc:docMk/>
            <pc:sldMk cId="3464477272" sldId="2147482252"/>
            <ac:spMk id="251" creationId="{F6C37017-FAA1-CE5C-D684-9C895071E83E}"/>
          </ac:spMkLst>
        </pc:spChg>
        <pc:spChg chg="del">
          <ac:chgData name="Mukherjee, Shouvik" userId="8a0946e8-3a6b-4d5c-947d-73f4cd578335" providerId="ADAL" clId="{878CC057-3D19-408E-8B58-A7E4D5A413A6}" dt="2025-06-19T09:27:27.895" v="613" actId="478"/>
          <ac:spMkLst>
            <pc:docMk/>
            <pc:sldMk cId="3464477272" sldId="2147482252"/>
            <ac:spMk id="252" creationId="{627D7835-CB04-832B-410F-E49496144893}"/>
          </ac:spMkLst>
        </pc:spChg>
        <pc:spChg chg="del">
          <ac:chgData name="Mukherjee, Shouvik" userId="8a0946e8-3a6b-4d5c-947d-73f4cd578335" providerId="ADAL" clId="{878CC057-3D19-408E-8B58-A7E4D5A413A6}" dt="2025-06-19T09:27:27.895" v="613" actId="478"/>
          <ac:spMkLst>
            <pc:docMk/>
            <pc:sldMk cId="3464477272" sldId="2147482252"/>
            <ac:spMk id="253" creationId="{E0C61F5E-7D36-760A-977D-E9BCC3909491}"/>
          </ac:spMkLst>
        </pc:spChg>
        <pc:spChg chg="del">
          <ac:chgData name="Mukherjee, Shouvik" userId="8a0946e8-3a6b-4d5c-947d-73f4cd578335" providerId="ADAL" clId="{878CC057-3D19-408E-8B58-A7E4D5A413A6}" dt="2025-06-19T09:27:27.895" v="613" actId="478"/>
          <ac:spMkLst>
            <pc:docMk/>
            <pc:sldMk cId="3464477272" sldId="2147482252"/>
            <ac:spMk id="254" creationId="{2E3F7C1A-E488-DD21-D449-3E92FD5255A2}"/>
          </ac:spMkLst>
        </pc:spChg>
        <pc:spChg chg="del">
          <ac:chgData name="Mukherjee, Shouvik" userId="8a0946e8-3a6b-4d5c-947d-73f4cd578335" providerId="ADAL" clId="{878CC057-3D19-408E-8B58-A7E4D5A413A6}" dt="2025-06-19T09:27:27.895" v="613" actId="478"/>
          <ac:spMkLst>
            <pc:docMk/>
            <pc:sldMk cId="3464477272" sldId="2147482252"/>
            <ac:spMk id="255" creationId="{53FDAA17-D7BD-9017-A5C7-11E8C32BC471}"/>
          </ac:spMkLst>
        </pc:spChg>
        <pc:spChg chg="del">
          <ac:chgData name="Mukherjee, Shouvik" userId="8a0946e8-3a6b-4d5c-947d-73f4cd578335" providerId="ADAL" clId="{878CC057-3D19-408E-8B58-A7E4D5A413A6}" dt="2025-06-19T09:27:27.895" v="613" actId="478"/>
          <ac:spMkLst>
            <pc:docMk/>
            <pc:sldMk cId="3464477272" sldId="2147482252"/>
            <ac:spMk id="256" creationId="{912773F7-B142-E6C2-332A-182E1C8F0365}"/>
          </ac:spMkLst>
        </pc:spChg>
        <pc:spChg chg="del">
          <ac:chgData name="Mukherjee, Shouvik" userId="8a0946e8-3a6b-4d5c-947d-73f4cd578335" providerId="ADAL" clId="{878CC057-3D19-408E-8B58-A7E4D5A413A6}" dt="2025-06-19T09:27:27.895" v="613" actId="478"/>
          <ac:spMkLst>
            <pc:docMk/>
            <pc:sldMk cId="3464477272" sldId="2147482252"/>
            <ac:spMk id="257" creationId="{1AF01837-ED98-BE4E-A05E-E0B3613E343D}"/>
          </ac:spMkLst>
        </pc:spChg>
        <pc:spChg chg="del">
          <ac:chgData name="Mukherjee, Shouvik" userId="8a0946e8-3a6b-4d5c-947d-73f4cd578335" providerId="ADAL" clId="{878CC057-3D19-408E-8B58-A7E4D5A413A6}" dt="2025-06-19T09:27:27.895" v="613" actId="478"/>
          <ac:spMkLst>
            <pc:docMk/>
            <pc:sldMk cId="3464477272" sldId="2147482252"/>
            <ac:spMk id="258" creationId="{35BC5888-7AEC-B754-F6B0-C5455FF6E6C0}"/>
          </ac:spMkLst>
        </pc:spChg>
        <pc:spChg chg="del">
          <ac:chgData name="Mukherjee, Shouvik" userId="8a0946e8-3a6b-4d5c-947d-73f4cd578335" providerId="ADAL" clId="{878CC057-3D19-408E-8B58-A7E4D5A413A6}" dt="2025-06-19T09:27:27.895" v="613" actId="478"/>
          <ac:spMkLst>
            <pc:docMk/>
            <pc:sldMk cId="3464477272" sldId="2147482252"/>
            <ac:spMk id="259" creationId="{90BA6131-4A59-AE9C-C2B0-304E23A3FA95}"/>
          </ac:spMkLst>
        </pc:spChg>
        <pc:spChg chg="del">
          <ac:chgData name="Mukherjee, Shouvik" userId="8a0946e8-3a6b-4d5c-947d-73f4cd578335" providerId="ADAL" clId="{878CC057-3D19-408E-8B58-A7E4D5A413A6}" dt="2025-06-19T09:27:27.895" v="613" actId="478"/>
          <ac:spMkLst>
            <pc:docMk/>
            <pc:sldMk cId="3464477272" sldId="2147482252"/>
            <ac:spMk id="260" creationId="{9F5BC288-F34F-D471-C969-D1B097ADFF6B}"/>
          </ac:spMkLst>
        </pc:spChg>
        <pc:spChg chg="del">
          <ac:chgData name="Mukherjee, Shouvik" userId="8a0946e8-3a6b-4d5c-947d-73f4cd578335" providerId="ADAL" clId="{878CC057-3D19-408E-8B58-A7E4D5A413A6}" dt="2025-06-19T09:27:27.895" v="613" actId="478"/>
          <ac:spMkLst>
            <pc:docMk/>
            <pc:sldMk cId="3464477272" sldId="2147482252"/>
            <ac:spMk id="261" creationId="{7995B794-B0B1-C024-803E-9093C8970F3F}"/>
          </ac:spMkLst>
        </pc:spChg>
        <pc:spChg chg="del">
          <ac:chgData name="Mukherjee, Shouvik" userId="8a0946e8-3a6b-4d5c-947d-73f4cd578335" providerId="ADAL" clId="{878CC057-3D19-408E-8B58-A7E4D5A413A6}" dt="2025-06-19T09:27:27.895" v="613" actId="478"/>
          <ac:spMkLst>
            <pc:docMk/>
            <pc:sldMk cId="3464477272" sldId="2147482252"/>
            <ac:spMk id="262" creationId="{648BBF8F-9035-B0C2-9350-3619F77BA0BC}"/>
          </ac:spMkLst>
        </pc:spChg>
        <pc:spChg chg="del">
          <ac:chgData name="Mukherjee, Shouvik" userId="8a0946e8-3a6b-4d5c-947d-73f4cd578335" providerId="ADAL" clId="{878CC057-3D19-408E-8B58-A7E4D5A413A6}" dt="2025-06-19T09:27:27.895" v="613" actId="478"/>
          <ac:spMkLst>
            <pc:docMk/>
            <pc:sldMk cId="3464477272" sldId="2147482252"/>
            <ac:spMk id="263" creationId="{0E4AF704-54D3-3974-9C8D-38722CF2429F}"/>
          </ac:spMkLst>
        </pc:spChg>
        <pc:grpChg chg="del">
          <ac:chgData name="Mukherjee, Shouvik" userId="8a0946e8-3a6b-4d5c-947d-73f4cd578335" providerId="ADAL" clId="{878CC057-3D19-408E-8B58-A7E4D5A413A6}" dt="2025-06-19T09:27:27.895" v="613" actId="478"/>
          <ac:grpSpMkLst>
            <pc:docMk/>
            <pc:sldMk cId="3464477272" sldId="2147482252"/>
            <ac:grpSpMk id="264" creationId="{187A2516-0071-D000-F7FA-98072056A9BE}"/>
          </ac:grpSpMkLst>
        </pc:grpChg>
        <pc:picChg chg="del">
          <ac:chgData name="Mukherjee, Shouvik" userId="8a0946e8-3a6b-4d5c-947d-73f4cd578335" providerId="ADAL" clId="{878CC057-3D19-408E-8B58-A7E4D5A413A6}" dt="2025-06-19T09:27:27.895" v="613" actId="478"/>
          <ac:picMkLst>
            <pc:docMk/>
            <pc:sldMk cId="3464477272" sldId="2147482252"/>
            <ac:picMk id="238" creationId="{6B32C8EF-5682-67BE-8663-F61CD73B8B58}"/>
          </ac:picMkLst>
        </pc:picChg>
        <pc:picChg chg="del">
          <ac:chgData name="Mukherjee, Shouvik" userId="8a0946e8-3a6b-4d5c-947d-73f4cd578335" providerId="ADAL" clId="{878CC057-3D19-408E-8B58-A7E4D5A413A6}" dt="2025-06-19T09:27:27.895" v="613" actId="478"/>
          <ac:picMkLst>
            <pc:docMk/>
            <pc:sldMk cId="3464477272" sldId="2147482252"/>
            <ac:picMk id="239" creationId="{B4BFF758-7A5D-9BE5-ACDB-7B34811DF58A}"/>
          </ac:picMkLst>
        </pc:picChg>
        <pc:picChg chg="del">
          <ac:chgData name="Mukherjee, Shouvik" userId="8a0946e8-3a6b-4d5c-947d-73f4cd578335" providerId="ADAL" clId="{878CC057-3D19-408E-8B58-A7E4D5A413A6}" dt="2025-06-19T09:27:27.895" v="613" actId="478"/>
          <ac:picMkLst>
            <pc:docMk/>
            <pc:sldMk cId="3464477272" sldId="2147482252"/>
            <ac:picMk id="240" creationId="{8D6C3FAF-4D87-2F7B-098B-ED10629ACD07}"/>
          </ac:picMkLst>
        </pc:picChg>
        <pc:picChg chg="del">
          <ac:chgData name="Mukherjee, Shouvik" userId="8a0946e8-3a6b-4d5c-947d-73f4cd578335" providerId="ADAL" clId="{878CC057-3D19-408E-8B58-A7E4D5A413A6}" dt="2025-06-19T09:27:27.895" v="613" actId="478"/>
          <ac:picMkLst>
            <pc:docMk/>
            <pc:sldMk cId="3464477272" sldId="2147482252"/>
            <ac:picMk id="241" creationId="{62A5005A-36F6-12EB-7286-E6D5823BEE3D}"/>
          </ac:picMkLst>
        </pc:picChg>
        <pc:picChg chg="del">
          <ac:chgData name="Mukherjee, Shouvik" userId="8a0946e8-3a6b-4d5c-947d-73f4cd578335" providerId="ADAL" clId="{878CC057-3D19-408E-8B58-A7E4D5A413A6}" dt="2025-06-19T09:27:27.895" v="613" actId="478"/>
          <ac:picMkLst>
            <pc:docMk/>
            <pc:sldMk cId="3464477272" sldId="2147482252"/>
            <ac:picMk id="242" creationId="{27C98771-2EB6-3C0C-0565-2807D5C3D1FA}"/>
          </ac:picMkLst>
        </pc:picChg>
        <pc:picChg chg="del">
          <ac:chgData name="Mukherjee, Shouvik" userId="8a0946e8-3a6b-4d5c-947d-73f4cd578335" providerId="ADAL" clId="{878CC057-3D19-408E-8B58-A7E4D5A413A6}" dt="2025-06-19T09:27:27.895" v="613" actId="478"/>
          <ac:picMkLst>
            <pc:docMk/>
            <pc:sldMk cId="3464477272" sldId="2147482252"/>
            <ac:picMk id="243" creationId="{80119CA2-EABE-0377-5AC8-5FF69FC1CC92}"/>
          </ac:picMkLst>
        </pc:picChg>
      </pc:sldChg>
      <pc:sldChg chg="delSp modSp add mod ord">
        <pc:chgData name="Mukherjee, Shouvik" userId="8a0946e8-3a6b-4d5c-947d-73f4cd578335" providerId="ADAL" clId="{878CC057-3D19-408E-8B58-A7E4D5A413A6}" dt="2025-06-19T15:07:54.710" v="1917"/>
        <pc:sldMkLst>
          <pc:docMk/>
          <pc:sldMk cId="624739403" sldId="2147482253"/>
        </pc:sldMkLst>
        <pc:spChg chg="mod">
          <ac:chgData name="Mukherjee, Shouvik" userId="8a0946e8-3a6b-4d5c-947d-73f4cd578335" providerId="ADAL" clId="{878CC057-3D19-408E-8B58-A7E4D5A413A6}" dt="2025-06-19T09:28:24.225" v="738" actId="20577"/>
          <ac:spMkLst>
            <pc:docMk/>
            <pc:sldMk cId="624739403" sldId="2147482253"/>
            <ac:spMk id="2" creationId="{00000000-0000-0000-0000-000000000000}"/>
          </ac:spMkLst>
        </pc:spChg>
        <pc:spChg chg="del">
          <ac:chgData name="Mukherjee, Shouvik" userId="8a0946e8-3a6b-4d5c-947d-73f4cd578335" providerId="ADAL" clId="{878CC057-3D19-408E-8B58-A7E4D5A413A6}" dt="2025-06-19T09:28:10.091" v="713" actId="478"/>
          <ac:spMkLst>
            <pc:docMk/>
            <pc:sldMk cId="624739403" sldId="2147482253"/>
            <ac:spMk id="3" creationId="{B7B13EC6-91E7-DAF7-5FAC-A8E1F11E9D09}"/>
          </ac:spMkLst>
        </pc:spChg>
        <pc:spChg chg="del">
          <ac:chgData name="Mukherjee, Shouvik" userId="8a0946e8-3a6b-4d5c-947d-73f4cd578335" providerId="ADAL" clId="{878CC057-3D19-408E-8B58-A7E4D5A413A6}" dt="2025-06-19T09:28:10.091" v="713" actId="478"/>
          <ac:spMkLst>
            <pc:docMk/>
            <pc:sldMk cId="624739403" sldId="2147482253"/>
            <ac:spMk id="4" creationId="{929B97A3-02FE-24A7-22F8-594DB7DEBE5F}"/>
          </ac:spMkLst>
        </pc:spChg>
        <pc:spChg chg="del">
          <ac:chgData name="Mukherjee, Shouvik" userId="8a0946e8-3a6b-4d5c-947d-73f4cd578335" providerId="ADAL" clId="{878CC057-3D19-408E-8B58-A7E4D5A413A6}" dt="2025-06-19T09:28:10.091" v="713" actId="478"/>
          <ac:spMkLst>
            <pc:docMk/>
            <pc:sldMk cId="624739403" sldId="2147482253"/>
            <ac:spMk id="5" creationId="{7E0406A0-707B-B8F4-04AB-C865CED6776A}"/>
          </ac:spMkLst>
        </pc:spChg>
        <pc:spChg chg="mod">
          <ac:chgData name="Mukherjee, Shouvik" userId="8a0946e8-3a6b-4d5c-947d-73f4cd578335" providerId="ADAL" clId="{878CC057-3D19-408E-8B58-A7E4D5A413A6}" dt="2025-06-19T09:28:19.524" v="736" actId="20577"/>
          <ac:spMkLst>
            <pc:docMk/>
            <pc:sldMk cId="624739403" sldId="2147482253"/>
            <ac:spMk id="6" creationId="{00000000-0000-0000-0000-000000000000}"/>
          </ac:spMkLst>
        </pc:spChg>
        <pc:spChg chg="del">
          <ac:chgData name="Mukherjee, Shouvik" userId="8a0946e8-3a6b-4d5c-947d-73f4cd578335" providerId="ADAL" clId="{878CC057-3D19-408E-8B58-A7E4D5A413A6}" dt="2025-06-19T09:28:10.091" v="713" actId="478"/>
          <ac:spMkLst>
            <pc:docMk/>
            <pc:sldMk cId="624739403" sldId="2147482253"/>
            <ac:spMk id="7" creationId="{2B00276A-3356-B273-AC59-D96D8ACA23A8}"/>
          </ac:spMkLst>
        </pc:spChg>
        <pc:spChg chg="del">
          <ac:chgData name="Mukherjee, Shouvik" userId="8a0946e8-3a6b-4d5c-947d-73f4cd578335" providerId="ADAL" clId="{878CC057-3D19-408E-8B58-A7E4D5A413A6}" dt="2025-06-19T09:28:10.091" v="713" actId="478"/>
          <ac:spMkLst>
            <pc:docMk/>
            <pc:sldMk cId="624739403" sldId="2147482253"/>
            <ac:spMk id="8" creationId="{A52EB569-660A-5152-B674-DA866E97C97F}"/>
          </ac:spMkLst>
        </pc:spChg>
        <pc:spChg chg="del">
          <ac:chgData name="Mukherjee, Shouvik" userId="8a0946e8-3a6b-4d5c-947d-73f4cd578335" providerId="ADAL" clId="{878CC057-3D19-408E-8B58-A7E4D5A413A6}" dt="2025-06-19T09:28:10.091" v="713" actId="478"/>
          <ac:spMkLst>
            <pc:docMk/>
            <pc:sldMk cId="624739403" sldId="2147482253"/>
            <ac:spMk id="9" creationId="{D47BB688-FB1C-AD49-6148-483B37D410BE}"/>
          </ac:spMkLst>
        </pc:spChg>
        <pc:spChg chg="del">
          <ac:chgData name="Mukherjee, Shouvik" userId="8a0946e8-3a6b-4d5c-947d-73f4cd578335" providerId="ADAL" clId="{878CC057-3D19-408E-8B58-A7E4D5A413A6}" dt="2025-06-19T09:28:10.091" v="713" actId="478"/>
          <ac:spMkLst>
            <pc:docMk/>
            <pc:sldMk cId="624739403" sldId="2147482253"/>
            <ac:spMk id="11" creationId="{B37248EE-BA5F-15D3-4EC2-E3E954F22F78}"/>
          </ac:spMkLst>
        </pc:spChg>
        <pc:spChg chg="del">
          <ac:chgData name="Mukherjee, Shouvik" userId="8a0946e8-3a6b-4d5c-947d-73f4cd578335" providerId="ADAL" clId="{878CC057-3D19-408E-8B58-A7E4D5A413A6}" dt="2025-06-19T09:28:10.091" v="713" actId="478"/>
          <ac:spMkLst>
            <pc:docMk/>
            <pc:sldMk cId="624739403" sldId="2147482253"/>
            <ac:spMk id="12" creationId="{4CFDADFA-AC42-DDAF-C8DF-9E57F6904911}"/>
          </ac:spMkLst>
        </pc:spChg>
        <pc:spChg chg="del">
          <ac:chgData name="Mukherjee, Shouvik" userId="8a0946e8-3a6b-4d5c-947d-73f4cd578335" providerId="ADAL" clId="{878CC057-3D19-408E-8B58-A7E4D5A413A6}" dt="2025-06-19T09:28:10.091" v="713" actId="478"/>
          <ac:spMkLst>
            <pc:docMk/>
            <pc:sldMk cId="624739403" sldId="2147482253"/>
            <ac:spMk id="13" creationId="{98B0DE77-BA56-D052-2EB7-EE36C2045D56}"/>
          </ac:spMkLst>
        </pc:spChg>
        <pc:spChg chg="del">
          <ac:chgData name="Mukherjee, Shouvik" userId="8a0946e8-3a6b-4d5c-947d-73f4cd578335" providerId="ADAL" clId="{878CC057-3D19-408E-8B58-A7E4D5A413A6}" dt="2025-06-19T09:28:10.091" v="713" actId="478"/>
          <ac:spMkLst>
            <pc:docMk/>
            <pc:sldMk cId="624739403" sldId="2147482253"/>
            <ac:spMk id="14" creationId="{4BA45D0D-E5C5-2CF0-9E7E-857A1B0CF057}"/>
          </ac:spMkLst>
        </pc:spChg>
        <pc:spChg chg="del">
          <ac:chgData name="Mukherjee, Shouvik" userId="8a0946e8-3a6b-4d5c-947d-73f4cd578335" providerId="ADAL" clId="{878CC057-3D19-408E-8B58-A7E4D5A413A6}" dt="2025-06-19T09:28:10.091" v="713" actId="478"/>
          <ac:spMkLst>
            <pc:docMk/>
            <pc:sldMk cId="624739403" sldId="2147482253"/>
            <ac:spMk id="15" creationId="{055C84E9-D7AF-7C78-4A4D-AF2A73E5E1B5}"/>
          </ac:spMkLst>
        </pc:spChg>
        <pc:spChg chg="del">
          <ac:chgData name="Mukherjee, Shouvik" userId="8a0946e8-3a6b-4d5c-947d-73f4cd578335" providerId="ADAL" clId="{878CC057-3D19-408E-8B58-A7E4D5A413A6}" dt="2025-06-19T09:28:10.091" v="713" actId="478"/>
          <ac:spMkLst>
            <pc:docMk/>
            <pc:sldMk cId="624739403" sldId="2147482253"/>
            <ac:spMk id="16" creationId="{644E3B3B-EBB6-3620-FFB2-59D723DACA6C}"/>
          </ac:spMkLst>
        </pc:spChg>
        <pc:spChg chg="del">
          <ac:chgData name="Mukherjee, Shouvik" userId="8a0946e8-3a6b-4d5c-947d-73f4cd578335" providerId="ADAL" clId="{878CC057-3D19-408E-8B58-A7E4D5A413A6}" dt="2025-06-19T09:28:10.091" v="713" actId="478"/>
          <ac:spMkLst>
            <pc:docMk/>
            <pc:sldMk cId="624739403" sldId="2147482253"/>
            <ac:spMk id="17" creationId="{539EF84C-87D0-D94A-E540-9C8F87E2C7EC}"/>
          </ac:spMkLst>
        </pc:spChg>
        <pc:spChg chg="del">
          <ac:chgData name="Mukherjee, Shouvik" userId="8a0946e8-3a6b-4d5c-947d-73f4cd578335" providerId="ADAL" clId="{878CC057-3D19-408E-8B58-A7E4D5A413A6}" dt="2025-06-19T09:28:10.091" v="713" actId="478"/>
          <ac:spMkLst>
            <pc:docMk/>
            <pc:sldMk cId="624739403" sldId="2147482253"/>
            <ac:spMk id="25" creationId="{8168066B-FF81-10B9-D3DA-A1D87533766A}"/>
          </ac:spMkLst>
        </pc:spChg>
        <pc:spChg chg="del">
          <ac:chgData name="Mukherjee, Shouvik" userId="8a0946e8-3a6b-4d5c-947d-73f4cd578335" providerId="ADAL" clId="{878CC057-3D19-408E-8B58-A7E4D5A413A6}" dt="2025-06-19T09:28:10.091" v="713" actId="478"/>
          <ac:spMkLst>
            <pc:docMk/>
            <pc:sldMk cId="624739403" sldId="2147482253"/>
            <ac:spMk id="26" creationId="{D2226C8D-5965-458A-054A-94AD7D828E78}"/>
          </ac:spMkLst>
        </pc:spChg>
        <pc:spChg chg="del">
          <ac:chgData name="Mukherjee, Shouvik" userId="8a0946e8-3a6b-4d5c-947d-73f4cd578335" providerId="ADAL" clId="{878CC057-3D19-408E-8B58-A7E4D5A413A6}" dt="2025-06-19T09:28:10.091" v="713" actId="478"/>
          <ac:spMkLst>
            <pc:docMk/>
            <pc:sldMk cId="624739403" sldId="2147482253"/>
            <ac:spMk id="27" creationId="{720B4EEE-20A3-5CC3-624D-2CD1794D2021}"/>
          </ac:spMkLst>
        </pc:spChg>
        <pc:spChg chg="del">
          <ac:chgData name="Mukherjee, Shouvik" userId="8a0946e8-3a6b-4d5c-947d-73f4cd578335" providerId="ADAL" clId="{878CC057-3D19-408E-8B58-A7E4D5A413A6}" dt="2025-06-19T09:28:10.091" v="713" actId="478"/>
          <ac:spMkLst>
            <pc:docMk/>
            <pc:sldMk cId="624739403" sldId="2147482253"/>
            <ac:spMk id="28" creationId="{9B84E288-1B05-857D-D472-179D457844B2}"/>
          </ac:spMkLst>
        </pc:spChg>
        <pc:spChg chg="del">
          <ac:chgData name="Mukherjee, Shouvik" userId="8a0946e8-3a6b-4d5c-947d-73f4cd578335" providerId="ADAL" clId="{878CC057-3D19-408E-8B58-A7E4D5A413A6}" dt="2025-06-19T09:28:10.091" v="713" actId="478"/>
          <ac:spMkLst>
            <pc:docMk/>
            <pc:sldMk cId="624739403" sldId="2147482253"/>
            <ac:spMk id="29" creationId="{39F7ACB7-E104-A787-6AFA-C83EF6FABB82}"/>
          </ac:spMkLst>
        </pc:spChg>
        <pc:spChg chg="del">
          <ac:chgData name="Mukherjee, Shouvik" userId="8a0946e8-3a6b-4d5c-947d-73f4cd578335" providerId="ADAL" clId="{878CC057-3D19-408E-8B58-A7E4D5A413A6}" dt="2025-06-19T09:28:10.091" v="713" actId="478"/>
          <ac:spMkLst>
            <pc:docMk/>
            <pc:sldMk cId="624739403" sldId="2147482253"/>
            <ac:spMk id="30" creationId="{66460E70-1C75-FCAD-F053-B8861BF82047}"/>
          </ac:spMkLst>
        </pc:spChg>
        <pc:spChg chg="del">
          <ac:chgData name="Mukherjee, Shouvik" userId="8a0946e8-3a6b-4d5c-947d-73f4cd578335" providerId="ADAL" clId="{878CC057-3D19-408E-8B58-A7E4D5A413A6}" dt="2025-06-19T09:28:10.091" v="713" actId="478"/>
          <ac:spMkLst>
            <pc:docMk/>
            <pc:sldMk cId="624739403" sldId="2147482253"/>
            <ac:spMk id="31" creationId="{031EFB0C-483D-BF85-8D11-86A98934A145}"/>
          </ac:spMkLst>
        </pc:spChg>
        <pc:spChg chg="del">
          <ac:chgData name="Mukherjee, Shouvik" userId="8a0946e8-3a6b-4d5c-947d-73f4cd578335" providerId="ADAL" clId="{878CC057-3D19-408E-8B58-A7E4D5A413A6}" dt="2025-06-19T09:28:10.091" v="713" actId="478"/>
          <ac:spMkLst>
            <pc:docMk/>
            <pc:sldMk cId="624739403" sldId="2147482253"/>
            <ac:spMk id="36" creationId="{16C2CB01-5229-8A02-DE8A-86C9FA788A0F}"/>
          </ac:spMkLst>
        </pc:spChg>
        <pc:grpChg chg="del">
          <ac:chgData name="Mukherjee, Shouvik" userId="8a0946e8-3a6b-4d5c-947d-73f4cd578335" providerId="ADAL" clId="{878CC057-3D19-408E-8B58-A7E4D5A413A6}" dt="2025-06-19T09:28:10.091" v="713" actId="478"/>
          <ac:grpSpMkLst>
            <pc:docMk/>
            <pc:sldMk cId="624739403" sldId="2147482253"/>
            <ac:grpSpMk id="24" creationId="{D6F04807-AF13-C1D1-9B0F-87A51162646D}"/>
          </ac:grpSpMkLst>
        </pc:grpChg>
        <pc:cxnChg chg="del mod">
          <ac:chgData name="Mukherjee, Shouvik" userId="8a0946e8-3a6b-4d5c-947d-73f4cd578335" providerId="ADAL" clId="{878CC057-3D19-408E-8B58-A7E4D5A413A6}" dt="2025-06-19T09:28:10.091" v="713" actId="478"/>
          <ac:cxnSpMkLst>
            <pc:docMk/>
            <pc:sldMk cId="624739403" sldId="2147482253"/>
            <ac:cxnSpMk id="18" creationId="{BECA7A43-411D-1893-1938-D9BA7D69BE50}"/>
          </ac:cxnSpMkLst>
        </pc:cxnChg>
        <pc:cxnChg chg="del mod">
          <ac:chgData name="Mukherjee, Shouvik" userId="8a0946e8-3a6b-4d5c-947d-73f4cd578335" providerId="ADAL" clId="{878CC057-3D19-408E-8B58-A7E4D5A413A6}" dt="2025-06-19T09:28:10.091" v="713" actId="478"/>
          <ac:cxnSpMkLst>
            <pc:docMk/>
            <pc:sldMk cId="624739403" sldId="2147482253"/>
            <ac:cxnSpMk id="19" creationId="{B51955B4-3AA7-0194-40EB-03B77DBF6989}"/>
          </ac:cxnSpMkLst>
        </pc:cxnChg>
        <pc:cxnChg chg="del">
          <ac:chgData name="Mukherjee, Shouvik" userId="8a0946e8-3a6b-4d5c-947d-73f4cd578335" providerId="ADAL" clId="{878CC057-3D19-408E-8B58-A7E4D5A413A6}" dt="2025-06-19T09:28:10.091" v="713" actId="478"/>
          <ac:cxnSpMkLst>
            <pc:docMk/>
            <pc:sldMk cId="624739403" sldId="2147482253"/>
            <ac:cxnSpMk id="20" creationId="{8CA5DA22-AACD-44D0-6135-E68DF4692557}"/>
          </ac:cxnSpMkLst>
        </pc:cxnChg>
        <pc:cxnChg chg="del mod">
          <ac:chgData name="Mukherjee, Shouvik" userId="8a0946e8-3a6b-4d5c-947d-73f4cd578335" providerId="ADAL" clId="{878CC057-3D19-408E-8B58-A7E4D5A413A6}" dt="2025-06-19T09:28:10.091" v="713" actId="478"/>
          <ac:cxnSpMkLst>
            <pc:docMk/>
            <pc:sldMk cId="624739403" sldId="2147482253"/>
            <ac:cxnSpMk id="21" creationId="{FA014A62-02E8-9096-CA9F-0F4BC5C0E841}"/>
          </ac:cxnSpMkLst>
        </pc:cxnChg>
        <pc:cxnChg chg="del mod">
          <ac:chgData name="Mukherjee, Shouvik" userId="8a0946e8-3a6b-4d5c-947d-73f4cd578335" providerId="ADAL" clId="{878CC057-3D19-408E-8B58-A7E4D5A413A6}" dt="2025-06-19T09:28:10.091" v="713" actId="478"/>
          <ac:cxnSpMkLst>
            <pc:docMk/>
            <pc:sldMk cId="624739403" sldId="2147482253"/>
            <ac:cxnSpMk id="22" creationId="{A960E917-5D57-5096-E52E-84B2C08545EB}"/>
          </ac:cxnSpMkLst>
        </pc:cxnChg>
        <pc:cxnChg chg="del mod">
          <ac:chgData name="Mukherjee, Shouvik" userId="8a0946e8-3a6b-4d5c-947d-73f4cd578335" providerId="ADAL" clId="{878CC057-3D19-408E-8B58-A7E4D5A413A6}" dt="2025-06-19T09:28:10.091" v="713" actId="478"/>
          <ac:cxnSpMkLst>
            <pc:docMk/>
            <pc:sldMk cId="624739403" sldId="2147482253"/>
            <ac:cxnSpMk id="23" creationId="{8FC025B8-EF34-88B3-AA14-B083891D1DBD}"/>
          </ac:cxnSpMkLst>
        </pc:cxnChg>
        <pc:cxnChg chg="del mod">
          <ac:chgData name="Mukherjee, Shouvik" userId="8a0946e8-3a6b-4d5c-947d-73f4cd578335" providerId="ADAL" clId="{878CC057-3D19-408E-8B58-A7E4D5A413A6}" dt="2025-06-19T09:28:10.091" v="713" actId="478"/>
          <ac:cxnSpMkLst>
            <pc:docMk/>
            <pc:sldMk cId="624739403" sldId="2147482253"/>
            <ac:cxnSpMk id="46" creationId="{E36992DD-E65A-D507-CE1F-DCC74A7198F3}"/>
          </ac:cxnSpMkLst>
        </pc:cxnChg>
      </pc:sldChg>
      <pc:sldChg chg="addSp delSp modSp add mod">
        <pc:chgData name="Mukherjee, Shouvik" userId="8a0946e8-3a6b-4d5c-947d-73f4cd578335" providerId="ADAL" clId="{878CC057-3D19-408E-8B58-A7E4D5A413A6}" dt="2025-06-19T09:54:54.746" v="1000" actId="20577"/>
        <pc:sldMkLst>
          <pc:docMk/>
          <pc:sldMk cId="31875403" sldId="2147482254"/>
        </pc:sldMkLst>
        <pc:spChg chg="mod">
          <ac:chgData name="Mukherjee, Shouvik" userId="8a0946e8-3a6b-4d5c-947d-73f4cd578335" providerId="ADAL" clId="{878CC057-3D19-408E-8B58-A7E4D5A413A6}" dt="2025-06-19T09:54:54.746" v="1000" actId="20577"/>
          <ac:spMkLst>
            <pc:docMk/>
            <pc:sldMk cId="31875403" sldId="2147482254"/>
            <ac:spMk id="2" creationId="{00000000-0000-0000-0000-000000000000}"/>
          </ac:spMkLst>
        </pc:spChg>
        <pc:spChg chg="del">
          <ac:chgData name="Mukherjee, Shouvik" userId="8a0946e8-3a6b-4d5c-947d-73f4cd578335" providerId="ADAL" clId="{878CC057-3D19-408E-8B58-A7E4D5A413A6}" dt="2025-06-19T09:37:46.929" v="740" actId="478"/>
          <ac:spMkLst>
            <pc:docMk/>
            <pc:sldMk cId="31875403" sldId="2147482254"/>
            <ac:spMk id="4" creationId="{D2602E27-7CCF-078D-11F6-EFC8E89849D4}"/>
          </ac:spMkLst>
        </pc:spChg>
        <pc:spChg chg="mod">
          <ac:chgData name="Mukherjee, Shouvik" userId="8a0946e8-3a6b-4d5c-947d-73f4cd578335" providerId="ADAL" clId="{878CC057-3D19-408E-8B58-A7E4D5A413A6}" dt="2025-06-19T09:38:14.997" v="807" actId="20577"/>
          <ac:spMkLst>
            <pc:docMk/>
            <pc:sldMk cId="31875403" sldId="2147482254"/>
            <ac:spMk id="6" creationId="{00000000-0000-0000-0000-000000000000}"/>
          </ac:spMkLst>
        </pc:spChg>
        <pc:spChg chg="del">
          <ac:chgData name="Mukherjee, Shouvik" userId="8a0946e8-3a6b-4d5c-947d-73f4cd578335" providerId="ADAL" clId="{878CC057-3D19-408E-8B58-A7E4D5A413A6}" dt="2025-06-19T09:37:46.929" v="740" actId="478"/>
          <ac:spMkLst>
            <pc:docMk/>
            <pc:sldMk cId="31875403" sldId="2147482254"/>
            <ac:spMk id="9" creationId="{CBCB8E37-4472-2E59-96FA-BDF9B804B0BA}"/>
          </ac:spMkLst>
        </pc:spChg>
        <pc:spChg chg="del">
          <ac:chgData name="Mukherjee, Shouvik" userId="8a0946e8-3a6b-4d5c-947d-73f4cd578335" providerId="ADAL" clId="{878CC057-3D19-408E-8B58-A7E4D5A413A6}" dt="2025-06-19T09:37:46.929" v="740" actId="478"/>
          <ac:spMkLst>
            <pc:docMk/>
            <pc:sldMk cId="31875403" sldId="2147482254"/>
            <ac:spMk id="11" creationId="{70594856-6983-16D5-9CC2-D8D4F4904C3B}"/>
          </ac:spMkLst>
        </pc:spChg>
        <pc:spChg chg="del">
          <ac:chgData name="Mukherjee, Shouvik" userId="8a0946e8-3a6b-4d5c-947d-73f4cd578335" providerId="ADAL" clId="{878CC057-3D19-408E-8B58-A7E4D5A413A6}" dt="2025-06-19T09:37:46.929" v="740" actId="478"/>
          <ac:spMkLst>
            <pc:docMk/>
            <pc:sldMk cId="31875403" sldId="2147482254"/>
            <ac:spMk id="12" creationId="{52E3D18A-D8F6-12F3-E502-BA87EC9934BE}"/>
          </ac:spMkLst>
        </pc:spChg>
        <pc:spChg chg="del">
          <ac:chgData name="Mukherjee, Shouvik" userId="8a0946e8-3a6b-4d5c-947d-73f4cd578335" providerId="ADAL" clId="{878CC057-3D19-408E-8B58-A7E4D5A413A6}" dt="2025-06-19T09:37:46.929" v="740" actId="478"/>
          <ac:spMkLst>
            <pc:docMk/>
            <pc:sldMk cId="31875403" sldId="2147482254"/>
            <ac:spMk id="16" creationId="{687D3D11-7075-870F-069E-0E0B1808C487}"/>
          </ac:spMkLst>
        </pc:spChg>
        <pc:spChg chg="del">
          <ac:chgData name="Mukherjee, Shouvik" userId="8a0946e8-3a6b-4d5c-947d-73f4cd578335" providerId="ADAL" clId="{878CC057-3D19-408E-8B58-A7E4D5A413A6}" dt="2025-06-19T09:37:46.929" v="740" actId="478"/>
          <ac:spMkLst>
            <pc:docMk/>
            <pc:sldMk cId="31875403" sldId="2147482254"/>
            <ac:spMk id="17" creationId="{3ECE6B01-7157-A6D3-9F1A-3F644951DE2B}"/>
          </ac:spMkLst>
        </pc:spChg>
        <pc:spChg chg="del">
          <ac:chgData name="Mukherjee, Shouvik" userId="8a0946e8-3a6b-4d5c-947d-73f4cd578335" providerId="ADAL" clId="{878CC057-3D19-408E-8B58-A7E4D5A413A6}" dt="2025-06-19T09:37:46.929" v="740" actId="478"/>
          <ac:spMkLst>
            <pc:docMk/>
            <pc:sldMk cId="31875403" sldId="2147482254"/>
            <ac:spMk id="18" creationId="{275BBDDD-8BCE-89CB-D6A0-38E1388B48DA}"/>
          </ac:spMkLst>
        </pc:spChg>
        <pc:spChg chg="del">
          <ac:chgData name="Mukherjee, Shouvik" userId="8a0946e8-3a6b-4d5c-947d-73f4cd578335" providerId="ADAL" clId="{878CC057-3D19-408E-8B58-A7E4D5A413A6}" dt="2025-06-19T09:37:46.929" v="740" actId="478"/>
          <ac:spMkLst>
            <pc:docMk/>
            <pc:sldMk cId="31875403" sldId="2147482254"/>
            <ac:spMk id="22" creationId="{B497AFBA-48D7-F28B-03E8-6C1E633E762A}"/>
          </ac:spMkLst>
        </pc:spChg>
        <pc:spChg chg="del">
          <ac:chgData name="Mukherjee, Shouvik" userId="8a0946e8-3a6b-4d5c-947d-73f4cd578335" providerId="ADAL" clId="{878CC057-3D19-408E-8B58-A7E4D5A413A6}" dt="2025-06-19T09:37:46.929" v="740" actId="478"/>
          <ac:spMkLst>
            <pc:docMk/>
            <pc:sldMk cId="31875403" sldId="2147482254"/>
            <ac:spMk id="23" creationId="{EE835D95-1114-AEE3-F425-50FD4780F316}"/>
          </ac:spMkLst>
        </pc:spChg>
        <pc:spChg chg="del">
          <ac:chgData name="Mukherjee, Shouvik" userId="8a0946e8-3a6b-4d5c-947d-73f4cd578335" providerId="ADAL" clId="{878CC057-3D19-408E-8B58-A7E4D5A413A6}" dt="2025-06-19T09:37:46.929" v="740" actId="478"/>
          <ac:spMkLst>
            <pc:docMk/>
            <pc:sldMk cId="31875403" sldId="2147482254"/>
            <ac:spMk id="24" creationId="{5ED26CCD-05BB-E995-0A9B-9B8437651565}"/>
          </ac:spMkLst>
        </pc:spChg>
        <pc:spChg chg="del">
          <ac:chgData name="Mukherjee, Shouvik" userId="8a0946e8-3a6b-4d5c-947d-73f4cd578335" providerId="ADAL" clId="{878CC057-3D19-408E-8B58-A7E4D5A413A6}" dt="2025-06-19T09:37:46.929" v="740" actId="478"/>
          <ac:spMkLst>
            <pc:docMk/>
            <pc:sldMk cId="31875403" sldId="2147482254"/>
            <ac:spMk id="28" creationId="{6F67C0FC-581A-F2E0-2286-399E92833799}"/>
          </ac:spMkLst>
        </pc:spChg>
        <pc:spChg chg="del">
          <ac:chgData name="Mukherjee, Shouvik" userId="8a0946e8-3a6b-4d5c-947d-73f4cd578335" providerId="ADAL" clId="{878CC057-3D19-408E-8B58-A7E4D5A413A6}" dt="2025-06-19T09:37:46.929" v="740" actId="478"/>
          <ac:spMkLst>
            <pc:docMk/>
            <pc:sldMk cId="31875403" sldId="2147482254"/>
            <ac:spMk id="29" creationId="{A96680F9-6D5B-208C-9255-206D31A734C7}"/>
          </ac:spMkLst>
        </pc:spChg>
        <pc:spChg chg="del">
          <ac:chgData name="Mukherjee, Shouvik" userId="8a0946e8-3a6b-4d5c-947d-73f4cd578335" providerId="ADAL" clId="{878CC057-3D19-408E-8B58-A7E4D5A413A6}" dt="2025-06-19T09:37:46.929" v="740" actId="478"/>
          <ac:spMkLst>
            <pc:docMk/>
            <pc:sldMk cId="31875403" sldId="2147482254"/>
            <ac:spMk id="30" creationId="{3E3E3A0F-5835-2D5A-1DFE-9ECF90E5360D}"/>
          </ac:spMkLst>
        </pc:spChg>
        <pc:spChg chg="add mod">
          <ac:chgData name="Mukherjee, Shouvik" userId="8a0946e8-3a6b-4d5c-947d-73f4cd578335" providerId="ADAL" clId="{878CC057-3D19-408E-8B58-A7E4D5A413A6}" dt="2025-06-19T09:44:44.788" v="851" actId="14100"/>
          <ac:spMkLst>
            <pc:docMk/>
            <pc:sldMk cId="31875403" sldId="2147482254"/>
            <ac:spMk id="50" creationId="{8CC2BBDD-CDBA-86AA-CEC5-6F614333747A}"/>
          </ac:spMkLst>
        </pc:spChg>
        <pc:spChg chg="add mod">
          <ac:chgData name="Mukherjee, Shouvik" userId="8a0946e8-3a6b-4d5c-947d-73f4cd578335" providerId="ADAL" clId="{878CC057-3D19-408E-8B58-A7E4D5A413A6}" dt="2025-06-19T09:51:53.945" v="973" actId="20577"/>
          <ac:spMkLst>
            <pc:docMk/>
            <pc:sldMk cId="31875403" sldId="2147482254"/>
            <ac:spMk id="51" creationId="{F776D4DF-A6AB-813A-7C0F-9F69EDFA8B2A}"/>
          </ac:spMkLst>
        </pc:spChg>
        <pc:spChg chg="mod">
          <ac:chgData name="Mukherjee, Shouvik" userId="8a0946e8-3a6b-4d5c-947d-73f4cd578335" providerId="ADAL" clId="{878CC057-3D19-408E-8B58-A7E4D5A413A6}" dt="2025-06-19T09:46:38.124" v="867" actId="403"/>
          <ac:spMkLst>
            <pc:docMk/>
            <pc:sldMk cId="31875403" sldId="2147482254"/>
            <ac:spMk id="53" creationId="{49B67B9C-A389-860E-1849-DEDF5F6E19EE}"/>
          </ac:spMkLst>
        </pc:spChg>
        <pc:spChg chg="mod">
          <ac:chgData name="Mukherjee, Shouvik" userId="8a0946e8-3a6b-4d5c-947d-73f4cd578335" providerId="ADAL" clId="{878CC057-3D19-408E-8B58-A7E4D5A413A6}" dt="2025-06-19T09:46:38.124" v="867" actId="403"/>
          <ac:spMkLst>
            <pc:docMk/>
            <pc:sldMk cId="31875403" sldId="2147482254"/>
            <ac:spMk id="54" creationId="{36F5A7F0-F57A-18B0-8BC4-B5399C50C212}"/>
          </ac:spMkLst>
        </pc:spChg>
        <pc:spChg chg="mod">
          <ac:chgData name="Mukherjee, Shouvik" userId="8a0946e8-3a6b-4d5c-947d-73f4cd578335" providerId="ADAL" clId="{878CC057-3D19-408E-8B58-A7E4D5A413A6}" dt="2025-06-19T09:46:38.124" v="867" actId="403"/>
          <ac:spMkLst>
            <pc:docMk/>
            <pc:sldMk cId="31875403" sldId="2147482254"/>
            <ac:spMk id="55" creationId="{45D8A8E5-3F3C-D768-49FA-1F134A5E9C7C}"/>
          </ac:spMkLst>
        </pc:spChg>
        <pc:spChg chg="mod">
          <ac:chgData name="Mukherjee, Shouvik" userId="8a0946e8-3a6b-4d5c-947d-73f4cd578335" providerId="ADAL" clId="{878CC057-3D19-408E-8B58-A7E4D5A413A6}" dt="2025-06-19T09:46:38.124" v="867" actId="403"/>
          <ac:spMkLst>
            <pc:docMk/>
            <pc:sldMk cId="31875403" sldId="2147482254"/>
            <ac:spMk id="56" creationId="{3F080AB6-47F9-1349-D974-176D9635EBDD}"/>
          </ac:spMkLst>
        </pc:spChg>
        <pc:spChg chg="mod">
          <ac:chgData name="Mukherjee, Shouvik" userId="8a0946e8-3a6b-4d5c-947d-73f4cd578335" providerId="ADAL" clId="{878CC057-3D19-408E-8B58-A7E4D5A413A6}" dt="2025-06-19T09:46:38.124" v="867" actId="403"/>
          <ac:spMkLst>
            <pc:docMk/>
            <pc:sldMk cId="31875403" sldId="2147482254"/>
            <ac:spMk id="57" creationId="{4A87DD23-0A18-73A3-0F53-186DE7729AD1}"/>
          </ac:spMkLst>
        </pc:spChg>
        <pc:spChg chg="mod">
          <ac:chgData name="Mukherjee, Shouvik" userId="8a0946e8-3a6b-4d5c-947d-73f4cd578335" providerId="ADAL" clId="{878CC057-3D19-408E-8B58-A7E4D5A413A6}" dt="2025-06-19T09:46:38.124" v="867" actId="403"/>
          <ac:spMkLst>
            <pc:docMk/>
            <pc:sldMk cId="31875403" sldId="2147482254"/>
            <ac:spMk id="58" creationId="{49AF5D59-4C2E-BC01-D349-6119EDBB8FB2}"/>
          </ac:spMkLst>
        </pc:spChg>
        <pc:spChg chg="mod">
          <ac:chgData name="Mukherjee, Shouvik" userId="8a0946e8-3a6b-4d5c-947d-73f4cd578335" providerId="ADAL" clId="{878CC057-3D19-408E-8B58-A7E4D5A413A6}" dt="2025-06-19T09:46:38.124" v="867" actId="403"/>
          <ac:spMkLst>
            <pc:docMk/>
            <pc:sldMk cId="31875403" sldId="2147482254"/>
            <ac:spMk id="59" creationId="{69BDBE1A-0C70-9160-DD66-382957B5F7E5}"/>
          </ac:spMkLst>
        </pc:spChg>
        <pc:spChg chg="add mod">
          <ac:chgData name="Mukherjee, Shouvik" userId="8a0946e8-3a6b-4d5c-947d-73f4cd578335" providerId="ADAL" clId="{878CC057-3D19-408E-8B58-A7E4D5A413A6}" dt="2025-06-19T09:44:58.480" v="853" actId="14100"/>
          <ac:spMkLst>
            <pc:docMk/>
            <pc:sldMk cId="31875403" sldId="2147482254"/>
            <ac:spMk id="60" creationId="{E76A91B9-9D22-FA3C-C134-CD835BD0C5C9}"/>
          </ac:spMkLst>
        </pc:spChg>
        <pc:spChg chg="add mod">
          <ac:chgData name="Mukherjee, Shouvik" userId="8a0946e8-3a6b-4d5c-947d-73f4cd578335" providerId="ADAL" clId="{878CC057-3D19-408E-8B58-A7E4D5A413A6}" dt="2025-06-19T09:52:07.806" v="995" actId="20577"/>
          <ac:spMkLst>
            <pc:docMk/>
            <pc:sldMk cId="31875403" sldId="2147482254"/>
            <ac:spMk id="61" creationId="{C7878CAA-FE50-A4DE-5D8A-817E7ECA5F9E}"/>
          </ac:spMkLst>
        </pc:spChg>
        <pc:spChg chg="mod">
          <ac:chgData name="Mukherjee, Shouvik" userId="8a0946e8-3a6b-4d5c-947d-73f4cd578335" providerId="ADAL" clId="{878CC057-3D19-408E-8B58-A7E4D5A413A6}" dt="2025-06-19T09:46:38.124" v="867" actId="403"/>
          <ac:spMkLst>
            <pc:docMk/>
            <pc:sldMk cId="31875403" sldId="2147482254"/>
            <ac:spMk id="63" creationId="{ACA38FB3-9F54-BE11-7EFC-7C781D96FCDF}"/>
          </ac:spMkLst>
        </pc:spChg>
        <pc:spChg chg="mod">
          <ac:chgData name="Mukherjee, Shouvik" userId="8a0946e8-3a6b-4d5c-947d-73f4cd578335" providerId="ADAL" clId="{878CC057-3D19-408E-8B58-A7E4D5A413A6}" dt="2025-06-19T09:46:38.124" v="867" actId="403"/>
          <ac:spMkLst>
            <pc:docMk/>
            <pc:sldMk cId="31875403" sldId="2147482254"/>
            <ac:spMk id="64" creationId="{663FA049-3516-25A4-7AB2-7A1A8C742D52}"/>
          </ac:spMkLst>
        </pc:spChg>
        <pc:spChg chg="mod">
          <ac:chgData name="Mukherjee, Shouvik" userId="8a0946e8-3a6b-4d5c-947d-73f4cd578335" providerId="ADAL" clId="{878CC057-3D19-408E-8B58-A7E4D5A413A6}" dt="2025-06-19T09:46:38.124" v="867" actId="403"/>
          <ac:spMkLst>
            <pc:docMk/>
            <pc:sldMk cId="31875403" sldId="2147482254"/>
            <ac:spMk id="65" creationId="{A37F5CC6-DB2E-B5AD-36D8-6613DC44A4D1}"/>
          </ac:spMkLst>
        </pc:spChg>
        <pc:spChg chg="mod">
          <ac:chgData name="Mukherjee, Shouvik" userId="8a0946e8-3a6b-4d5c-947d-73f4cd578335" providerId="ADAL" clId="{878CC057-3D19-408E-8B58-A7E4D5A413A6}" dt="2025-06-19T09:46:38.124" v="867" actId="403"/>
          <ac:spMkLst>
            <pc:docMk/>
            <pc:sldMk cId="31875403" sldId="2147482254"/>
            <ac:spMk id="66" creationId="{8EF247AE-2C33-5BD0-4570-647ADD304383}"/>
          </ac:spMkLst>
        </pc:spChg>
        <pc:spChg chg="mod">
          <ac:chgData name="Mukherjee, Shouvik" userId="8a0946e8-3a6b-4d5c-947d-73f4cd578335" providerId="ADAL" clId="{878CC057-3D19-408E-8B58-A7E4D5A413A6}" dt="2025-06-19T09:46:38.124" v="867" actId="403"/>
          <ac:spMkLst>
            <pc:docMk/>
            <pc:sldMk cId="31875403" sldId="2147482254"/>
            <ac:spMk id="67" creationId="{23389830-09BE-A108-18CB-88134FF43468}"/>
          </ac:spMkLst>
        </pc:spChg>
        <pc:spChg chg="mod">
          <ac:chgData name="Mukherjee, Shouvik" userId="8a0946e8-3a6b-4d5c-947d-73f4cd578335" providerId="ADAL" clId="{878CC057-3D19-408E-8B58-A7E4D5A413A6}" dt="2025-06-19T09:46:38.124" v="867" actId="403"/>
          <ac:spMkLst>
            <pc:docMk/>
            <pc:sldMk cId="31875403" sldId="2147482254"/>
            <ac:spMk id="68" creationId="{CC21EF63-E428-D7F4-4F11-3A5569FADD9B}"/>
          </ac:spMkLst>
        </pc:spChg>
        <pc:spChg chg="mod">
          <ac:chgData name="Mukherjee, Shouvik" userId="8a0946e8-3a6b-4d5c-947d-73f4cd578335" providerId="ADAL" clId="{878CC057-3D19-408E-8B58-A7E4D5A413A6}" dt="2025-06-19T09:46:38.124" v="867" actId="403"/>
          <ac:spMkLst>
            <pc:docMk/>
            <pc:sldMk cId="31875403" sldId="2147482254"/>
            <ac:spMk id="69" creationId="{09C06580-5B65-429B-9493-DBD0AFF90E51}"/>
          </ac:spMkLst>
        </pc:spChg>
        <pc:spChg chg="mod">
          <ac:chgData name="Mukherjee, Shouvik" userId="8a0946e8-3a6b-4d5c-947d-73f4cd578335" providerId="ADAL" clId="{878CC057-3D19-408E-8B58-A7E4D5A413A6}" dt="2025-06-19T09:46:38.124" v="867" actId="403"/>
          <ac:spMkLst>
            <pc:docMk/>
            <pc:sldMk cId="31875403" sldId="2147482254"/>
            <ac:spMk id="70" creationId="{175FD69E-81DC-8578-52FB-8FD055649F50}"/>
          </ac:spMkLst>
        </pc:spChg>
        <pc:spChg chg="mod">
          <ac:chgData name="Mukherjee, Shouvik" userId="8a0946e8-3a6b-4d5c-947d-73f4cd578335" providerId="ADAL" clId="{878CC057-3D19-408E-8B58-A7E4D5A413A6}" dt="2025-06-19T09:46:38.124" v="867" actId="403"/>
          <ac:spMkLst>
            <pc:docMk/>
            <pc:sldMk cId="31875403" sldId="2147482254"/>
            <ac:spMk id="71" creationId="{CFD911B5-3200-822A-9D21-C4EF5FB1BB45}"/>
          </ac:spMkLst>
        </pc:spChg>
        <pc:spChg chg="mod">
          <ac:chgData name="Mukherjee, Shouvik" userId="8a0946e8-3a6b-4d5c-947d-73f4cd578335" providerId="ADAL" clId="{878CC057-3D19-408E-8B58-A7E4D5A413A6}" dt="2025-06-19T09:46:38.124" v="867" actId="403"/>
          <ac:spMkLst>
            <pc:docMk/>
            <pc:sldMk cId="31875403" sldId="2147482254"/>
            <ac:spMk id="72" creationId="{0840D162-3B7E-29F7-07F0-A2F4FB0BE8B2}"/>
          </ac:spMkLst>
        </pc:spChg>
        <pc:spChg chg="add mod">
          <ac:chgData name="Mukherjee, Shouvik" userId="8a0946e8-3a6b-4d5c-947d-73f4cd578335" providerId="ADAL" clId="{878CC057-3D19-408E-8B58-A7E4D5A413A6}" dt="2025-06-19T09:51:11.536" v="960" actId="1076"/>
          <ac:spMkLst>
            <pc:docMk/>
            <pc:sldMk cId="31875403" sldId="2147482254"/>
            <ac:spMk id="80" creationId="{E61CFA2E-A5BB-FB93-4ECE-A12AC0F8836A}"/>
          </ac:spMkLst>
        </pc:spChg>
        <pc:spChg chg="add mod">
          <ac:chgData name="Mukherjee, Shouvik" userId="8a0946e8-3a6b-4d5c-947d-73f4cd578335" providerId="ADAL" clId="{878CC057-3D19-408E-8B58-A7E4D5A413A6}" dt="2025-06-19T09:51:16.592" v="961" actId="1076"/>
          <ac:spMkLst>
            <pc:docMk/>
            <pc:sldMk cId="31875403" sldId="2147482254"/>
            <ac:spMk id="81" creationId="{0756DC54-E92D-4967-9E10-87A5782635BC}"/>
          </ac:spMkLst>
        </pc:spChg>
        <pc:spChg chg="add mod">
          <ac:chgData name="Mukherjee, Shouvik" userId="8a0946e8-3a6b-4d5c-947d-73f4cd578335" providerId="ADAL" clId="{878CC057-3D19-408E-8B58-A7E4D5A413A6}" dt="2025-06-19T09:51:23.095" v="962" actId="1076"/>
          <ac:spMkLst>
            <pc:docMk/>
            <pc:sldMk cId="31875403" sldId="2147482254"/>
            <ac:spMk id="82" creationId="{1F192201-93D6-535A-DB94-1F4744196981}"/>
          </ac:spMkLst>
        </pc:spChg>
        <pc:spChg chg="add mod">
          <ac:chgData name="Mukherjee, Shouvik" userId="8a0946e8-3a6b-4d5c-947d-73f4cd578335" providerId="ADAL" clId="{878CC057-3D19-408E-8B58-A7E4D5A413A6}" dt="2025-06-19T09:51:27.024" v="963" actId="1076"/>
          <ac:spMkLst>
            <pc:docMk/>
            <pc:sldMk cId="31875403" sldId="2147482254"/>
            <ac:spMk id="83" creationId="{1AF21825-4243-65C1-5E0E-4D4A6EB1387C}"/>
          </ac:spMkLst>
        </pc:spChg>
        <pc:spChg chg="add mod">
          <ac:chgData name="Mukherjee, Shouvik" userId="8a0946e8-3a6b-4d5c-947d-73f4cd578335" providerId="ADAL" clId="{878CC057-3D19-408E-8B58-A7E4D5A413A6}" dt="2025-06-19T09:51:30.625" v="964" actId="1076"/>
          <ac:spMkLst>
            <pc:docMk/>
            <pc:sldMk cId="31875403" sldId="2147482254"/>
            <ac:spMk id="84" creationId="{E50DE53E-B4E1-FA3F-23DE-B9304F85C29F}"/>
          </ac:spMkLst>
        </pc:spChg>
        <pc:spChg chg="add mod">
          <ac:chgData name="Mukherjee, Shouvik" userId="8a0946e8-3a6b-4d5c-947d-73f4cd578335" providerId="ADAL" clId="{878CC057-3D19-408E-8B58-A7E4D5A413A6}" dt="2025-06-19T09:51:35.154" v="965" actId="1076"/>
          <ac:spMkLst>
            <pc:docMk/>
            <pc:sldMk cId="31875403" sldId="2147482254"/>
            <ac:spMk id="85" creationId="{5AF8205F-B4DC-E80E-4387-5793DC6B0F42}"/>
          </ac:spMkLst>
        </pc:spChg>
        <pc:spChg chg="add del mod">
          <ac:chgData name="Mukherjee, Shouvik" userId="8a0946e8-3a6b-4d5c-947d-73f4cd578335" providerId="ADAL" clId="{878CC057-3D19-408E-8B58-A7E4D5A413A6}" dt="2025-06-19T09:43:34.175" v="820" actId="478"/>
          <ac:spMkLst>
            <pc:docMk/>
            <pc:sldMk cId="31875403" sldId="2147482254"/>
            <ac:spMk id="86" creationId="{09AF37C4-BECC-4E64-A9A1-E484CF2504E9}"/>
          </ac:spMkLst>
        </pc:spChg>
        <pc:spChg chg="add mod">
          <ac:chgData name="Mukherjee, Shouvik" userId="8a0946e8-3a6b-4d5c-947d-73f4cd578335" providerId="ADAL" clId="{878CC057-3D19-408E-8B58-A7E4D5A413A6}" dt="2025-06-19T09:50:25.429" v="951"/>
          <ac:spMkLst>
            <pc:docMk/>
            <pc:sldMk cId="31875403" sldId="2147482254"/>
            <ac:spMk id="87" creationId="{5245B1C5-1984-E4E3-9B15-983ADDCD90E2}"/>
          </ac:spMkLst>
        </pc:spChg>
        <pc:spChg chg="add mod">
          <ac:chgData name="Mukherjee, Shouvik" userId="8a0946e8-3a6b-4d5c-947d-73f4cd578335" providerId="ADAL" clId="{878CC057-3D19-408E-8B58-A7E4D5A413A6}" dt="2025-06-19T09:47:00.901" v="870"/>
          <ac:spMkLst>
            <pc:docMk/>
            <pc:sldMk cId="31875403" sldId="2147482254"/>
            <ac:spMk id="88" creationId="{DB3B505A-6608-8949-42BC-48D4E0A73B88}"/>
          </ac:spMkLst>
        </pc:spChg>
        <pc:spChg chg="add mod">
          <ac:chgData name="Mukherjee, Shouvik" userId="8a0946e8-3a6b-4d5c-947d-73f4cd578335" providerId="ADAL" clId="{878CC057-3D19-408E-8B58-A7E4D5A413A6}" dt="2025-06-19T09:46:38.124" v="867" actId="403"/>
          <ac:spMkLst>
            <pc:docMk/>
            <pc:sldMk cId="31875403" sldId="2147482254"/>
            <ac:spMk id="89" creationId="{0DABA79B-E62B-D80B-A37F-335FB1160F38}"/>
          </ac:spMkLst>
        </pc:spChg>
        <pc:spChg chg="add mod">
          <ac:chgData name="Mukherjee, Shouvik" userId="8a0946e8-3a6b-4d5c-947d-73f4cd578335" providerId="ADAL" clId="{878CC057-3D19-408E-8B58-A7E4D5A413A6}" dt="2025-06-19T09:47:23.345" v="873"/>
          <ac:spMkLst>
            <pc:docMk/>
            <pc:sldMk cId="31875403" sldId="2147482254"/>
            <ac:spMk id="90" creationId="{3F0633FF-012D-9ABD-95E2-EA29F3BA5F48}"/>
          </ac:spMkLst>
        </pc:spChg>
        <pc:spChg chg="add mod">
          <ac:chgData name="Mukherjee, Shouvik" userId="8a0946e8-3a6b-4d5c-947d-73f4cd578335" providerId="ADAL" clId="{878CC057-3D19-408E-8B58-A7E4D5A413A6}" dt="2025-06-19T09:49:39.423" v="945"/>
          <ac:spMkLst>
            <pc:docMk/>
            <pc:sldMk cId="31875403" sldId="2147482254"/>
            <ac:spMk id="91" creationId="{44A9744B-2A44-990B-0FF5-80645AE6C4B5}"/>
          </ac:spMkLst>
        </pc:spChg>
        <pc:spChg chg="add mod">
          <ac:chgData name="Mukherjee, Shouvik" userId="8a0946e8-3a6b-4d5c-947d-73f4cd578335" providerId="ADAL" clId="{878CC057-3D19-408E-8B58-A7E4D5A413A6}" dt="2025-06-19T09:50:05.910" v="948"/>
          <ac:spMkLst>
            <pc:docMk/>
            <pc:sldMk cId="31875403" sldId="2147482254"/>
            <ac:spMk id="92" creationId="{CED34A53-E39C-E4B7-218B-DFF86C706191}"/>
          </ac:spMkLst>
        </pc:spChg>
        <pc:spChg chg="add del">
          <ac:chgData name="Mukherjee, Shouvik" userId="8a0946e8-3a6b-4d5c-947d-73f4cd578335" providerId="ADAL" clId="{878CC057-3D19-408E-8B58-A7E4D5A413A6}" dt="2025-06-19T09:54:46.097" v="997" actId="22"/>
          <ac:spMkLst>
            <pc:docMk/>
            <pc:sldMk cId="31875403" sldId="2147482254"/>
            <ac:spMk id="100" creationId="{CC10A83C-2FA3-4A0B-61BC-25C09693F6A0}"/>
          </ac:spMkLst>
        </pc:spChg>
        <pc:grpChg chg="del">
          <ac:chgData name="Mukherjee, Shouvik" userId="8a0946e8-3a6b-4d5c-947d-73f4cd578335" providerId="ADAL" clId="{878CC057-3D19-408E-8B58-A7E4D5A413A6}" dt="2025-06-19T09:37:46.929" v="740" actId="478"/>
          <ac:grpSpMkLst>
            <pc:docMk/>
            <pc:sldMk cId="31875403" sldId="2147482254"/>
            <ac:grpSpMk id="5" creationId="{16FD34D1-BE99-8BFC-FA41-6A12B5DAA8E4}"/>
          </ac:grpSpMkLst>
        </pc:grpChg>
        <pc:grpChg chg="del">
          <ac:chgData name="Mukherjee, Shouvik" userId="8a0946e8-3a6b-4d5c-947d-73f4cd578335" providerId="ADAL" clId="{878CC057-3D19-408E-8B58-A7E4D5A413A6}" dt="2025-06-19T09:37:46.929" v="740" actId="478"/>
          <ac:grpSpMkLst>
            <pc:docMk/>
            <pc:sldMk cId="31875403" sldId="2147482254"/>
            <ac:grpSpMk id="13" creationId="{9E4DD949-1F05-F533-4015-C10A89D0723A}"/>
          </ac:grpSpMkLst>
        </pc:grpChg>
        <pc:grpChg chg="del">
          <ac:chgData name="Mukherjee, Shouvik" userId="8a0946e8-3a6b-4d5c-947d-73f4cd578335" providerId="ADAL" clId="{878CC057-3D19-408E-8B58-A7E4D5A413A6}" dt="2025-06-19T09:37:46.929" v="740" actId="478"/>
          <ac:grpSpMkLst>
            <pc:docMk/>
            <pc:sldMk cId="31875403" sldId="2147482254"/>
            <ac:grpSpMk id="19" creationId="{D57B54EF-D552-B793-E4C1-A85FC7982551}"/>
          </ac:grpSpMkLst>
        </pc:grpChg>
        <pc:grpChg chg="del">
          <ac:chgData name="Mukherjee, Shouvik" userId="8a0946e8-3a6b-4d5c-947d-73f4cd578335" providerId="ADAL" clId="{878CC057-3D19-408E-8B58-A7E4D5A413A6}" dt="2025-06-19T09:37:46.929" v="740" actId="478"/>
          <ac:grpSpMkLst>
            <pc:docMk/>
            <pc:sldMk cId="31875403" sldId="2147482254"/>
            <ac:grpSpMk id="25" creationId="{671CB365-3B6A-0097-119F-7E219287E367}"/>
          </ac:grpSpMkLst>
        </pc:grpChg>
        <pc:grpChg chg="del">
          <ac:chgData name="Mukherjee, Shouvik" userId="8a0946e8-3a6b-4d5c-947d-73f4cd578335" providerId="ADAL" clId="{878CC057-3D19-408E-8B58-A7E4D5A413A6}" dt="2025-06-19T09:37:46.929" v="740" actId="478"/>
          <ac:grpSpMkLst>
            <pc:docMk/>
            <pc:sldMk cId="31875403" sldId="2147482254"/>
            <ac:grpSpMk id="31" creationId="{E4CF6344-553B-F42C-09B6-877BCE3CCCFC}"/>
          </ac:grpSpMkLst>
        </pc:grpChg>
        <pc:grpChg chg="del">
          <ac:chgData name="Mukherjee, Shouvik" userId="8a0946e8-3a6b-4d5c-947d-73f4cd578335" providerId="ADAL" clId="{878CC057-3D19-408E-8B58-A7E4D5A413A6}" dt="2025-06-19T09:37:46.929" v="740" actId="478"/>
          <ac:grpSpMkLst>
            <pc:docMk/>
            <pc:sldMk cId="31875403" sldId="2147482254"/>
            <ac:grpSpMk id="34" creationId="{87DD5578-259A-5074-B374-C3CF8127F90F}"/>
          </ac:grpSpMkLst>
        </pc:grpChg>
        <pc:grpChg chg="del">
          <ac:chgData name="Mukherjee, Shouvik" userId="8a0946e8-3a6b-4d5c-947d-73f4cd578335" providerId="ADAL" clId="{878CC057-3D19-408E-8B58-A7E4D5A413A6}" dt="2025-06-19T09:37:46.929" v="740" actId="478"/>
          <ac:grpSpMkLst>
            <pc:docMk/>
            <pc:sldMk cId="31875403" sldId="2147482254"/>
            <ac:grpSpMk id="43" creationId="{53E5DB7C-7EE3-F6B9-54CC-F6A44968D068}"/>
          </ac:grpSpMkLst>
        </pc:grpChg>
        <pc:grpChg chg="del">
          <ac:chgData name="Mukherjee, Shouvik" userId="8a0946e8-3a6b-4d5c-947d-73f4cd578335" providerId="ADAL" clId="{878CC057-3D19-408E-8B58-A7E4D5A413A6}" dt="2025-06-19T09:37:46.929" v="740" actId="478"/>
          <ac:grpSpMkLst>
            <pc:docMk/>
            <pc:sldMk cId="31875403" sldId="2147482254"/>
            <ac:grpSpMk id="46" creationId="{C0F4D832-457D-6BCA-962E-475996481CD2}"/>
          </ac:grpSpMkLst>
        </pc:grpChg>
        <pc:grpChg chg="add mod">
          <ac:chgData name="Mukherjee, Shouvik" userId="8a0946e8-3a6b-4d5c-947d-73f4cd578335" providerId="ADAL" clId="{878CC057-3D19-408E-8B58-A7E4D5A413A6}" dt="2025-06-19T09:44:44.788" v="851" actId="14100"/>
          <ac:grpSpMkLst>
            <pc:docMk/>
            <pc:sldMk cId="31875403" sldId="2147482254"/>
            <ac:grpSpMk id="52" creationId="{CF5C7FBF-26DB-38F6-17ED-FA2435DEA5CA}"/>
          </ac:grpSpMkLst>
        </pc:grpChg>
        <pc:grpChg chg="add mod">
          <ac:chgData name="Mukherjee, Shouvik" userId="8a0946e8-3a6b-4d5c-947d-73f4cd578335" providerId="ADAL" clId="{878CC057-3D19-408E-8B58-A7E4D5A413A6}" dt="2025-06-19T09:44:44.788" v="851" actId="14100"/>
          <ac:grpSpMkLst>
            <pc:docMk/>
            <pc:sldMk cId="31875403" sldId="2147482254"/>
            <ac:grpSpMk id="62" creationId="{969A87D5-35D8-532C-16B6-8CC830E9FD08}"/>
          </ac:grpSpMkLst>
        </pc:grpChg>
        <pc:graphicFrameChg chg="add mod modGraphic">
          <ac:chgData name="Mukherjee, Shouvik" userId="8a0946e8-3a6b-4d5c-947d-73f4cd578335" providerId="ADAL" clId="{878CC057-3D19-408E-8B58-A7E4D5A413A6}" dt="2025-06-19T09:51:05.019" v="959" actId="404"/>
          <ac:graphicFrameMkLst>
            <pc:docMk/>
            <pc:sldMk cId="31875403" sldId="2147482254"/>
            <ac:graphicFrameMk id="73" creationId="{4AB9FB55-2A88-9B6F-FC5B-58780C81F070}"/>
          </ac:graphicFrameMkLst>
        </pc:graphicFrameChg>
        <pc:cxnChg chg="del">
          <ac:chgData name="Mukherjee, Shouvik" userId="8a0946e8-3a6b-4d5c-947d-73f4cd578335" providerId="ADAL" clId="{878CC057-3D19-408E-8B58-A7E4D5A413A6}" dt="2025-06-19T09:37:46.929" v="740" actId="478"/>
          <ac:cxnSpMkLst>
            <pc:docMk/>
            <pc:sldMk cId="31875403" sldId="2147482254"/>
            <ac:cxnSpMk id="3" creationId="{8B2CCF8A-C73D-54F8-AADF-55C5E7CBC582}"/>
          </ac:cxnSpMkLst>
        </pc:cxnChg>
        <pc:cxnChg chg="add mod">
          <ac:chgData name="Mukherjee, Shouvik" userId="8a0946e8-3a6b-4d5c-947d-73f4cd578335" providerId="ADAL" clId="{878CC057-3D19-408E-8B58-A7E4D5A413A6}" dt="2025-06-19T09:44:44.788" v="851" actId="14100"/>
          <ac:cxnSpMkLst>
            <pc:docMk/>
            <pc:sldMk cId="31875403" sldId="2147482254"/>
            <ac:cxnSpMk id="74" creationId="{68915712-ADAE-7381-4B65-C69E4B27CDEB}"/>
          </ac:cxnSpMkLst>
        </pc:cxnChg>
        <pc:cxnChg chg="add mod">
          <ac:chgData name="Mukherjee, Shouvik" userId="8a0946e8-3a6b-4d5c-947d-73f4cd578335" providerId="ADAL" clId="{878CC057-3D19-408E-8B58-A7E4D5A413A6}" dt="2025-06-19T09:44:44.788" v="851" actId="14100"/>
          <ac:cxnSpMkLst>
            <pc:docMk/>
            <pc:sldMk cId="31875403" sldId="2147482254"/>
            <ac:cxnSpMk id="75" creationId="{08B4AB3F-0654-2579-7A34-908A13842FCA}"/>
          </ac:cxnSpMkLst>
        </pc:cxnChg>
        <pc:cxnChg chg="add mod">
          <ac:chgData name="Mukherjee, Shouvik" userId="8a0946e8-3a6b-4d5c-947d-73f4cd578335" providerId="ADAL" clId="{878CC057-3D19-408E-8B58-A7E4D5A413A6}" dt="2025-06-19T09:44:44.788" v="851" actId="14100"/>
          <ac:cxnSpMkLst>
            <pc:docMk/>
            <pc:sldMk cId="31875403" sldId="2147482254"/>
            <ac:cxnSpMk id="76" creationId="{0DAB2403-DEA3-E178-57C5-09AB45BD1C83}"/>
          </ac:cxnSpMkLst>
        </pc:cxnChg>
        <pc:cxnChg chg="add mod">
          <ac:chgData name="Mukherjee, Shouvik" userId="8a0946e8-3a6b-4d5c-947d-73f4cd578335" providerId="ADAL" clId="{878CC057-3D19-408E-8B58-A7E4D5A413A6}" dt="2025-06-19T09:44:44.788" v="851" actId="14100"/>
          <ac:cxnSpMkLst>
            <pc:docMk/>
            <pc:sldMk cId="31875403" sldId="2147482254"/>
            <ac:cxnSpMk id="77" creationId="{C0A6F6D1-4997-F7A1-EDC6-E5A5D6BA060F}"/>
          </ac:cxnSpMkLst>
        </pc:cxnChg>
        <pc:cxnChg chg="add mod">
          <ac:chgData name="Mukherjee, Shouvik" userId="8a0946e8-3a6b-4d5c-947d-73f4cd578335" providerId="ADAL" clId="{878CC057-3D19-408E-8B58-A7E4D5A413A6}" dt="2025-06-19T09:44:44.788" v="851" actId="14100"/>
          <ac:cxnSpMkLst>
            <pc:docMk/>
            <pc:sldMk cId="31875403" sldId="2147482254"/>
            <ac:cxnSpMk id="78" creationId="{7C082704-1B6D-C28A-B16A-64C8FA3ABE0C}"/>
          </ac:cxnSpMkLst>
        </pc:cxnChg>
        <pc:cxnChg chg="add mod">
          <ac:chgData name="Mukherjee, Shouvik" userId="8a0946e8-3a6b-4d5c-947d-73f4cd578335" providerId="ADAL" clId="{878CC057-3D19-408E-8B58-A7E4D5A413A6}" dt="2025-06-19T09:44:44.788" v="851" actId="14100"/>
          <ac:cxnSpMkLst>
            <pc:docMk/>
            <pc:sldMk cId="31875403" sldId="2147482254"/>
            <ac:cxnSpMk id="79" creationId="{9AFBBC8D-7683-F2B3-8D60-D11BB2AE75FA}"/>
          </ac:cxnSpMkLst>
        </pc:cxnChg>
      </pc:sldChg>
      <pc:sldChg chg="addSp delSp modSp add del mod modAnim">
        <pc:chgData name="Mukherjee, Shouvik" userId="8a0946e8-3a6b-4d5c-947d-73f4cd578335" providerId="ADAL" clId="{878CC057-3D19-408E-8B58-A7E4D5A413A6}" dt="2025-06-20T06:14:08.560" v="2717" actId="47"/>
        <pc:sldMkLst>
          <pc:docMk/>
          <pc:sldMk cId="2784192636" sldId="2147482255"/>
        </pc:sldMkLst>
        <pc:spChg chg="mod">
          <ac:chgData name="Mukherjee, Shouvik" userId="8a0946e8-3a6b-4d5c-947d-73f4cd578335" providerId="ADAL" clId="{878CC057-3D19-408E-8B58-A7E4D5A413A6}" dt="2025-06-19T13:44:50.782" v="1509"/>
          <ac:spMkLst>
            <pc:docMk/>
            <pc:sldMk cId="2784192636" sldId="2147482255"/>
            <ac:spMk id="2" creationId="{00000000-0000-0000-0000-000000000000}"/>
          </ac:spMkLst>
        </pc:spChg>
        <pc:spChg chg="add mod">
          <ac:chgData name="Mukherjee, Shouvik" userId="8a0946e8-3a6b-4d5c-947d-73f4cd578335" providerId="ADAL" clId="{878CC057-3D19-408E-8B58-A7E4D5A413A6}" dt="2025-06-20T06:12:26.846" v="2461" actId="1036"/>
          <ac:spMkLst>
            <pc:docMk/>
            <pc:sldMk cId="2784192636" sldId="2147482255"/>
            <ac:spMk id="3" creationId="{C5457420-D918-5F02-9675-352B7FC2B67F}"/>
          </ac:spMkLst>
        </pc:spChg>
        <pc:spChg chg="add del mod">
          <ac:chgData name="Mukherjee, Shouvik" userId="8a0946e8-3a6b-4d5c-947d-73f4cd578335" providerId="ADAL" clId="{878CC057-3D19-408E-8B58-A7E4D5A413A6}" dt="2025-06-19T13:24:11.360" v="1161" actId="478"/>
          <ac:spMkLst>
            <pc:docMk/>
            <pc:sldMk cId="2784192636" sldId="2147482255"/>
            <ac:spMk id="3" creationId="{D59D8A65-9663-A4A6-B410-892D6DC4453C}"/>
          </ac:spMkLst>
        </pc:spChg>
        <pc:spChg chg="mod">
          <ac:chgData name="Mukherjee, Shouvik" userId="8a0946e8-3a6b-4d5c-947d-73f4cd578335" providerId="ADAL" clId="{878CC057-3D19-408E-8B58-A7E4D5A413A6}" dt="2025-06-19T12:03:32.531" v="1152" actId="2711"/>
          <ac:spMkLst>
            <pc:docMk/>
            <pc:sldMk cId="2784192636" sldId="2147482255"/>
            <ac:spMk id="5" creationId="{0FE9D7E8-2E3B-5673-A7D2-C940BAC92C8C}"/>
          </ac:spMkLst>
        </pc:spChg>
        <pc:spChg chg="mod">
          <ac:chgData name="Mukherjee, Shouvik" userId="8a0946e8-3a6b-4d5c-947d-73f4cd578335" providerId="ADAL" clId="{878CC057-3D19-408E-8B58-A7E4D5A413A6}" dt="2025-06-19T13:44:17.754" v="1502"/>
          <ac:spMkLst>
            <pc:docMk/>
            <pc:sldMk cId="2784192636" sldId="2147482255"/>
            <ac:spMk id="6" creationId="{00000000-0000-0000-0000-000000000000}"/>
          </ac:spMkLst>
        </pc:spChg>
        <pc:spChg chg="mod">
          <ac:chgData name="Mukherjee, Shouvik" userId="8a0946e8-3a6b-4d5c-947d-73f4cd578335" providerId="ADAL" clId="{878CC057-3D19-408E-8B58-A7E4D5A413A6}" dt="2025-06-19T12:03:32.531" v="1152" actId="2711"/>
          <ac:spMkLst>
            <pc:docMk/>
            <pc:sldMk cId="2784192636" sldId="2147482255"/>
            <ac:spMk id="7" creationId="{A7F97972-59CC-2698-F2A2-FDC9A361201C}"/>
          </ac:spMkLst>
        </pc:spChg>
        <pc:spChg chg="mod">
          <ac:chgData name="Mukherjee, Shouvik" userId="8a0946e8-3a6b-4d5c-947d-73f4cd578335" providerId="ADAL" clId="{878CC057-3D19-408E-8B58-A7E4D5A413A6}" dt="2025-06-19T12:03:32.531" v="1152" actId="2711"/>
          <ac:spMkLst>
            <pc:docMk/>
            <pc:sldMk cId="2784192636" sldId="2147482255"/>
            <ac:spMk id="8" creationId="{DDCB27F1-C5F1-B787-2D7B-4DBFCA52B3ED}"/>
          </ac:spMkLst>
        </pc:spChg>
        <pc:spChg chg="mod">
          <ac:chgData name="Mukherjee, Shouvik" userId="8a0946e8-3a6b-4d5c-947d-73f4cd578335" providerId="ADAL" clId="{878CC057-3D19-408E-8B58-A7E4D5A413A6}" dt="2025-06-19T12:03:32.531" v="1152" actId="2711"/>
          <ac:spMkLst>
            <pc:docMk/>
            <pc:sldMk cId="2784192636" sldId="2147482255"/>
            <ac:spMk id="9" creationId="{F2314499-048E-045F-8F55-A0A1D5166B52}"/>
          </ac:spMkLst>
        </pc:spChg>
        <pc:spChg chg="mod">
          <ac:chgData name="Mukherjee, Shouvik" userId="8a0946e8-3a6b-4d5c-947d-73f4cd578335" providerId="ADAL" clId="{878CC057-3D19-408E-8B58-A7E4D5A413A6}" dt="2025-06-19T12:12:43.968" v="1156"/>
          <ac:spMkLst>
            <pc:docMk/>
            <pc:sldMk cId="2784192636" sldId="2147482255"/>
            <ac:spMk id="12" creationId="{CA6F12F5-54C4-C7E6-A293-E2D522F6FB12}"/>
          </ac:spMkLst>
        </pc:spChg>
        <pc:spChg chg="mod">
          <ac:chgData name="Mukherjee, Shouvik" userId="8a0946e8-3a6b-4d5c-947d-73f4cd578335" providerId="ADAL" clId="{878CC057-3D19-408E-8B58-A7E4D5A413A6}" dt="2025-06-19T12:12:43.968" v="1156"/>
          <ac:spMkLst>
            <pc:docMk/>
            <pc:sldMk cId="2784192636" sldId="2147482255"/>
            <ac:spMk id="13" creationId="{A7DD93DB-D441-D8E5-1BF3-2E594E9FEC87}"/>
          </ac:spMkLst>
        </pc:spChg>
        <pc:spChg chg="mod">
          <ac:chgData name="Mukherjee, Shouvik" userId="8a0946e8-3a6b-4d5c-947d-73f4cd578335" providerId="ADAL" clId="{878CC057-3D19-408E-8B58-A7E4D5A413A6}" dt="2025-06-19T12:12:43.968" v="1156"/>
          <ac:spMkLst>
            <pc:docMk/>
            <pc:sldMk cId="2784192636" sldId="2147482255"/>
            <ac:spMk id="14" creationId="{F8DE336F-75C3-F144-6C8E-CFAAC416CE3B}"/>
          </ac:spMkLst>
        </pc:spChg>
        <pc:spChg chg="mod">
          <ac:chgData name="Mukherjee, Shouvik" userId="8a0946e8-3a6b-4d5c-947d-73f4cd578335" providerId="ADAL" clId="{878CC057-3D19-408E-8B58-A7E4D5A413A6}" dt="2025-06-19T12:12:43.968" v="1156"/>
          <ac:spMkLst>
            <pc:docMk/>
            <pc:sldMk cId="2784192636" sldId="2147482255"/>
            <ac:spMk id="15" creationId="{6692A14E-EC67-11D9-CFA9-5B2064A4EDEA}"/>
          </ac:spMkLst>
        </pc:spChg>
        <pc:spChg chg="mod">
          <ac:chgData name="Mukherjee, Shouvik" userId="8a0946e8-3a6b-4d5c-947d-73f4cd578335" providerId="ADAL" clId="{878CC057-3D19-408E-8B58-A7E4D5A413A6}" dt="2025-06-19T12:12:43.968" v="1156"/>
          <ac:spMkLst>
            <pc:docMk/>
            <pc:sldMk cId="2784192636" sldId="2147482255"/>
            <ac:spMk id="16" creationId="{2807C008-D00B-2316-77B3-79E70F2D8CDD}"/>
          </ac:spMkLst>
        </pc:spChg>
        <pc:spChg chg="mod">
          <ac:chgData name="Mukherjee, Shouvik" userId="8a0946e8-3a6b-4d5c-947d-73f4cd578335" providerId="ADAL" clId="{878CC057-3D19-408E-8B58-A7E4D5A413A6}" dt="2025-06-19T12:12:43.968" v="1156"/>
          <ac:spMkLst>
            <pc:docMk/>
            <pc:sldMk cId="2784192636" sldId="2147482255"/>
            <ac:spMk id="17" creationId="{1F560BA1-A603-EACF-7E3C-7705E5036CC5}"/>
          </ac:spMkLst>
        </pc:spChg>
        <pc:spChg chg="mod">
          <ac:chgData name="Mukherjee, Shouvik" userId="8a0946e8-3a6b-4d5c-947d-73f4cd578335" providerId="ADAL" clId="{878CC057-3D19-408E-8B58-A7E4D5A413A6}" dt="2025-06-19T12:12:43.968" v="1156"/>
          <ac:spMkLst>
            <pc:docMk/>
            <pc:sldMk cId="2784192636" sldId="2147482255"/>
            <ac:spMk id="20" creationId="{A75D4F9A-CD1E-779F-7B07-4680DFDDB848}"/>
          </ac:spMkLst>
        </pc:spChg>
        <pc:spChg chg="mod">
          <ac:chgData name="Mukherjee, Shouvik" userId="8a0946e8-3a6b-4d5c-947d-73f4cd578335" providerId="ADAL" clId="{878CC057-3D19-408E-8B58-A7E4D5A413A6}" dt="2025-06-19T12:12:43.968" v="1156"/>
          <ac:spMkLst>
            <pc:docMk/>
            <pc:sldMk cId="2784192636" sldId="2147482255"/>
            <ac:spMk id="21" creationId="{736243CB-C2A7-E18C-7D04-9B0DE04DB341}"/>
          </ac:spMkLst>
        </pc:spChg>
        <pc:spChg chg="mod">
          <ac:chgData name="Mukherjee, Shouvik" userId="8a0946e8-3a6b-4d5c-947d-73f4cd578335" providerId="ADAL" clId="{878CC057-3D19-408E-8B58-A7E4D5A413A6}" dt="2025-06-19T12:12:43.968" v="1156"/>
          <ac:spMkLst>
            <pc:docMk/>
            <pc:sldMk cId="2784192636" sldId="2147482255"/>
            <ac:spMk id="22" creationId="{3B560FF0-825D-5B0A-FCFB-A4D7504015C4}"/>
          </ac:spMkLst>
        </pc:spChg>
        <pc:spChg chg="mod">
          <ac:chgData name="Mukherjee, Shouvik" userId="8a0946e8-3a6b-4d5c-947d-73f4cd578335" providerId="ADAL" clId="{878CC057-3D19-408E-8B58-A7E4D5A413A6}" dt="2025-06-19T12:12:43.968" v="1156"/>
          <ac:spMkLst>
            <pc:docMk/>
            <pc:sldMk cId="2784192636" sldId="2147482255"/>
            <ac:spMk id="23" creationId="{92F2BC96-BA6F-7C80-82D8-4E613A870046}"/>
          </ac:spMkLst>
        </pc:spChg>
        <pc:spChg chg="mod">
          <ac:chgData name="Mukherjee, Shouvik" userId="8a0946e8-3a6b-4d5c-947d-73f4cd578335" providerId="ADAL" clId="{878CC057-3D19-408E-8B58-A7E4D5A413A6}" dt="2025-06-19T12:12:43.968" v="1156"/>
          <ac:spMkLst>
            <pc:docMk/>
            <pc:sldMk cId="2784192636" sldId="2147482255"/>
            <ac:spMk id="24" creationId="{7B8333FE-821F-6879-2B7D-D8A81728C1FA}"/>
          </ac:spMkLst>
        </pc:spChg>
        <pc:spChg chg="mod">
          <ac:chgData name="Mukherjee, Shouvik" userId="8a0946e8-3a6b-4d5c-947d-73f4cd578335" providerId="ADAL" clId="{878CC057-3D19-408E-8B58-A7E4D5A413A6}" dt="2025-06-19T12:12:43.968" v="1156"/>
          <ac:spMkLst>
            <pc:docMk/>
            <pc:sldMk cId="2784192636" sldId="2147482255"/>
            <ac:spMk id="25" creationId="{7AAA2D31-5243-C4D5-11B6-8CAF75460CBE}"/>
          </ac:spMkLst>
        </pc:spChg>
        <pc:spChg chg="mod">
          <ac:chgData name="Mukherjee, Shouvik" userId="8a0946e8-3a6b-4d5c-947d-73f4cd578335" providerId="ADAL" clId="{878CC057-3D19-408E-8B58-A7E4D5A413A6}" dt="2025-06-19T12:12:43.968" v="1156"/>
          <ac:spMkLst>
            <pc:docMk/>
            <pc:sldMk cId="2784192636" sldId="2147482255"/>
            <ac:spMk id="26" creationId="{65236F80-A0FC-1265-52E0-B6B45CB01D37}"/>
          </ac:spMkLst>
        </pc:spChg>
        <pc:spChg chg="mod">
          <ac:chgData name="Mukherjee, Shouvik" userId="8a0946e8-3a6b-4d5c-947d-73f4cd578335" providerId="ADAL" clId="{878CC057-3D19-408E-8B58-A7E4D5A413A6}" dt="2025-06-19T12:12:43.968" v="1156"/>
          <ac:spMkLst>
            <pc:docMk/>
            <pc:sldMk cId="2784192636" sldId="2147482255"/>
            <ac:spMk id="27" creationId="{7277F516-10CC-C3E8-2BC5-EC17C03CE2CF}"/>
          </ac:spMkLst>
        </pc:spChg>
        <pc:spChg chg="add mod">
          <ac:chgData name="Mukherjee, Shouvik" userId="8a0946e8-3a6b-4d5c-947d-73f4cd578335" providerId="ADAL" clId="{878CC057-3D19-408E-8B58-A7E4D5A413A6}" dt="2025-06-19T13:42:53.807" v="1494" actId="164"/>
          <ac:spMkLst>
            <pc:docMk/>
            <pc:sldMk cId="2784192636" sldId="2147482255"/>
            <ac:spMk id="28" creationId="{9E3D70A3-B8B1-97C0-B2B4-5D21A6DAC557}"/>
          </ac:spMkLst>
        </pc:spChg>
        <pc:spChg chg="add mod">
          <ac:chgData name="Mukherjee, Shouvik" userId="8a0946e8-3a6b-4d5c-947d-73f4cd578335" providerId="ADAL" clId="{878CC057-3D19-408E-8B58-A7E4D5A413A6}" dt="2025-06-20T06:12:25.839" v="2460" actId="1036"/>
          <ac:spMkLst>
            <pc:docMk/>
            <pc:sldMk cId="2784192636" sldId="2147482255"/>
            <ac:spMk id="29" creationId="{34552439-4CF3-70E0-8C9D-723D0A30EE0D}"/>
          </ac:spMkLst>
        </pc:spChg>
        <pc:spChg chg="add mod">
          <ac:chgData name="Mukherjee, Shouvik" userId="8a0946e8-3a6b-4d5c-947d-73f4cd578335" providerId="ADAL" clId="{878CC057-3D19-408E-8B58-A7E4D5A413A6}" dt="2025-06-19T13:42:53.807" v="1494" actId="164"/>
          <ac:spMkLst>
            <pc:docMk/>
            <pc:sldMk cId="2784192636" sldId="2147482255"/>
            <ac:spMk id="30" creationId="{0CD21A5F-68B4-F6EA-D8C4-4A8577F70D9A}"/>
          </ac:spMkLst>
        </pc:spChg>
        <pc:spChg chg="add mod">
          <ac:chgData name="Mukherjee, Shouvik" userId="8a0946e8-3a6b-4d5c-947d-73f4cd578335" providerId="ADAL" clId="{878CC057-3D19-408E-8B58-A7E4D5A413A6}" dt="2025-06-19T13:42:53.807" v="1494" actId="164"/>
          <ac:spMkLst>
            <pc:docMk/>
            <pc:sldMk cId="2784192636" sldId="2147482255"/>
            <ac:spMk id="31" creationId="{1336C718-A3BA-74F4-C728-5835237D823E}"/>
          </ac:spMkLst>
        </pc:spChg>
        <pc:spChg chg="add mod">
          <ac:chgData name="Mukherjee, Shouvik" userId="8a0946e8-3a6b-4d5c-947d-73f4cd578335" providerId="ADAL" clId="{878CC057-3D19-408E-8B58-A7E4D5A413A6}" dt="2025-06-19T13:42:53.807" v="1494" actId="164"/>
          <ac:spMkLst>
            <pc:docMk/>
            <pc:sldMk cId="2784192636" sldId="2147482255"/>
            <ac:spMk id="32" creationId="{2FAF3E39-DF28-ACE8-E9E6-483ABC7CC8B2}"/>
          </ac:spMkLst>
        </pc:spChg>
        <pc:spChg chg="add mod">
          <ac:chgData name="Mukherjee, Shouvik" userId="8a0946e8-3a6b-4d5c-947d-73f4cd578335" providerId="ADAL" clId="{878CC057-3D19-408E-8B58-A7E4D5A413A6}" dt="2025-06-20T06:12:25.839" v="2460" actId="1036"/>
          <ac:spMkLst>
            <pc:docMk/>
            <pc:sldMk cId="2784192636" sldId="2147482255"/>
            <ac:spMk id="33" creationId="{0D02F717-9A2A-4E3E-912E-53193AE13795}"/>
          </ac:spMkLst>
        </pc:spChg>
        <pc:spChg chg="mod">
          <ac:chgData name="Mukherjee, Shouvik" userId="8a0946e8-3a6b-4d5c-947d-73f4cd578335" providerId="ADAL" clId="{878CC057-3D19-408E-8B58-A7E4D5A413A6}" dt="2025-06-19T13:24:21.903" v="1212" actId="1036"/>
          <ac:spMkLst>
            <pc:docMk/>
            <pc:sldMk cId="2784192636" sldId="2147482255"/>
            <ac:spMk id="35" creationId="{D9EC6BC9-CB5D-C5FB-0B80-023C20F5A2C9}"/>
          </ac:spMkLst>
        </pc:spChg>
        <pc:spChg chg="mod">
          <ac:chgData name="Mukherjee, Shouvik" userId="8a0946e8-3a6b-4d5c-947d-73f4cd578335" providerId="ADAL" clId="{878CC057-3D19-408E-8B58-A7E4D5A413A6}" dt="2025-06-19T13:24:21.903" v="1212" actId="1036"/>
          <ac:spMkLst>
            <pc:docMk/>
            <pc:sldMk cId="2784192636" sldId="2147482255"/>
            <ac:spMk id="36" creationId="{90DCAAFB-B809-E00F-0044-72C2B60842B4}"/>
          </ac:spMkLst>
        </pc:spChg>
        <pc:spChg chg="mod">
          <ac:chgData name="Mukherjee, Shouvik" userId="8a0946e8-3a6b-4d5c-947d-73f4cd578335" providerId="ADAL" clId="{878CC057-3D19-408E-8B58-A7E4D5A413A6}" dt="2025-06-19T13:24:21.903" v="1212" actId="1036"/>
          <ac:spMkLst>
            <pc:docMk/>
            <pc:sldMk cId="2784192636" sldId="2147482255"/>
            <ac:spMk id="37" creationId="{9BAB0C7A-F147-8B45-5E4A-063A6902E882}"/>
          </ac:spMkLst>
        </pc:spChg>
        <pc:spChg chg="add del mod">
          <ac:chgData name="Mukherjee, Shouvik" userId="8a0946e8-3a6b-4d5c-947d-73f4cd578335" providerId="ADAL" clId="{878CC057-3D19-408E-8B58-A7E4D5A413A6}" dt="2025-06-19T13:26:03.453" v="1221" actId="478"/>
          <ac:spMkLst>
            <pc:docMk/>
            <pc:sldMk cId="2784192636" sldId="2147482255"/>
            <ac:spMk id="38" creationId="{AE2B715E-7D3E-28D7-C8A8-0C1A25CEDEBA}"/>
          </ac:spMkLst>
        </pc:spChg>
        <pc:spChg chg="mod">
          <ac:chgData name="Mukherjee, Shouvik" userId="8a0946e8-3a6b-4d5c-947d-73f4cd578335" providerId="ADAL" clId="{878CC057-3D19-408E-8B58-A7E4D5A413A6}" dt="2025-06-19T13:24:21.903" v="1212" actId="1036"/>
          <ac:spMkLst>
            <pc:docMk/>
            <pc:sldMk cId="2784192636" sldId="2147482255"/>
            <ac:spMk id="39" creationId="{1B15A86B-17D0-32B3-41B1-DC4A04B13D5E}"/>
          </ac:spMkLst>
        </pc:spChg>
        <pc:spChg chg="mod">
          <ac:chgData name="Mukherjee, Shouvik" userId="8a0946e8-3a6b-4d5c-947d-73f4cd578335" providerId="ADAL" clId="{878CC057-3D19-408E-8B58-A7E4D5A413A6}" dt="2025-06-19T13:24:21.903" v="1212" actId="1036"/>
          <ac:spMkLst>
            <pc:docMk/>
            <pc:sldMk cId="2784192636" sldId="2147482255"/>
            <ac:spMk id="40" creationId="{96D83FE0-6BEE-EA90-8675-C4B11FC02897}"/>
          </ac:spMkLst>
        </pc:spChg>
        <pc:spChg chg="mod">
          <ac:chgData name="Mukherjee, Shouvik" userId="8a0946e8-3a6b-4d5c-947d-73f4cd578335" providerId="ADAL" clId="{878CC057-3D19-408E-8B58-A7E4D5A413A6}" dt="2025-06-19T13:24:21.903" v="1212" actId="1036"/>
          <ac:spMkLst>
            <pc:docMk/>
            <pc:sldMk cId="2784192636" sldId="2147482255"/>
            <ac:spMk id="41" creationId="{8BFB3B5B-9A28-D82E-E66F-D7CFA3897883}"/>
          </ac:spMkLst>
        </pc:spChg>
        <pc:spChg chg="mod">
          <ac:chgData name="Mukherjee, Shouvik" userId="8a0946e8-3a6b-4d5c-947d-73f4cd578335" providerId="ADAL" clId="{878CC057-3D19-408E-8B58-A7E4D5A413A6}" dt="2025-06-19T13:24:21.903" v="1212" actId="1036"/>
          <ac:spMkLst>
            <pc:docMk/>
            <pc:sldMk cId="2784192636" sldId="2147482255"/>
            <ac:spMk id="43" creationId="{B4255E1C-AF75-E001-0FB2-5B0202B581C0}"/>
          </ac:spMkLst>
        </pc:spChg>
        <pc:spChg chg="mod">
          <ac:chgData name="Mukherjee, Shouvik" userId="8a0946e8-3a6b-4d5c-947d-73f4cd578335" providerId="ADAL" clId="{878CC057-3D19-408E-8B58-A7E4D5A413A6}" dt="2025-06-19T13:24:21.903" v="1212" actId="1036"/>
          <ac:spMkLst>
            <pc:docMk/>
            <pc:sldMk cId="2784192636" sldId="2147482255"/>
            <ac:spMk id="44" creationId="{60832B6F-21CD-C9B3-76CC-3583662C2024}"/>
          </ac:spMkLst>
        </pc:spChg>
        <pc:spChg chg="mod">
          <ac:chgData name="Mukherjee, Shouvik" userId="8a0946e8-3a6b-4d5c-947d-73f4cd578335" providerId="ADAL" clId="{878CC057-3D19-408E-8B58-A7E4D5A413A6}" dt="2025-06-19T13:24:21.903" v="1212" actId="1036"/>
          <ac:spMkLst>
            <pc:docMk/>
            <pc:sldMk cId="2784192636" sldId="2147482255"/>
            <ac:spMk id="45" creationId="{C79455F1-066C-D4CB-A432-E3C799CE1429}"/>
          </ac:spMkLst>
        </pc:spChg>
        <pc:spChg chg="mod">
          <ac:chgData name="Mukherjee, Shouvik" userId="8a0946e8-3a6b-4d5c-947d-73f4cd578335" providerId="ADAL" clId="{878CC057-3D19-408E-8B58-A7E4D5A413A6}" dt="2025-06-19T13:24:21.903" v="1212" actId="1036"/>
          <ac:spMkLst>
            <pc:docMk/>
            <pc:sldMk cId="2784192636" sldId="2147482255"/>
            <ac:spMk id="46" creationId="{B0D9C85B-5221-C714-6E5D-F2A127C9BC3F}"/>
          </ac:spMkLst>
        </pc:spChg>
        <pc:spChg chg="mod">
          <ac:chgData name="Mukherjee, Shouvik" userId="8a0946e8-3a6b-4d5c-947d-73f4cd578335" providerId="ADAL" clId="{878CC057-3D19-408E-8B58-A7E4D5A413A6}" dt="2025-06-19T13:24:21.903" v="1212" actId="1036"/>
          <ac:spMkLst>
            <pc:docMk/>
            <pc:sldMk cId="2784192636" sldId="2147482255"/>
            <ac:spMk id="47" creationId="{CF46B945-9257-7E38-E986-A7320F1D0117}"/>
          </ac:spMkLst>
        </pc:spChg>
        <pc:spChg chg="mod">
          <ac:chgData name="Mukherjee, Shouvik" userId="8a0946e8-3a6b-4d5c-947d-73f4cd578335" providerId="ADAL" clId="{878CC057-3D19-408E-8B58-A7E4D5A413A6}" dt="2025-06-19T13:24:21.903" v="1212" actId="1036"/>
          <ac:spMkLst>
            <pc:docMk/>
            <pc:sldMk cId="2784192636" sldId="2147482255"/>
            <ac:spMk id="48" creationId="{0AF6EBC3-6103-6BDD-9BA2-627810B753A9}"/>
          </ac:spMkLst>
        </pc:spChg>
        <pc:spChg chg="mod">
          <ac:chgData name="Mukherjee, Shouvik" userId="8a0946e8-3a6b-4d5c-947d-73f4cd578335" providerId="ADAL" clId="{878CC057-3D19-408E-8B58-A7E4D5A413A6}" dt="2025-06-19T13:24:21.903" v="1212" actId="1036"/>
          <ac:spMkLst>
            <pc:docMk/>
            <pc:sldMk cId="2784192636" sldId="2147482255"/>
            <ac:spMk id="49" creationId="{FB42393B-9755-7F24-7D5C-3C7DC4A0AD5D}"/>
          </ac:spMkLst>
        </pc:spChg>
        <pc:spChg chg="add mod">
          <ac:chgData name="Mukherjee, Shouvik" userId="8a0946e8-3a6b-4d5c-947d-73f4cd578335" providerId="ADAL" clId="{878CC057-3D19-408E-8B58-A7E4D5A413A6}" dt="2025-06-19T13:42:53.807" v="1494" actId="164"/>
          <ac:spMkLst>
            <pc:docMk/>
            <pc:sldMk cId="2784192636" sldId="2147482255"/>
            <ac:spMk id="50" creationId="{510267E5-CC13-72C8-FD9C-8540B8DCE875}"/>
          </ac:spMkLst>
        </pc:spChg>
        <pc:spChg chg="add mod">
          <ac:chgData name="Mukherjee, Shouvik" userId="8a0946e8-3a6b-4d5c-947d-73f4cd578335" providerId="ADAL" clId="{878CC057-3D19-408E-8B58-A7E4D5A413A6}" dt="2025-06-19T13:42:53.807" v="1494" actId="164"/>
          <ac:spMkLst>
            <pc:docMk/>
            <pc:sldMk cId="2784192636" sldId="2147482255"/>
            <ac:spMk id="51" creationId="{AC947B91-3CB6-454B-7915-05C8D333E821}"/>
          </ac:spMkLst>
        </pc:spChg>
        <pc:spChg chg="add mod">
          <ac:chgData name="Mukherjee, Shouvik" userId="8a0946e8-3a6b-4d5c-947d-73f4cd578335" providerId="ADAL" clId="{878CC057-3D19-408E-8B58-A7E4D5A413A6}" dt="2025-06-19T13:42:53.807" v="1494" actId="164"/>
          <ac:spMkLst>
            <pc:docMk/>
            <pc:sldMk cId="2784192636" sldId="2147482255"/>
            <ac:spMk id="52" creationId="{C97F69E5-5514-AA98-07BF-31566F0652FB}"/>
          </ac:spMkLst>
        </pc:spChg>
        <pc:spChg chg="add del mod">
          <ac:chgData name="Mukherjee, Shouvik" userId="8a0946e8-3a6b-4d5c-947d-73f4cd578335" providerId="ADAL" clId="{878CC057-3D19-408E-8B58-A7E4D5A413A6}" dt="2025-06-19T13:36:37.466" v="1430" actId="478"/>
          <ac:spMkLst>
            <pc:docMk/>
            <pc:sldMk cId="2784192636" sldId="2147482255"/>
            <ac:spMk id="53" creationId="{28A5CE71-39E3-ED39-F77A-D5A3EC0EF1E7}"/>
          </ac:spMkLst>
        </pc:spChg>
        <pc:spChg chg="add mod">
          <ac:chgData name="Mukherjee, Shouvik" userId="8a0946e8-3a6b-4d5c-947d-73f4cd578335" providerId="ADAL" clId="{878CC057-3D19-408E-8B58-A7E4D5A413A6}" dt="2025-06-19T13:42:53.807" v="1494" actId="164"/>
          <ac:spMkLst>
            <pc:docMk/>
            <pc:sldMk cId="2784192636" sldId="2147482255"/>
            <ac:spMk id="54" creationId="{816D8FFC-35E1-6E52-3922-D44D8C806D59}"/>
          </ac:spMkLst>
        </pc:spChg>
        <pc:spChg chg="add mod">
          <ac:chgData name="Mukherjee, Shouvik" userId="8a0946e8-3a6b-4d5c-947d-73f4cd578335" providerId="ADAL" clId="{878CC057-3D19-408E-8B58-A7E4D5A413A6}" dt="2025-06-19T13:42:53.807" v="1494" actId="164"/>
          <ac:spMkLst>
            <pc:docMk/>
            <pc:sldMk cId="2784192636" sldId="2147482255"/>
            <ac:spMk id="55" creationId="{B64796DD-C487-62CF-3E11-1DB6A674ED4D}"/>
          </ac:spMkLst>
        </pc:spChg>
        <pc:spChg chg="add mod">
          <ac:chgData name="Mukherjee, Shouvik" userId="8a0946e8-3a6b-4d5c-947d-73f4cd578335" providerId="ADAL" clId="{878CC057-3D19-408E-8B58-A7E4D5A413A6}" dt="2025-06-19T13:42:53.807" v="1494" actId="164"/>
          <ac:spMkLst>
            <pc:docMk/>
            <pc:sldMk cId="2784192636" sldId="2147482255"/>
            <ac:spMk id="56" creationId="{48FA7DFF-98B1-BCCF-0131-3CE6199A23DF}"/>
          </ac:spMkLst>
        </pc:spChg>
        <pc:spChg chg="add del mod">
          <ac:chgData name="Mukherjee, Shouvik" userId="8a0946e8-3a6b-4d5c-947d-73f4cd578335" providerId="ADAL" clId="{878CC057-3D19-408E-8B58-A7E4D5A413A6}" dt="2025-06-19T13:36:35.061" v="1429" actId="478"/>
          <ac:spMkLst>
            <pc:docMk/>
            <pc:sldMk cId="2784192636" sldId="2147482255"/>
            <ac:spMk id="57" creationId="{451CB3E7-AD49-FC92-4E5B-EE937163D89A}"/>
          </ac:spMkLst>
        </pc:spChg>
        <pc:spChg chg="mod">
          <ac:chgData name="Mukherjee, Shouvik" userId="8a0946e8-3a6b-4d5c-947d-73f4cd578335" providerId="ADAL" clId="{878CC057-3D19-408E-8B58-A7E4D5A413A6}" dt="2025-06-19T13:39:22.520" v="1466" actId="478"/>
          <ac:spMkLst>
            <pc:docMk/>
            <pc:sldMk cId="2784192636" sldId="2147482255"/>
            <ac:spMk id="59" creationId="{14DE7399-9AD0-512A-5511-FAAE19003834}"/>
          </ac:spMkLst>
        </pc:spChg>
        <pc:spChg chg="mod">
          <ac:chgData name="Mukherjee, Shouvik" userId="8a0946e8-3a6b-4d5c-947d-73f4cd578335" providerId="ADAL" clId="{878CC057-3D19-408E-8B58-A7E4D5A413A6}" dt="2025-06-19T13:39:22.520" v="1466" actId="478"/>
          <ac:spMkLst>
            <pc:docMk/>
            <pc:sldMk cId="2784192636" sldId="2147482255"/>
            <ac:spMk id="60" creationId="{B38161D4-F375-C62D-2C65-B69F76203577}"/>
          </ac:spMkLst>
        </pc:spChg>
        <pc:spChg chg="del mod">
          <ac:chgData name="Mukherjee, Shouvik" userId="8a0946e8-3a6b-4d5c-947d-73f4cd578335" providerId="ADAL" clId="{878CC057-3D19-408E-8B58-A7E4D5A413A6}" dt="2025-06-19T13:39:22.520" v="1466" actId="478"/>
          <ac:spMkLst>
            <pc:docMk/>
            <pc:sldMk cId="2784192636" sldId="2147482255"/>
            <ac:spMk id="62" creationId="{5DD2F6AC-D21E-ACA9-DE02-5C2A285345BB}"/>
          </ac:spMkLst>
        </pc:spChg>
        <pc:spChg chg="del mod">
          <ac:chgData name="Mukherjee, Shouvik" userId="8a0946e8-3a6b-4d5c-947d-73f4cd578335" providerId="ADAL" clId="{878CC057-3D19-408E-8B58-A7E4D5A413A6}" dt="2025-06-19T13:30:05.558" v="1386" actId="478"/>
          <ac:spMkLst>
            <pc:docMk/>
            <pc:sldMk cId="2784192636" sldId="2147482255"/>
            <ac:spMk id="63" creationId="{DB7FCB47-639D-1CC3-3E26-F4F03E1C1BB2}"/>
          </ac:spMkLst>
        </pc:spChg>
        <pc:spChg chg="add mod">
          <ac:chgData name="Mukherjee, Shouvik" userId="8a0946e8-3a6b-4d5c-947d-73f4cd578335" providerId="ADAL" clId="{878CC057-3D19-408E-8B58-A7E4D5A413A6}" dt="2025-06-19T13:42:53.807" v="1494" actId="164"/>
          <ac:spMkLst>
            <pc:docMk/>
            <pc:sldMk cId="2784192636" sldId="2147482255"/>
            <ac:spMk id="192" creationId="{45F54C43-69B3-A45B-059E-594AB4D15CB8}"/>
          </ac:spMkLst>
        </pc:spChg>
        <pc:spChg chg="add mod">
          <ac:chgData name="Mukherjee, Shouvik" userId="8a0946e8-3a6b-4d5c-947d-73f4cd578335" providerId="ADAL" clId="{878CC057-3D19-408E-8B58-A7E4D5A413A6}" dt="2025-06-19T13:42:53.807" v="1494" actId="164"/>
          <ac:spMkLst>
            <pc:docMk/>
            <pc:sldMk cId="2784192636" sldId="2147482255"/>
            <ac:spMk id="193" creationId="{7A433125-5495-77D3-5EFE-1F0300FB2150}"/>
          </ac:spMkLst>
        </pc:spChg>
        <pc:spChg chg="add mod">
          <ac:chgData name="Mukherjee, Shouvik" userId="8a0946e8-3a6b-4d5c-947d-73f4cd578335" providerId="ADAL" clId="{878CC057-3D19-408E-8B58-A7E4D5A413A6}" dt="2025-06-19T13:42:53.807" v="1494" actId="164"/>
          <ac:spMkLst>
            <pc:docMk/>
            <pc:sldMk cId="2784192636" sldId="2147482255"/>
            <ac:spMk id="194" creationId="{0F1F3255-9E7C-29C3-5878-69EC70AAA222}"/>
          </ac:spMkLst>
        </pc:spChg>
        <pc:spChg chg="add mod">
          <ac:chgData name="Mukherjee, Shouvik" userId="8a0946e8-3a6b-4d5c-947d-73f4cd578335" providerId="ADAL" clId="{878CC057-3D19-408E-8B58-A7E4D5A413A6}" dt="2025-06-19T13:42:53.807" v="1494" actId="164"/>
          <ac:spMkLst>
            <pc:docMk/>
            <pc:sldMk cId="2784192636" sldId="2147482255"/>
            <ac:spMk id="195" creationId="{23A5B31A-2020-AB4A-CAB3-A0A2D625B9B0}"/>
          </ac:spMkLst>
        </pc:spChg>
        <pc:spChg chg="add mod">
          <ac:chgData name="Mukherjee, Shouvik" userId="8a0946e8-3a6b-4d5c-947d-73f4cd578335" providerId="ADAL" clId="{878CC057-3D19-408E-8B58-A7E4D5A413A6}" dt="2025-06-19T13:42:53.807" v="1494" actId="164"/>
          <ac:spMkLst>
            <pc:docMk/>
            <pc:sldMk cId="2784192636" sldId="2147482255"/>
            <ac:spMk id="196" creationId="{0A69E132-1E20-A954-B705-CC5BB684A02A}"/>
          </ac:spMkLst>
        </pc:spChg>
        <pc:spChg chg="add mod">
          <ac:chgData name="Mukherjee, Shouvik" userId="8a0946e8-3a6b-4d5c-947d-73f4cd578335" providerId="ADAL" clId="{878CC057-3D19-408E-8B58-A7E4D5A413A6}" dt="2025-06-19T13:42:53.807" v="1494" actId="164"/>
          <ac:spMkLst>
            <pc:docMk/>
            <pc:sldMk cId="2784192636" sldId="2147482255"/>
            <ac:spMk id="197" creationId="{4FFCADEE-4FB3-850A-C1D9-F29690E63570}"/>
          </ac:spMkLst>
        </pc:spChg>
        <pc:spChg chg="add mod">
          <ac:chgData name="Mukherjee, Shouvik" userId="8a0946e8-3a6b-4d5c-947d-73f4cd578335" providerId="ADAL" clId="{878CC057-3D19-408E-8B58-A7E4D5A413A6}" dt="2025-06-19T13:42:53.807" v="1494" actId="164"/>
          <ac:spMkLst>
            <pc:docMk/>
            <pc:sldMk cId="2784192636" sldId="2147482255"/>
            <ac:spMk id="198" creationId="{7E2162BA-BF1A-A65B-870E-FEB534790DC2}"/>
          </ac:spMkLst>
        </pc:spChg>
        <pc:spChg chg="mod">
          <ac:chgData name="Mukherjee, Shouvik" userId="8a0946e8-3a6b-4d5c-947d-73f4cd578335" providerId="ADAL" clId="{878CC057-3D19-408E-8B58-A7E4D5A413A6}" dt="2025-06-19T13:24:21.903" v="1212" actId="1036"/>
          <ac:spMkLst>
            <pc:docMk/>
            <pc:sldMk cId="2784192636" sldId="2147482255"/>
            <ac:spMk id="200" creationId="{D2949E82-B45F-7CD1-A461-768FA95B702C}"/>
          </ac:spMkLst>
        </pc:spChg>
        <pc:spChg chg="mod">
          <ac:chgData name="Mukherjee, Shouvik" userId="8a0946e8-3a6b-4d5c-947d-73f4cd578335" providerId="ADAL" clId="{878CC057-3D19-408E-8B58-A7E4D5A413A6}" dt="2025-06-19T13:24:21.903" v="1212" actId="1036"/>
          <ac:spMkLst>
            <pc:docMk/>
            <pc:sldMk cId="2784192636" sldId="2147482255"/>
            <ac:spMk id="201" creationId="{F6E4E2F9-94B6-A4CA-9949-EE8DB43010EA}"/>
          </ac:spMkLst>
        </pc:spChg>
        <pc:spChg chg="mod">
          <ac:chgData name="Mukherjee, Shouvik" userId="8a0946e8-3a6b-4d5c-947d-73f4cd578335" providerId="ADAL" clId="{878CC057-3D19-408E-8B58-A7E4D5A413A6}" dt="2025-06-19T13:24:21.903" v="1212" actId="1036"/>
          <ac:spMkLst>
            <pc:docMk/>
            <pc:sldMk cId="2784192636" sldId="2147482255"/>
            <ac:spMk id="203" creationId="{1C9B1B95-19C1-13C5-B44A-D7F44034880A}"/>
          </ac:spMkLst>
        </pc:spChg>
        <pc:spChg chg="mod">
          <ac:chgData name="Mukherjee, Shouvik" userId="8a0946e8-3a6b-4d5c-947d-73f4cd578335" providerId="ADAL" clId="{878CC057-3D19-408E-8B58-A7E4D5A413A6}" dt="2025-06-19T13:24:21.903" v="1212" actId="1036"/>
          <ac:spMkLst>
            <pc:docMk/>
            <pc:sldMk cId="2784192636" sldId="2147482255"/>
            <ac:spMk id="204" creationId="{02FBD0A4-C426-B11C-E42C-CD85A0B92080}"/>
          </ac:spMkLst>
        </pc:spChg>
        <pc:spChg chg="mod">
          <ac:chgData name="Mukherjee, Shouvik" userId="8a0946e8-3a6b-4d5c-947d-73f4cd578335" providerId="ADAL" clId="{878CC057-3D19-408E-8B58-A7E4D5A413A6}" dt="2025-06-19T13:24:21.903" v="1212" actId="1036"/>
          <ac:spMkLst>
            <pc:docMk/>
            <pc:sldMk cId="2784192636" sldId="2147482255"/>
            <ac:spMk id="206" creationId="{EA5B2B76-9DAF-EA0C-46B3-880B3BB3E08D}"/>
          </ac:spMkLst>
        </pc:spChg>
        <pc:spChg chg="mod">
          <ac:chgData name="Mukherjee, Shouvik" userId="8a0946e8-3a6b-4d5c-947d-73f4cd578335" providerId="ADAL" clId="{878CC057-3D19-408E-8B58-A7E4D5A413A6}" dt="2025-06-19T13:24:21.903" v="1212" actId="1036"/>
          <ac:spMkLst>
            <pc:docMk/>
            <pc:sldMk cId="2784192636" sldId="2147482255"/>
            <ac:spMk id="207" creationId="{7B7AA8A3-6CE7-4220-5521-CF49AFFEB4B7}"/>
          </ac:spMkLst>
        </pc:spChg>
        <pc:spChg chg="del">
          <ac:chgData name="Mukherjee, Shouvik" userId="8a0946e8-3a6b-4d5c-947d-73f4cd578335" providerId="ADAL" clId="{878CC057-3D19-408E-8B58-A7E4D5A413A6}" dt="2025-06-19T11:56:24.790" v="1134" actId="478"/>
          <ac:spMkLst>
            <pc:docMk/>
            <pc:sldMk cId="2784192636" sldId="2147482255"/>
            <ac:spMk id="208" creationId="{56E7B54D-A468-7616-E007-68209DA2C824}"/>
          </ac:spMkLst>
        </pc:spChg>
        <pc:spChg chg="del">
          <ac:chgData name="Mukherjee, Shouvik" userId="8a0946e8-3a6b-4d5c-947d-73f4cd578335" providerId="ADAL" clId="{878CC057-3D19-408E-8B58-A7E4D5A413A6}" dt="2025-06-19T11:56:24.790" v="1134" actId="478"/>
          <ac:spMkLst>
            <pc:docMk/>
            <pc:sldMk cId="2784192636" sldId="2147482255"/>
            <ac:spMk id="209" creationId="{8A61D96A-A7D2-0568-0EA0-C12B743C86DC}"/>
          </ac:spMkLst>
        </pc:spChg>
        <pc:spChg chg="del">
          <ac:chgData name="Mukherjee, Shouvik" userId="8a0946e8-3a6b-4d5c-947d-73f4cd578335" providerId="ADAL" clId="{878CC057-3D19-408E-8B58-A7E4D5A413A6}" dt="2025-06-19T11:56:24.790" v="1134" actId="478"/>
          <ac:spMkLst>
            <pc:docMk/>
            <pc:sldMk cId="2784192636" sldId="2147482255"/>
            <ac:spMk id="210" creationId="{293709CC-DEEE-D94A-F415-BBF600CDE9B5}"/>
          </ac:spMkLst>
        </pc:spChg>
        <pc:spChg chg="del">
          <ac:chgData name="Mukherjee, Shouvik" userId="8a0946e8-3a6b-4d5c-947d-73f4cd578335" providerId="ADAL" clId="{878CC057-3D19-408E-8B58-A7E4D5A413A6}" dt="2025-06-19T11:56:24.790" v="1134" actId="478"/>
          <ac:spMkLst>
            <pc:docMk/>
            <pc:sldMk cId="2784192636" sldId="2147482255"/>
            <ac:spMk id="211" creationId="{6079DEC6-60CA-59FC-88A1-179EF23FCE59}"/>
          </ac:spMkLst>
        </pc:spChg>
        <pc:spChg chg="del">
          <ac:chgData name="Mukherjee, Shouvik" userId="8a0946e8-3a6b-4d5c-947d-73f4cd578335" providerId="ADAL" clId="{878CC057-3D19-408E-8B58-A7E4D5A413A6}" dt="2025-06-19T11:56:24.790" v="1134" actId="478"/>
          <ac:spMkLst>
            <pc:docMk/>
            <pc:sldMk cId="2784192636" sldId="2147482255"/>
            <ac:spMk id="212" creationId="{B0DEC213-C600-E813-740A-7EEE93CF82FF}"/>
          </ac:spMkLst>
        </pc:spChg>
        <pc:spChg chg="del">
          <ac:chgData name="Mukherjee, Shouvik" userId="8a0946e8-3a6b-4d5c-947d-73f4cd578335" providerId="ADAL" clId="{878CC057-3D19-408E-8B58-A7E4D5A413A6}" dt="2025-06-19T11:56:24.790" v="1134" actId="478"/>
          <ac:spMkLst>
            <pc:docMk/>
            <pc:sldMk cId="2784192636" sldId="2147482255"/>
            <ac:spMk id="213" creationId="{7E71D29F-D613-2CED-7717-8D8DEA4F6325}"/>
          </ac:spMkLst>
        </pc:spChg>
        <pc:spChg chg="del">
          <ac:chgData name="Mukherjee, Shouvik" userId="8a0946e8-3a6b-4d5c-947d-73f4cd578335" providerId="ADAL" clId="{878CC057-3D19-408E-8B58-A7E4D5A413A6}" dt="2025-06-19T11:56:24.790" v="1134" actId="478"/>
          <ac:spMkLst>
            <pc:docMk/>
            <pc:sldMk cId="2784192636" sldId="2147482255"/>
            <ac:spMk id="214" creationId="{DA10293D-2502-258F-AC88-90EA37777C0E}"/>
          </ac:spMkLst>
        </pc:spChg>
        <pc:spChg chg="del">
          <ac:chgData name="Mukherjee, Shouvik" userId="8a0946e8-3a6b-4d5c-947d-73f4cd578335" providerId="ADAL" clId="{878CC057-3D19-408E-8B58-A7E4D5A413A6}" dt="2025-06-19T11:56:24.790" v="1134" actId="478"/>
          <ac:spMkLst>
            <pc:docMk/>
            <pc:sldMk cId="2784192636" sldId="2147482255"/>
            <ac:spMk id="215" creationId="{744BF68F-E285-4687-D8F4-4F9D08E9715C}"/>
          </ac:spMkLst>
        </pc:spChg>
        <pc:spChg chg="del">
          <ac:chgData name="Mukherjee, Shouvik" userId="8a0946e8-3a6b-4d5c-947d-73f4cd578335" providerId="ADAL" clId="{878CC057-3D19-408E-8B58-A7E4D5A413A6}" dt="2025-06-19T11:56:24.790" v="1134" actId="478"/>
          <ac:spMkLst>
            <pc:docMk/>
            <pc:sldMk cId="2784192636" sldId="2147482255"/>
            <ac:spMk id="216" creationId="{60D3287A-C0D0-05E5-F5C7-4DF742EBB0A3}"/>
          </ac:spMkLst>
        </pc:spChg>
        <pc:spChg chg="del">
          <ac:chgData name="Mukherjee, Shouvik" userId="8a0946e8-3a6b-4d5c-947d-73f4cd578335" providerId="ADAL" clId="{878CC057-3D19-408E-8B58-A7E4D5A413A6}" dt="2025-06-19T11:56:24.790" v="1134" actId="478"/>
          <ac:spMkLst>
            <pc:docMk/>
            <pc:sldMk cId="2784192636" sldId="2147482255"/>
            <ac:spMk id="217" creationId="{E7DCE74B-7679-61C8-37A9-4315398F4317}"/>
          </ac:spMkLst>
        </pc:spChg>
        <pc:spChg chg="del">
          <ac:chgData name="Mukherjee, Shouvik" userId="8a0946e8-3a6b-4d5c-947d-73f4cd578335" providerId="ADAL" clId="{878CC057-3D19-408E-8B58-A7E4D5A413A6}" dt="2025-06-19T11:56:24.790" v="1134" actId="478"/>
          <ac:spMkLst>
            <pc:docMk/>
            <pc:sldMk cId="2784192636" sldId="2147482255"/>
            <ac:spMk id="218" creationId="{F37B010C-86A7-286D-F7F8-8AA6A8CD2CC5}"/>
          </ac:spMkLst>
        </pc:spChg>
        <pc:spChg chg="del">
          <ac:chgData name="Mukherjee, Shouvik" userId="8a0946e8-3a6b-4d5c-947d-73f4cd578335" providerId="ADAL" clId="{878CC057-3D19-408E-8B58-A7E4D5A413A6}" dt="2025-06-19T11:56:24.790" v="1134" actId="478"/>
          <ac:spMkLst>
            <pc:docMk/>
            <pc:sldMk cId="2784192636" sldId="2147482255"/>
            <ac:spMk id="219" creationId="{0D283392-D513-AECD-ECB2-BEA79D30FF6C}"/>
          </ac:spMkLst>
        </pc:spChg>
        <pc:spChg chg="del">
          <ac:chgData name="Mukherjee, Shouvik" userId="8a0946e8-3a6b-4d5c-947d-73f4cd578335" providerId="ADAL" clId="{878CC057-3D19-408E-8B58-A7E4D5A413A6}" dt="2025-06-19T11:56:24.790" v="1134" actId="478"/>
          <ac:spMkLst>
            <pc:docMk/>
            <pc:sldMk cId="2784192636" sldId="2147482255"/>
            <ac:spMk id="220" creationId="{0B3E29FE-4351-1A57-C9C3-4233E29A363E}"/>
          </ac:spMkLst>
        </pc:spChg>
        <pc:spChg chg="del">
          <ac:chgData name="Mukherjee, Shouvik" userId="8a0946e8-3a6b-4d5c-947d-73f4cd578335" providerId="ADAL" clId="{878CC057-3D19-408E-8B58-A7E4D5A413A6}" dt="2025-06-19T11:56:24.790" v="1134" actId="478"/>
          <ac:spMkLst>
            <pc:docMk/>
            <pc:sldMk cId="2784192636" sldId="2147482255"/>
            <ac:spMk id="221" creationId="{7E5D6F8A-9DEC-9D01-63F0-2B5092110202}"/>
          </ac:spMkLst>
        </pc:spChg>
        <pc:spChg chg="del">
          <ac:chgData name="Mukherjee, Shouvik" userId="8a0946e8-3a6b-4d5c-947d-73f4cd578335" providerId="ADAL" clId="{878CC057-3D19-408E-8B58-A7E4D5A413A6}" dt="2025-06-19T11:56:24.790" v="1134" actId="478"/>
          <ac:spMkLst>
            <pc:docMk/>
            <pc:sldMk cId="2784192636" sldId="2147482255"/>
            <ac:spMk id="222" creationId="{2FA93AB3-D814-EE7C-FB77-DB30758A445D}"/>
          </ac:spMkLst>
        </pc:spChg>
        <pc:spChg chg="del">
          <ac:chgData name="Mukherjee, Shouvik" userId="8a0946e8-3a6b-4d5c-947d-73f4cd578335" providerId="ADAL" clId="{878CC057-3D19-408E-8B58-A7E4D5A413A6}" dt="2025-06-19T11:56:24.790" v="1134" actId="478"/>
          <ac:spMkLst>
            <pc:docMk/>
            <pc:sldMk cId="2784192636" sldId="2147482255"/>
            <ac:spMk id="223" creationId="{DE38D4DD-ED58-B230-E461-250B97058DE3}"/>
          </ac:spMkLst>
        </pc:spChg>
        <pc:spChg chg="del">
          <ac:chgData name="Mukherjee, Shouvik" userId="8a0946e8-3a6b-4d5c-947d-73f4cd578335" providerId="ADAL" clId="{878CC057-3D19-408E-8B58-A7E4D5A413A6}" dt="2025-06-19T11:56:24.790" v="1134" actId="478"/>
          <ac:spMkLst>
            <pc:docMk/>
            <pc:sldMk cId="2784192636" sldId="2147482255"/>
            <ac:spMk id="224" creationId="{BD5AB938-8F8F-170A-B9A1-F8BB3E9671A6}"/>
          </ac:spMkLst>
        </pc:spChg>
        <pc:spChg chg="del">
          <ac:chgData name="Mukherjee, Shouvik" userId="8a0946e8-3a6b-4d5c-947d-73f4cd578335" providerId="ADAL" clId="{878CC057-3D19-408E-8B58-A7E4D5A413A6}" dt="2025-06-19T11:56:24.790" v="1134" actId="478"/>
          <ac:spMkLst>
            <pc:docMk/>
            <pc:sldMk cId="2784192636" sldId="2147482255"/>
            <ac:spMk id="225" creationId="{A41B610A-D4D9-532C-B974-0EBABCA92233}"/>
          </ac:spMkLst>
        </pc:spChg>
        <pc:spChg chg="del">
          <ac:chgData name="Mukherjee, Shouvik" userId="8a0946e8-3a6b-4d5c-947d-73f4cd578335" providerId="ADAL" clId="{878CC057-3D19-408E-8B58-A7E4D5A413A6}" dt="2025-06-19T11:56:24.790" v="1134" actId="478"/>
          <ac:spMkLst>
            <pc:docMk/>
            <pc:sldMk cId="2784192636" sldId="2147482255"/>
            <ac:spMk id="226" creationId="{CCC68092-60D2-3129-4909-85CA043E281F}"/>
          </ac:spMkLst>
        </pc:spChg>
        <pc:spChg chg="del">
          <ac:chgData name="Mukherjee, Shouvik" userId="8a0946e8-3a6b-4d5c-947d-73f4cd578335" providerId="ADAL" clId="{878CC057-3D19-408E-8B58-A7E4D5A413A6}" dt="2025-06-19T11:56:24.790" v="1134" actId="478"/>
          <ac:spMkLst>
            <pc:docMk/>
            <pc:sldMk cId="2784192636" sldId="2147482255"/>
            <ac:spMk id="227" creationId="{BAE29D60-B273-B90D-6E32-C9C76FF808D5}"/>
          </ac:spMkLst>
        </pc:spChg>
        <pc:spChg chg="del">
          <ac:chgData name="Mukherjee, Shouvik" userId="8a0946e8-3a6b-4d5c-947d-73f4cd578335" providerId="ADAL" clId="{878CC057-3D19-408E-8B58-A7E4D5A413A6}" dt="2025-06-19T11:56:24.790" v="1134" actId="478"/>
          <ac:spMkLst>
            <pc:docMk/>
            <pc:sldMk cId="2784192636" sldId="2147482255"/>
            <ac:spMk id="228" creationId="{177289CA-3CE7-04B7-081E-0FEF5704981B}"/>
          </ac:spMkLst>
        </pc:spChg>
        <pc:spChg chg="del">
          <ac:chgData name="Mukherjee, Shouvik" userId="8a0946e8-3a6b-4d5c-947d-73f4cd578335" providerId="ADAL" clId="{878CC057-3D19-408E-8B58-A7E4D5A413A6}" dt="2025-06-19T11:56:24.790" v="1134" actId="478"/>
          <ac:spMkLst>
            <pc:docMk/>
            <pc:sldMk cId="2784192636" sldId="2147482255"/>
            <ac:spMk id="229" creationId="{FBEDB318-ECAE-44EC-5F6B-A280F9CBEF08}"/>
          </ac:spMkLst>
        </pc:spChg>
        <pc:spChg chg="del">
          <ac:chgData name="Mukherjee, Shouvik" userId="8a0946e8-3a6b-4d5c-947d-73f4cd578335" providerId="ADAL" clId="{878CC057-3D19-408E-8B58-A7E4D5A413A6}" dt="2025-06-19T11:56:24.790" v="1134" actId="478"/>
          <ac:spMkLst>
            <pc:docMk/>
            <pc:sldMk cId="2784192636" sldId="2147482255"/>
            <ac:spMk id="230" creationId="{7350FC6E-62B9-3A3A-4930-0618463A9113}"/>
          </ac:spMkLst>
        </pc:spChg>
        <pc:spChg chg="del">
          <ac:chgData name="Mukherjee, Shouvik" userId="8a0946e8-3a6b-4d5c-947d-73f4cd578335" providerId="ADAL" clId="{878CC057-3D19-408E-8B58-A7E4D5A413A6}" dt="2025-06-19T11:56:24.790" v="1134" actId="478"/>
          <ac:spMkLst>
            <pc:docMk/>
            <pc:sldMk cId="2784192636" sldId="2147482255"/>
            <ac:spMk id="231" creationId="{23830A71-424A-D86E-4F17-E16E2A1E67E6}"/>
          </ac:spMkLst>
        </pc:spChg>
        <pc:spChg chg="del">
          <ac:chgData name="Mukherjee, Shouvik" userId="8a0946e8-3a6b-4d5c-947d-73f4cd578335" providerId="ADAL" clId="{878CC057-3D19-408E-8B58-A7E4D5A413A6}" dt="2025-06-19T11:56:24.790" v="1134" actId="478"/>
          <ac:spMkLst>
            <pc:docMk/>
            <pc:sldMk cId="2784192636" sldId="2147482255"/>
            <ac:spMk id="232" creationId="{353B2C6A-917C-7A72-CB84-E79FB1FD75B3}"/>
          </ac:spMkLst>
        </pc:spChg>
        <pc:spChg chg="del">
          <ac:chgData name="Mukherjee, Shouvik" userId="8a0946e8-3a6b-4d5c-947d-73f4cd578335" providerId="ADAL" clId="{878CC057-3D19-408E-8B58-A7E4D5A413A6}" dt="2025-06-19T11:56:24.790" v="1134" actId="478"/>
          <ac:spMkLst>
            <pc:docMk/>
            <pc:sldMk cId="2784192636" sldId="2147482255"/>
            <ac:spMk id="233" creationId="{0998A995-3F28-1F40-F802-6B00A0DA82A5}"/>
          </ac:spMkLst>
        </pc:spChg>
        <pc:spChg chg="del">
          <ac:chgData name="Mukherjee, Shouvik" userId="8a0946e8-3a6b-4d5c-947d-73f4cd578335" providerId="ADAL" clId="{878CC057-3D19-408E-8B58-A7E4D5A413A6}" dt="2025-06-19T11:56:24.790" v="1134" actId="478"/>
          <ac:spMkLst>
            <pc:docMk/>
            <pc:sldMk cId="2784192636" sldId="2147482255"/>
            <ac:spMk id="234" creationId="{28427E2C-4B89-4947-C7AE-C5BC69D88B65}"/>
          </ac:spMkLst>
        </pc:spChg>
        <pc:spChg chg="del">
          <ac:chgData name="Mukherjee, Shouvik" userId="8a0946e8-3a6b-4d5c-947d-73f4cd578335" providerId="ADAL" clId="{878CC057-3D19-408E-8B58-A7E4D5A413A6}" dt="2025-06-19T11:56:24.790" v="1134" actId="478"/>
          <ac:spMkLst>
            <pc:docMk/>
            <pc:sldMk cId="2784192636" sldId="2147482255"/>
            <ac:spMk id="235" creationId="{86A620A3-9D02-7D46-1873-53AEB2EE9FA9}"/>
          </ac:spMkLst>
        </pc:spChg>
        <pc:spChg chg="del">
          <ac:chgData name="Mukherjee, Shouvik" userId="8a0946e8-3a6b-4d5c-947d-73f4cd578335" providerId="ADAL" clId="{878CC057-3D19-408E-8B58-A7E4D5A413A6}" dt="2025-06-19T11:56:24.790" v="1134" actId="478"/>
          <ac:spMkLst>
            <pc:docMk/>
            <pc:sldMk cId="2784192636" sldId="2147482255"/>
            <ac:spMk id="236" creationId="{9A2BD233-18BB-A9F0-6E73-88D4E0158A12}"/>
          </ac:spMkLst>
        </pc:spChg>
        <pc:spChg chg="del">
          <ac:chgData name="Mukherjee, Shouvik" userId="8a0946e8-3a6b-4d5c-947d-73f4cd578335" providerId="ADAL" clId="{878CC057-3D19-408E-8B58-A7E4D5A413A6}" dt="2025-06-19T11:56:24.790" v="1134" actId="478"/>
          <ac:spMkLst>
            <pc:docMk/>
            <pc:sldMk cId="2784192636" sldId="2147482255"/>
            <ac:spMk id="237" creationId="{93098C1F-3119-4131-3882-8764B34B8BBC}"/>
          </ac:spMkLst>
        </pc:spChg>
        <pc:spChg chg="del">
          <ac:chgData name="Mukherjee, Shouvik" userId="8a0946e8-3a6b-4d5c-947d-73f4cd578335" providerId="ADAL" clId="{878CC057-3D19-408E-8B58-A7E4D5A413A6}" dt="2025-06-19T11:56:24.790" v="1134" actId="478"/>
          <ac:spMkLst>
            <pc:docMk/>
            <pc:sldMk cId="2784192636" sldId="2147482255"/>
            <ac:spMk id="244" creationId="{A88C0927-F13B-8EFB-EF44-E33CD2282415}"/>
          </ac:spMkLst>
        </pc:spChg>
        <pc:spChg chg="del">
          <ac:chgData name="Mukherjee, Shouvik" userId="8a0946e8-3a6b-4d5c-947d-73f4cd578335" providerId="ADAL" clId="{878CC057-3D19-408E-8B58-A7E4D5A413A6}" dt="2025-06-19T11:56:24.790" v="1134" actId="478"/>
          <ac:spMkLst>
            <pc:docMk/>
            <pc:sldMk cId="2784192636" sldId="2147482255"/>
            <ac:spMk id="245" creationId="{AB7E5CDC-CE0F-9ED1-927B-294E64EAF799}"/>
          </ac:spMkLst>
        </pc:spChg>
        <pc:spChg chg="del">
          <ac:chgData name="Mukherjee, Shouvik" userId="8a0946e8-3a6b-4d5c-947d-73f4cd578335" providerId="ADAL" clId="{878CC057-3D19-408E-8B58-A7E4D5A413A6}" dt="2025-06-19T11:56:24.790" v="1134" actId="478"/>
          <ac:spMkLst>
            <pc:docMk/>
            <pc:sldMk cId="2784192636" sldId="2147482255"/>
            <ac:spMk id="246" creationId="{6B03BC33-56AC-C21B-DA72-597AF6D7AF3E}"/>
          </ac:spMkLst>
        </pc:spChg>
        <pc:spChg chg="del">
          <ac:chgData name="Mukherjee, Shouvik" userId="8a0946e8-3a6b-4d5c-947d-73f4cd578335" providerId="ADAL" clId="{878CC057-3D19-408E-8B58-A7E4D5A413A6}" dt="2025-06-19T11:56:24.790" v="1134" actId="478"/>
          <ac:spMkLst>
            <pc:docMk/>
            <pc:sldMk cId="2784192636" sldId="2147482255"/>
            <ac:spMk id="247" creationId="{F8AA6B4D-ECEC-7739-91EF-BABB6CE6B2C0}"/>
          </ac:spMkLst>
        </pc:spChg>
        <pc:spChg chg="del">
          <ac:chgData name="Mukherjee, Shouvik" userId="8a0946e8-3a6b-4d5c-947d-73f4cd578335" providerId="ADAL" clId="{878CC057-3D19-408E-8B58-A7E4D5A413A6}" dt="2025-06-19T11:56:24.790" v="1134" actId="478"/>
          <ac:spMkLst>
            <pc:docMk/>
            <pc:sldMk cId="2784192636" sldId="2147482255"/>
            <ac:spMk id="248" creationId="{EFAF8307-3F72-80ED-D388-CA268C88EBA2}"/>
          </ac:spMkLst>
        </pc:spChg>
        <pc:spChg chg="del">
          <ac:chgData name="Mukherjee, Shouvik" userId="8a0946e8-3a6b-4d5c-947d-73f4cd578335" providerId="ADAL" clId="{878CC057-3D19-408E-8B58-A7E4D5A413A6}" dt="2025-06-19T11:56:24.790" v="1134" actId="478"/>
          <ac:spMkLst>
            <pc:docMk/>
            <pc:sldMk cId="2784192636" sldId="2147482255"/>
            <ac:spMk id="249" creationId="{A70F1ADB-9D82-93B2-3D22-1CD429DB396E}"/>
          </ac:spMkLst>
        </pc:spChg>
        <pc:spChg chg="del">
          <ac:chgData name="Mukherjee, Shouvik" userId="8a0946e8-3a6b-4d5c-947d-73f4cd578335" providerId="ADAL" clId="{878CC057-3D19-408E-8B58-A7E4D5A413A6}" dt="2025-06-19T11:56:24.790" v="1134" actId="478"/>
          <ac:spMkLst>
            <pc:docMk/>
            <pc:sldMk cId="2784192636" sldId="2147482255"/>
            <ac:spMk id="250" creationId="{7198999B-8C8C-16F7-6462-B485A6C587CA}"/>
          </ac:spMkLst>
        </pc:spChg>
        <pc:spChg chg="del">
          <ac:chgData name="Mukherjee, Shouvik" userId="8a0946e8-3a6b-4d5c-947d-73f4cd578335" providerId="ADAL" clId="{878CC057-3D19-408E-8B58-A7E4D5A413A6}" dt="2025-06-19T11:56:24.790" v="1134" actId="478"/>
          <ac:spMkLst>
            <pc:docMk/>
            <pc:sldMk cId="2784192636" sldId="2147482255"/>
            <ac:spMk id="251" creationId="{F6C37017-FAA1-CE5C-D684-9C895071E83E}"/>
          </ac:spMkLst>
        </pc:spChg>
        <pc:spChg chg="del">
          <ac:chgData name="Mukherjee, Shouvik" userId="8a0946e8-3a6b-4d5c-947d-73f4cd578335" providerId="ADAL" clId="{878CC057-3D19-408E-8B58-A7E4D5A413A6}" dt="2025-06-19T11:56:24.790" v="1134" actId="478"/>
          <ac:spMkLst>
            <pc:docMk/>
            <pc:sldMk cId="2784192636" sldId="2147482255"/>
            <ac:spMk id="252" creationId="{627D7835-CB04-832B-410F-E49496144893}"/>
          </ac:spMkLst>
        </pc:spChg>
        <pc:spChg chg="del">
          <ac:chgData name="Mukherjee, Shouvik" userId="8a0946e8-3a6b-4d5c-947d-73f4cd578335" providerId="ADAL" clId="{878CC057-3D19-408E-8B58-A7E4D5A413A6}" dt="2025-06-19T11:56:24.790" v="1134" actId="478"/>
          <ac:spMkLst>
            <pc:docMk/>
            <pc:sldMk cId="2784192636" sldId="2147482255"/>
            <ac:spMk id="253" creationId="{E0C61F5E-7D36-760A-977D-E9BCC3909491}"/>
          </ac:spMkLst>
        </pc:spChg>
        <pc:spChg chg="del">
          <ac:chgData name="Mukherjee, Shouvik" userId="8a0946e8-3a6b-4d5c-947d-73f4cd578335" providerId="ADAL" clId="{878CC057-3D19-408E-8B58-A7E4D5A413A6}" dt="2025-06-19T11:56:24.790" v="1134" actId="478"/>
          <ac:spMkLst>
            <pc:docMk/>
            <pc:sldMk cId="2784192636" sldId="2147482255"/>
            <ac:spMk id="254" creationId="{2E3F7C1A-E488-DD21-D449-3E92FD5255A2}"/>
          </ac:spMkLst>
        </pc:spChg>
        <pc:spChg chg="del">
          <ac:chgData name="Mukherjee, Shouvik" userId="8a0946e8-3a6b-4d5c-947d-73f4cd578335" providerId="ADAL" clId="{878CC057-3D19-408E-8B58-A7E4D5A413A6}" dt="2025-06-19T11:56:24.790" v="1134" actId="478"/>
          <ac:spMkLst>
            <pc:docMk/>
            <pc:sldMk cId="2784192636" sldId="2147482255"/>
            <ac:spMk id="255" creationId="{53FDAA17-D7BD-9017-A5C7-11E8C32BC471}"/>
          </ac:spMkLst>
        </pc:spChg>
        <pc:spChg chg="del">
          <ac:chgData name="Mukherjee, Shouvik" userId="8a0946e8-3a6b-4d5c-947d-73f4cd578335" providerId="ADAL" clId="{878CC057-3D19-408E-8B58-A7E4D5A413A6}" dt="2025-06-19T11:56:24.790" v="1134" actId="478"/>
          <ac:spMkLst>
            <pc:docMk/>
            <pc:sldMk cId="2784192636" sldId="2147482255"/>
            <ac:spMk id="256" creationId="{912773F7-B142-E6C2-332A-182E1C8F0365}"/>
          </ac:spMkLst>
        </pc:spChg>
        <pc:spChg chg="del">
          <ac:chgData name="Mukherjee, Shouvik" userId="8a0946e8-3a6b-4d5c-947d-73f4cd578335" providerId="ADAL" clId="{878CC057-3D19-408E-8B58-A7E4D5A413A6}" dt="2025-06-19T11:56:24.790" v="1134" actId="478"/>
          <ac:spMkLst>
            <pc:docMk/>
            <pc:sldMk cId="2784192636" sldId="2147482255"/>
            <ac:spMk id="257" creationId="{1AF01837-ED98-BE4E-A05E-E0B3613E343D}"/>
          </ac:spMkLst>
        </pc:spChg>
        <pc:spChg chg="del">
          <ac:chgData name="Mukherjee, Shouvik" userId="8a0946e8-3a6b-4d5c-947d-73f4cd578335" providerId="ADAL" clId="{878CC057-3D19-408E-8B58-A7E4D5A413A6}" dt="2025-06-19T11:56:24.790" v="1134" actId="478"/>
          <ac:spMkLst>
            <pc:docMk/>
            <pc:sldMk cId="2784192636" sldId="2147482255"/>
            <ac:spMk id="258" creationId="{35BC5888-7AEC-B754-F6B0-C5455FF6E6C0}"/>
          </ac:spMkLst>
        </pc:spChg>
        <pc:spChg chg="del">
          <ac:chgData name="Mukherjee, Shouvik" userId="8a0946e8-3a6b-4d5c-947d-73f4cd578335" providerId="ADAL" clId="{878CC057-3D19-408E-8B58-A7E4D5A413A6}" dt="2025-06-19T11:56:24.790" v="1134" actId="478"/>
          <ac:spMkLst>
            <pc:docMk/>
            <pc:sldMk cId="2784192636" sldId="2147482255"/>
            <ac:spMk id="259" creationId="{90BA6131-4A59-AE9C-C2B0-304E23A3FA95}"/>
          </ac:spMkLst>
        </pc:spChg>
        <pc:spChg chg="del">
          <ac:chgData name="Mukherjee, Shouvik" userId="8a0946e8-3a6b-4d5c-947d-73f4cd578335" providerId="ADAL" clId="{878CC057-3D19-408E-8B58-A7E4D5A413A6}" dt="2025-06-19T11:56:24.790" v="1134" actId="478"/>
          <ac:spMkLst>
            <pc:docMk/>
            <pc:sldMk cId="2784192636" sldId="2147482255"/>
            <ac:spMk id="260" creationId="{9F5BC288-F34F-D471-C969-D1B097ADFF6B}"/>
          </ac:spMkLst>
        </pc:spChg>
        <pc:spChg chg="del">
          <ac:chgData name="Mukherjee, Shouvik" userId="8a0946e8-3a6b-4d5c-947d-73f4cd578335" providerId="ADAL" clId="{878CC057-3D19-408E-8B58-A7E4D5A413A6}" dt="2025-06-19T11:56:24.790" v="1134" actId="478"/>
          <ac:spMkLst>
            <pc:docMk/>
            <pc:sldMk cId="2784192636" sldId="2147482255"/>
            <ac:spMk id="261" creationId="{7995B794-B0B1-C024-803E-9093C8970F3F}"/>
          </ac:spMkLst>
        </pc:spChg>
        <pc:spChg chg="del">
          <ac:chgData name="Mukherjee, Shouvik" userId="8a0946e8-3a6b-4d5c-947d-73f4cd578335" providerId="ADAL" clId="{878CC057-3D19-408E-8B58-A7E4D5A413A6}" dt="2025-06-19T11:56:24.790" v="1134" actId="478"/>
          <ac:spMkLst>
            <pc:docMk/>
            <pc:sldMk cId="2784192636" sldId="2147482255"/>
            <ac:spMk id="262" creationId="{648BBF8F-9035-B0C2-9350-3619F77BA0BC}"/>
          </ac:spMkLst>
        </pc:spChg>
        <pc:spChg chg="del">
          <ac:chgData name="Mukherjee, Shouvik" userId="8a0946e8-3a6b-4d5c-947d-73f4cd578335" providerId="ADAL" clId="{878CC057-3D19-408E-8B58-A7E4D5A413A6}" dt="2025-06-19T11:56:24.790" v="1134" actId="478"/>
          <ac:spMkLst>
            <pc:docMk/>
            <pc:sldMk cId="2784192636" sldId="2147482255"/>
            <ac:spMk id="263" creationId="{0E4AF704-54D3-3974-9C8D-38722CF2429F}"/>
          </ac:spMkLst>
        </pc:spChg>
        <pc:spChg chg="mod">
          <ac:chgData name="Mukherjee, Shouvik" userId="8a0946e8-3a6b-4d5c-947d-73f4cd578335" providerId="ADAL" clId="{878CC057-3D19-408E-8B58-A7E4D5A413A6}" dt="2025-06-19T13:24:21.903" v="1212" actId="1036"/>
          <ac:spMkLst>
            <pc:docMk/>
            <pc:sldMk cId="2784192636" sldId="2147482255"/>
            <ac:spMk id="268" creationId="{359E6B2F-9E3B-6E6C-32FE-0C6CF286B20C}"/>
          </ac:spMkLst>
        </pc:spChg>
        <pc:spChg chg="mod">
          <ac:chgData name="Mukherjee, Shouvik" userId="8a0946e8-3a6b-4d5c-947d-73f4cd578335" providerId="ADAL" clId="{878CC057-3D19-408E-8B58-A7E4D5A413A6}" dt="2025-06-19T13:24:21.903" v="1212" actId="1036"/>
          <ac:spMkLst>
            <pc:docMk/>
            <pc:sldMk cId="2784192636" sldId="2147482255"/>
            <ac:spMk id="269" creationId="{ED13ACE1-DDE2-AFE4-EB95-A242B7C2A28C}"/>
          </ac:spMkLst>
        </pc:spChg>
        <pc:spChg chg="mod">
          <ac:chgData name="Mukherjee, Shouvik" userId="8a0946e8-3a6b-4d5c-947d-73f4cd578335" providerId="ADAL" clId="{878CC057-3D19-408E-8B58-A7E4D5A413A6}" dt="2025-06-19T13:24:21.903" v="1212" actId="1036"/>
          <ac:spMkLst>
            <pc:docMk/>
            <pc:sldMk cId="2784192636" sldId="2147482255"/>
            <ac:spMk id="271" creationId="{B18A7088-EC55-2A74-0E63-27C12F088E1A}"/>
          </ac:spMkLst>
        </pc:spChg>
        <pc:spChg chg="mod">
          <ac:chgData name="Mukherjee, Shouvik" userId="8a0946e8-3a6b-4d5c-947d-73f4cd578335" providerId="ADAL" clId="{878CC057-3D19-408E-8B58-A7E4D5A413A6}" dt="2025-06-19T13:24:21.903" v="1212" actId="1036"/>
          <ac:spMkLst>
            <pc:docMk/>
            <pc:sldMk cId="2784192636" sldId="2147482255"/>
            <ac:spMk id="272" creationId="{0C6E0B87-4A56-4C27-0CE4-A5926D044DE3}"/>
          </ac:spMkLst>
        </pc:spChg>
        <pc:spChg chg="mod">
          <ac:chgData name="Mukherjee, Shouvik" userId="8a0946e8-3a6b-4d5c-947d-73f4cd578335" providerId="ADAL" clId="{878CC057-3D19-408E-8B58-A7E4D5A413A6}" dt="2025-06-19T13:24:21.903" v="1212" actId="1036"/>
          <ac:spMkLst>
            <pc:docMk/>
            <pc:sldMk cId="2784192636" sldId="2147482255"/>
            <ac:spMk id="273" creationId="{58B02219-C62C-64F5-C041-0614A399A2CD}"/>
          </ac:spMkLst>
        </pc:spChg>
        <pc:spChg chg="mod">
          <ac:chgData name="Mukherjee, Shouvik" userId="8a0946e8-3a6b-4d5c-947d-73f4cd578335" providerId="ADAL" clId="{878CC057-3D19-408E-8B58-A7E4D5A413A6}" dt="2025-06-19T13:24:21.903" v="1212" actId="1036"/>
          <ac:spMkLst>
            <pc:docMk/>
            <pc:sldMk cId="2784192636" sldId="2147482255"/>
            <ac:spMk id="275" creationId="{E9DDFEB0-F991-D4E6-745B-3A72BDDC8D66}"/>
          </ac:spMkLst>
        </pc:spChg>
        <pc:spChg chg="mod">
          <ac:chgData name="Mukherjee, Shouvik" userId="8a0946e8-3a6b-4d5c-947d-73f4cd578335" providerId="ADAL" clId="{878CC057-3D19-408E-8B58-A7E4D5A413A6}" dt="2025-06-19T13:24:21.903" v="1212" actId="1036"/>
          <ac:spMkLst>
            <pc:docMk/>
            <pc:sldMk cId="2784192636" sldId="2147482255"/>
            <ac:spMk id="276" creationId="{2F31DA27-D404-E134-BD1D-C318D3EE3313}"/>
          </ac:spMkLst>
        </pc:spChg>
        <pc:spChg chg="mod">
          <ac:chgData name="Mukherjee, Shouvik" userId="8a0946e8-3a6b-4d5c-947d-73f4cd578335" providerId="ADAL" clId="{878CC057-3D19-408E-8B58-A7E4D5A413A6}" dt="2025-06-19T13:24:21.903" v="1212" actId="1036"/>
          <ac:spMkLst>
            <pc:docMk/>
            <pc:sldMk cId="2784192636" sldId="2147482255"/>
            <ac:spMk id="278" creationId="{BBE5B304-1611-B52C-5546-A1F8C1301966}"/>
          </ac:spMkLst>
        </pc:spChg>
        <pc:spChg chg="mod">
          <ac:chgData name="Mukherjee, Shouvik" userId="8a0946e8-3a6b-4d5c-947d-73f4cd578335" providerId="ADAL" clId="{878CC057-3D19-408E-8B58-A7E4D5A413A6}" dt="2025-06-19T13:24:21.903" v="1212" actId="1036"/>
          <ac:spMkLst>
            <pc:docMk/>
            <pc:sldMk cId="2784192636" sldId="2147482255"/>
            <ac:spMk id="279" creationId="{58D3F726-6CA1-E3CA-A536-96A1CBB76344}"/>
          </ac:spMkLst>
        </pc:spChg>
        <pc:spChg chg="add del mod">
          <ac:chgData name="Mukherjee, Shouvik" userId="8a0946e8-3a6b-4d5c-947d-73f4cd578335" providerId="ADAL" clId="{878CC057-3D19-408E-8B58-A7E4D5A413A6}" dt="2025-06-19T13:51:28.016" v="1603" actId="478"/>
          <ac:spMkLst>
            <pc:docMk/>
            <pc:sldMk cId="2784192636" sldId="2147482255"/>
            <ac:spMk id="280" creationId="{6E6454C0-1726-BDA3-28D2-E69C52BA4F4B}"/>
          </ac:spMkLst>
        </pc:spChg>
        <pc:spChg chg="add mod">
          <ac:chgData name="Mukherjee, Shouvik" userId="8a0946e8-3a6b-4d5c-947d-73f4cd578335" providerId="ADAL" clId="{878CC057-3D19-408E-8B58-A7E4D5A413A6}" dt="2025-06-20T04:17:44.011" v="2098" actId="1076"/>
          <ac:spMkLst>
            <pc:docMk/>
            <pc:sldMk cId="2784192636" sldId="2147482255"/>
            <ac:spMk id="281" creationId="{C600EFF8-12AD-A319-CD3E-824DD1A71071}"/>
          </ac:spMkLst>
        </pc:spChg>
        <pc:spChg chg="add mod">
          <ac:chgData name="Mukherjee, Shouvik" userId="8a0946e8-3a6b-4d5c-947d-73f4cd578335" providerId="ADAL" clId="{878CC057-3D19-408E-8B58-A7E4D5A413A6}" dt="2025-06-19T13:42:53.807" v="1494" actId="164"/>
          <ac:spMkLst>
            <pc:docMk/>
            <pc:sldMk cId="2784192636" sldId="2147482255"/>
            <ac:spMk id="282" creationId="{1A75D7D4-00FC-4908-4FA3-FBFFBB0C0A54}"/>
          </ac:spMkLst>
        </pc:spChg>
        <pc:spChg chg="add mod">
          <ac:chgData name="Mukherjee, Shouvik" userId="8a0946e8-3a6b-4d5c-947d-73f4cd578335" providerId="ADAL" clId="{878CC057-3D19-408E-8B58-A7E4D5A413A6}" dt="2025-06-19T13:42:53.807" v="1494" actId="164"/>
          <ac:spMkLst>
            <pc:docMk/>
            <pc:sldMk cId="2784192636" sldId="2147482255"/>
            <ac:spMk id="283" creationId="{DB6A88BB-3C91-369A-5B6C-5E1F3234401B}"/>
          </ac:spMkLst>
        </pc:spChg>
        <pc:spChg chg="add mod">
          <ac:chgData name="Mukherjee, Shouvik" userId="8a0946e8-3a6b-4d5c-947d-73f4cd578335" providerId="ADAL" clId="{878CC057-3D19-408E-8B58-A7E4D5A413A6}" dt="2025-06-20T06:12:26.846" v="2461" actId="1036"/>
          <ac:spMkLst>
            <pc:docMk/>
            <pc:sldMk cId="2784192636" sldId="2147482255"/>
            <ac:spMk id="285" creationId="{3525B2B7-31A8-4DE9-F6B6-94FB95E73393}"/>
          </ac:spMkLst>
        </pc:spChg>
        <pc:spChg chg="add mod">
          <ac:chgData name="Mukherjee, Shouvik" userId="8a0946e8-3a6b-4d5c-947d-73f4cd578335" providerId="ADAL" clId="{878CC057-3D19-408E-8B58-A7E4D5A413A6}" dt="2025-06-20T06:12:26.846" v="2461" actId="1036"/>
          <ac:spMkLst>
            <pc:docMk/>
            <pc:sldMk cId="2784192636" sldId="2147482255"/>
            <ac:spMk id="286" creationId="{4740B31E-6897-962A-89A4-6B445789D47B}"/>
          </ac:spMkLst>
        </pc:spChg>
        <pc:spChg chg="add mod">
          <ac:chgData name="Mukherjee, Shouvik" userId="8a0946e8-3a6b-4d5c-947d-73f4cd578335" providerId="ADAL" clId="{878CC057-3D19-408E-8B58-A7E4D5A413A6}" dt="2025-06-20T06:12:29.343" v="2464" actId="20577"/>
          <ac:spMkLst>
            <pc:docMk/>
            <pc:sldMk cId="2784192636" sldId="2147482255"/>
            <ac:spMk id="287" creationId="{011C32C3-45A3-1FA0-EFB2-434C78029B19}"/>
          </ac:spMkLst>
        </pc:spChg>
        <pc:spChg chg="add mod">
          <ac:chgData name="Mukherjee, Shouvik" userId="8a0946e8-3a6b-4d5c-947d-73f4cd578335" providerId="ADAL" clId="{878CC057-3D19-408E-8B58-A7E4D5A413A6}" dt="2025-06-20T06:12:26.846" v="2461" actId="1036"/>
          <ac:spMkLst>
            <pc:docMk/>
            <pc:sldMk cId="2784192636" sldId="2147482255"/>
            <ac:spMk id="288" creationId="{DCA6AACF-418E-5066-6E56-1D9ADF80AE51}"/>
          </ac:spMkLst>
        </pc:spChg>
        <pc:grpChg chg="add mod">
          <ac:chgData name="Mukherjee, Shouvik" userId="8a0946e8-3a6b-4d5c-947d-73f4cd578335" providerId="ADAL" clId="{878CC057-3D19-408E-8B58-A7E4D5A413A6}" dt="2025-06-19T13:42:53.807" v="1494" actId="164"/>
          <ac:grpSpMkLst>
            <pc:docMk/>
            <pc:sldMk cId="2784192636" sldId="2147482255"/>
            <ac:grpSpMk id="4" creationId="{F6C79C40-8585-55A0-03F0-51E5FCF74854}"/>
          </ac:grpSpMkLst>
        </pc:grpChg>
        <pc:grpChg chg="add del mod">
          <ac:chgData name="Mukherjee, Shouvik" userId="8a0946e8-3a6b-4d5c-947d-73f4cd578335" providerId="ADAL" clId="{878CC057-3D19-408E-8B58-A7E4D5A413A6}" dt="2025-06-19T12:12:58.993" v="1159" actId="478"/>
          <ac:grpSpMkLst>
            <pc:docMk/>
            <pc:sldMk cId="2784192636" sldId="2147482255"/>
            <ac:grpSpMk id="11" creationId="{82F03232-138E-3C44-2399-7BE55DBB36BF}"/>
          </ac:grpSpMkLst>
        </pc:grpChg>
        <pc:grpChg chg="mod">
          <ac:chgData name="Mukherjee, Shouvik" userId="8a0946e8-3a6b-4d5c-947d-73f4cd578335" providerId="ADAL" clId="{878CC057-3D19-408E-8B58-A7E4D5A413A6}" dt="2025-06-19T12:12:43.968" v="1156"/>
          <ac:grpSpMkLst>
            <pc:docMk/>
            <pc:sldMk cId="2784192636" sldId="2147482255"/>
            <ac:grpSpMk id="18" creationId="{1000BC0C-B281-E5C3-A237-98D42FFE181C}"/>
          </ac:grpSpMkLst>
        </pc:grpChg>
        <pc:grpChg chg="mod">
          <ac:chgData name="Mukherjee, Shouvik" userId="8a0946e8-3a6b-4d5c-947d-73f4cd578335" providerId="ADAL" clId="{878CC057-3D19-408E-8B58-A7E4D5A413A6}" dt="2025-06-19T12:12:43.968" v="1156"/>
          <ac:grpSpMkLst>
            <pc:docMk/>
            <pc:sldMk cId="2784192636" sldId="2147482255"/>
            <ac:grpSpMk id="19" creationId="{CD049725-FA7A-A157-BEFB-B4C12811BCF7}"/>
          </ac:grpSpMkLst>
        </pc:grpChg>
        <pc:grpChg chg="add mod">
          <ac:chgData name="Mukherjee, Shouvik" userId="8a0946e8-3a6b-4d5c-947d-73f4cd578335" providerId="ADAL" clId="{878CC057-3D19-408E-8B58-A7E4D5A413A6}" dt="2025-06-19T13:42:53.807" v="1494" actId="164"/>
          <ac:grpSpMkLst>
            <pc:docMk/>
            <pc:sldMk cId="2784192636" sldId="2147482255"/>
            <ac:grpSpMk id="34" creationId="{FFD722D7-DB79-37EC-5784-CFB96940462C}"/>
          </ac:grpSpMkLst>
        </pc:grpChg>
        <pc:grpChg chg="add mod">
          <ac:chgData name="Mukherjee, Shouvik" userId="8a0946e8-3a6b-4d5c-947d-73f4cd578335" providerId="ADAL" clId="{878CC057-3D19-408E-8B58-A7E4D5A413A6}" dt="2025-06-19T13:42:53.807" v="1494" actId="164"/>
          <ac:grpSpMkLst>
            <pc:docMk/>
            <pc:sldMk cId="2784192636" sldId="2147482255"/>
            <ac:grpSpMk id="58" creationId="{AEDBB572-45C2-D217-1021-AB7733FF4D50}"/>
          </ac:grpSpMkLst>
        </pc:grpChg>
        <pc:grpChg chg="del mod">
          <ac:chgData name="Mukherjee, Shouvik" userId="8a0946e8-3a6b-4d5c-947d-73f4cd578335" providerId="ADAL" clId="{878CC057-3D19-408E-8B58-A7E4D5A413A6}" dt="2025-06-19T13:30:05.558" v="1386" actId="478"/>
          <ac:grpSpMkLst>
            <pc:docMk/>
            <pc:sldMk cId="2784192636" sldId="2147482255"/>
            <ac:grpSpMk id="61" creationId="{A29AC75D-F2EA-66E7-9934-1898027564F7}"/>
          </ac:grpSpMkLst>
        </pc:grpChg>
        <pc:grpChg chg="add del mod">
          <ac:chgData name="Mukherjee, Shouvik" userId="8a0946e8-3a6b-4d5c-947d-73f4cd578335" providerId="ADAL" clId="{878CC057-3D19-408E-8B58-A7E4D5A413A6}" dt="2025-06-19T13:26:09.869" v="1223" actId="478"/>
          <ac:grpSpMkLst>
            <pc:docMk/>
            <pc:sldMk cId="2784192636" sldId="2147482255"/>
            <ac:grpSpMk id="199" creationId="{DCBF7ADC-4792-259D-ED8F-D411F4336D39}"/>
          </ac:grpSpMkLst>
        </pc:grpChg>
        <pc:grpChg chg="add del mod">
          <ac:chgData name="Mukherjee, Shouvik" userId="8a0946e8-3a6b-4d5c-947d-73f4cd578335" providerId="ADAL" clId="{878CC057-3D19-408E-8B58-A7E4D5A413A6}" dt="2025-06-19T13:26:06.496" v="1222" actId="478"/>
          <ac:grpSpMkLst>
            <pc:docMk/>
            <pc:sldMk cId="2784192636" sldId="2147482255"/>
            <ac:grpSpMk id="202" creationId="{33483C1B-C546-998F-D900-F8855D38C75C}"/>
          </ac:grpSpMkLst>
        </pc:grpChg>
        <pc:grpChg chg="add del mod">
          <ac:chgData name="Mukherjee, Shouvik" userId="8a0946e8-3a6b-4d5c-947d-73f4cd578335" providerId="ADAL" clId="{878CC057-3D19-408E-8B58-A7E4D5A413A6}" dt="2025-06-19T13:25:59.841" v="1219" actId="478"/>
          <ac:grpSpMkLst>
            <pc:docMk/>
            <pc:sldMk cId="2784192636" sldId="2147482255"/>
            <ac:grpSpMk id="205" creationId="{7DE3B902-FCBE-C2BA-F937-0B92CDCFBB05}"/>
          </ac:grpSpMkLst>
        </pc:grpChg>
        <pc:grpChg chg="del">
          <ac:chgData name="Mukherjee, Shouvik" userId="8a0946e8-3a6b-4d5c-947d-73f4cd578335" providerId="ADAL" clId="{878CC057-3D19-408E-8B58-A7E4D5A413A6}" dt="2025-06-19T11:56:24.790" v="1134" actId="478"/>
          <ac:grpSpMkLst>
            <pc:docMk/>
            <pc:sldMk cId="2784192636" sldId="2147482255"/>
            <ac:grpSpMk id="264" creationId="{187A2516-0071-D000-F7FA-98072056A9BE}"/>
          </ac:grpSpMkLst>
        </pc:grpChg>
        <pc:grpChg chg="add del mod">
          <ac:chgData name="Mukherjee, Shouvik" userId="8a0946e8-3a6b-4d5c-947d-73f4cd578335" providerId="ADAL" clId="{878CC057-3D19-408E-8B58-A7E4D5A413A6}" dt="2025-06-19T13:26:15.126" v="1224" actId="478"/>
          <ac:grpSpMkLst>
            <pc:docMk/>
            <pc:sldMk cId="2784192636" sldId="2147482255"/>
            <ac:grpSpMk id="267" creationId="{4EE16BEC-FDB7-5BA4-3C17-5CF13049C791}"/>
          </ac:grpSpMkLst>
        </pc:grpChg>
        <pc:grpChg chg="add del mod">
          <ac:chgData name="Mukherjee, Shouvik" userId="8a0946e8-3a6b-4d5c-947d-73f4cd578335" providerId="ADAL" clId="{878CC057-3D19-408E-8B58-A7E4D5A413A6}" dt="2025-06-19T13:26:17.590" v="1225" actId="478"/>
          <ac:grpSpMkLst>
            <pc:docMk/>
            <pc:sldMk cId="2784192636" sldId="2147482255"/>
            <ac:grpSpMk id="270" creationId="{4DF43DFE-8E6F-532C-A58D-49D0B09B1169}"/>
          </ac:grpSpMkLst>
        </pc:grpChg>
        <pc:grpChg chg="add del mod">
          <ac:chgData name="Mukherjee, Shouvik" userId="8a0946e8-3a6b-4d5c-947d-73f4cd578335" providerId="ADAL" clId="{878CC057-3D19-408E-8B58-A7E4D5A413A6}" dt="2025-06-19T13:26:18.899" v="1226" actId="478"/>
          <ac:grpSpMkLst>
            <pc:docMk/>
            <pc:sldMk cId="2784192636" sldId="2147482255"/>
            <ac:grpSpMk id="274" creationId="{7A0C8DA4-C655-C3FB-F0C0-78261E866234}"/>
          </ac:grpSpMkLst>
        </pc:grpChg>
        <pc:grpChg chg="add del mod">
          <ac:chgData name="Mukherjee, Shouvik" userId="8a0946e8-3a6b-4d5c-947d-73f4cd578335" providerId="ADAL" clId="{878CC057-3D19-408E-8B58-A7E4D5A413A6}" dt="2025-06-19T13:26:22.170" v="1227" actId="478"/>
          <ac:grpSpMkLst>
            <pc:docMk/>
            <pc:sldMk cId="2784192636" sldId="2147482255"/>
            <ac:grpSpMk id="277" creationId="{844C5B5B-4E92-25BB-2447-179C771A8A00}"/>
          </ac:grpSpMkLst>
        </pc:grpChg>
        <pc:grpChg chg="add mod">
          <ac:chgData name="Mukherjee, Shouvik" userId="8a0946e8-3a6b-4d5c-947d-73f4cd578335" providerId="ADAL" clId="{878CC057-3D19-408E-8B58-A7E4D5A413A6}" dt="2025-06-20T06:12:25.839" v="2460" actId="1036"/>
          <ac:grpSpMkLst>
            <pc:docMk/>
            <pc:sldMk cId="2784192636" sldId="2147482255"/>
            <ac:grpSpMk id="284" creationId="{F598A79F-7DAF-97E4-FE13-187B51257CA9}"/>
          </ac:grpSpMkLst>
        </pc:grpChg>
        <pc:picChg chg="del">
          <ac:chgData name="Mukherjee, Shouvik" userId="8a0946e8-3a6b-4d5c-947d-73f4cd578335" providerId="ADAL" clId="{878CC057-3D19-408E-8B58-A7E4D5A413A6}" dt="2025-06-19T11:56:24.790" v="1134" actId="478"/>
          <ac:picMkLst>
            <pc:docMk/>
            <pc:sldMk cId="2784192636" sldId="2147482255"/>
            <ac:picMk id="238" creationId="{6B32C8EF-5682-67BE-8663-F61CD73B8B58}"/>
          </ac:picMkLst>
        </pc:picChg>
        <pc:picChg chg="del">
          <ac:chgData name="Mukherjee, Shouvik" userId="8a0946e8-3a6b-4d5c-947d-73f4cd578335" providerId="ADAL" clId="{878CC057-3D19-408E-8B58-A7E4D5A413A6}" dt="2025-06-19T11:56:24.790" v="1134" actId="478"/>
          <ac:picMkLst>
            <pc:docMk/>
            <pc:sldMk cId="2784192636" sldId="2147482255"/>
            <ac:picMk id="239" creationId="{B4BFF758-7A5D-9BE5-ACDB-7B34811DF58A}"/>
          </ac:picMkLst>
        </pc:picChg>
        <pc:picChg chg="del">
          <ac:chgData name="Mukherjee, Shouvik" userId="8a0946e8-3a6b-4d5c-947d-73f4cd578335" providerId="ADAL" clId="{878CC057-3D19-408E-8B58-A7E4D5A413A6}" dt="2025-06-19T11:56:24.790" v="1134" actId="478"/>
          <ac:picMkLst>
            <pc:docMk/>
            <pc:sldMk cId="2784192636" sldId="2147482255"/>
            <ac:picMk id="240" creationId="{8D6C3FAF-4D87-2F7B-098B-ED10629ACD07}"/>
          </ac:picMkLst>
        </pc:picChg>
        <pc:picChg chg="del">
          <ac:chgData name="Mukherjee, Shouvik" userId="8a0946e8-3a6b-4d5c-947d-73f4cd578335" providerId="ADAL" clId="{878CC057-3D19-408E-8B58-A7E4D5A413A6}" dt="2025-06-19T11:56:24.790" v="1134" actId="478"/>
          <ac:picMkLst>
            <pc:docMk/>
            <pc:sldMk cId="2784192636" sldId="2147482255"/>
            <ac:picMk id="241" creationId="{62A5005A-36F6-12EB-7286-E6D5823BEE3D}"/>
          </ac:picMkLst>
        </pc:picChg>
        <pc:picChg chg="del">
          <ac:chgData name="Mukherjee, Shouvik" userId="8a0946e8-3a6b-4d5c-947d-73f4cd578335" providerId="ADAL" clId="{878CC057-3D19-408E-8B58-A7E4D5A413A6}" dt="2025-06-19T11:56:24.790" v="1134" actId="478"/>
          <ac:picMkLst>
            <pc:docMk/>
            <pc:sldMk cId="2784192636" sldId="2147482255"/>
            <ac:picMk id="242" creationId="{27C98771-2EB6-3C0C-0565-2807D5C3D1FA}"/>
          </ac:picMkLst>
        </pc:picChg>
        <pc:picChg chg="del">
          <ac:chgData name="Mukherjee, Shouvik" userId="8a0946e8-3a6b-4d5c-947d-73f4cd578335" providerId="ADAL" clId="{878CC057-3D19-408E-8B58-A7E4D5A413A6}" dt="2025-06-19T11:56:24.790" v="1134" actId="478"/>
          <ac:picMkLst>
            <pc:docMk/>
            <pc:sldMk cId="2784192636" sldId="2147482255"/>
            <ac:picMk id="243" creationId="{80119CA2-EABE-0377-5AC8-5FF69FC1CC92}"/>
          </ac:picMkLst>
        </pc:picChg>
        <pc:cxnChg chg="mod">
          <ac:chgData name="Mukherjee, Shouvik" userId="8a0946e8-3a6b-4d5c-947d-73f4cd578335" providerId="ADAL" clId="{878CC057-3D19-408E-8B58-A7E4D5A413A6}" dt="2025-06-20T06:10:39.720" v="2269" actId="1036"/>
          <ac:cxnSpMkLst>
            <pc:docMk/>
            <pc:sldMk cId="2784192636" sldId="2147482255"/>
            <ac:cxnSpMk id="42" creationId="{C3307A9C-FA80-4775-B35A-1A643EF2A1BC}"/>
          </ac:cxnSpMkLst>
        </pc:cxnChg>
      </pc:sldChg>
      <pc:sldChg chg="addSp delSp modSp add mod">
        <pc:chgData name="Mukherjee, Shouvik" userId="8a0946e8-3a6b-4d5c-947d-73f4cd578335" providerId="ADAL" clId="{878CC057-3D19-408E-8B58-A7E4D5A413A6}" dt="2025-06-19T13:50:07.243" v="1593" actId="1076"/>
        <pc:sldMkLst>
          <pc:docMk/>
          <pc:sldMk cId="2757560814" sldId="2147482256"/>
        </pc:sldMkLst>
        <pc:spChg chg="add mod">
          <ac:chgData name="Mukherjee, Shouvik" userId="8a0946e8-3a6b-4d5c-947d-73f4cd578335" providerId="ADAL" clId="{878CC057-3D19-408E-8B58-A7E4D5A413A6}" dt="2025-06-19T13:50:07.243" v="1593" actId="1076"/>
          <ac:spMkLst>
            <pc:docMk/>
            <pc:sldMk cId="2757560814" sldId="2147482256"/>
            <ac:spMk id="3" creationId="{08CBCC9B-41D4-B74C-6988-4C5D3EB2DB09}"/>
          </ac:spMkLst>
        </pc:spChg>
        <pc:spChg chg="mod">
          <ac:chgData name="Mukherjee, Shouvik" userId="8a0946e8-3a6b-4d5c-947d-73f4cd578335" providerId="ADAL" clId="{878CC057-3D19-408E-8B58-A7E4D5A413A6}" dt="2025-06-19T13:46:43.588" v="1515" actId="1076"/>
          <ac:spMkLst>
            <pc:docMk/>
            <pc:sldMk cId="2757560814" sldId="2147482256"/>
            <ac:spMk id="254" creationId="{2E3F7C1A-E488-DD21-D449-3E92FD5255A2}"/>
          </ac:spMkLst>
        </pc:spChg>
        <pc:spChg chg="mod">
          <ac:chgData name="Mukherjee, Shouvik" userId="8a0946e8-3a6b-4d5c-947d-73f4cd578335" providerId="ADAL" clId="{878CC057-3D19-408E-8B58-A7E4D5A413A6}" dt="2025-06-19T13:48:57.916" v="1583" actId="20577"/>
          <ac:spMkLst>
            <pc:docMk/>
            <pc:sldMk cId="2757560814" sldId="2147482256"/>
            <ac:spMk id="256" creationId="{912773F7-B142-E6C2-332A-182E1C8F0365}"/>
          </ac:spMkLst>
        </pc:spChg>
        <pc:spChg chg="mod">
          <ac:chgData name="Mukherjee, Shouvik" userId="8a0946e8-3a6b-4d5c-947d-73f4cd578335" providerId="ADAL" clId="{878CC057-3D19-408E-8B58-A7E4D5A413A6}" dt="2025-06-19T13:47:43.566" v="1553" actId="1036"/>
          <ac:spMkLst>
            <pc:docMk/>
            <pc:sldMk cId="2757560814" sldId="2147482256"/>
            <ac:spMk id="258" creationId="{35BC5888-7AEC-B754-F6B0-C5455FF6E6C0}"/>
          </ac:spMkLst>
        </pc:spChg>
        <pc:spChg chg="mod">
          <ac:chgData name="Mukherjee, Shouvik" userId="8a0946e8-3a6b-4d5c-947d-73f4cd578335" providerId="ADAL" clId="{878CC057-3D19-408E-8B58-A7E4D5A413A6}" dt="2025-06-19T13:48:19.655" v="1572" actId="14100"/>
          <ac:spMkLst>
            <pc:docMk/>
            <pc:sldMk cId="2757560814" sldId="2147482256"/>
            <ac:spMk id="260" creationId="{9F5BC288-F34F-D471-C969-D1B097ADFF6B}"/>
          </ac:spMkLst>
        </pc:spChg>
        <pc:spChg chg="mod">
          <ac:chgData name="Mukherjee, Shouvik" userId="8a0946e8-3a6b-4d5c-947d-73f4cd578335" providerId="ADAL" clId="{878CC057-3D19-408E-8B58-A7E4D5A413A6}" dt="2025-06-19T13:48:12.903" v="1564" actId="1036"/>
          <ac:spMkLst>
            <pc:docMk/>
            <pc:sldMk cId="2757560814" sldId="2147482256"/>
            <ac:spMk id="262" creationId="{648BBF8F-9035-B0C2-9350-3619F77BA0BC}"/>
          </ac:spMkLst>
        </pc:spChg>
        <pc:spChg chg="mod">
          <ac:chgData name="Mukherjee, Shouvik" userId="8a0946e8-3a6b-4d5c-947d-73f4cd578335" providerId="ADAL" clId="{878CC057-3D19-408E-8B58-A7E4D5A413A6}" dt="2025-06-19T13:49:15.190" v="1586" actId="14100"/>
          <ac:spMkLst>
            <pc:docMk/>
            <pc:sldMk cId="2757560814" sldId="2147482256"/>
            <ac:spMk id="263" creationId="{0E4AF704-54D3-3974-9C8D-38722CF2429F}"/>
          </ac:spMkLst>
        </pc:spChg>
        <pc:grpChg chg="add del">
          <ac:chgData name="Mukherjee, Shouvik" userId="8a0946e8-3a6b-4d5c-947d-73f4cd578335" providerId="ADAL" clId="{878CC057-3D19-408E-8B58-A7E4D5A413A6}" dt="2025-06-19T13:49:53.107" v="1588" actId="478"/>
          <ac:grpSpMkLst>
            <pc:docMk/>
            <pc:sldMk cId="2757560814" sldId="2147482256"/>
            <ac:grpSpMk id="264" creationId="{187A2516-0071-D000-F7FA-98072056A9BE}"/>
          </ac:grpSpMkLst>
        </pc:grpChg>
      </pc:sldChg>
      <pc:sldChg chg="addSp delSp modSp add mod">
        <pc:chgData name="Mukherjee, Shouvik" userId="8a0946e8-3a6b-4d5c-947d-73f4cd578335" providerId="ADAL" clId="{878CC057-3D19-408E-8B58-A7E4D5A413A6}" dt="2025-06-20T06:20:08.259" v="2893" actId="403"/>
        <pc:sldMkLst>
          <pc:docMk/>
          <pc:sldMk cId="376927323" sldId="2147482257"/>
        </pc:sldMkLst>
        <pc:spChg chg="add del mod">
          <ac:chgData name="Mukherjee, Shouvik" userId="8a0946e8-3a6b-4d5c-947d-73f4cd578335" providerId="ADAL" clId="{878CC057-3D19-408E-8B58-A7E4D5A413A6}" dt="2025-06-20T06:18:57.585" v="2799" actId="478"/>
          <ac:spMkLst>
            <pc:docMk/>
            <pc:sldMk cId="376927323" sldId="2147482257"/>
            <ac:spMk id="3" creationId="{8FBF61AB-EEFA-371A-F468-B317453FB42E}"/>
          </ac:spMkLst>
        </pc:spChg>
        <pc:spChg chg="add del mod">
          <ac:chgData name="Mukherjee, Shouvik" userId="8a0946e8-3a6b-4d5c-947d-73f4cd578335" providerId="ADAL" clId="{878CC057-3D19-408E-8B58-A7E4D5A413A6}" dt="2025-06-20T06:18:57.585" v="2799" actId="478"/>
          <ac:spMkLst>
            <pc:docMk/>
            <pc:sldMk cId="376927323" sldId="2147482257"/>
            <ac:spMk id="4" creationId="{DCDAC9C0-D6BA-5C75-12B3-A2F2A1EE0BE3}"/>
          </ac:spMkLst>
        </pc:spChg>
        <pc:spChg chg="add mod">
          <ac:chgData name="Mukherjee, Shouvik" userId="8a0946e8-3a6b-4d5c-947d-73f4cd578335" providerId="ADAL" clId="{878CC057-3D19-408E-8B58-A7E4D5A413A6}" dt="2025-06-20T06:18:41.890" v="2788" actId="1036"/>
          <ac:spMkLst>
            <pc:docMk/>
            <pc:sldMk cId="376927323" sldId="2147482257"/>
            <ac:spMk id="5" creationId="{37AF8E38-BA45-9B33-C7DF-7F64EF6BBF73}"/>
          </ac:spMkLst>
        </pc:spChg>
        <pc:spChg chg="mod">
          <ac:chgData name="Mukherjee, Shouvik" userId="8a0946e8-3a6b-4d5c-947d-73f4cd578335" providerId="ADAL" clId="{878CC057-3D19-408E-8B58-A7E4D5A413A6}" dt="2025-06-19T16:25:06.764" v="1938" actId="20577"/>
          <ac:spMkLst>
            <pc:docMk/>
            <pc:sldMk cId="376927323" sldId="2147482257"/>
            <ac:spMk id="6" creationId="{00000000-0000-0000-0000-000000000000}"/>
          </ac:spMkLst>
        </pc:spChg>
        <pc:spChg chg="add del mod">
          <ac:chgData name="Mukherjee, Shouvik" userId="8a0946e8-3a6b-4d5c-947d-73f4cd578335" providerId="ADAL" clId="{878CC057-3D19-408E-8B58-A7E4D5A413A6}" dt="2025-06-20T06:19:03.258" v="2800" actId="478"/>
          <ac:spMkLst>
            <pc:docMk/>
            <pc:sldMk cId="376927323" sldId="2147482257"/>
            <ac:spMk id="7" creationId="{C90E27B0-7653-DB97-E137-8DEC6BA8F688}"/>
          </ac:spMkLst>
        </pc:spChg>
        <pc:spChg chg="del">
          <ac:chgData name="Mukherjee, Shouvik" userId="8a0946e8-3a6b-4d5c-947d-73f4cd578335" providerId="ADAL" clId="{878CC057-3D19-408E-8B58-A7E4D5A413A6}" dt="2025-06-19T16:24:54.748" v="1919" actId="478"/>
          <ac:spMkLst>
            <pc:docMk/>
            <pc:sldMk cId="376927323" sldId="2147482257"/>
            <ac:spMk id="8" creationId="{A8BF5520-CCEF-4278-5B10-8E0FC2C91BEE}"/>
          </ac:spMkLst>
        </pc:spChg>
        <pc:spChg chg="del">
          <ac:chgData name="Mukherjee, Shouvik" userId="8a0946e8-3a6b-4d5c-947d-73f4cd578335" providerId="ADAL" clId="{878CC057-3D19-408E-8B58-A7E4D5A413A6}" dt="2025-06-19T16:24:54.748" v="1919" actId="478"/>
          <ac:spMkLst>
            <pc:docMk/>
            <pc:sldMk cId="376927323" sldId="2147482257"/>
            <ac:spMk id="9" creationId="{AEB55B45-C336-55C2-FCAB-970DFB94FC9B}"/>
          </ac:spMkLst>
        </pc:spChg>
        <pc:spChg chg="del">
          <ac:chgData name="Mukherjee, Shouvik" userId="8a0946e8-3a6b-4d5c-947d-73f4cd578335" providerId="ADAL" clId="{878CC057-3D19-408E-8B58-A7E4D5A413A6}" dt="2025-06-19T16:24:57.162" v="1920" actId="478"/>
          <ac:spMkLst>
            <pc:docMk/>
            <pc:sldMk cId="376927323" sldId="2147482257"/>
            <ac:spMk id="11" creationId="{0933D078-1BBC-89FE-2825-969737B1D1EE}"/>
          </ac:spMkLst>
        </pc:spChg>
        <pc:spChg chg="del">
          <ac:chgData name="Mukherjee, Shouvik" userId="8a0946e8-3a6b-4d5c-947d-73f4cd578335" providerId="ADAL" clId="{878CC057-3D19-408E-8B58-A7E4D5A413A6}" dt="2025-06-19T16:24:54.748" v="1919" actId="478"/>
          <ac:spMkLst>
            <pc:docMk/>
            <pc:sldMk cId="376927323" sldId="2147482257"/>
            <ac:spMk id="15" creationId="{58200081-9439-56D3-A219-B7CC1F705730}"/>
          </ac:spMkLst>
        </pc:spChg>
        <pc:spChg chg="del">
          <ac:chgData name="Mukherjee, Shouvik" userId="8a0946e8-3a6b-4d5c-947d-73f4cd578335" providerId="ADAL" clId="{878CC057-3D19-408E-8B58-A7E4D5A413A6}" dt="2025-06-19T16:24:54.748" v="1919" actId="478"/>
          <ac:spMkLst>
            <pc:docMk/>
            <pc:sldMk cId="376927323" sldId="2147482257"/>
            <ac:spMk id="17" creationId="{142E2FCD-48E1-E76A-1C7B-60B9D2ED5210}"/>
          </ac:spMkLst>
        </pc:spChg>
        <pc:spChg chg="del">
          <ac:chgData name="Mukherjee, Shouvik" userId="8a0946e8-3a6b-4d5c-947d-73f4cd578335" providerId="ADAL" clId="{878CC057-3D19-408E-8B58-A7E4D5A413A6}" dt="2025-06-19T16:24:54.748" v="1919" actId="478"/>
          <ac:spMkLst>
            <pc:docMk/>
            <pc:sldMk cId="376927323" sldId="2147482257"/>
            <ac:spMk id="18" creationId="{76C7CD80-041D-9878-82E4-8FBE8137CF15}"/>
          </ac:spMkLst>
        </pc:spChg>
        <pc:spChg chg="del">
          <ac:chgData name="Mukherjee, Shouvik" userId="8a0946e8-3a6b-4d5c-947d-73f4cd578335" providerId="ADAL" clId="{878CC057-3D19-408E-8B58-A7E4D5A413A6}" dt="2025-06-19T16:24:54.748" v="1919" actId="478"/>
          <ac:spMkLst>
            <pc:docMk/>
            <pc:sldMk cId="376927323" sldId="2147482257"/>
            <ac:spMk id="19" creationId="{285BD952-A5CC-E6F3-60D8-C7475FBD8765}"/>
          </ac:spMkLst>
        </pc:spChg>
        <pc:spChg chg="del">
          <ac:chgData name="Mukherjee, Shouvik" userId="8a0946e8-3a6b-4d5c-947d-73f4cd578335" providerId="ADAL" clId="{878CC057-3D19-408E-8B58-A7E4D5A413A6}" dt="2025-06-19T16:24:54.748" v="1919" actId="478"/>
          <ac:spMkLst>
            <pc:docMk/>
            <pc:sldMk cId="376927323" sldId="2147482257"/>
            <ac:spMk id="20" creationId="{B548AC2A-5231-6AA5-07AA-86B623D12511}"/>
          </ac:spMkLst>
        </pc:spChg>
        <pc:spChg chg="del">
          <ac:chgData name="Mukherjee, Shouvik" userId="8a0946e8-3a6b-4d5c-947d-73f4cd578335" providerId="ADAL" clId="{878CC057-3D19-408E-8B58-A7E4D5A413A6}" dt="2025-06-19T16:24:54.748" v="1919" actId="478"/>
          <ac:spMkLst>
            <pc:docMk/>
            <pc:sldMk cId="376927323" sldId="2147482257"/>
            <ac:spMk id="21" creationId="{F6ACB98D-F600-CDFD-3EB0-03FFE9B3D643}"/>
          </ac:spMkLst>
        </pc:spChg>
        <pc:spChg chg="del">
          <ac:chgData name="Mukherjee, Shouvik" userId="8a0946e8-3a6b-4d5c-947d-73f4cd578335" providerId="ADAL" clId="{878CC057-3D19-408E-8B58-A7E4D5A413A6}" dt="2025-06-19T16:24:54.748" v="1919" actId="478"/>
          <ac:spMkLst>
            <pc:docMk/>
            <pc:sldMk cId="376927323" sldId="2147482257"/>
            <ac:spMk id="22" creationId="{787F8015-A6E8-E6EA-763E-38F07751C3DA}"/>
          </ac:spMkLst>
        </pc:spChg>
        <pc:spChg chg="mod">
          <ac:chgData name="Mukherjee, Shouvik" userId="8a0946e8-3a6b-4d5c-947d-73f4cd578335" providerId="ADAL" clId="{878CC057-3D19-408E-8B58-A7E4D5A413A6}" dt="2025-06-19T16:26:05.667" v="2056" actId="20577"/>
          <ac:spMkLst>
            <pc:docMk/>
            <pc:sldMk cId="376927323" sldId="2147482257"/>
            <ac:spMk id="23" creationId="{7DD471DA-4A09-222A-F402-8F3F8FE7FE8C}"/>
          </ac:spMkLst>
        </pc:spChg>
        <pc:spChg chg="add del mod">
          <ac:chgData name="Mukherjee, Shouvik" userId="8a0946e8-3a6b-4d5c-947d-73f4cd578335" providerId="ADAL" clId="{878CC057-3D19-408E-8B58-A7E4D5A413A6}" dt="2025-06-20T06:18:57.585" v="2799" actId="478"/>
          <ac:spMkLst>
            <pc:docMk/>
            <pc:sldMk cId="376927323" sldId="2147482257"/>
            <ac:spMk id="25" creationId="{66A1CBC5-75E5-703B-BDB7-354EB1EB6724}"/>
          </ac:spMkLst>
        </pc:spChg>
        <pc:spChg chg="add del mod">
          <ac:chgData name="Mukherjee, Shouvik" userId="8a0946e8-3a6b-4d5c-947d-73f4cd578335" providerId="ADAL" clId="{878CC057-3D19-408E-8B58-A7E4D5A413A6}" dt="2025-06-20T06:18:57.585" v="2799" actId="478"/>
          <ac:spMkLst>
            <pc:docMk/>
            <pc:sldMk cId="376927323" sldId="2147482257"/>
            <ac:spMk id="26" creationId="{61ED17A6-3A99-BB66-9157-62A588FC5079}"/>
          </ac:spMkLst>
        </pc:spChg>
        <pc:spChg chg="del">
          <ac:chgData name="Mukherjee, Shouvik" userId="8a0946e8-3a6b-4d5c-947d-73f4cd578335" providerId="ADAL" clId="{878CC057-3D19-408E-8B58-A7E4D5A413A6}" dt="2025-06-19T16:24:54.748" v="1919" actId="478"/>
          <ac:spMkLst>
            <pc:docMk/>
            <pc:sldMk cId="376927323" sldId="2147482257"/>
            <ac:spMk id="31" creationId="{0B9B9381-507F-4DED-68B6-8CDF00AD0F40}"/>
          </ac:spMkLst>
        </pc:spChg>
        <pc:spChg chg="del">
          <ac:chgData name="Mukherjee, Shouvik" userId="8a0946e8-3a6b-4d5c-947d-73f4cd578335" providerId="ADAL" clId="{878CC057-3D19-408E-8B58-A7E4D5A413A6}" dt="2025-06-19T16:24:54.748" v="1919" actId="478"/>
          <ac:spMkLst>
            <pc:docMk/>
            <pc:sldMk cId="376927323" sldId="2147482257"/>
            <ac:spMk id="32" creationId="{369C62AD-F0D9-211C-C9E1-5C843B12F3C6}"/>
          </ac:spMkLst>
        </pc:spChg>
        <pc:spChg chg="del">
          <ac:chgData name="Mukherjee, Shouvik" userId="8a0946e8-3a6b-4d5c-947d-73f4cd578335" providerId="ADAL" clId="{878CC057-3D19-408E-8B58-A7E4D5A413A6}" dt="2025-06-19T16:24:54.748" v="1919" actId="478"/>
          <ac:spMkLst>
            <pc:docMk/>
            <pc:sldMk cId="376927323" sldId="2147482257"/>
            <ac:spMk id="33" creationId="{748ABCE3-ECAC-6355-7D89-B0252AA0A02B}"/>
          </ac:spMkLst>
        </pc:spChg>
        <pc:spChg chg="del">
          <ac:chgData name="Mukherjee, Shouvik" userId="8a0946e8-3a6b-4d5c-947d-73f4cd578335" providerId="ADAL" clId="{878CC057-3D19-408E-8B58-A7E4D5A413A6}" dt="2025-06-19T16:24:54.748" v="1919" actId="478"/>
          <ac:spMkLst>
            <pc:docMk/>
            <pc:sldMk cId="376927323" sldId="2147482257"/>
            <ac:spMk id="34" creationId="{B53ABA16-B061-2435-EC09-2365005CE027}"/>
          </ac:spMkLst>
        </pc:spChg>
        <pc:spChg chg="mod">
          <ac:chgData name="Mukherjee, Shouvik" userId="8a0946e8-3a6b-4d5c-947d-73f4cd578335" providerId="ADAL" clId="{878CC057-3D19-408E-8B58-A7E4D5A413A6}" dt="2025-06-20T06:18:38.334" v="2742"/>
          <ac:spMkLst>
            <pc:docMk/>
            <pc:sldMk cId="376927323" sldId="2147482257"/>
            <ac:spMk id="45" creationId="{1395BFAD-1A36-B8F5-1989-3A957B52722C}"/>
          </ac:spMkLst>
        </pc:spChg>
        <pc:spChg chg="mod">
          <ac:chgData name="Mukherjee, Shouvik" userId="8a0946e8-3a6b-4d5c-947d-73f4cd578335" providerId="ADAL" clId="{878CC057-3D19-408E-8B58-A7E4D5A413A6}" dt="2025-06-20T06:18:38.334" v="2742"/>
          <ac:spMkLst>
            <pc:docMk/>
            <pc:sldMk cId="376927323" sldId="2147482257"/>
            <ac:spMk id="46" creationId="{EEB852B4-BC63-127B-A1E0-B2418A6EC9EE}"/>
          </ac:spMkLst>
        </pc:spChg>
        <pc:spChg chg="mod">
          <ac:chgData name="Mukherjee, Shouvik" userId="8a0946e8-3a6b-4d5c-947d-73f4cd578335" providerId="ADAL" clId="{878CC057-3D19-408E-8B58-A7E4D5A413A6}" dt="2025-06-20T06:18:38.334" v="2742"/>
          <ac:spMkLst>
            <pc:docMk/>
            <pc:sldMk cId="376927323" sldId="2147482257"/>
            <ac:spMk id="47" creationId="{A0CCB0A0-02CD-C9D1-C8CD-CCB88FE782F1}"/>
          </ac:spMkLst>
        </pc:spChg>
        <pc:spChg chg="mod">
          <ac:chgData name="Mukherjee, Shouvik" userId="8a0946e8-3a6b-4d5c-947d-73f4cd578335" providerId="ADAL" clId="{878CC057-3D19-408E-8B58-A7E4D5A413A6}" dt="2025-06-20T06:18:38.334" v="2742"/>
          <ac:spMkLst>
            <pc:docMk/>
            <pc:sldMk cId="376927323" sldId="2147482257"/>
            <ac:spMk id="48" creationId="{D465913B-A260-5A57-6AA3-FFF18FAEEFBB}"/>
          </ac:spMkLst>
        </pc:spChg>
        <pc:spChg chg="mod">
          <ac:chgData name="Mukherjee, Shouvik" userId="8a0946e8-3a6b-4d5c-947d-73f4cd578335" providerId="ADAL" clId="{878CC057-3D19-408E-8B58-A7E4D5A413A6}" dt="2025-06-20T06:18:38.334" v="2742"/>
          <ac:spMkLst>
            <pc:docMk/>
            <pc:sldMk cId="376927323" sldId="2147482257"/>
            <ac:spMk id="49" creationId="{7DC40829-6774-F8CD-0602-916C3A540A1C}"/>
          </ac:spMkLst>
        </pc:spChg>
        <pc:spChg chg="mod">
          <ac:chgData name="Mukherjee, Shouvik" userId="8a0946e8-3a6b-4d5c-947d-73f4cd578335" providerId="ADAL" clId="{878CC057-3D19-408E-8B58-A7E4D5A413A6}" dt="2025-06-20T06:18:38.334" v="2742"/>
          <ac:spMkLst>
            <pc:docMk/>
            <pc:sldMk cId="376927323" sldId="2147482257"/>
            <ac:spMk id="50" creationId="{B55BACFF-CA70-C961-BBEC-4233355BE1CB}"/>
          </ac:spMkLst>
        </pc:spChg>
        <pc:spChg chg="mod">
          <ac:chgData name="Mukherjee, Shouvik" userId="8a0946e8-3a6b-4d5c-947d-73f4cd578335" providerId="ADAL" clId="{878CC057-3D19-408E-8B58-A7E4D5A413A6}" dt="2025-06-20T06:18:38.334" v="2742"/>
          <ac:spMkLst>
            <pc:docMk/>
            <pc:sldMk cId="376927323" sldId="2147482257"/>
            <ac:spMk id="51" creationId="{D6BCE5E3-CB92-D365-487C-3AEA996B1C9D}"/>
          </ac:spMkLst>
        </pc:spChg>
        <pc:spChg chg="add del mod">
          <ac:chgData name="Mukherjee, Shouvik" userId="8a0946e8-3a6b-4d5c-947d-73f4cd578335" providerId="ADAL" clId="{878CC057-3D19-408E-8B58-A7E4D5A413A6}" dt="2025-06-20T06:18:57.585" v="2799" actId="478"/>
          <ac:spMkLst>
            <pc:docMk/>
            <pc:sldMk cId="376927323" sldId="2147482257"/>
            <ac:spMk id="52" creationId="{F912E6B9-0C7D-E048-CDCC-03BD885E928E}"/>
          </ac:spMkLst>
        </pc:spChg>
        <pc:spChg chg="add del mod">
          <ac:chgData name="Mukherjee, Shouvik" userId="8a0946e8-3a6b-4d5c-947d-73f4cd578335" providerId="ADAL" clId="{878CC057-3D19-408E-8B58-A7E4D5A413A6}" dt="2025-06-20T06:18:57.585" v="2799" actId="478"/>
          <ac:spMkLst>
            <pc:docMk/>
            <pc:sldMk cId="376927323" sldId="2147482257"/>
            <ac:spMk id="53" creationId="{F663A7A9-4727-A104-08DE-987DA42EEACE}"/>
          </ac:spMkLst>
        </pc:spChg>
        <pc:spChg chg="add del mod">
          <ac:chgData name="Mukherjee, Shouvik" userId="8a0946e8-3a6b-4d5c-947d-73f4cd578335" providerId="ADAL" clId="{878CC057-3D19-408E-8B58-A7E4D5A413A6}" dt="2025-06-20T06:18:57.585" v="2799" actId="478"/>
          <ac:spMkLst>
            <pc:docMk/>
            <pc:sldMk cId="376927323" sldId="2147482257"/>
            <ac:spMk id="54" creationId="{74AF513C-F73B-26C8-C73C-784B0FE00732}"/>
          </ac:spMkLst>
        </pc:spChg>
        <pc:spChg chg="add del mod">
          <ac:chgData name="Mukherjee, Shouvik" userId="8a0946e8-3a6b-4d5c-947d-73f4cd578335" providerId="ADAL" clId="{878CC057-3D19-408E-8B58-A7E4D5A413A6}" dt="2025-06-20T06:18:57.585" v="2799" actId="478"/>
          <ac:spMkLst>
            <pc:docMk/>
            <pc:sldMk cId="376927323" sldId="2147482257"/>
            <ac:spMk id="55" creationId="{B6FE5D6B-2CBD-90CD-E4F8-04D383575996}"/>
          </ac:spMkLst>
        </pc:spChg>
        <pc:spChg chg="add del mod">
          <ac:chgData name="Mukherjee, Shouvik" userId="8a0946e8-3a6b-4d5c-947d-73f4cd578335" providerId="ADAL" clId="{878CC057-3D19-408E-8B58-A7E4D5A413A6}" dt="2025-06-20T06:18:57.585" v="2799" actId="478"/>
          <ac:spMkLst>
            <pc:docMk/>
            <pc:sldMk cId="376927323" sldId="2147482257"/>
            <ac:spMk id="56" creationId="{BD0FB1C5-B09F-D8D6-ED32-926AA33300CB}"/>
          </ac:spMkLst>
        </pc:spChg>
        <pc:spChg chg="add del mod">
          <ac:chgData name="Mukherjee, Shouvik" userId="8a0946e8-3a6b-4d5c-947d-73f4cd578335" providerId="ADAL" clId="{878CC057-3D19-408E-8B58-A7E4D5A413A6}" dt="2025-06-20T06:19:03.258" v="2800" actId="478"/>
          <ac:spMkLst>
            <pc:docMk/>
            <pc:sldMk cId="376927323" sldId="2147482257"/>
            <ac:spMk id="57" creationId="{50D8A0F3-9E83-59D8-2D13-57CB429511EA}"/>
          </ac:spMkLst>
        </pc:spChg>
        <pc:spChg chg="add del mod">
          <ac:chgData name="Mukherjee, Shouvik" userId="8a0946e8-3a6b-4d5c-947d-73f4cd578335" providerId="ADAL" clId="{878CC057-3D19-408E-8B58-A7E4D5A413A6}" dt="2025-06-20T06:19:03.258" v="2800" actId="478"/>
          <ac:spMkLst>
            <pc:docMk/>
            <pc:sldMk cId="376927323" sldId="2147482257"/>
            <ac:spMk id="58" creationId="{0EA2F242-0386-D893-1B91-136ABB3EC930}"/>
          </ac:spMkLst>
        </pc:spChg>
        <pc:spChg chg="add del mod">
          <ac:chgData name="Mukherjee, Shouvik" userId="8a0946e8-3a6b-4d5c-947d-73f4cd578335" providerId="ADAL" clId="{878CC057-3D19-408E-8B58-A7E4D5A413A6}" dt="2025-06-20T06:19:03.258" v="2800" actId="478"/>
          <ac:spMkLst>
            <pc:docMk/>
            <pc:sldMk cId="376927323" sldId="2147482257"/>
            <ac:spMk id="59" creationId="{98C47F9A-7173-89A0-67EA-BA584E3956B9}"/>
          </ac:spMkLst>
        </pc:spChg>
        <pc:spChg chg="mod">
          <ac:chgData name="Mukherjee, Shouvik" userId="8a0946e8-3a6b-4d5c-947d-73f4cd578335" providerId="ADAL" clId="{878CC057-3D19-408E-8B58-A7E4D5A413A6}" dt="2025-06-20T06:20:01.074" v="2891" actId="404"/>
          <ac:spMkLst>
            <pc:docMk/>
            <pc:sldMk cId="376927323" sldId="2147482257"/>
            <ac:spMk id="62" creationId="{341FF9EC-5887-9F3A-D58C-5E06A5DE115E}"/>
          </ac:spMkLst>
        </pc:spChg>
        <pc:spChg chg="mod">
          <ac:chgData name="Mukherjee, Shouvik" userId="8a0946e8-3a6b-4d5c-947d-73f4cd578335" providerId="ADAL" clId="{878CC057-3D19-408E-8B58-A7E4D5A413A6}" dt="2025-06-20T06:20:01.074" v="2891" actId="404"/>
          <ac:spMkLst>
            <pc:docMk/>
            <pc:sldMk cId="376927323" sldId="2147482257"/>
            <ac:spMk id="63" creationId="{84B1437B-D034-8734-A300-78D91D5514D1}"/>
          </ac:spMkLst>
        </pc:spChg>
        <pc:spChg chg="mod">
          <ac:chgData name="Mukherjee, Shouvik" userId="8a0946e8-3a6b-4d5c-947d-73f4cd578335" providerId="ADAL" clId="{878CC057-3D19-408E-8B58-A7E4D5A413A6}" dt="2025-06-20T06:20:01.074" v="2891" actId="404"/>
          <ac:spMkLst>
            <pc:docMk/>
            <pc:sldMk cId="376927323" sldId="2147482257"/>
            <ac:spMk id="64" creationId="{FA6C151B-6E69-24AD-A79A-52BFB3CFDF84}"/>
          </ac:spMkLst>
        </pc:spChg>
        <pc:spChg chg="mod">
          <ac:chgData name="Mukherjee, Shouvik" userId="8a0946e8-3a6b-4d5c-947d-73f4cd578335" providerId="ADAL" clId="{878CC057-3D19-408E-8B58-A7E4D5A413A6}" dt="2025-06-20T06:20:01.074" v="2891" actId="404"/>
          <ac:spMkLst>
            <pc:docMk/>
            <pc:sldMk cId="376927323" sldId="2147482257"/>
            <ac:spMk id="65" creationId="{36A393FB-D3DD-4B60-438A-4AE5A9B22BD6}"/>
          </ac:spMkLst>
        </pc:spChg>
        <pc:spChg chg="mod">
          <ac:chgData name="Mukherjee, Shouvik" userId="8a0946e8-3a6b-4d5c-947d-73f4cd578335" providerId="ADAL" clId="{878CC057-3D19-408E-8B58-A7E4D5A413A6}" dt="2025-06-20T06:20:01.074" v="2891" actId="404"/>
          <ac:spMkLst>
            <pc:docMk/>
            <pc:sldMk cId="376927323" sldId="2147482257"/>
            <ac:spMk id="66" creationId="{F6397B22-F555-EE98-B550-57072BD20248}"/>
          </ac:spMkLst>
        </pc:spChg>
        <pc:spChg chg="mod">
          <ac:chgData name="Mukherjee, Shouvik" userId="8a0946e8-3a6b-4d5c-947d-73f4cd578335" providerId="ADAL" clId="{878CC057-3D19-408E-8B58-A7E4D5A413A6}" dt="2025-06-20T06:20:01.074" v="2891" actId="404"/>
          <ac:spMkLst>
            <pc:docMk/>
            <pc:sldMk cId="376927323" sldId="2147482257"/>
            <ac:spMk id="67" creationId="{4029AE3D-A83D-B23A-F7E4-53D5906C8177}"/>
          </ac:spMkLst>
        </pc:spChg>
        <pc:spChg chg="mod">
          <ac:chgData name="Mukherjee, Shouvik" userId="8a0946e8-3a6b-4d5c-947d-73f4cd578335" providerId="ADAL" clId="{878CC057-3D19-408E-8B58-A7E4D5A413A6}" dt="2025-06-20T06:20:01.074" v="2891" actId="404"/>
          <ac:spMkLst>
            <pc:docMk/>
            <pc:sldMk cId="376927323" sldId="2147482257"/>
            <ac:spMk id="75" creationId="{FD16627E-FA8A-A155-97E3-D323E8AC89DE}"/>
          </ac:spMkLst>
        </pc:spChg>
        <pc:spChg chg="mod">
          <ac:chgData name="Mukherjee, Shouvik" userId="8a0946e8-3a6b-4d5c-947d-73f4cd578335" providerId="ADAL" clId="{878CC057-3D19-408E-8B58-A7E4D5A413A6}" dt="2025-06-20T06:20:01.074" v="2891" actId="404"/>
          <ac:spMkLst>
            <pc:docMk/>
            <pc:sldMk cId="376927323" sldId="2147482257"/>
            <ac:spMk id="76" creationId="{E541EEBF-7217-1B3B-C7FB-01530AA2B417}"/>
          </ac:spMkLst>
        </pc:spChg>
        <pc:spChg chg="mod">
          <ac:chgData name="Mukherjee, Shouvik" userId="8a0946e8-3a6b-4d5c-947d-73f4cd578335" providerId="ADAL" clId="{878CC057-3D19-408E-8B58-A7E4D5A413A6}" dt="2025-06-20T06:20:01.074" v="2891" actId="404"/>
          <ac:spMkLst>
            <pc:docMk/>
            <pc:sldMk cId="376927323" sldId="2147482257"/>
            <ac:spMk id="77" creationId="{E097DAA3-ADAA-799C-6EA9-0C04BDDC464B}"/>
          </ac:spMkLst>
        </pc:spChg>
        <pc:spChg chg="mod">
          <ac:chgData name="Mukherjee, Shouvik" userId="8a0946e8-3a6b-4d5c-947d-73f4cd578335" providerId="ADAL" clId="{878CC057-3D19-408E-8B58-A7E4D5A413A6}" dt="2025-06-20T06:20:01.074" v="2891" actId="404"/>
          <ac:spMkLst>
            <pc:docMk/>
            <pc:sldMk cId="376927323" sldId="2147482257"/>
            <ac:spMk id="78" creationId="{442F0A83-2A68-B283-F48C-C0EC92E95836}"/>
          </ac:spMkLst>
        </pc:spChg>
        <pc:spChg chg="mod">
          <ac:chgData name="Mukherjee, Shouvik" userId="8a0946e8-3a6b-4d5c-947d-73f4cd578335" providerId="ADAL" clId="{878CC057-3D19-408E-8B58-A7E4D5A413A6}" dt="2025-06-20T06:20:01.074" v="2891" actId="404"/>
          <ac:spMkLst>
            <pc:docMk/>
            <pc:sldMk cId="376927323" sldId="2147482257"/>
            <ac:spMk id="79" creationId="{71858529-7553-A1AA-309F-E83A8BDC0432}"/>
          </ac:spMkLst>
        </pc:spChg>
        <pc:spChg chg="mod">
          <ac:chgData name="Mukherjee, Shouvik" userId="8a0946e8-3a6b-4d5c-947d-73f4cd578335" providerId="ADAL" clId="{878CC057-3D19-408E-8B58-A7E4D5A413A6}" dt="2025-06-20T06:20:01.074" v="2891" actId="404"/>
          <ac:spMkLst>
            <pc:docMk/>
            <pc:sldMk cId="376927323" sldId="2147482257"/>
            <ac:spMk id="80" creationId="{7E76E020-69BF-5B70-BDD9-E00C41935B80}"/>
          </ac:spMkLst>
        </pc:spChg>
        <pc:spChg chg="mod">
          <ac:chgData name="Mukherjee, Shouvik" userId="8a0946e8-3a6b-4d5c-947d-73f4cd578335" providerId="ADAL" clId="{878CC057-3D19-408E-8B58-A7E4D5A413A6}" dt="2025-06-20T06:20:01.074" v="2891" actId="404"/>
          <ac:spMkLst>
            <pc:docMk/>
            <pc:sldMk cId="376927323" sldId="2147482257"/>
            <ac:spMk id="86" creationId="{34085765-C667-3622-E149-C0932603185E}"/>
          </ac:spMkLst>
        </pc:spChg>
        <pc:spChg chg="mod">
          <ac:chgData name="Mukherjee, Shouvik" userId="8a0946e8-3a6b-4d5c-947d-73f4cd578335" providerId="ADAL" clId="{878CC057-3D19-408E-8B58-A7E4D5A413A6}" dt="2025-06-20T06:20:01.074" v="2891" actId="404"/>
          <ac:spMkLst>
            <pc:docMk/>
            <pc:sldMk cId="376927323" sldId="2147482257"/>
            <ac:spMk id="87" creationId="{27FDEDE0-D164-1A55-2667-24791E224C0B}"/>
          </ac:spMkLst>
        </pc:spChg>
        <pc:spChg chg="mod">
          <ac:chgData name="Mukherjee, Shouvik" userId="8a0946e8-3a6b-4d5c-947d-73f4cd578335" providerId="ADAL" clId="{878CC057-3D19-408E-8B58-A7E4D5A413A6}" dt="2025-06-20T06:20:01.074" v="2891" actId="404"/>
          <ac:spMkLst>
            <pc:docMk/>
            <pc:sldMk cId="376927323" sldId="2147482257"/>
            <ac:spMk id="89" creationId="{21E4E7E2-1420-16FA-157F-F06FFCB2F3EC}"/>
          </ac:spMkLst>
        </pc:spChg>
        <pc:spChg chg="mod">
          <ac:chgData name="Mukherjee, Shouvik" userId="8a0946e8-3a6b-4d5c-947d-73f4cd578335" providerId="ADAL" clId="{878CC057-3D19-408E-8B58-A7E4D5A413A6}" dt="2025-06-20T06:20:01.074" v="2891" actId="404"/>
          <ac:spMkLst>
            <pc:docMk/>
            <pc:sldMk cId="376927323" sldId="2147482257"/>
            <ac:spMk id="90" creationId="{8B2D12CC-AA3F-5580-575B-1A675536902E}"/>
          </ac:spMkLst>
        </pc:spChg>
        <pc:spChg chg="mod">
          <ac:chgData name="Mukherjee, Shouvik" userId="8a0946e8-3a6b-4d5c-947d-73f4cd578335" providerId="ADAL" clId="{878CC057-3D19-408E-8B58-A7E4D5A413A6}" dt="2025-06-20T06:20:01.074" v="2891" actId="404"/>
          <ac:spMkLst>
            <pc:docMk/>
            <pc:sldMk cId="376927323" sldId="2147482257"/>
            <ac:spMk id="91" creationId="{3C2A9093-9ACD-7ED8-9358-E91C5E3DC2BC}"/>
          </ac:spMkLst>
        </pc:spChg>
        <pc:spChg chg="mod">
          <ac:chgData name="Mukherjee, Shouvik" userId="8a0946e8-3a6b-4d5c-947d-73f4cd578335" providerId="ADAL" clId="{878CC057-3D19-408E-8B58-A7E4D5A413A6}" dt="2025-06-20T06:20:01.074" v="2891" actId="404"/>
          <ac:spMkLst>
            <pc:docMk/>
            <pc:sldMk cId="376927323" sldId="2147482257"/>
            <ac:spMk id="92" creationId="{F198296D-144C-2256-D706-93C529BE0024}"/>
          </ac:spMkLst>
        </pc:spChg>
        <pc:spChg chg="mod">
          <ac:chgData name="Mukherjee, Shouvik" userId="8a0946e8-3a6b-4d5c-947d-73f4cd578335" providerId="ADAL" clId="{878CC057-3D19-408E-8B58-A7E4D5A413A6}" dt="2025-06-20T06:20:01.074" v="2891" actId="404"/>
          <ac:spMkLst>
            <pc:docMk/>
            <pc:sldMk cId="376927323" sldId="2147482257"/>
            <ac:spMk id="93" creationId="{7BE2DC00-85DF-7D2B-39FF-60C98542F5DC}"/>
          </ac:spMkLst>
        </pc:spChg>
        <pc:spChg chg="mod">
          <ac:chgData name="Mukherjee, Shouvik" userId="8a0946e8-3a6b-4d5c-947d-73f4cd578335" providerId="ADAL" clId="{878CC057-3D19-408E-8B58-A7E4D5A413A6}" dt="2025-06-20T06:20:01.074" v="2891" actId="404"/>
          <ac:spMkLst>
            <pc:docMk/>
            <pc:sldMk cId="376927323" sldId="2147482257"/>
            <ac:spMk id="94" creationId="{B4088EDC-8655-BB57-62DE-F4C0EC674395}"/>
          </ac:spMkLst>
        </pc:spChg>
        <pc:spChg chg="mod">
          <ac:chgData name="Mukherjee, Shouvik" userId="8a0946e8-3a6b-4d5c-947d-73f4cd578335" providerId="ADAL" clId="{878CC057-3D19-408E-8B58-A7E4D5A413A6}" dt="2025-06-20T06:20:01.074" v="2891" actId="404"/>
          <ac:spMkLst>
            <pc:docMk/>
            <pc:sldMk cId="376927323" sldId="2147482257"/>
            <ac:spMk id="95" creationId="{48966F85-2F9A-A3A9-4243-B6DC07697BDF}"/>
          </ac:spMkLst>
        </pc:spChg>
        <pc:grpChg chg="del">
          <ac:chgData name="Mukherjee, Shouvik" userId="8a0946e8-3a6b-4d5c-947d-73f4cd578335" providerId="ADAL" clId="{878CC057-3D19-408E-8B58-A7E4D5A413A6}" dt="2025-06-19T16:24:54.748" v="1919" actId="478"/>
          <ac:grpSpMkLst>
            <pc:docMk/>
            <pc:sldMk cId="376927323" sldId="2147482257"/>
            <ac:grpSpMk id="12" creationId="{8950E0DA-F682-263C-713A-121C6ADEDDAD}"/>
          </ac:grpSpMkLst>
        </pc:grpChg>
        <pc:grpChg chg="add del mod">
          <ac:chgData name="Mukherjee, Shouvik" userId="8a0946e8-3a6b-4d5c-947d-73f4cd578335" providerId="ADAL" clId="{878CC057-3D19-408E-8B58-A7E4D5A413A6}" dt="2025-06-20T06:18:57.585" v="2799" actId="478"/>
          <ac:grpSpMkLst>
            <pc:docMk/>
            <pc:sldMk cId="376927323" sldId="2147482257"/>
            <ac:grpSpMk id="44" creationId="{D4BD1C63-262B-548B-BFE9-3CB939DDF5A9}"/>
          </ac:grpSpMkLst>
        </pc:grpChg>
        <pc:grpChg chg="add mod">
          <ac:chgData name="Mukherjee, Shouvik" userId="8a0946e8-3a6b-4d5c-947d-73f4cd578335" providerId="ADAL" clId="{878CC057-3D19-408E-8B58-A7E4D5A413A6}" dt="2025-06-20T06:20:05.784" v="2892" actId="1076"/>
          <ac:grpSpMkLst>
            <pc:docMk/>
            <pc:sldMk cId="376927323" sldId="2147482257"/>
            <ac:grpSpMk id="61" creationId="{582999C1-97D4-F652-6694-219DE0333F4C}"/>
          </ac:grpSpMkLst>
        </pc:grpChg>
        <pc:grpChg chg="mod">
          <ac:chgData name="Mukherjee, Shouvik" userId="8a0946e8-3a6b-4d5c-947d-73f4cd578335" providerId="ADAL" clId="{878CC057-3D19-408E-8B58-A7E4D5A413A6}" dt="2025-06-20T06:19:15.059" v="2802"/>
          <ac:grpSpMkLst>
            <pc:docMk/>
            <pc:sldMk cId="376927323" sldId="2147482257"/>
            <ac:grpSpMk id="74" creationId="{0CC5B378-A849-4B6E-2FD6-4AC6270F03B8}"/>
          </ac:grpSpMkLst>
        </pc:grpChg>
        <pc:graphicFrameChg chg="add mod modGraphic">
          <ac:chgData name="Mukherjee, Shouvik" userId="8a0946e8-3a6b-4d5c-947d-73f4cd578335" providerId="ADAL" clId="{878CC057-3D19-408E-8B58-A7E4D5A413A6}" dt="2025-06-20T06:20:08.259" v="2893" actId="403"/>
          <ac:graphicFrameMkLst>
            <pc:docMk/>
            <pc:sldMk cId="376927323" sldId="2147482257"/>
            <ac:graphicFrameMk id="2" creationId="{F27B2DAE-8A00-75C2-F870-B857327165C4}"/>
          </ac:graphicFrameMkLst>
        </pc:graphicFrameChg>
        <pc:cxnChg chg="del">
          <ac:chgData name="Mukherjee, Shouvik" userId="8a0946e8-3a6b-4d5c-947d-73f4cd578335" providerId="ADAL" clId="{878CC057-3D19-408E-8B58-A7E4D5A413A6}" dt="2025-06-19T16:24:54.748" v="1919" actId="478"/>
          <ac:cxnSpMkLst>
            <pc:docMk/>
            <pc:sldMk cId="376927323" sldId="2147482257"/>
            <ac:cxnSpMk id="16" creationId="{36BD85E0-E60E-03AF-2714-93AC3240B33E}"/>
          </ac:cxnSpMkLst>
        </pc:cxnChg>
        <pc:cxnChg chg="add del mod">
          <ac:chgData name="Mukherjee, Shouvik" userId="8a0946e8-3a6b-4d5c-947d-73f4cd578335" providerId="ADAL" clId="{878CC057-3D19-408E-8B58-A7E4D5A413A6}" dt="2025-06-20T06:18:57.585" v="2799" actId="478"/>
          <ac:cxnSpMkLst>
            <pc:docMk/>
            <pc:sldMk cId="376927323" sldId="2147482257"/>
            <ac:cxnSpMk id="27" creationId="{6D4989AB-7591-0379-2508-D90A9D061EF7}"/>
          </ac:cxnSpMkLst>
        </pc:cxnChg>
        <pc:cxnChg chg="add del mod">
          <ac:chgData name="Mukherjee, Shouvik" userId="8a0946e8-3a6b-4d5c-947d-73f4cd578335" providerId="ADAL" clId="{878CC057-3D19-408E-8B58-A7E4D5A413A6}" dt="2025-06-20T06:18:57.585" v="2799" actId="478"/>
          <ac:cxnSpMkLst>
            <pc:docMk/>
            <pc:sldMk cId="376927323" sldId="2147482257"/>
            <ac:cxnSpMk id="28" creationId="{B0A71E48-2160-2DB9-8A88-FACEF94E6A13}"/>
          </ac:cxnSpMkLst>
        </pc:cxnChg>
        <pc:cxnChg chg="add del mod">
          <ac:chgData name="Mukherjee, Shouvik" userId="8a0946e8-3a6b-4d5c-947d-73f4cd578335" providerId="ADAL" clId="{878CC057-3D19-408E-8B58-A7E4D5A413A6}" dt="2025-06-20T06:19:03.258" v="2800" actId="478"/>
          <ac:cxnSpMkLst>
            <pc:docMk/>
            <pc:sldMk cId="376927323" sldId="2147482257"/>
            <ac:cxnSpMk id="29" creationId="{90710D2C-C438-C27F-D92A-D53E67D6EF1E}"/>
          </ac:cxnSpMkLst>
        </pc:cxnChg>
        <pc:cxnChg chg="add del mod">
          <ac:chgData name="Mukherjee, Shouvik" userId="8a0946e8-3a6b-4d5c-947d-73f4cd578335" providerId="ADAL" clId="{878CC057-3D19-408E-8B58-A7E4D5A413A6}" dt="2025-06-20T06:18:57.585" v="2799" actId="478"/>
          <ac:cxnSpMkLst>
            <pc:docMk/>
            <pc:sldMk cId="376927323" sldId="2147482257"/>
            <ac:cxnSpMk id="30" creationId="{8212201A-EE23-6402-EE70-44E253D28630}"/>
          </ac:cxnSpMkLst>
        </pc:cxnChg>
        <pc:cxnChg chg="add del mod">
          <ac:chgData name="Mukherjee, Shouvik" userId="8a0946e8-3a6b-4d5c-947d-73f4cd578335" providerId="ADAL" clId="{878CC057-3D19-408E-8B58-A7E4D5A413A6}" dt="2025-06-20T06:18:57.585" v="2799" actId="478"/>
          <ac:cxnSpMkLst>
            <pc:docMk/>
            <pc:sldMk cId="376927323" sldId="2147482257"/>
            <ac:cxnSpMk id="35" creationId="{32BCC368-C84F-389F-526E-BDB38C05C74D}"/>
          </ac:cxnSpMkLst>
        </pc:cxnChg>
        <pc:cxnChg chg="add del mod">
          <ac:chgData name="Mukherjee, Shouvik" userId="8a0946e8-3a6b-4d5c-947d-73f4cd578335" providerId="ADAL" clId="{878CC057-3D19-408E-8B58-A7E4D5A413A6}" dt="2025-06-20T06:18:57.585" v="2799" actId="478"/>
          <ac:cxnSpMkLst>
            <pc:docMk/>
            <pc:sldMk cId="376927323" sldId="2147482257"/>
            <ac:cxnSpMk id="41" creationId="{BCFA6857-DA4B-248C-F5F2-750719D2D636}"/>
          </ac:cxnSpMkLst>
        </pc:cxnChg>
        <pc:cxnChg chg="add del mod">
          <ac:chgData name="Mukherjee, Shouvik" userId="8a0946e8-3a6b-4d5c-947d-73f4cd578335" providerId="ADAL" clId="{878CC057-3D19-408E-8B58-A7E4D5A413A6}" dt="2025-06-20T06:19:03.258" v="2800" actId="478"/>
          <ac:cxnSpMkLst>
            <pc:docMk/>
            <pc:sldMk cId="376927323" sldId="2147482257"/>
            <ac:cxnSpMk id="60" creationId="{407E644D-90FF-A9E0-5B92-C7A5475EB26F}"/>
          </ac:cxnSpMkLst>
        </pc:cxnChg>
        <pc:cxnChg chg="mod">
          <ac:chgData name="Mukherjee, Shouvik" userId="8a0946e8-3a6b-4d5c-947d-73f4cd578335" providerId="ADAL" clId="{878CC057-3D19-408E-8B58-A7E4D5A413A6}" dt="2025-06-20T06:19:15.059" v="2802"/>
          <ac:cxnSpMkLst>
            <pc:docMk/>
            <pc:sldMk cId="376927323" sldId="2147482257"/>
            <ac:cxnSpMk id="68" creationId="{CF358279-7309-CD10-5B0C-203A413A32E1}"/>
          </ac:cxnSpMkLst>
        </pc:cxnChg>
        <pc:cxnChg chg="mod">
          <ac:chgData name="Mukherjee, Shouvik" userId="8a0946e8-3a6b-4d5c-947d-73f4cd578335" providerId="ADAL" clId="{878CC057-3D19-408E-8B58-A7E4D5A413A6}" dt="2025-06-20T06:19:15.059" v="2802"/>
          <ac:cxnSpMkLst>
            <pc:docMk/>
            <pc:sldMk cId="376927323" sldId="2147482257"/>
            <ac:cxnSpMk id="69" creationId="{3D8A0109-9200-6612-90A6-8A9572ACE8BF}"/>
          </ac:cxnSpMkLst>
        </pc:cxnChg>
        <pc:cxnChg chg="mod">
          <ac:chgData name="Mukherjee, Shouvik" userId="8a0946e8-3a6b-4d5c-947d-73f4cd578335" providerId="ADAL" clId="{878CC057-3D19-408E-8B58-A7E4D5A413A6}" dt="2025-06-20T06:19:15.059" v="2802"/>
          <ac:cxnSpMkLst>
            <pc:docMk/>
            <pc:sldMk cId="376927323" sldId="2147482257"/>
            <ac:cxnSpMk id="70" creationId="{4442D805-874C-093B-96C6-B4E40DEED04B}"/>
          </ac:cxnSpMkLst>
        </pc:cxnChg>
        <pc:cxnChg chg="mod">
          <ac:chgData name="Mukherjee, Shouvik" userId="8a0946e8-3a6b-4d5c-947d-73f4cd578335" providerId="ADAL" clId="{878CC057-3D19-408E-8B58-A7E4D5A413A6}" dt="2025-06-20T06:19:15.059" v="2802"/>
          <ac:cxnSpMkLst>
            <pc:docMk/>
            <pc:sldMk cId="376927323" sldId="2147482257"/>
            <ac:cxnSpMk id="71" creationId="{36B214F6-E6EE-EF10-2B80-08112FCE153F}"/>
          </ac:cxnSpMkLst>
        </pc:cxnChg>
        <pc:cxnChg chg="mod">
          <ac:chgData name="Mukherjee, Shouvik" userId="8a0946e8-3a6b-4d5c-947d-73f4cd578335" providerId="ADAL" clId="{878CC057-3D19-408E-8B58-A7E4D5A413A6}" dt="2025-06-20T06:19:15.059" v="2802"/>
          <ac:cxnSpMkLst>
            <pc:docMk/>
            <pc:sldMk cId="376927323" sldId="2147482257"/>
            <ac:cxnSpMk id="72" creationId="{6AEDF3EB-85A1-BDC5-350D-3657676AD69E}"/>
          </ac:cxnSpMkLst>
        </pc:cxnChg>
        <pc:cxnChg chg="mod">
          <ac:chgData name="Mukherjee, Shouvik" userId="8a0946e8-3a6b-4d5c-947d-73f4cd578335" providerId="ADAL" clId="{878CC057-3D19-408E-8B58-A7E4D5A413A6}" dt="2025-06-20T06:19:15.059" v="2802"/>
          <ac:cxnSpMkLst>
            <pc:docMk/>
            <pc:sldMk cId="376927323" sldId="2147482257"/>
            <ac:cxnSpMk id="73" creationId="{0B1D0830-60EF-88EF-C9AC-498780CBF6EA}"/>
          </ac:cxnSpMkLst>
        </pc:cxnChg>
        <pc:cxnChg chg="mod">
          <ac:chgData name="Mukherjee, Shouvik" userId="8a0946e8-3a6b-4d5c-947d-73f4cd578335" providerId="ADAL" clId="{878CC057-3D19-408E-8B58-A7E4D5A413A6}" dt="2025-06-20T06:19:15.059" v="2802"/>
          <ac:cxnSpMkLst>
            <pc:docMk/>
            <pc:sldMk cId="376927323" sldId="2147482257"/>
            <ac:cxnSpMk id="88" creationId="{0F0D3499-C2C1-1811-CB5A-103EAEA48C91}"/>
          </ac:cxnSpMkLst>
        </pc:cxnChg>
      </pc:sldChg>
      <pc:sldChg chg="addSp delSp modSp add mod">
        <pc:chgData name="Mukherjee, Shouvik" userId="8a0946e8-3a6b-4d5c-947d-73f4cd578335" providerId="ADAL" clId="{878CC057-3D19-408E-8B58-A7E4D5A413A6}" dt="2025-06-20T06:14:05.015" v="2716" actId="1035"/>
        <pc:sldMkLst>
          <pc:docMk/>
          <pc:sldMk cId="282004534" sldId="2147482258"/>
        </pc:sldMkLst>
        <pc:spChg chg="del">
          <ac:chgData name="Mukherjee, Shouvik" userId="8a0946e8-3a6b-4d5c-947d-73f4cd578335" providerId="ADAL" clId="{878CC057-3D19-408E-8B58-A7E4D5A413A6}" dt="2025-06-20T06:12:42.134" v="2466" actId="478"/>
          <ac:spMkLst>
            <pc:docMk/>
            <pc:sldMk cId="282004534" sldId="2147482258"/>
            <ac:spMk id="3" creationId="{C5457420-D918-5F02-9675-352B7FC2B67F}"/>
          </ac:spMkLst>
        </pc:spChg>
        <pc:spChg chg="add mod">
          <ac:chgData name="Mukherjee, Shouvik" userId="8a0946e8-3a6b-4d5c-947d-73f4cd578335" providerId="ADAL" clId="{878CC057-3D19-408E-8B58-A7E4D5A413A6}" dt="2025-06-20T06:13:48.074" v="2646" actId="20577"/>
          <ac:spMkLst>
            <pc:docMk/>
            <pc:sldMk cId="282004534" sldId="2147482258"/>
            <ac:spMk id="11" creationId="{3E6AC951-3DA0-51BE-E95E-B00D89EF6BB6}"/>
          </ac:spMkLst>
        </pc:spChg>
        <pc:spChg chg="add mod">
          <ac:chgData name="Mukherjee, Shouvik" userId="8a0946e8-3a6b-4d5c-947d-73f4cd578335" providerId="ADAL" clId="{878CC057-3D19-408E-8B58-A7E4D5A413A6}" dt="2025-06-20T06:14:05.015" v="2716" actId="1035"/>
          <ac:spMkLst>
            <pc:docMk/>
            <pc:sldMk cId="282004534" sldId="2147482258"/>
            <ac:spMk id="12" creationId="{2F29FB19-D623-E6B1-F94A-18992AF4036E}"/>
          </ac:spMkLst>
        </pc:spChg>
        <pc:spChg chg="add mod">
          <ac:chgData name="Mukherjee, Shouvik" userId="8a0946e8-3a6b-4d5c-947d-73f4cd578335" providerId="ADAL" clId="{878CC057-3D19-408E-8B58-A7E4D5A413A6}" dt="2025-06-20T06:14:05.015" v="2716" actId="1035"/>
          <ac:spMkLst>
            <pc:docMk/>
            <pc:sldMk cId="282004534" sldId="2147482258"/>
            <ac:spMk id="13" creationId="{DF4EBCF4-ADBC-B5DD-64DA-61DCD8A4340F}"/>
          </ac:spMkLst>
        </pc:spChg>
        <pc:spChg chg="add mod">
          <ac:chgData name="Mukherjee, Shouvik" userId="8a0946e8-3a6b-4d5c-947d-73f4cd578335" providerId="ADAL" clId="{878CC057-3D19-408E-8B58-A7E4D5A413A6}" dt="2025-06-20T06:14:05.015" v="2716" actId="1035"/>
          <ac:spMkLst>
            <pc:docMk/>
            <pc:sldMk cId="282004534" sldId="2147482258"/>
            <ac:spMk id="14" creationId="{98519954-4430-9FCB-6C1C-C75F3CA77966}"/>
          </ac:spMkLst>
        </pc:spChg>
        <pc:spChg chg="add mod">
          <ac:chgData name="Mukherjee, Shouvik" userId="8a0946e8-3a6b-4d5c-947d-73f4cd578335" providerId="ADAL" clId="{878CC057-3D19-408E-8B58-A7E4D5A413A6}" dt="2025-06-20T06:14:05.015" v="2716" actId="1035"/>
          <ac:spMkLst>
            <pc:docMk/>
            <pc:sldMk cId="282004534" sldId="2147482258"/>
            <ac:spMk id="15" creationId="{E691CB8D-3BA7-0652-27A8-3ADA2EEDCC7D}"/>
          </ac:spMkLst>
        </pc:spChg>
        <pc:spChg chg="mod">
          <ac:chgData name="Mukherjee, Shouvik" userId="8a0946e8-3a6b-4d5c-947d-73f4cd578335" providerId="ADAL" clId="{878CC057-3D19-408E-8B58-A7E4D5A413A6}" dt="2025-06-20T06:13:08.183" v="2534" actId="1035"/>
          <ac:spMkLst>
            <pc:docMk/>
            <pc:sldMk cId="282004534" sldId="2147482258"/>
            <ac:spMk id="29" creationId="{34552439-4CF3-70E0-8C9D-723D0A30EE0D}"/>
          </ac:spMkLst>
        </pc:spChg>
        <pc:spChg chg="mod">
          <ac:chgData name="Mukherjee, Shouvik" userId="8a0946e8-3a6b-4d5c-947d-73f4cd578335" providerId="ADAL" clId="{878CC057-3D19-408E-8B58-A7E4D5A413A6}" dt="2025-06-20T06:13:08.183" v="2534" actId="1035"/>
          <ac:spMkLst>
            <pc:docMk/>
            <pc:sldMk cId="282004534" sldId="2147482258"/>
            <ac:spMk id="33" creationId="{0D02F717-9A2A-4E3E-912E-53193AE13795}"/>
          </ac:spMkLst>
        </pc:spChg>
        <pc:spChg chg="del">
          <ac:chgData name="Mukherjee, Shouvik" userId="8a0946e8-3a6b-4d5c-947d-73f4cd578335" providerId="ADAL" clId="{878CC057-3D19-408E-8B58-A7E4D5A413A6}" dt="2025-06-20T06:12:42.134" v="2466" actId="478"/>
          <ac:spMkLst>
            <pc:docMk/>
            <pc:sldMk cId="282004534" sldId="2147482258"/>
            <ac:spMk id="285" creationId="{3525B2B7-31A8-4DE9-F6B6-94FB95E73393}"/>
          </ac:spMkLst>
        </pc:spChg>
        <pc:spChg chg="del">
          <ac:chgData name="Mukherjee, Shouvik" userId="8a0946e8-3a6b-4d5c-947d-73f4cd578335" providerId="ADAL" clId="{878CC057-3D19-408E-8B58-A7E4D5A413A6}" dt="2025-06-20T06:12:42.134" v="2466" actId="478"/>
          <ac:spMkLst>
            <pc:docMk/>
            <pc:sldMk cId="282004534" sldId="2147482258"/>
            <ac:spMk id="286" creationId="{4740B31E-6897-962A-89A4-6B445789D47B}"/>
          </ac:spMkLst>
        </pc:spChg>
        <pc:spChg chg="del">
          <ac:chgData name="Mukherjee, Shouvik" userId="8a0946e8-3a6b-4d5c-947d-73f4cd578335" providerId="ADAL" clId="{878CC057-3D19-408E-8B58-A7E4D5A413A6}" dt="2025-06-20T06:12:42.134" v="2466" actId="478"/>
          <ac:spMkLst>
            <pc:docMk/>
            <pc:sldMk cId="282004534" sldId="2147482258"/>
            <ac:spMk id="287" creationId="{011C32C3-45A3-1FA0-EFB2-434C78029B19}"/>
          </ac:spMkLst>
        </pc:spChg>
        <pc:spChg chg="del">
          <ac:chgData name="Mukherjee, Shouvik" userId="8a0946e8-3a6b-4d5c-947d-73f4cd578335" providerId="ADAL" clId="{878CC057-3D19-408E-8B58-A7E4D5A413A6}" dt="2025-06-20T06:12:42.134" v="2466" actId="478"/>
          <ac:spMkLst>
            <pc:docMk/>
            <pc:sldMk cId="282004534" sldId="2147482258"/>
            <ac:spMk id="288" creationId="{DCA6AACF-418E-5066-6E56-1D9ADF80AE51}"/>
          </ac:spMkLst>
        </pc:spChg>
        <pc:grpChg chg="mod">
          <ac:chgData name="Mukherjee, Shouvik" userId="8a0946e8-3a6b-4d5c-947d-73f4cd578335" providerId="ADAL" clId="{878CC057-3D19-408E-8B58-A7E4D5A413A6}" dt="2025-06-20T06:13:08.183" v="2534" actId="1035"/>
          <ac:grpSpMkLst>
            <pc:docMk/>
            <pc:sldMk cId="282004534" sldId="2147482258"/>
            <ac:grpSpMk id="284" creationId="{F598A79F-7DAF-97E4-FE13-187B51257CA9}"/>
          </ac:grpSpMkLst>
        </pc:grpChg>
      </pc:sldChg>
      <pc:sldChg chg="add ord">
        <pc:chgData name="Mukherjee, Shouvik" userId="8a0946e8-3a6b-4d5c-947d-73f4cd578335" providerId="ADAL" clId="{878CC057-3D19-408E-8B58-A7E4D5A413A6}" dt="2025-06-20T06:18:08.330" v="2732"/>
        <pc:sldMkLst>
          <pc:docMk/>
          <pc:sldMk cId="477409730" sldId="2147482259"/>
        </pc:sldMkLst>
      </pc:sldChg>
    </pc:docChg>
  </pc:docChgLst>
  <pc:docChgLst>
    <pc:chgData name="Mukherjee, Shouvik" userId="8a0946e8-3a6b-4d5c-947d-73f4cd578335" providerId="ADAL" clId="{C264E408-DFAA-4FEC-A164-2EC2D1ABC4B8}"/>
    <pc:docChg chg="undo custSel addSld modSld">
      <pc:chgData name="Mukherjee, Shouvik" userId="8a0946e8-3a6b-4d5c-947d-73f4cd578335" providerId="ADAL" clId="{C264E408-DFAA-4FEC-A164-2EC2D1ABC4B8}" dt="2025-02-07T08:27:30.585" v="512" actId="20577"/>
      <pc:docMkLst>
        <pc:docMk/>
      </pc:docMkLst>
      <pc:sldChg chg="addSp delSp modSp mod">
        <pc:chgData name="Mukherjee, Shouvik" userId="8a0946e8-3a6b-4d5c-947d-73f4cd578335" providerId="ADAL" clId="{C264E408-DFAA-4FEC-A164-2EC2D1ABC4B8}" dt="2025-02-07T08:27:30.585" v="512" actId="20577"/>
        <pc:sldMkLst>
          <pc:docMk/>
          <pc:sldMk cId="483280813" sldId="2147347720"/>
        </pc:sldMkLst>
        <pc:spChg chg="mod">
          <ac:chgData name="Mukherjee, Shouvik" userId="8a0946e8-3a6b-4d5c-947d-73f4cd578335" providerId="ADAL" clId="{C264E408-DFAA-4FEC-A164-2EC2D1ABC4B8}" dt="2025-02-07T08:18:44.708" v="130" actId="165"/>
          <ac:spMkLst>
            <pc:docMk/>
            <pc:sldMk cId="483280813" sldId="2147347720"/>
            <ac:spMk id="4" creationId="{D3C62DDA-5F93-8E35-497F-6774A9F1FB82}"/>
          </ac:spMkLst>
        </pc:spChg>
        <pc:spChg chg="mod">
          <ac:chgData name="Mukherjee, Shouvik" userId="8a0946e8-3a6b-4d5c-947d-73f4cd578335" providerId="ADAL" clId="{C264E408-DFAA-4FEC-A164-2EC2D1ABC4B8}" dt="2025-02-07T08:18:44.708" v="130" actId="165"/>
          <ac:spMkLst>
            <pc:docMk/>
            <pc:sldMk cId="483280813" sldId="2147347720"/>
            <ac:spMk id="9" creationId="{44E4484C-A0F0-0A87-5A32-E3FE836891B7}"/>
          </ac:spMkLst>
        </pc:spChg>
        <pc:spChg chg="mod">
          <ac:chgData name="Mukherjee, Shouvik" userId="8a0946e8-3a6b-4d5c-947d-73f4cd578335" providerId="ADAL" clId="{C264E408-DFAA-4FEC-A164-2EC2D1ABC4B8}" dt="2025-02-07T08:18:44.708" v="130" actId="165"/>
          <ac:spMkLst>
            <pc:docMk/>
            <pc:sldMk cId="483280813" sldId="2147347720"/>
            <ac:spMk id="12" creationId="{4529B066-DF2D-6A91-5814-994A174BE564}"/>
          </ac:spMkLst>
        </pc:spChg>
        <pc:spChg chg="mod">
          <ac:chgData name="Mukherjee, Shouvik" userId="8a0946e8-3a6b-4d5c-947d-73f4cd578335" providerId="ADAL" clId="{C264E408-DFAA-4FEC-A164-2EC2D1ABC4B8}" dt="2025-02-07T08:18:44.708" v="130" actId="165"/>
          <ac:spMkLst>
            <pc:docMk/>
            <pc:sldMk cId="483280813" sldId="2147347720"/>
            <ac:spMk id="13" creationId="{05202AF6-2CCF-7FC5-A791-637188A40C70}"/>
          </ac:spMkLst>
        </pc:spChg>
        <pc:spChg chg="mod">
          <ac:chgData name="Mukherjee, Shouvik" userId="8a0946e8-3a6b-4d5c-947d-73f4cd578335" providerId="ADAL" clId="{C264E408-DFAA-4FEC-A164-2EC2D1ABC4B8}" dt="2025-02-07T08:18:44.708" v="130" actId="165"/>
          <ac:spMkLst>
            <pc:docMk/>
            <pc:sldMk cId="483280813" sldId="2147347720"/>
            <ac:spMk id="14" creationId="{D5D9743E-300A-54B7-D074-DD96B84F90BE}"/>
          </ac:spMkLst>
        </pc:spChg>
        <pc:spChg chg="mod">
          <ac:chgData name="Mukherjee, Shouvik" userId="8a0946e8-3a6b-4d5c-947d-73f4cd578335" providerId="ADAL" clId="{C264E408-DFAA-4FEC-A164-2EC2D1ABC4B8}" dt="2025-02-07T08:18:44.708" v="130" actId="165"/>
          <ac:spMkLst>
            <pc:docMk/>
            <pc:sldMk cId="483280813" sldId="2147347720"/>
            <ac:spMk id="16" creationId="{D9E9E81D-80C5-8CBD-3273-F6EB7E7CC3FC}"/>
          </ac:spMkLst>
        </pc:spChg>
        <pc:spChg chg="mod">
          <ac:chgData name="Mukherjee, Shouvik" userId="8a0946e8-3a6b-4d5c-947d-73f4cd578335" providerId="ADAL" clId="{C264E408-DFAA-4FEC-A164-2EC2D1ABC4B8}" dt="2025-02-07T08:18:44.708" v="130" actId="165"/>
          <ac:spMkLst>
            <pc:docMk/>
            <pc:sldMk cId="483280813" sldId="2147347720"/>
            <ac:spMk id="17" creationId="{57820A8D-DE91-FB5D-5C8E-BC2BBBB51CA6}"/>
          </ac:spMkLst>
        </pc:spChg>
        <pc:spChg chg="mod">
          <ac:chgData name="Mukherjee, Shouvik" userId="8a0946e8-3a6b-4d5c-947d-73f4cd578335" providerId="ADAL" clId="{C264E408-DFAA-4FEC-A164-2EC2D1ABC4B8}" dt="2025-02-07T08:18:44.708" v="130" actId="165"/>
          <ac:spMkLst>
            <pc:docMk/>
            <pc:sldMk cId="483280813" sldId="2147347720"/>
            <ac:spMk id="18" creationId="{1718E9AF-7FA2-5B92-5281-41BA79D8146D}"/>
          </ac:spMkLst>
        </pc:spChg>
        <pc:spChg chg="mod">
          <ac:chgData name="Mukherjee, Shouvik" userId="8a0946e8-3a6b-4d5c-947d-73f4cd578335" providerId="ADAL" clId="{C264E408-DFAA-4FEC-A164-2EC2D1ABC4B8}" dt="2025-02-07T08:18:44.708" v="130" actId="165"/>
          <ac:spMkLst>
            <pc:docMk/>
            <pc:sldMk cId="483280813" sldId="2147347720"/>
            <ac:spMk id="19" creationId="{3126355C-915F-4A43-8388-FF469506D595}"/>
          </ac:spMkLst>
        </pc:spChg>
        <pc:spChg chg="mod">
          <ac:chgData name="Mukherjee, Shouvik" userId="8a0946e8-3a6b-4d5c-947d-73f4cd578335" providerId="ADAL" clId="{C264E408-DFAA-4FEC-A164-2EC2D1ABC4B8}" dt="2025-02-07T08:18:44.708" v="130" actId="165"/>
          <ac:spMkLst>
            <pc:docMk/>
            <pc:sldMk cId="483280813" sldId="2147347720"/>
            <ac:spMk id="20" creationId="{20A52686-33B5-088A-212C-396C1F63E565}"/>
          </ac:spMkLst>
        </pc:spChg>
        <pc:spChg chg="mod">
          <ac:chgData name="Mukherjee, Shouvik" userId="8a0946e8-3a6b-4d5c-947d-73f4cd578335" providerId="ADAL" clId="{C264E408-DFAA-4FEC-A164-2EC2D1ABC4B8}" dt="2025-02-07T08:18:44.708" v="130" actId="165"/>
          <ac:spMkLst>
            <pc:docMk/>
            <pc:sldMk cId="483280813" sldId="2147347720"/>
            <ac:spMk id="21" creationId="{EA868A8F-DE23-2E98-1F55-72DB5D16C8E1}"/>
          </ac:spMkLst>
        </pc:spChg>
        <pc:spChg chg="add mod">
          <ac:chgData name="Mukherjee, Shouvik" userId="8a0946e8-3a6b-4d5c-947d-73f4cd578335" providerId="ADAL" clId="{C264E408-DFAA-4FEC-A164-2EC2D1ABC4B8}" dt="2025-02-07T08:27:30.585" v="512" actId="20577"/>
          <ac:spMkLst>
            <pc:docMk/>
            <pc:sldMk cId="483280813" sldId="2147347720"/>
            <ac:spMk id="24" creationId="{6372ABA2-CAB3-E163-9612-1197B32CA3B3}"/>
          </ac:spMkLst>
        </pc:spChg>
        <pc:spChg chg="mod topLvl">
          <ac:chgData name="Mukherjee, Shouvik" userId="8a0946e8-3a6b-4d5c-947d-73f4cd578335" providerId="ADAL" clId="{C264E408-DFAA-4FEC-A164-2EC2D1ABC4B8}" dt="2025-02-07T08:23:16.034" v="251" actId="1076"/>
          <ac:spMkLst>
            <pc:docMk/>
            <pc:sldMk cId="483280813" sldId="2147347720"/>
            <ac:spMk id="85" creationId="{DB27EE1B-E682-D33C-AFEE-C9AE85DA7036}"/>
          </ac:spMkLst>
        </pc:spChg>
        <pc:spChg chg="mod topLvl">
          <ac:chgData name="Mukherjee, Shouvik" userId="8a0946e8-3a6b-4d5c-947d-73f4cd578335" providerId="ADAL" clId="{C264E408-DFAA-4FEC-A164-2EC2D1ABC4B8}" dt="2025-02-07T08:27:28.908" v="511" actId="20577"/>
          <ac:spMkLst>
            <pc:docMk/>
            <pc:sldMk cId="483280813" sldId="2147347720"/>
            <ac:spMk id="86" creationId="{50E79AA8-1641-E096-8AE4-14FBC7DD786B}"/>
          </ac:spMkLst>
        </pc:spChg>
        <pc:spChg chg="mod topLvl">
          <ac:chgData name="Mukherjee, Shouvik" userId="8a0946e8-3a6b-4d5c-947d-73f4cd578335" providerId="ADAL" clId="{C264E408-DFAA-4FEC-A164-2EC2D1ABC4B8}" dt="2025-02-07T08:27:27.105" v="510" actId="20577"/>
          <ac:spMkLst>
            <pc:docMk/>
            <pc:sldMk cId="483280813" sldId="2147347720"/>
            <ac:spMk id="87" creationId="{5985E59D-7349-4FE9-8C9D-628184059F74}"/>
          </ac:spMkLst>
        </pc:spChg>
        <pc:spChg chg="mod">
          <ac:chgData name="Mukherjee, Shouvik" userId="8a0946e8-3a6b-4d5c-947d-73f4cd578335" providerId="ADAL" clId="{C264E408-DFAA-4FEC-A164-2EC2D1ABC4B8}" dt="2025-02-07T08:18:44.708" v="130" actId="165"/>
          <ac:spMkLst>
            <pc:docMk/>
            <pc:sldMk cId="483280813" sldId="2147347720"/>
            <ac:spMk id="89" creationId="{3145FB9E-93EF-4BD4-C474-B6500E536D6C}"/>
          </ac:spMkLst>
        </pc:spChg>
        <pc:spChg chg="mod">
          <ac:chgData name="Mukherjee, Shouvik" userId="8a0946e8-3a6b-4d5c-947d-73f4cd578335" providerId="ADAL" clId="{C264E408-DFAA-4FEC-A164-2EC2D1ABC4B8}" dt="2025-02-07T08:18:44.708" v="130" actId="165"/>
          <ac:spMkLst>
            <pc:docMk/>
            <pc:sldMk cId="483280813" sldId="2147347720"/>
            <ac:spMk id="90" creationId="{FD5233B5-EE2F-244A-D84C-843EB97EEA19}"/>
          </ac:spMkLst>
        </pc:spChg>
        <pc:spChg chg="mod">
          <ac:chgData name="Mukherjee, Shouvik" userId="8a0946e8-3a6b-4d5c-947d-73f4cd578335" providerId="ADAL" clId="{C264E408-DFAA-4FEC-A164-2EC2D1ABC4B8}" dt="2025-02-07T08:18:44.708" v="130" actId="165"/>
          <ac:spMkLst>
            <pc:docMk/>
            <pc:sldMk cId="483280813" sldId="2147347720"/>
            <ac:spMk id="91" creationId="{214B426F-C6D0-BE7D-763B-36F9A474D2B6}"/>
          </ac:spMkLst>
        </pc:spChg>
        <pc:grpChg chg="del mod topLvl">
          <ac:chgData name="Mukherjee, Shouvik" userId="8a0946e8-3a6b-4d5c-947d-73f4cd578335" providerId="ADAL" clId="{C264E408-DFAA-4FEC-A164-2EC2D1ABC4B8}" dt="2025-02-07T08:18:48.417" v="131" actId="478"/>
          <ac:grpSpMkLst>
            <pc:docMk/>
            <pc:sldMk cId="483280813" sldId="2147347720"/>
            <ac:grpSpMk id="3" creationId="{E7919CFE-59C6-0300-F14C-96F22FAD20DA}"/>
          </ac:grpSpMkLst>
        </pc:grpChg>
        <pc:grpChg chg="del mod topLvl">
          <ac:chgData name="Mukherjee, Shouvik" userId="8a0946e8-3a6b-4d5c-947d-73f4cd578335" providerId="ADAL" clId="{C264E408-DFAA-4FEC-A164-2EC2D1ABC4B8}" dt="2025-02-07T08:18:48.417" v="131" actId="478"/>
          <ac:grpSpMkLst>
            <pc:docMk/>
            <pc:sldMk cId="483280813" sldId="2147347720"/>
            <ac:grpSpMk id="11" creationId="{DF705A22-5C3F-A77A-C79F-A4E73AD0791F}"/>
          </ac:grpSpMkLst>
        </pc:grpChg>
        <pc:grpChg chg="del mod topLvl">
          <ac:chgData name="Mukherjee, Shouvik" userId="8a0946e8-3a6b-4d5c-947d-73f4cd578335" providerId="ADAL" clId="{C264E408-DFAA-4FEC-A164-2EC2D1ABC4B8}" dt="2025-02-07T08:18:48.417" v="131" actId="478"/>
          <ac:grpSpMkLst>
            <pc:docMk/>
            <pc:sldMk cId="483280813" sldId="2147347720"/>
            <ac:grpSpMk id="15" creationId="{51550E32-B588-F6A2-4698-33EF32EB6A70}"/>
          </ac:grpSpMkLst>
        </pc:grpChg>
        <pc:grpChg chg="add del mod">
          <ac:chgData name="Mukherjee, Shouvik" userId="8a0946e8-3a6b-4d5c-947d-73f4cd578335" providerId="ADAL" clId="{C264E408-DFAA-4FEC-A164-2EC2D1ABC4B8}" dt="2025-02-07T08:18:44.708" v="130" actId="165"/>
          <ac:grpSpMkLst>
            <pc:docMk/>
            <pc:sldMk cId="483280813" sldId="2147347720"/>
            <ac:grpSpMk id="22" creationId="{73EB927E-6477-CCA4-CE90-D99F6045B323}"/>
          </ac:grpSpMkLst>
        </pc:grpChg>
        <pc:grpChg chg="del mod topLvl">
          <ac:chgData name="Mukherjee, Shouvik" userId="8a0946e8-3a6b-4d5c-947d-73f4cd578335" providerId="ADAL" clId="{C264E408-DFAA-4FEC-A164-2EC2D1ABC4B8}" dt="2025-02-07T08:18:48.417" v="131" actId="478"/>
          <ac:grpSpMkLst>
            <pc:docMk/>
            <pc:sldMk cId="483280813" sldId="2147347720"/>
            <ac:grpSpMk id="88" creationId="{6BB5843F-3417-60E0-1A7B-17605B6C90A3}"/>
          </ac:grpSpMkLst>
        </pc:grpChg>
        <pc:picChg chg="add mod">
          <ac:chgData name="Mukherjee, Shouvik" userId="8a0946e8-3a6b-4d5c-947d-73f4cd578335" providerId="ADAL" clId="{C264E408-DFAA-4FEC-A164-2EC2D1ABC4B8}" dt="2025-02-07T08:23:23.410" v="254" actId="1076"/>
          <ac:picMkLst>
            <pc:docMk/>
            <pc:sldMk cId="483280813" sldId="2147347720"/>
            <ac:picMk id="23" creationId="{C01F8425-A294-5248-E9D1-FC1826EA22B3}"/>
          </ac:picMkLst>
        </pc:picChg>
        <pc:cxnChg chg="del mod topLvl">
          <ac:chgData name="Mukherjee, Shouvik" userId="8a0946e8-3a6b-4d5c-947d-73f4cd578335" providerId="ADAL" clId="{C264E408-DFAA-4FEC-A164-2EC2D1ABC4B8}" dt="2025-02-07T08:18:48.417" v="131" actId="478"/>
          <ac:cxnSpMkLst>
            <pc:docMk/>
            <pc:sldMk cId="483280813" sldId="2147347720"/>
            <ac:cxnSpMk id="82" creationId="{08B8D6B6-D279-6E40-BD99-BD8BC26E53BA}"/>
          </ac:cxnSpMkLst>
        </pc:cxnChg>
        <pc:cxnChg chg="del mod topLvl">
          <ac:chgData name="Mukherjee, Shouvik" userId="8a0946e8-3a6b-4d5c-947d-73f4cd578335" providerId="ADAL" clId="{C264E408-DFAA-4FEC-A164-2EC2D1ABC4B8}" dt="2025-02-07T08:18:48.417" v="131" actId="478"/>
          <ac:cxnSpMkLst>
            <pc:docMk/>
            <pc:sldMk cId="483280813" sldId="2147347720"/>
            <ac:cxnSpMk id="83" creationId="{D360BD7B-17C8-B0D7-909C-5E6D1792F6AF}"/>
          </ac:cxnSpMkLst>
        </pc:cxnChg>
        <pc:cxnChg chg="del mod topLvl">
          <ac:chgData name="Mukherjee, Shouvik" userId="8a0946e8-3a6b-4d5c-947d-73f4cd578335" providerId="ADAL" clId="{C264E408-DFAA-4FEC-A164-2EC2D1ABC4B8}" dt="2025-02-07T08:18:50.765" v="132" actId="478"/>
          <ac:cxnSpMkLst>
            <pc:docMk/>
            <pc:sldMk cId="483280813" sldId="2147347720"/>
            <ac:cxnSpMk id="84" creationId="{CF1F924C-D76A-765D-F7A9-3A99B6930D77}"/>
          </ac:cxnSpMkLst>
        </pc:cxnChg>
      </pc:sldChg>
      <pc:sldChg chg="addSp delSp modSp add mod">
        <pc:chgData name="Mukherjee, Shouvik" userId="8a0946e8-3a6b-4d5c-947d-73f4cd578335" providerId="ADAL" clId="{C264E408-DFAA-4FEC-A164-2EC2D1ABC4B8}" dt="2025-02-07T07:42:20.596" v="104" actId="20577"/>
        <pc:sldMkLst>
          <pc:docMk/>
          <pc:sldMk cId="3063834027" sldId="2147347738"/>
        </pc:sldMkLst>
        <pc:spChg chg="add mod">
          <ac:chgData name="Mukherjee, Shouvik" userId="8a0946e8-3a6b-4d5c-947d-73f4cd578335" providerId="ADAL" clId="{C264E408-DFAA-4FEC-A164-2EC2D1ABC4B8}" dt="2025-02-07T07:34:48.855" v="4" actId="404"/>
          <ac:spMkLst>
            <pc:docMk/>
            <pc:sldMk cId="3063834027" sldId="2147347738"/>
            <ac:spMk id="4" creationId="{D2602E27-7CCF-078D-11F6-EFC8E89849D4}"/>
          </ac:spMkLst>
        </pc:spChg>
        <pc:spChg chg="mod">
          <ac:chgData name="Mukherjee, Shouvik" userId="8a0946e8-3a6b-4d5c-947d-73f4cd578335" providerId="ADAL" clId="{C264E408-DFAA-4FEC-A164-2EC2D1ABC4B8}" dt="2025-02-07T07:34:13.824" v="2"/>
          <ac:spMkLst>
            <pc:docMk/>
            <pc:sldMk cId="3063834027" sldId="2147347738"/>
            <ac:spMk id="7" creationId="{624D696D-020D-7698-AB46-15C22982B632}"/>
          </ac:spMkLst>
        </pc:spChg>
        <pc:spChg chg="mod">
          <ac:chgData name="Mukherjee, Shouvik" userId="8a0946e8-3a6b-4d5c-947d-73f4cd578335" providerId="ADAL" clId="{C264E408-DFAA-4FEC-A164-2EC2D1ABC4B8}" dt="2025-02-07T07:34:13.824" v="2"/>
          <ac:spMkLst>
            <pc:docMk/>
            <pc:sldMk cId="3063834027" sldId="2147347738"/>
            <ac:spMk id="8" creationId="{8A974746-28A5-A35F-7FB8-DBE373C28319}"/>
          </ac:spMkLst>
        </pc:spChg>
        <pc:spChg chg="add mod">
          <ac:chgData name="Mukherjee, Shouvik" userId="8a0946e8-3a6b-4d5c-947d-73f4cd578335" providerId="ADAL" clId="{C264E408-DFAA-4FEC-A164-2EC2D1ABC4B8}" dt="2025-02-07T07:40:49.179" v="5" actId="20577"/>
          <ac:spMkLst>
            <pc:docMk/>
            <pc:sldMk cId="3063834027" sldId="2147347738"/>
            <ac:spMk id="9" creationId="{4464FD08-704D-A95E-1E48-BF213CFC3C5B}"/>
          </ac:spMkLst>
        </pc:spChg>
        <pc:spChg chg="add mod">
          <ac:chgData name="Mukherjee, Shouvik" userId="8a0946e8-3a6b-4d5c-947d-73f4cd578335" providerId="ADAL" clId="{C264E408-DFAA-4FEC-A164-2EC2D1ABC4B8}" dt="2025-02-07T07:34:48.855" v="4" actId="404"/>
          <ac:spMkLst>
            <pc:docMk/>
            <pc:sldMk cId="3063834027" sldId="2147347738"/>
            <ac:spMk id="11" creationId="{11C17D5D-ED07-7C6E-3C95-B60677BA3432}"/>
          </ac:spMkLst>
        </pc:spChg>
        <pc:spChg chg="add mod">
          <ac:chgData name="Mukherjee, Shouvik" userId="8a0946e8-3a6b-4d5c-947d-73f4cd578335" providerId="ADAL" clId="{C264E408-DFAA-4FEC-A164-2EC2D1ABC4B8}" dt="2025-02-07T07:34:48.855" v="4" actId="404"/>
          <ac:spMkLst>
            <pc:docMk/>
            <pc:sldMk cId="3063834027" sldId="2147347738"/>
            <ac:spMk id="13" creationId="{CFFE5491-65EA-9372-DD9E-7060AD0E1377}"/>
          </ac:spMkLst>
        </pc:spChg>
        <pc:spChg chg="del">
          <ac:chgData name="Mukherjee, Shouvik" userId="8a0946e8-3a6b-4d5c-947d-73f4cd578335" providerId="ADAL" clId="{C264E408-DFAA-4FEC-A164-2EC2D1ABC4B8}" dt="2025-02-07T07:33:58.381" v="1" actId="478"/>
          <ac:spMkLst>
            <pc:docMk/>
            <pc:sldMk cId="3063834027" sldId="2147347738"/>
            <ac:spMk id="14" creationId="{B4843EF9-876A-79D8-627D-B023C9B37436}"/>
          </ac:spMkLst>
        </pc:spChg>
        <pc:spChg chg="del">
          <ac:chgData name="Mukherjee, Shouvik" userId="8a0946e8-3a6b-4d5c-947d-73f4cd578335" providerId="ADAL" clId="{C264E408-DFAA-4FEC-A164-2EC2D1ABC4B8}" dt="2025-02-07T07:33:58.381" v="1" actId="478"/>
          <ac:spMkLst>
            <pc:docMk/>
            <pc:sldMk cId="3063834027" sldId="2147347738"/>
            <ac:spMk id="15" creationId="{6F1D5BEF-D9FD-23C2-D83A-F4C2FD9DD540}"/>
          </ac:spMkLst>
        </pc:spChg>
        <pc:spChg chg="del">
          <ac:chgData name="Mukherjee, Shouvik" userId="8a0946e8-3a6b-4d5c-947d-73f4cd578335" providerId="ADAL" clId="{C264E408-DFAA-4FEC-A164-2EC2D1ABC4B8}" dt="2025-02-07T07:33:58.381" v="1" actId="478"/>
          <ac:spMkLst>
            <pc:docMk/>
            <pc:sldMk cId="3063834027" sldId="2147347738"/>
            <ac:spMk id="16" creationId="{2CB06FD5-13DD-6604-E989-A4E11D4B7840}"/>
          </ac:spMkLst>
        </pc:spChg>
        <pc:spChg chg="del">
          <ac:chgData name="Mukherjee, Shouvik" userId="8a0946e8-3a6b-4d5c-947d-73f4cd578335" providerId="ADAL" clId="{C264E408-DFAA-4FEC-A164-2EC2D1ABC4B8}" dt="2025-02-07T07:33:58.381" v="1" actId="478"/>
          <ac:spMkLst>
            <pc:docMk/>
            <pc:sldMk cId="3063834027" sldId="2147347738"/>
            <ac:spMk id="17" creationId="{E0558910-8C29-53B7-3FDF-3B0179C2144A}"/>
          </ac:spMkLst>
        </pc:spChg>
        <pc:spChg chg="del">
          <ac:chgData name="Mukherjee, Shouvik" userId="8a0946e8-3a6b-4d5c-947d-73f4cd578335" providerId="ADAL" clId="{C264E408-DFAA-4FEC-A164-2EC2D1ABC4B8}" dt="2025-02-07T07:33:58.381" v="1" actId="478"/>
          <ac:spMkLst>
            <pc:docMk/>
            <pc:sldMk cId="3063834027" sldId="2147347738"/>
            <ac:spMk id="18" creationId="{097A6EE6-BD0A-FFF2-4F2E-95AC70F6CDC4}"/>
          </ac:spMkLst>
        </pc:spChg>
        <pc:spChg chg="mod">
          <ac:chgData name="Mukherjee, Shouvik" userId="8a0946e8-3a6b-4d5c-947d-73f4cd578335" providerId="ADAL" clId="{C264E408-DFAA-4FEC-A164-2EC2D1ABC4B8}" dt="2025-02-07T07:34:13.824" v="2"/>
          <ac:spMkLst>
            <pc:docMk/>
            <pc:sldMk cId="3063834027" sldId="2147347738"/>
            <ac:spMk id="20" creationId="{39B06C5D-6129-2E78-7BE5-12EDEDE9C412}"/>
          </ac:spMkLst>
        </pc:spChg>
        <pc:spChg chg="del">
          <ac:chgData name="Mukherjee, Shouvik" userId="8a0946e8-3a6b-4d5c-947d-73f4cd578335" providerId="ADAL" clId="{C264E408-DFAA-4FEC-A164-2EC2D1ABC4B8}" dt="2025-02-07T07:33:58.381" v="1" actId="478"/>
          <ac:spMkLst>
            <pc:docMk/>
            <pc:sldMk cId="3063834027" sldId="2147347738"/>
            <ac:spMk id="21" creationId="{213B02BA-D0EF-5DAC-0DAC-15548701862B}"/>
          </ac:spMkLst>
        </pc:spChg>
        <pc:spChg chg="mod">
          <ac:chgData name="Mukherjee, Shouvik" userId="8a0946e8-3a6b-4d5c-947d-73f4cd578335" providerId="ADAL" clId="{C264E408-DFAA-4FEC-A164-2EC2D1ABC4B8}" dt="2025-02-07T07:34:13.824" v="2"/>
          <ac:spMkLst>
            <pc:docMk/>
            <pc:sldMk cId="3063834027" sldId="2147347738"/>
            <ac:spMk id="22" creationId="{A5BAE136-FA7C-41CA-EEA1-B25FC5995FA6}"/>
          </ac:spMkLst>
        </pc:spChg>
        <pc:spChg chg="add mod">
          <ac:chgData name="Mukherjee, Shouvik" userId="8a0946e8-3a6b-4d5c-947d-73f4cd578335" providerId="ADAL" clId="{C264E408-DFAA-4FEC-A164-2EC2D1ABC4B8}" dt="2025-02-07T07:41:40.311" v="74" actId="20577"/>
          <ac:spMkLst>
            <pc:docMk/>
            <pc:sldMk cId="3063834027" sldId="2147347738"/>
            <ac:spMk id="23" creationId="{416389BC-1AB0-DA63-A153-EFEC1107AABF}"/>
          </ac:spMkLst>
        </pc:spChg>
        <pc:spChg chg="add mod">
          <ac:chgData name="Mukherjee, Shouvik" userId="8a0946e8-3a6b-4d5c-947d-73f4cd578335" providerId="ADAL" clId="{C264E408-DFAA-4FEC-A164-2EC2D1ABC4B8}" dt="2025-02-07T07:34:48.855" v="4" actId="404"/>
          <ac:spMkLst>
            <pc:docMk/>
            <pc:sldMk cId="3063834027" sldId="2147347738"/>
            <ac:spMk id="24" creationId="{B30E2ADE-A098-66CD-4F00-DC7BABA03F59}"/>
          </ac:spMkLst>
        </pc:spChg>
        <pc:spChg chg="del">
          <ac:chgData name="Mukherjee, Shouvik" userId="8a0946e8-3a6b-4d5c-947d-73f4cd578335" providerId="ADAL" clId="{C264E408-DFAA-4FEC-A164-2EC2D1ABC4B8}" dt="2025-02-07T07:33:58.381" v="1" actId="478"/>
          <ac:spMkLst>
            <pc:docMk/>
            <pc:sldMk cId="3063834027" sldId="2147347738"/>
            <ac:spMk id="26" creationId="{4B239340-8E5D-DA59-7885-9737CBBE91C5}"/>
          </ac:spMkLst>
        </pc:spChg>
        <pc:spChg chg="del">
          <ac:chgData name="Mukherjee, Shouvik" userId="8a0946e8-3a6b-4d5c-947d-73f4cd578335" providerId="ADAL" clId="{C264E408-DFAA-4FEC-A164-2EC2D1ABC4B8}" dt="2025-02-07T07:33:58.381" v="1" actId="478"/>
          <ac:spMkLst>
            <pc:docMk/>
            <pc:sldMk cId="3063834027" sldId="2147347738"/>
            <ac:spMk id="27" creationId="{A271150B-CD70-D228-26DB-569F482558EA}"/>
          </ac:spMkLst>
        </pc:spChg>
        <pc:spChg chg="del">
          <ac:chgData name="Mukherjee, Shouvik" userId="8a0946e8-3a6b-4d5c-947d-73f4cd578335" providerId="ADAL" clId="{C264E408-DFAA-4FEC-A164-2EC2D1ABC4B8}" dt="2025-02-07T07:33:58.381" v="1" actId="478"/>
          <ac:spMkLst>
            <pc:docMk/>
            <pc:sldMk cId="3063834027" sldId="2147347738"/>
            <ac:spMk id="28" creationId="{AD3749AA-4AEB-30E9-61D3-78D09B6EDBF7}"/>
          </ac:spMkLst>
        </pc:spChg>
        <pc:spChg chg="add mod">
          <ac:chgData name="Mukherjee, Shouvik" userId="8a0946e8-3a6b-4d5c-947d-73f4cd578335" providerId="ADAL" clId="{C264E408-DFAA-4FEC-A164-2EC2D1ABC4B8}" dt="2025-02-07T07:34:48.855" v="4" actId="404"/>
          <ac:spMkLst>
            <pc:docMk/>
            <pc:sldMk cId="3063834027" sldId="2147347738"/>
            <ac:spMk id="29" creationId="{2DE43FD7-866B-1C83-50DF-99C22641F425}"/>
          </ac:spMkLst>
        </pc:spChg>
        <pc:spChg chg="del">
          <ac:chgData name="Mukherjee, Shouvik" userId="8a0946e8-3a6b-4d5c-947d-73f4cd578335" providerId="ADAL" clId="{C264E408-DFAA-4FEC-A164-2EC2D1ABC4B8}" dt="2025-02-07T07:33:58.381" v="1" actId="478"/>
          <ac:spMkLst>
            <pc:docMk/>
            <pc:sldMk cId="3063834027" sldId="2147347738"/>
            <ac:spMk id="30" creationId="{D1789D68-296E-3F8C-8B0D-BA66CA77A5EE}"/>
          </ac:spMkLst>
        </pc:spChg>
        <pc:spChg chg="del">
          <ac:chgData name="Mukherjee, Shouvik" userId="8a0946e8-3a6b-4d5c-947d-73f4cd578335" providerId="ADAL" clId="{C264E408-DFAA-4FEC-A164-2EC2D1ABC4B8}" dt="2025-02-07T07:33:58.381" v="1" actId="478"/>
          <ac:spMkLst>
            <pc:docMk/>
            <pc:sldMk cId="3063834027" sldId="2147347738"/>
            <ac:spMk id="32" creationId="{216210E6-0039-18BE-041B-8F04F437EF31}"/>
          </ac:spMkLst>
        </pc:spChg>
        <pc:spChg chg="del">
          <ac:chgData name="Mukherjee, Shouvik" userId="8a0946e8-3a6b-4d5c-947d-73f4cd578335" providerId="ADAL" clId="{C264E408-DFAA-4FEC-A164-2EC2D1ABC4B8}" dt="2025-02-07T07:33:58.381" v="1" actId="478"/>
          <ac:spMkLst>
            <pc:docMk/>
            <pc:sldMk cId="3063834027" sldId="2147347738"/>
            <ac:spMk id="33" creationId="{0B7BA7C1-1C2C-C5BB-B714-F728E0C71674}"/>
          </ac:spMkLst>
        </pc:spChg>
        <pc:spChg chg="mod">
          <ac:chgData name="Mukherjee, Shouvik" userId="8a0946e8-3a6b-4d5c-947d-73f4cd578335" providerId="ADAL" clId="{C264E408-DFAA-4FEC-A164-2EC2D1ABC4B8}" dt="2025-02-07T07:34:13.824" v="2"/>
          <ac:spMkLst>
            <pc:docMk/>
            <pc:sldMk cId="3063834027" sldId="2147347738"/>
            <ac:spMk id="34" creationId="{CCA6AD10-2CB5-64F6-B1AE-5FF96E29E632}"/>
          </ac:spMkLst>
        </pc:spChg>
        <pc:spChg chg="mod">
          <ac:chgData name="Mukherjee, Shouvik" userId="8a0946e8-3a6b-4d5c-947d-73f4cd578335" providerId="ADAL" clId="{C264E408-DFAA-4FEC-A164-2EC2D1ABC4B8}" dt="2025-02-07T07:34:13.824" v="2"/>
          <ac:spMkLst>
            <pc:docMk/>
            <pc:sldMk cId="3063834027" sldId="2147347738"/>
            <ac:spMk id="35" creationId="{6133C243-3BEF-3363-8A91-24B61B2929E1}"/>
          </ac:spMkLst>
        </pc:spChg>
        <pc:spChg chg="add mod">
          <ac:chgData name="Mukherjee, Shouvik" userId="8a0946e8-3a6b-4d5c-947d-73f4cd578335" providerId="ADAL" clId="{C264E408-DFAA-4FEC-A164-2EC2D1ABC4B8}" dt="2025-02-07T07:34:48.855" v="4" actId="404"/>
          <ac:spMkLst>
            <pc:docMk/>
            <pc:sldMk cId="3063834027" sldId="2147347738"/>
            <ac:spMk id="36" creationId="{8DD202A2-2135-A738-2650-753E5E3BFA44}"/>
          </ac:spMkLst>
        </pc:spChg>
        <pc:spChg chg="add mod">
          <ac:chgData name="Mukherjee, Shouvik" userId="8a0946e8-3a6b-4d5c-947d-73f4cd578335" providerId="ADAL" clId="{C264E408-DFAA-4FEC-A164-2EC2D1ABC4B8}" dt="2025-02-07T07:34:48.855" v="4" actId="404"/>
          <ac:spMkLst>
            <pc:docMk/>
            <pc:sldMk cId="3063834027" sldId="2147347738"/>
            <ac:spMk id="37" creationId="{B4F29C93-DDDD-82E4-5093-E4C89472A766}"/>
          </ac:spMkLst>
        </pc:spChg>
        <pc:spChg chg="add mod">
          <ac:chgData name="Mukherjee, Shouvik" userId="8a0946e8-3a6b-4d5c-947d-73f4cd578335" providerId="ADAL" clId="{C264E408-DFAA-4FEC-A164-2EC2D1ABC4B8}" dt="2025-02-07T07:34:48.855" v="4" actId="404"/>
          <ac:spMkLst>
            <pc:docMk/>
            <pc:sldMk cId="3063834027" sldId="2147347738"/>
            <ac:spMk id="38" creationId="{04198199-03B2-56EE-FB00-9BFAB9D56FBB}"/>
          </ac:spMkLst>
        </pc:spChg>
        <pc:spChg chg="mod">
          <ac:chgData name="Mukherjee, Shouvik" userId="8a0946e8-3a6b-4d5c-947d-73f4cd578335" providerId="ADAL" clId="{C264E408-DFAA-4FEC-A164-2EC2D1ABC4B8}" dt="2025-02-07T07:34:13.824" v="2"/>
          <ac:spMkLst>
            <pc:docMk/>
            <pc:sldMk cId="3063834027" sldId="2147347738"/>
            <ac:spMk id="40" creationId="{59486341-F256-902F-D308-A13C32543750}"/>
          </ac:spMkLst>
        </pc:spChg>
        <pc:spChg chg="del">
          <ac:chgData name="Mukherjee, Shouvik" userId="8a0946e8-3a6b-4d5c-947d-73f4cd578335" providerId="ADAL" clId="{C264E408-DFAA-4FEC-A164-2EC2D1ABC4B8}" dt="2025-02-07T07:33:58.381" v="1" actId="478"/>
          <ac:spMkLst>
            <pc:docMk/>
            <pc:sldMk cId="3063834027" sldId="2147347738"/>
            <ac:spMk id="41" creationId="{CB7EEE26-89A9-11C1-2673-44A43AB77290}"/>
          </ac:spMkLst>
        </pc:spChg>
        <pc:spChg chg="mod">
          <ac:chgData name="Mukherjee, Shouvik" userId="8a0946e8-3a6b-4d5c-947d-73f4cd578335" providerId="ADAL" clId="{C264E408-DFAA-4FEC-A164-2EC2D1ABC4B8}" dt="2025-02-07T07:34:13.824" v="2"/>
          <ac:spMkLst>
            <pc:docMk/>
            <pc:sldMk cId="3063834027" sldId="2147347738"/>
            <ac:spMk id="60" creationId="{148DF465-8248-85B0-97FC-A1BEAE2DB8A8}"/>
          </ac:spMkLst>
        </pc:spChg>
        <pc:spChg chg="add mod">
          <ac:chgData name="Mukherjee, Shouvik" userId="8a0946e8-3a6b-4d5c-947d-73f4cd578335" providerId="ADAL" clId="{C264E408-DFAA-4FEC-A164-2EC2D1ABC4B8}" dt="2025-02-07T07:42:20.596" v="104" actId="20577"/>
          <ac:spMkLst>
            <pc:docMk/>
            <pc:sldMk cId="3063834027" sldId="2147347738"/>
            <ac:spMk id="61" creationId="{912F396F-7C2B-4D4C-1E15-996B9431CD96}"/>
          </ac:spMkLst>
        </pc:spChg>
        <pc:spChg chg="add mod">
          <ac:chgData name="Mukherjee, Shouvik" userId="8a0946e8-3a6b-4d5c-947d-73f4cd578335" providerId="ADAL" clId="{C264E408-DFAA-4FEC-A164-2EC2D1ABC4B8}" dt="2025-02-07T07:34:48.855" v="4" actId="404"/>
          <ac:spMkLst>
            <pc:docMk/>
            <pc:sldMk cId="3063834027" sldId="2147347738"/>
            <ac:spMk id="62" creationId="{C3A6BA92-DE94-8A8F-3BFB-F3DEAD5E7708}"/>
          </ac:spMkLst>
        </pc:spChg>
        <pc:spChg chg="add mod">
          <ac:chgData name="Mukherjee, Shouvik" userId="8a0946e8-3a6b-4d5c-947d-73f4cd578335" providerId="ADAL" clId="{C264E408-DFAA-4FEC-A164-2EC2D1ABC4B8}" dt="2025-02-07T07:34:48.855" v="4" actId="404"/>
          <ac:spMkLst>
            <pc:docMk/>
            <pc:sldMk cId="3063834027" sldId="2147347738"/>
            <ac:spMk id="63" creationId="{A9B2FC61-F2A7-A1E3-55E7-8626F946D202}"/>
          </ac:spMkLst>
        </pc:spChg>
        <pc:spChg chg="mod">
          <ac:chgData name="Mukherjee, Shouvik" userId="8a0946e8-3a6b-4d5c-947d-73f4cd578335" providerId="ADAL" clId="{C264E408-DFAA-4FEC-A164-2EC2D1ABC4B8}" dt="2025-02-07T07:34:13.824" v="2"/>
          <ac:spMkLst>
            <pc:docMk/>
            <pc:sldMk cId="3063834027" sldId="2147347738"/>
            <ac:spMk id="65" creationId="{BCD3E6DE-7AAF-EA95-D58B-8EA6161A9CC9}"/>
          </ac:spMkLst>
        </pc:spChg>
        <pc:spChg chg="mod">
          <ac:chgData name="Mukherjee, Shouvik" userId="8a0946e8-3a6b-4d5c-947d-73f4cd578335" providerId="ADAL" clId="{C264E408-DFAA-4FEC-A164-2EC2D1ABC4B8}" dt="2025-02-07T07:34:13.824" v="2"/>
          <ac:spMkLst>
            <pc:docMk/>
            <pc:sldMk cId="3063834027" sldId="2147347738"/>
            <ac:spMk id="66" creationId="{D8C228F2-EB48-BCA6-01AF-8570E648E41F}"/>
          </ac:spMkLst>
        </pc:spChg>
        <pc:spChg chg="mod">
          <ac:chgData name="Mukherjee, Shouvik" userId="8a0946e8-3a6b-4d5c-947d-73f4cd578335" providerId="ADAL" clId="{C264E408-DFAA-4FEC-A164-2EC2D1ABC4B8}" dt="2025-02-07T07:34:13.824" v="2"/>
          <ac:spMkLst>
            <pc:docMk/>
            <pc:sldMk cId="3063834027" sldId="2147347738"/>
            <ac:spMk id="68" creationId="{A50D1ABE-544A-28C0-9921-84C5F3196AE6}"/>
          </ac:spMkLst>
        </pc:spChg>
        <pc:spChg chg="mod">
          <ac:chgData name="Mukherjee, Shouvik" userId="8a0946e8-3a6b-4d5c-947d-73f4cd578335" providerId="ADAL" clId="{C264E408-DFAA-4FEC-A164-2EC2D1ABC4B8}" dt="2025-02-07T07:34:13.824" v="2"/>
          <ac:spMkLst>
            <pc:docMk/>
            <pc:sldMk cId="3063834027" sldId="2147347738"/>
            <ac:spMk id="69" creationId="{26AE5373-6F1E-D3A7-A15D-A93C5F0529EF}"/>
          </ac:spMkLst>
        </pc:spChg>
        <pc:spChg chg="mod">
          <ac:chgData name="Mukherjee, Shouvik" userId="8a0946e8-3a6b-4d5c-947d-73f4cd578335" providerId="ADAL" clId="{C264E408-DFAA-4FEC-A164-2EC2D1ABC4B8}" dt="2025-02-07T07:34:13.824" v="2"/>
          <ac:spMkLst>
            <pc:docMk/>
            <pc:sldMk cId="3063834027" sldId="2147347738"/>
            <ac:spMk id="70" creationId="{4F7C0471-854D-5396-1C68-B546F0B3ED79}"/>
          </ac:spMkLst>
        </pc:spChg>
        <pc:spChg chg="mod">
          <ac:chgData name="Mukherjee, Shouvik" userId="8a0946e8-3a6b-4d5c-947d-73f4cd578335" providerId="ADAL" clId="{C264E408-DFAA-4FEC-A164-2EC2D1ABC4B8}" dt="2025-02-07T07:34:13.824" v="2"/>
          <ac:spMkLst>
            <pc:docMk/>
            <pc:sldMk cId="3063834027" sldId="2147347738"/>
            <ac:spMk id="71" creationId="{FC90CD3D-52E5-1460-1BBA-11C96D6F17A0}"/>
          </ac:spMkLst>
        </pc:spChg>
        <pc:spChg chg="mod">
          <ac:chgData name="Mukherjee, Shouvik" userId="8a0946e8-3a6b-4d5c-947d-73f4cd578335" providerId="ADAL" clId="{C264E408-DFAA-4FEC-A164-2EC2D1ABC4B8}" dt="2025-02-07T07:34:13.824" v="2"/>
          <ac:spMkLst>
            <pc:docMk/>
            <pc:sldMk cId="3063834027" sldId="2147347738"/>
            <ac:spMk id="72" creationId="{B481E877-E565-A108-220A-98818F3DBD5C}"/>
          </ac:spMkLst>
        </pc:spChg>
        <pc:spChg chg="mod">
          <ac:chgData name="Mukherjee, Shouvik" userId="8a0946e8-3a6b-4d5c-947d-73f4cd578335" providerId="ADAL" clId="{C264E408-DFAA-4FEC-A164-2EC2D1ABC4B8}" dt="2025-02-07T07:34:13.824" v="2"/>
          <ac:spMkLst>
            <pc:docMk/>
            <pc:sldMk cId="3063834027" sldId="2147347738"/>
            <ac:spMk id="73" creationId="{48DF85AA-C76F-119B-A7AA-29260B5A6121}"/>
          </ac:spMkLst>
        </pc:spChg>
        <pc:spChg chg="mod">
          <ac:chgData name="Mukherjee, Shouvik" userId="8a0946e8-3a6b-4d5c-947d-73f4cd578335" providerId="ADAL" clId="{C264E408-DFAA-4FEC-A164-2EC2D1ABC4B8}" dt="2025-02-07T07:34:13.824" v="2"/>
          <ac:spMkLst>
            <pc:docMk/>
            <pc:sldMk cId="3063834027" sldId="2147347738"/>
            <ac:spMk id="74" creationId="{29611CB2-025F-7CE3-73C4-50FE954408AD}"/>
          </ac:spMkLst>
        </pc:spChg>
        <pc:spChg chg="mod">
          <ac:chgData name="Mukherjee, Shouvik" userId="8a0946e8-3a6b-4d5c-947d-73f4cd578335" providerId="ADAL" clId="{C264E408-DFAA-4FEC-A164-2EC2D1ABC4B8}" dt="2025-02-07T07:34:13.824" v="2"/>
          <ac:spMkLst>
            <pc:docMk/>
            <pc:sldMk cId="3063834027" sldId="2147347738"/>
            <ac:spMk id="76" creationId="{00E94D06-24FB-A5CA-5746-F0D159711761}"/>
          </ac:spMkLst>
        </pc:spChg>
        <pc:spChg chg="mod">
          <ac:chgData name="Mukherjee, Shouvik" userId="8a0946e8-3a6b-4d5c-947d-73f4cd578335" providerId="ADAL" clId="{C264E408-DFAA-4FEC-A164-2EC2D1ABC4B8}" dt="2025-02-07T07:34:13.824" v="2"/>
          <ac:spMkLst>
            <pc:docMk/>
            <pc:sldMk cId="3063834027" sldId="2147347738"/>
            <ac:spMk id="77" creationId="{61844EFE-376C-1ED0-297B-041ED1564BB6}"/>
          </ac:spMkLst>
        </pc:spChg>
        <pc:spChg chg="mod">
          <ac:chgData name="Mukherjee, Shouvik" userId="8a0946e8-3a6b-4d5c-947d-73f4cd578335" providerId="ADAL" clId="{C264E408-DFAA-4FEC-A164-2EC2D1ABC4B8}" dt="2025-02-07T07:34:13.824" v="2"/>
          <ac:spMkLst>
            <pc:docMk/>
            <pc:sldMk cId="3063834027" sldId="2147347738"/>
            <ac:spMk id="79" creationId="{1A64F038-7F8E-51A6-E01E-993F560E4C8D}"/>
          </ac:spMkLst>
        </pc:spChg>
        <pc:spChg chg="mod">
          <ac:chgData name="Mukherjee, Shouvik" userId="8a0946e8-3a6b-4d5c-947d-73f4cd578335" providerId="ADAL" clId="{C264E408-DFAA-4FEC-A164-2EC2D1ABC4B8}" dt="2025-02-07T07:34:13.824" v="2"/>
          <ac:spMkLst>
            <pc:docMk/>
            <pc:sldMk cId="3063834027" sldId="2147347738"/>
            <ac:spMk id="80" creationId="{0602AE5F-85A8-C53A-B61E-FD7E0487F514}"/>
          </ac:spMkLst>
        </pc:spChg>
        <pc:spChg chg="mod">
          <ac:chgData name="Mukherjee, Shouvik" userId="8a0946e8-3a6b-4d5c-947d-73f4cd578335" providerId="ADAL" clId="{C264E408-DFAA-4FEC-A164-2EC2D1ABC4B8}" dt="2025-02-07T07:34:13.824" v="2"/>
          <ac:spMkLst>
            <pc:docMk/>
            <pc:sldMk cId="3063834027" sldId="2147347738"/>
            <ac:spMk id="81" creationId="{03596E67-459B-6AAE-975A-0E6B303ECDB7}"/>
          </ac:spMkLst>
        </pc:spChg>
        <pc:grpChg chg="add mod">
          <ac:chgData name="Mukherjee, Shouvik" userId="8a0946e8-3a6b-4d5c-947d-73f4cd578335" providerId="ADAL" clId="{C264E408-DFAA-4FEC-A164-2EC2D1ABC4B8}" dt="2025-02-07T07:34:48.855" v="4" actId="404"/>
          <ac:grpSpMkLst>
            <pc:docMk/>
            <pc:sldMk cId="3063834027" sldId="2147347738"/>
            <ac:grpSpMk id="5" creationId="{816C935B-E4E9-1FE5-D241-EA00A96FC7F0}"/>
          </ac:grpSpMkLst>
        </pc:grpChg>
        <pc:grpChg chg="add mod">
          <ac:chgData name="Mukherjee, Shouvik" userId="8a0946e8-3a6b-4d5c-947d-73f4cd578335" providerId="ADAL" clId="{C264E408-DFAA-4FEC-A164-2EC2D1ABC4B8}" dt="2025-02-07T07:34:48.855" v="4" actId="404"/>
          <ac:grpSpMkLst>
            <pc:docMk/>
            <pc:sldMk cId="3063834027" sldId="2147347738"/>
            <ac:grpSpMk id="19" creationId="{C087B2BF-6368-920F-D736-18E6A964F418}"/>
          </ac:grpSpMkLst>
        </pc:grpChg>
        <pc:grpChg chg="add mod">
          <ac:chgData name="Mukherjee, Shouvik" userId="8a0946e8-3a6b-4d5c-947d-73f4cd578335" providerId="ADAL" clId="{C264E408-DFAA-4FEC-A164-2EC2D1ABC4B8}" dt="2025-02-07T07:34:48.855" v="4" actId="404"/>
          <ac:grpSpMkLst>
            <pc:docMk/>
            <pc:sldMk cId="3063834027" sldId="2147347738"/>
            <ac:grpSpMk id="31" creationId="{DB35F778-1316-E358-3366-3EC587EA9051}"/>
          </ac:grpSpMkLst>
        </pc:grpChg>
        <pc:grpChg chg="add mod">
          <ac:chgData name="Mukherjee, Shouvik" userId="8a0946e8-3a6b-4d5c-947d-73f4cd578335" providerId="ADAL" clId="{C264E408-DFAA-4FEC-A164-2EC2D1ABC4B8}" dt="2025-02-07T07:34:48.855" v="4" actId="404"/>
          <ac:grpSpMkLst>
            <pc:docMk/>
            <pc:sldMk cId="3063834027" sldId="2147347738"/>
            <ac:grpSpMk id="39" creationId="{FE24EB12-9990-6DA5-BC9B-3086E2F5081C}"/>
          </ac:grpSpMkLst>
        </pc:grpChg>
        <pc:grpChg chg="del">
          <ac:chgData name="Mukherjee, Shouvik" userId="8a0946e8-3a6b-4d5c-947d-73f4cd578335" providerId="ADAL" clId="{C264E408-DFAA-4FEC-A164-2EC2D1ABC4B8}" dt="2025-02-07T07:33:58.381" v="1" actId="478"/>
          <ac:grpSpMkLst>
            <pc:docMk/>
            <pc:sldMk cId="3063834027" sldId="2147347738"/>
            <ac:grpSpMk id="43" creationId="{5561A658-4EBD-E1B0-5E94-5C552A765D67}"/>
          </ac:grpSpMkLst>
        </pc:grpChg>
        <pc:grpChg chg="del">
          <ac:chgData name="Mukherjee, Shouvik" userId="8a0946e8-3a6b-4d5c-947d-73f4cd578335" providerId="ADAL" clId="{C264E408-DFAA-4FEC-A164-2EC2D1ABC4B8}" dt="2025-02-07T07:33:58.381" v="1" actId="478"/>
          <ac:grpSpMkLst>
            <pc:docMk/>
            <pc:sldMk cId="3063834027" sldId="2147347738"/>
            <ac:grpSpMk id="49" creationId="{B75861F5-C396-5229-5B6D-57CAA933F79D}"/>
          </ac:grpSpMkLst>
        </pc:grpChg>
        <pc:grpChg chg="add mod">
          <ac:chgData name="Mukherjee, Shouvik" userId="8a0946e8-3a6b-4d5c-947d-73f4cd578335" providerId="ADAL" clId="{C264E408-DFAA-4FEC-A164-2EC2D1ABC4B8}" dt="2025-02-07T07:34:48.855" v="4" actId="404"/>
          <ac:grpSpMkLst>
            <pc:docMk/>
            <pc:sldMk cId="3063834027" sldId="2147347738"/>
            <ac:grpSpMk id="64" creationId="{28A06D20-76D4-0D39-0F35-F27EA651C666}"/>
          </ac:grpSpMkLst>
        </pc:grpChg>
        <pc:grpChg chg="add mod">
          <ac:chgData name="Mukherjee, Shouvik" userId="8a0946e8-3a6b-4d5c-947d-73f4cd578335" providerId="ADAL" clId="{C264E408-DFAA-4FEC-A164-2EC2D1ABC4B8}" dt="2025-02-07T07:34:48.855" v="4" actId="404"/>
          <ac:grpSpMkLst>
            <pc:docMk/>
            <pc:sldMk cId="3063834027" sldId="2147347738"/>
            <ac:grpSpMk id="67" creationId="{3892D7D1-BEEF-A90B-E91C-253A51993489}"/>
          </ac:grpSpMkLst>
        </pc:grpChg>
        <pc:grpChg chg="add mod">
          <ac:chgData name="Mukherjee, Shouvik" userId="8a0946e8-3a6b-4d5c-947d-73f4cd578335" providerId="ADAL" clId="{C264E408-DFAA-4FEC-A164-2EC2D1ABC4B8}" dt="2025-02-07T07:34:48.855" v="4" actId="404"/>
          <ac:grpSpMkLst>
            <pc:docMk/>
            <pc:sldMk cId="3063834027" sldId="2147347738"/>
            <ac:grpSpMk id="75" creationId="{068414C4-000A-7985-F88D-D5F5C3F95B99}"/>
          </ac:grpSpMkLst>
        </pc:grpChg>
        <pc:grpChg chg="add mod">
          <ac:chgData name="Mukherjee, Shouvik" userId="8a0946e8-3a6b-4d5c-947d-73f4cd578335" providerId="ADAL" clId="{C264E408-DFAA-4FEC-A164-2EC2D1ABC4B8}" dt="2025-02-07T07:34:48.855" v="4" actId="404"/>
          <ac:grpSpMkLst>
            <pc:docMk/>
            <pc:sldMk cId="3063834027" sldId="2147347738"/>
            <ac:grpSpMk id="78" creationId="{DAAB14CE-592E-562B-6322-53048842EDCD}"/>
          </ac:grpSpMkLst>
        </pc:grpChg>
        <pc:cxnChg chg="add mod">
          <ac:chgData name="Mukherjee, Shouvik" userId="8a0946e8-3a6b-4d5c-947d-73f4cd578335" providerId="ADAL" clId="{C264E408-DFAA-4FEC-A164-2EC2D1ABC4B8}" dt="2025-02-07T07:34:48.855" v="4" actId="404"/>
          <ac:cxnSpMkLst>
            <pc:docMk/>
            <pc:sldMk cId="3063834027" sldId="2147347738"/>
            <ac:cxnSpMk id="3" creationId="{8B2CCF8A-C73D-54F8-AADF-55C5E7CBC582}"/>
          </ac:cxnSpMkLst>
        </pc:cxnChg>
        <pc:cxnChg chg="del">
          <ac:chgData name="Mukherjee, Shouvik" userId="8a0946e8-3a6b-4d5c-947d-73f4cd578335" providerId="ADAL" clId="{C264E408-DFAA-4FEC-A164-2EC2D1ABC4B8}" dt="2025-02-07T07:33:58.381" v="1" actId="478"/>
          <ac:cxnSpMkLst>
            <pc:docMk/>
            <pc:sldMk cId="3063834027" sldId="2147347738"/>
            <ac:cxnSpMk id="12" creationId="{857656A4-01E5-2E77-208B-731AC9F12132}"/>
          </ac:cxnSpMkLst>
        </pc:cxnChg>
        <pc:cxnChg chg="del">
          <ac:chgData name="Mukherjee, Shouvik" userId="8a0946e8-3a6b-4d5c-947d-73f4cd578335" providerId="ADAL" clId="{C264E408-DFAA-4FEC-A164-2EC2D1ABC4B8}" dt="2025-02-07T07:33:58.381" v="1" actId="478"/>
          <ac:cxnSpMkLst>
            <pc:docMk/>
            <pc:sldMk cId="3063834027" sldId="2147347738"/>
            <ac:cxnSpMk id="25" creationId="{732272B5-5CDB-F645-E932-0E722355B8D8}"/>
          </ac:cxnSpMkLst>
        </pc:cxn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Binary_7FFDED0E_D208A66A.xlsb"/></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Binary_7FFDED0E_D208A66A1.xlsb"/></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2255017709563163"/>
          <c:y val="0.15942028985507245"/>
          <c:w val="0.55489964580873674"/>
          <c:h val="0.6811594202898551"/>
        </c:manualLayout>
      </c:layout>
      <c:doughnutChart>
        <c:varyColors val="0"/>
        <c:ser>
          <c:idx val="0"/>
          <c:order val="0"/>
          <c:dPt>
            <c:idx val="0"/>
            <c:bubble3D val="0"/>
            <c:spPr>
              <a:solidFill>
                <a:srgbClr val="86BC25"/>
              </a:solidFill>
              <a:ln>
                <a:noFill/>
              </a:ln>
            </c:spPr>
            <c:extLst>
              <c:ext xmlns:c16="http://schemas.microsoft.com/office/drawing/2014/chart" uri="{C3380CC4-5D6E-409C-BE32-E72D297353CC}">
                <c16:uniqueId val="{00000000-12CA-4812-8F31-76F24112B36F}"/>
              </c:ext>
            </c:extLst>
          </c:dPt>
          <c:dPt>
            <c:idx val="1"/>
            <c:bubble3D val="0"/>
            <c:spPr>
              <a:solidFill>
                <a:srgbClr val="046A38"/>
              </a:solidFill>
              <a:ln>
                <a:noFill/>
              </a:ln>
            </c:spPr>
            <c:extLst>
              <c:ext xmlns:c16="http://schemas.microsoft.com/office/drawing/2014/chart" uri="{C3380CC4-5D6E-409C-BE32-E72D297353CC}">
                <c16:uniqueId val="{00000001-12CA-4812-8F31-76F24112B36F}"/>
              </c:ext>
            </c:extLst>
          </c:dPt>
          <c:dPt>
            <c:idx val="2"/>
            <c:bubble3D val="0"/>
            <c:spPr>
              <a:solidFill>
                <a:srgbClr val="62B5E5"/>
              </a:solidFill>
              <a:ln>
                <a:noFill/>
              </a:ln>
            </c:spPr>
            <c:extLst>
              <c:ext xmlns:c16="http://schemas.microsoft.com/office/drawing/2014/chart" uri="{C3380CC4-5D6E-409C-BE32-E72D297353CC}">
                <c16:uniqueId val="{00000002-12CA-4812-8F31-76F24112B36F}"/>
              </c:ext>
            </c:extLst>
          </c:dPt>
          <c:dPt>
            <c:idx val="3"/>
            <c:bubble3D val="0"/>
            <c:spPr>
              <a:solidFill>
                <a:srgbClr val="012169"/>
              </a:solidFill>
              <a:ln>
                <a:noFill/>
              </a:ln>
            </c:spPr>
            <c:extLst>
              <c:ext xmlns:c16="http://schemas.microsoft.com/office/drawing/2014/chart" uri="{C3380CC4-5D6E-409C-BE32-E72D297353CC}">
                <c16:uniqueId val="{00000003-12CA-4812-8F31-76F24112B36F}"/>
              </c:ext>
            </c:extLst>
          </c:dPt>
          <c:dLbls>
            <c:dLbl>
              <c:idx val="0"/>
              <c:layout>
                <c:manualLayout>
                  <c:x val="5.9031877213695393E-4"/>
                  <c:y val="0"/>
                </c:manualLayout>
              </c:layout>
              <c:numFmt formatCode="#,##0&quot;%&quot;;&quot;-&quot;#,##0&quot;%&quot;" sourceLinked="0"/>
              <c:spPr>
                <a:noFill/>
                <a:ln>
                  <a:noFill/>
                </a:ln>
              </c:spPr>
              <c:txPr>
                <a:bodyPr wrap="none"/>
                <a:lstStyle/>
                <a:p>
                  <a:pPr>
                    <a:defRPr sz="1200" kern="1200">
                      <a:solidFill>
                        <a:schemeClr val="tx1"/>
                      </a:solidFill>
                      <a:latin typeface="Verdana"/>
                      <a:ea typeface="Verdana"/>
                      <a:cs typeface="Calibri Light"/>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12CA-4812-8F31-76F24112B36F}"/>
                </c:ext>
              </c:extLst>
            </c:dLbl>
            <c:dLbl>
              <c:idx val="1"/>
              <c:layout>
                <c:manualLayout>
                  <c:x val="-5.3128689492325859E-3"/>
                  <c:y val="-6.5217391304347823E-3"/>
                </c:manualLayout>
              </c:layout>
              <c:numFmt formatCode="#,##0&quot;%&quot;;&quot;-&quot;#,##0&quot;%&quot;" sourceLinked="0"/>
              <c:spPr>
                <a:noFill/>
                <a:ln>
                  <a:noFill/>
                </a:ln>
              </c:spPr>
              <c:txPr>
                <a:bodyPr wrap="none"/>
                <a:lstStyle/>
                <a:p>
                  <a:pPr>
                    <a:defRPr sz="1200" kern="1200">
                      <a:solidFill>
                        <a:schemeClr val="bg1"/>
                      </a:solidFill>
                      <a:latin typeface="Verdana"/>
                      <a:ea typeface="Verdana"/>
                      <a:cs typeface="Calibri Light"/>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12CA-4812-8F31-76F24112B36F}"/>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extLst>
          </c:dLbls>
          <c:val>
            <c:numRef>
              <c:f>Sheet1!$A$1:$A$4</c:f>
              <c:numCache>
                <c:formatCode>General</c:formatCode>
                <c:ptCount val="4"/>
                <c:pt idx="0">
                  <c:v>15.813953488372093</c:v>
                </c:pt>
                <c:pt idx="1">
                  <c:v>75.813953488372093</c:v>
                </c:pt>
                <c:pt idx="2">
                  <c:v>0.93023255813953487</c:v>
                </c:pt>
                <c:pt idx="3">
                  <c:v>7.441860465116279</c:v>
                </c:pt>
              </c:numCache>
            </c:numRef>
          </c:val>
          <c:extLst>
            <c:ext xmlns:c16="http://schemas.microsoft.com/office/drawing/2014/chart" uri="{C3380CC4-5D6E-409C-BE32-E72D297353CC}">
              <c16:uniqueId val="{00000004-12CA-4812-8F31-76F24112B36F}"/>
            </c:ext>
          </c:extLst>
        </c:ser>
        <c:dLbls>
          <c:showLegendKey val="0"/>
          <c:showVal val="0"/>
          <c:showCatName val="0"/>
          <c:showSerName val="0"/>
          <c:showPercent val="0"/>
          <c:showBubbleSize val="0"/>
          <c:showLeaderLines val="1"/>
        </c:dLbls>
        <c:firstSliceAng val="303"/>
        <c:holeSize val="50"/>
      </c:doughnutChart>
    </c:plotArea>
    <c:plotVisOnly val="0"/>
    <c:dispBlanksAs val="gap"/>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2255017709563163"/>
          <c:y val="0.15942028985507245"/>
          <c:w val="0.55489964580873674"/>
          <c:h val="0.6811594202898551"/>
        </c:manualLayout>
      </c:layout>
      <c:doughnutChart>
        <c:varyColors val="0"/>
        <c:ser>
          <c:idx val="0"/>
          <c:order val="0"/>
          <c:dPt>
            <c:idx val="0"/>
            <c:bubble3D val="0"/>
            <c:spPr>
              <a:solidFill>
                <a:srgbClr val="86BC25"/>
              </a:solidFill>
              <a:ln>
                <a:noFill/>
              </a:ln>
            </c:spPr>
            <c:extLst>
              <c:ext xmlns:c16="http://schemas.microsoft.com/office/drawing/2014/chart" uri="{C3380CC4-5D6E-409C-BE32-E72D297353CC}">
                <c16:uniqueId val="{00000000-DB29-4D9B-86F3-C3EB8ACE01C4}"/>
              </c:ext>
            </c:extLst>
          </c:dPt>
          <c:dPt>
            <c:idx val="1"/>
            <c:bubble3D val="0"/>
            <c:spPr>
              <a:solidFill>
                <a:srgbClr val="046A38"/>
              </a:solidFill>
              <a:ln>
                <a:noFill/>
              </a:ln>
            </c:spPr>
            <c:extLst>
              <c:ext xmlns:c16="http://schemas.microsoft.com/office/drawing/2014/chart" uri="{C3380CC4-5D6E-409C-BE32-E72D297353CC}">
                <c16:uniqueId val="{00000001-DB29-4D9B-86F3-C3EB8ACE01C4}"/>
              </c:ext>
            </c:extLst>
          </c:dPt>
          <c:dPt>
            <c:idx val="2"/>
            <c:bubble3D val="0"/>
            <c:spPr>
              <a:solidFill>
                <a:srgbClr val="62B5E5"/>
              </a:solidFill>
              <a:ln>
                <a:noFill/>
              </a:ln>
            </c:spPr>
            <c:extLst>
              <c:ext xmlns:c16="http://schemas.microsoft.com/office/drawing/2014/chart" uri="{C3380CC4-5D6E-409C-BE32-E72D297353CC}">
                <c16:uniqueId val="{00000002-DB29-4D9B-86F3-C3EB8ACE01C4}"/>
              </c:ext>
            </c:extLst>
          </c:dPt>
          <c:dPt>
            <c:idx val="3"/>
            <c:bubble3D val="0"/>
            <c:spPr>
              <a:solidFill>
                <a:srgbClr val="012169"/>
              </a:solidFill>
              <a:ln>
                <a:noFill/>
              </a:ln>
            </c:spPr>
            <c:extLst>
              <c:ext xmlns:c16="http://schemas.microsoft.com/office/drawing/2014/chart" uri="{C3380CC4-5D6E-409C-BE32-E72D297353CC}">
                <c16:uniqueId val="{00000003-DB29-4D9B-86F3-C3EB8ACE01C4}"/>
              </c:ext>
            </c:extLst>
          </c:dPt>
          <c:dLbls>
            <c:dLbl>
              <c:idx val="1"/>
              <c:layout>
                <c:manualLayout>
                  <c:x val="3.5419126328217238E-3"/>
                  <c:y val="-7.246376811594203E-3"/>
                </c:manualLayout>
              </c:layout>
              <c:numFmt formatCode="#,##0&quot;%&quot;;&quot;-&quot;#,##0&quot;%&quot;" sourceLinked="0"/>
              <c:spPr>
                <a:noFill/>
                <a:ln>
                  <a:noFill/>
                </a:ln>
              </c:spPr>
              <c:txPr>
                <a:bodyPr wrap="none"/>
                <a:lstStyle/>
                <a:p>
                  <a:pPr>
                    <a:defRPr sz="1200" kern="1200">
                      <a:solidFill>
                        <a:schemeClr val="bg1"/>
                      </a:solidFill>
                      <a:latin typeface="Verdana"/>
                      <a:ea typeface="Verdana"/>
                      <a:cs typeface="Calibri Light"/>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DB29-4D9B-86F3-C3EB8ACE01C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extLst>
          </c:dLbls>
          <c:val>
            <c:numRef>
              <c:f>Sheet1!$A$1:$A$4</c:f>
              <c:numCache>
                <c:formatCode>General</c:formatCode>
                <c:ptCount val="4"/>
                <c:pt idx="0">
                  <c:v>0</c:v>
                </c:pt>
                <c:pt idx="1">
                  <c:v>76.576576576576571</c:v>
                </c:pt>
                <c:pt idx="2">
                  <c:v>2.7027027027027026</c:v>
                </c:pt>
                <c:pt idx="3">
                  <c:v>20.72072072072072</c:v>
                </c:pt>
              </c:numCache>
            </c:numRef>
          </c:val>
          <c:extLst>
            <c:ext xmlns:c16="http://schemas.microsoft.com/office/drawing/2014/chart" uri="{C3380CC4-5D6E-409C-BE32-E72D297353CC}">
              <c16:uniqueId val="{00000004-DB29-4D9B-86F3-C3EB8ACE01C4}"/>
            </c:ext>
          </c:extLst>
        </c:ser>
        <c:dLbls>
          <c:showLegendKey val="0"/>
          <c:showVal val="0"/>
          <c:showCatName val="0"/>
          <c:showSerName val="0"/>
          <c:showPercent val="0"/>
          <c:showBubbleSize val="0"/>
          <c:showLeaderLines val="1"/>
        </c:dLbls>
        <c:firstSliceAng val="84"/>
        <c:holeSize val="50"/>
      </c:doughnutChart>
    </c:plotArea>
    <c:plotVisOnly val="0"/>
    <c:dispBlanksAs val="gap"/>
    <c:showDLblsOverMax val="1"/>
  </c:chart>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26BAED9-29FC-4FC7-8DF5-2AC8FF273AC5}"/>
              </a:ext>
            </a:extLst>
          </p:cNvPr>
          <p:cNvSpPr>
            <a:spLocks noGrp="1"/>
          </p:cNvSpPr>
          <p:nvPr>
            <p:ph type="hdr" sz="quarter"/>
          </p:nvPr>
        </p:nvSpPr>
        <p:spPr>
          <a:xfrm>
            <a:off x="0" y="0"/>
            <a:ext cx="3170238" cy="481013"/>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6B338F1-8B03-4595-B1CE-F0DE4CF37481}"/>
              </a:ext>
            </a:extLst>
          </p:cNvPr>
          <p:cNvSpPr>
            <a:spLocks noGrp="1"/>
          </p:cNvSpPr>
          <p:nvPr>
            <p:ph type="dt" sz="quarter" idx="1"/>
          </p:nvPr>
        </p:nvSpPr>
        <p:spPr>
          <a:xfrm>
            <a:off x="4143375" y="0"/>
            <a:ext cx="3170238" cy="481013"/>
          </a:xfrm>
          <a:prstGeom prst="rect">
            <a:avLst/>
          </a:prstGeom>
        </p:spPr>
        <p:txBody>
          <a:bodyPr vert="horz" lIns="91440" tIns="45720" rIns="91440" bIns="45720" rtlCol="0"/>
          <a:lstStyle>
            <a:lvl1pPr algn="r">
              <a:defRPr sz="1200"/>
            </a:lvl1pPr>
          </a:lstStyle>
          <a:p>
            <a:fld id="{F826B54E-8658-4759-8689-3B689FFE8384}" type="datetimeFigureOut">
              <a:rPr lang="en-US" smtClean="0"/>
              <a:t>6/20/2025</a:t>
            </a:fld>
            <a:endParaRPr lang="en-US"/>
          </a:p>
        </p:txBody>
      </p:sp>
      <p:sp>
        <p:nvSpPr>
          <p:cNvPr id="4" name="Footer Placeholder 3">
            <a:extLst>
              <a:ext uri="{FF2B5EF4-FFF2-40B4-BE49-F238E27FC236}">
                <a16:creationId xmlns:a16="http://schemas.microsoft.com/office/drawing/2014/main" id="{B0E9F892-7BF8-4107-8615-5B571F6AFC55}"/>
              </a:ext>
            </a:extLst>
          </p:cNvPr>
          <p:cNvSpPr>
            <a:spLocks noGrp="1"/>
          </p:cNvSpPr>
          <p:nvPr>
            <p:ph type="ftr" sz="quarter" idx="2"/>
          </p:nvPr>
        </p:nvSpPr>
        <p:spPr>
          <a:xfrm>
            <a:off x="0" y="9120188"/>
            <a:ext cx="3170238" cy="481012"/>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22CD64F-B91E-4F1A-BF69-6BDE3AECFAC6}"/>
              </a:ext>
            </a:extLst>
          </p:cNvPr>
          <p:cNvSpPr>
            <a:spLocks noGrp="1"/>
          </p:cNvSpPr>
          <p:nvPr>
            <p:ph type="sldNum" sz="quarter" idx="3"/>
          </p:nvPr>
        </p:nvSpPr>
        <p:spPr>
          <a:xfrm>
            <a:off x="4143375" y="9120188"/>
            <a:ext cx="3170238" cy="481012"/>
          </a:xfrm>
          <a:prstGeom prst="rect">
            <a:avLst/>
          </a:prstGeom>
        </p:spPr>
        <p:txBody>
          <a:bodyPr vert="horz" lIns="91440" tIns="45720" rIns="91440" bIns="45720" rtlCol="0" anchor="b"/>
          <a:lstStyle>
            <a:lvl1pPr algn="r">
              <a:defRPr sz="1200"/>
            </a:lvl1pPr>
          </a:lstStyle>
          <a:p>
            <a:fld id="{377DEE1C-F03B-4F0F-9F6B-B9BA2F5381C8}" type="slidenum">
              <a:rPr lang="en-US" smtClean="0"/>
              <a:t>‹#›</a:t>
            </a:fld>
            <a:endParaRPr lang="en-US"/>
          </a:p>
        </p:txBody>
      </p:sp>
    </p:spTree>
    <p:extLst>
      <p:ext uri="{BB962C8B-B14F-4D97-AF65-F5344CB8AC3E}">
        <p14:creationId xmlns:p14="http://schemas.microsoft.com/office/powerpoint/2010/main" val="64857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8101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143375" y="0"/>
            <a:ext cx="3170238" cy="481013"/>
          </a:xfrm>
          <a:prstGeom prst="rect">
            <a:avLst/>
          </a:prstGeom>
        </p:spPr>
        <p:txBody>
          <a:bodyPr vert="horz" lIns="91440" tIns="45720" rIns="91440" bIns="45720" rtlCol="0"/>
          <a:lstStyle>
            <a:lvl1pPr algn="r">
              <a:defRPr sz="1200"/>
            </a:lvl1pPr>
          </a:lstStyle>
          <a:p>
            <a:fld id="{A397342E-C3C0-46CB-91BD-205136C6D7DD}" type="datetimeFigureOut">
              <a:rPr lang="en-US" smtClean="0"/>
              <a:t>6/20/2025</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31838" y="4621213"/>
            <a:ext cx="5851525" cy="37798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20188"/>
            <a:ext cx="3170238" cy="48101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143375" y="9120188"/>
            <a:ext cx="3170238" cy="481012"/>
          </a:xfrm>
          <a:prstGeom prst="rect">
            <a:avLst/>
          </a:prstGeom>
        </p:spPr>
        <p:txBody>
          <a:bodyPr vert="horz" lIns="91440" tIns="45720" rIns="91440" bIns="45720" rtlCol="0" anchor="b"/>
          <a:lstStyle>
            <a:lvl1pPr algn="r">
              <a:defRPr sz="1200"/>
            </a:lvl1pPr>
          </a:lstStyle>
          <a:p>
            <a:fld id="{04E6A709-AF0C-4861-84D8-88CA6D246DDD}" type="slidenum">
              <a:rPr lang="en-US" smtClean="0"/>
              <a:t>‹#›</a:t>
            </a:fld>
            <a:endParaRPr lang="en-US"/>
          </a:p>
        </p:txBody>
      </p:sp>
    </p:spTree>
    <p:extLst>
      <p:ext uri="{BB962C8B-B14F-4D97-AF65-F5344CB8AC3E}">
        <p14:creationId xmlns:p14="http://schemas.microsoft.com/office/powerpoint/2010/main" val="40381266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4E6A709-AF0C-4861-84D8-88CA6D246DD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195420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386B19-2B0D-4874-82B1-D381E80A8D1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456958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386B19-2B0D-4874-82B1-D381E80A8D1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734071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386B19-2B0D-4874-82B1-D381E80A8D1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593676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386B19-2B0D-4874-82B1-D381E80A8D1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326465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04E6A709-AF0C-4861-84D8-88CA6D246DDD}" type="slidenum">
              <a:rPr lang="en-US" smtClean="0"/>
              <a:t>10</a:t>
            </a:fld>
            <a:endParaRPr lang="en-US"/>
          </a:p>
        </p:txBody>
      </p:sp>
    </p:spTree>
    <p:extLst>
      <p:ext uri="{BB962C8B-B14F-4D97-AF65-F5344CB8AC3E}">
        <p14:creationId xmlns:p14="http://schemas.microsoft.com/office/powerpoint/2010/main" val="14353691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04E6A709-AF0C-4861-84D8-88CA6D246DDD}" type="slidenum">
              <a:rPr lang="en-US" smtClean="0"/>
              <a:t>12</a:t>
            </a:fld>
            <a:endParaRPr lang="en-US"/>
          </a:p>
        </p:txBody>
      </p:sp>
    </p:spTree>
    <p:extLst>
      <p:ext uri="{BB962C8B-B14F-4D97-AF65-F5344CB8AC3E}">
        <p14:creationId xmlns:p14="http://schemas.microsoft.com/office/powerpoint/2010/main" val="31244922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04E6A709-AF0C-4861-84D8-88CA6D246DDD}" type="slidenum">
              <a:rPr lang="en-US" smtClean="0"/>
              <a:t>21</a:t>
            </a:fld>
            <a:endParaRPr lang="en-US"/>
          </a:p>
        </p:txBody>
      </p:sp>
    </p:spTree>
    <p:extLst>
      <p:ext uri="{BB962C8B-B14F-4D97-AF65-F5344CB8AC3E}">
        <p14:creationId xmlns:p14="http://schemas.microsoft.com/office/powerpoint/2010/main" val="42125392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4E6A709-AF0C-4861-84D8-88CA6D246DDD}" type="slidenum">
              <a:rPr lang="en-US" smtClean="0"/>
              <a:t>22</a:t>
            </a:fld>
            <a:endParaRPr lang="en-US"/>
          </a:p>
        </p:txBody>
      </p:sp>
    </p:spTree>
    <p:extLst>
      <p:ext uri="{BB962C8B-B14F-4D97-AF65-F5344CB8AC3E}">
        <p14:creationId xmlns:p14="http://schemas.microsoft.com/office/powerpoint/2010/main" val="36538061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a:xfrm>
            <a:off x="4143375" y="9120188"/>
            <a:ext cx="3170238" cy="481012"/>
          </a:xfrm>
          <a:prstGeom prst="rect">
            <a:avLst/>
          </a:prstGeom>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1FEB637-BC42-497E-9119-65CA0380A6EE}" type="slidenum">
              <a:rPr kumimoji="0" lang="en-GB"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23</a:t>
            </a:fld>
            <a:endParaRPr kumimoji="0" lang="en-GB"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70344982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image" Target="../media/image6.emf"/><Relationship Id="rId4" Type="http://schemas.openxmlformats.org/officeDocument/2006/relationships/oleObject" Target="../embeddings/oleObject2.bin"/></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image" Target="../media/image8.emf"/><Relationship Id="rId4" Type="http://schemas.openxmlformats.org/officeDocument/2006/relationships/oleObject" Target="../embeddings/oleObject4.bin"/></Relationships>
</file>

<file path=ppt/slideLayouts/_rels/slideLayout6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image" Target="../media/image8.emf"/><Relationship Id="rId4" Type="http://schemas.openxmlformats.org/officeDocument/2006/relationships/oleObject" Target="../embeddings/oleObject5.bin"/></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3.xml"/><Relationship Id="rId1" Type="http://schemas.openxmlformats.org/officeDocument/2006/relationships/tags" Target="../tags/tag12.xml"/><Relationship Id="rId5" Type="http://schemas.openxmlformats.org/officeDocument/2006/relationships/image" Target="../media/image8.emf"/><Relationship Id="rId4" Type="http://schemas.openxmlformats.org/officeDocument/2006/relationships/oleObject" Target="../embeddings/oleObject6.bin"/></Relationships>
</file>

<file path=ppt/slideLayouts/_rels/slideLayout6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5.xml"/><Relationship Id="rId1" Type="http://schemas.openxmlformats.org/officeDocument/2006/relationships/tags" Target="../tags/tag14.xml"/><Relationship Id="rId5" Type="http://schemas.openxmlformats.org/officeDocument/2006/relationships/image" Target="../media/image8.emf"/><Relationship Id="rId4" Type="http://schemas.openxmlformats.org/officeDocument/2006/relationships/oleObject" Target="../embeddings/oleObject7.bin"/></Relationships>
</file>

<file path=ppt/slideLayouts/_rels/slideLayout6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7.xml"/><Relationship Id="rId1" Type="http://schemas.openxmlformats.org/officeDocument/2006/relationships/tags" Target="../tags/tag16.xml"/><Relationship Id="rId5" Type="http://schemas.openxmlformats.org/officeDocument/2006/relationships/image" Target="../media/image8.emf"/><Relationship Id="rId4" Type="http://schemas.openxmlformats.org/officeDocument/2006/relationships/oleObject" Target="../embeddings/oleObject8.bin"/></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9.xml"/><Relationship Id="rId1" Type="http://schemas.openxmlformats.org/officeDocument/2006/relationships/tags" Target="../tags/tag18.xml"/><Relationship Id="rId5" Type="http://schemas.openxmlformats.org/officeDocument/2006/relationships/image" Target="../media/image8.emf"/><Relationship Id="rId4" Type="http://schemas.openxmlformats.org/officeDocument/2006/relationships/oleObject" Target="../embeddings/oleObject9.bin"/></Relationships>
</file>

<file path=ppt/slideLayouts/_rels/slideLayout6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1.xml"/><Relationship Id="rId1" Type="http://schemas.openxmlformats.org/officeDocument/2006/relationships/tags" Target="../tags/tag20.xml"/><Relationship Id="rId5" Type="http://schemas.openxmlformats.org/officeDocument/2006/relationships/image" Target="../media/image8.emf"/><Relationship Id="rId4" Type="http://schemas.openxmlformats.org/officeDocument/2006/relationships/oleObject" Target="../embeddings/oleObject10.bin"/></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503992" y="5791234"/>
            <a:ext cx="5592011" cy="505645"/>
          </a:xfrm>
          <a:prstGeom prst="rect">
            <a:avLst/>
          </a:prstGeom>
        </p:spPr>
        <p:txBody>
          <a:bodyPr lIns="0" tIns="0" rIns="0" bIns="0" anchor="b" anchorCtr="0">
            <a:noAutofit/>
          </a:bodyPr>
          <a:lstStyle>
            <a:lvl1pPr marL="0" indent="0" algn="l">
              <a:lnSpc>
                <a:spcPct val="100000"/>
              </a:lnSpc>
              <a:spcAft>
                <a:spcPts val="0"/>
              </a:spcAft>
              <a:buNone/>
              <a:defRPr sz="1941" b="1">
                <a:solidFill>
                  <a:schemeClr val="bg1"/>
                </a:solidFill>
              </a:defRPr>
            </a:lvl1pPr>
            <a:lvl2pPr marL="0" marR="0" indent="0" algn="l" defTabSz="1219144" rtl="0" eaLnBrk="1" fontAlgn="auto" latinLnBrk="0" hangingPunct="1">
              <a:lnSpc>
                <a:spcPct val="100000"/>
              </a:lnSpc>
              <a:spcBef>
                <a:spcPts val="0"/>
              </a:spcBef>
              <a:spcAft>
                <a:spcPts val="0"/>
              </a:spcAft>
              <a:buClrTx/>
              <a:buSzPct val="100000"/>
              <a:buFont typeface="Arial"/>
              <a:buNone/>
              <a:tabLst/>
              <a:defRPr sz="1941" b="0">
                <a:solidFill>
                  <a:schemeClr val="bg1"/>
                </a:solidFill>
              </a:defRPr>
            </a:lvl2pPr>
            <a:lvl3pPr marL="0" indent="0" algn="l">
              <a:spcAft>
                <a:spcPts val="0"/>
              </a:spcAft>
              <a:buNone/>
              <a:defRPr sz="2134">
                <a:solidFill>
                  <a:schemeClr val="bg1"/>
                </a:solidFill>
              </a:defRPr>
            </a:lvl3pPr>
            <a:lvl4pPr marL="1828717" indent="0" algn="ctr">
              <a:buNone/>
              <a:defRPr sz="2134"/>
            </a:lvl4pPr>
            <a:lvl5pPr marL="2438289" indent="0" algn="ctr">
              <a:buNone/>
              <a:defRPr sz="2134"/>
            </a:lvl5pPr>
            <a:lvl6pPr marL="3047862" indent="0" algn="ctr">
              <a:buNone/>
              <a:defRPr sz="2134"/>
            </a:lvl6pPr>
            <a:lvl7pPr marL="3657433" indent="0" algn="ctr">
              <a:buNone/>
              <a:defRPr sz="2134"/>
            </a:lvl7pPr>
            <a:lvl8pPr marL="4267005" indent="0" algn="ctr">
              <a:buNone/>
              <a:defRPr sz="2134"/>
            </a:lvl8pPr>
            <a:lvl9pPr marL="4876579" indent="0" algn="ctr">
              <a:buNone/>
              <a:defRPr sz="2134"/>
            </a:lvl9pPr>
          </a:lstStyle>
          <a:p>
            <a:r>
              <a:rPr lang="en-US" noProof="0"/>
              <a:t>Click to edit Master title style</a:t>
            </a:r>
          </a:p>
          <a:p>
            <a:pPr marL="0" marR="0" lvl="1" indent="0" algn="l" defTabSz="1219144" rtl="0" eaLnBrk="1" fontAlgn="auto" latinLnBrk="0" hangingPunct="1">
              <a:lnSpc>
                <a:spcPct val="100000"/>
              </a:lnSpc>
              <a:spcBef>
                <a:spcPts val="0"/>
              </a:spcBef>
              <a:spcAft>
                <a:spcPts val="0"/>
              </a:spcAft>
              <a:buClrTx/>
              <a:buSzPct val="100000"/>
              <a:buFont typeface="Arial"/>
              <a:buNone/>
              <a:tabLst/>
              <a:defRPr/>
            </a:pPr>
            <a:r>
              <a:rPr lang="en-US" noProof="0"/>
              <a:t>Click to edit Master subtitle style</a:t>
            </a:r>
          </a:p>
        </p:txBody>
      </p:sp>
      <p:sp>
        <p:nvSpPr>
          <p:cNvPr id="5" name="Text Placeholder 4"/>
          <p:cNvSpPr>
            <a:spLocks noGrp="1"/>
          </p:cNvSpPr>
          <p:nvPr>
            <p:ph type="body" sz="quarter" idx="10"/>
          </p:nvPr>
        </p:nvSpPr>
        <p:spPr>
          <a:xfrm>
            <a:off x="501651" y="6340383"/>
            <a:ext cx="5594350" cy="298450"/>
          </a:xfrm>
          <a:prstGeom prst="rect">
            <a:avLst/>
          </a:prstGeom>
        </p:spPr>
        <p:txBody>
          <a:bodyPr/>
          <a:lstStyle>
            <a:lvl1pPr>
              <a:spcAft>
                <a:spcPts val="0"/>
              </a:spcAft>
              <a:defRPr sz="1059">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Tree>
    <p:extLst>
      <p:ext uri="{BB962C8B-B14F-4D97-AF65-F5344CB8AC3E}">
        <p14:creationId xmlns:p14="http://schemas.microsoft.com/office/powerpoint/2010/main" val="77745919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633">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p:cNvSpPr>
          <p:nvPr>
            <p:ph type="pic" sz="quarter" idx="11"/>
          </p:nvPr>
        </p:nvSpPr>
        <p:spPr>
          <a:xfrm>
            <a:off x="3601789" y="1066768"/>
            <a:ext cx="4988426" cy="4724464"/>
          </a:xfrm>
          <a:prstGeom prst="rect">
            <a:avLst/>
          </a:prstGeom>
        </p:spPr>
        <p:txBody>
          <a:bodyPr vert="horz" lIns="0" tIns="0" rIns="0" bIns="0" rtlCol="0">
            <a:noAutofit/>
          </a:bodyPr>
          <a:lstStyle>
            <a:lvl1pPr>
              <a:defRPr lang="en-US" noProof="0" dirty="0">
                <a:solidFill>
                  <a:schemeClr val="tx1"/>
                </a:solidFill>
              </a:defRPr>
            </a:lvl1pPr>
          </a:lstStyle>
          <a:p>
            <a:pPr lvl="0"/>
            <a:r>
              <a:rPr lang="en-US" noProof="0"/>
              <a:t>Click icon to add picture</a:t>
            </a:r>
          </a:p>
        </p:txBody>
      </p:sp>
      <p:sp>
        <p:nvSpPr>
          <p:cNvPr id="3" name="Subtitle 2"/>
          <p:cNvSpPr>
            <a:spLocks noGrp="1"/>
          </p:cNvSpPr>
          <p:nvPr>
            <p:ph type="subTitle" idx="1" hasCustomPrompt="1"/>
          </p:nvPr>
        </p:nvSpPr>
        <p:spPr bwMode="gray">
          <a:xfrm>
            <a:off x="501652" y="5864231"/>
            <a:ext cx="5594348" cy="505645"/>
          </a:xfrm>
          <a:prstGeom prst="rect">
            <a:avLst/>
          </a:prstGeom>
        </p:spPr>
        <p:txBody>
          <a:bodyPr lIns="0" tIns="0" rIns="0" bIns="0" anchor="b" anchorCtr="0">
            <a:noAutofit/>
          </a:bodyPr>
          <a:lstStyle>
            <a:lvl1pPr marL="0" indent="0" algn="l">
              <a:lnSpc>
                <a:spcPct val="100000"/>
              </a:lnSpc>
              <a:spcAft>
                <a:spcPts val="0"/>
              </a:spcAft>
              <a:buNone/>
              <a:defRPr sz="2399" b="1">
                <a:solidFill>
                  <a:schemeClr val="tx1"/>
                </a:solidFill>
              </a:defRPr>
            </a:lvl1pPr>
            <a:lvl2pPr marL="0" indent="0" algn="l">
              <a:buNone/>
              <a:defRPr sz="2134" b="0"/>
            </a:lvl2pPr>
            <a:lvl3pPr marL="1219144" indent="0" algn="ctr">
              <a:buNone/>
              <a:defRPr sz="2399"/>
            </a:lvl3pPr>
            <a:lvl4pPr marL="1828717" indent="0" algn="ctr">
              <a:buNone/>
              <a:defRPr sz="2134"/>
            </a:lvl4pPr>
            <a:lvl5pPr marL="2438289" indent="0" algn="ctr">
              <a:buNone/>
              <a:defRPr sz="2134"/>
            </a:lvl5pPr>
            <a:lvl6pPr marL="3047862" indent="0" algn="ctr">
              <a:buNone/>
              <a:defRPr sz="2134"/>
            </a:lvl6pPr>
            <a:lvl7pPr marL="3657433" indent="0" algn="ctr">
              <a:buNone/>
              <a:defRPr sz="2134"/>
            </a:lvl7pPr>
            <a:lvl8pPr marL="4267005" indent="0" algn="ctr">
              <a:buNone/>
              <a:defRPr sz="2134"/>
            </a:lvl8pPr>
            <a:lvl9pPr marL="4876579" indent="0" algn="ctr">
              <a:buNone/>
              <a:defRPr sz="2134"/>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501651" y="6381753"/>
            <a:ext cx="5594350" cy="298450"/>
          </a:xfrm>
          <a:prstGeom prst="rect">
            <a:avLst/>
          </a:prstGeom>
        </p:spPr>
        <p:txBody>
          <a:bodyPr/>
          <a:lstStyle>
            <a:lvl1pPr>
              <a:spcAft>
                <a:spcPts val="0"/>
              </a:spcAft>
              <a:defRPr sz="1333">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9" name="Group 18"/>
          <p:cNvGrpSpPr>
            <a:grpSpLocks noChangeAspect="1"/>
          </p:cNvGrpSpPr>
          <p:nvPr userDrawn="1"/>
        </p:nvGrpSpPr>
        <p:grpSpPr>
          <a:xfrm>
            <a:off x="501652" y="403413"/>
            <a:ext cx="1762941" cy="330353"/>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grpSp>
    </p:spTree>
    <p:extLst>
      <p:ext uri="{BB962C8B-B14F-4D97-AF65-F5344CB8AC3E}">
        <p14:creationId xmlns:p14="http://schemas.microsoft.com/office/powerpoint/2010/main" val="2863130007"/>
      </p:ext>
    </p:extLst>
  </p:cSld>
  <p:clrMapOvr>
    <a:masterClrMapping/>
  </p:clrMapOvr>
  <p:transition>
    <p:fade/>
  </p:transition>
  <p:extLst>
    <p:ext uri="{DCECCB84-F9BA-43D5-87BE-67443E8EF086}">
      <p15:sldGuideLst xmlns:p15="http://schemas.microsoft.com/office/powerpoint/2012/main">
        <p15:guide id="1" orient="horz" pos="4633">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green">
    <p:bg bwMode="gray">
      <p:bgPr>
        <a:solidFill>
          <a:schemeClr val="tx1"/>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373998"/>
            <a:ext cx="12192000" cy="6007753"/>
          </a:xfrm>
        </p:spPr>
        <p:txBody>
          <a:bodyPr/>
          <a:lstStyle/>
          <a:p>
            <a:endParaRPr lang="en-US"/>
          </a:p>
        </p:txBody>
      </p:sp>
      <p:grpSp>
        <p:nvGrpSpPr>
          <p:cNvPr id="9" name="Group 8"/>
          <p:cNvGrpSpPr/>
          <p:nvPr userDrawn="1"/>
        </p:nvGrpSpPr>
        <p:grpSpPr>
          <a:xfrm>
            <a:off x="0" y="4629686"/>
            <a:ext cx="12191998" cy="1369921"/>
            <a:chOff x="0" y="5246975"/>
            <a:chExt cx="13817598" cy="1552577"/>
          </a:xfrm>
        </p:grpSpPr>
        <p:sp>
          <p:nvSpPr>
            <p:cNvPr id="10" name="Freeform 9"/>
            <p:cNvSpPr/>
            <p:nvPr/>
          </p:nvSpPr>
          <p:spPr bwMode="gray">
            <a:xfrm>
              <a:off x="0" y="5256502"/>
              <a:ext cx="8713694" cy="1543050"/>
            </a:xfrm>
            <a:custGeom>
              <a:avLst/>
              <a:gdLst>
                <a:gd name="connsiteX0" fmla="*/ 0 w 8820150"/>
                <a:gd name="connsiteY0" fmla="*/ 0 h 1543050"/>
                <a:gd name="connsiteX1" fmla="*/ 8820150 w 8820150"/>
                <a:gd name="connsiteY1" fmla="*/ 0 h 1543050"/>
                <a:gd name="connsiteX2" fmla="*/ 7277100 w 8820150"/>
                <a:gd name="connsiteY2" fmla="*/ 1543050 h 1543050"/>
                <a:gd name="connsiteX3" fmla="*/ 0 w 8820150"/>
                <a:gd name="connsiteY3" fmla="*/ 1543050 h 1543050"/>
                <a:gd name="connsiteX4" fmla="*/ 0 w 8820150"/>
                <a:gd name="connsiteY4" fmla="*/ 0 h 1543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0150" h="1543050">
                  <a:moveTo>
                    <a:pt x="0" y="0"/>
                  </a:moveTo>
                  <a:lnTo>
                    <a:pt x="8820150" y="0"/>
                  </a:lnTo>
                  <a:lnTo>
                    <a:pt x="7277100" y="1543050"/>
                  </a:lnTo>
                  <a:lnTo>
                    <a:pt x="0" y="1543050"/>
                  </a:lnTo>
                  <a:lnTo>
                    <a:pt x="0" y="0"/>
                  </a:lnTo>
                  <a:close/>
                </a:path>
              </a:pathLst>
            </a:custGeom>
            <a:solidFill>
              <a:schemeClr val="tx1">
                <a:alpha val="82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12" b="1">
                <a:solidFill>
                  <a:prstClr val="white"/>
                </a:solidFill>
              </a:endParaRPr>
            </a:p>
          </p:txBody>
        </p:sp>
        <p:sp>
          <p:nvSpPr>
            <p:cNvPr id="11" name="Freeform 10"/>
            <p:cNvSpPr/>
            <p:nvPr/>
          </p:nvSpPr>
          <p:spPr bwMode="gray">
            <a:xfrm flipH="1" flipV="1">
              <a:off x="7342094" y="5246975"/>
              <a:ext cx="6475504" cy="1552575"/>
            </a:xfrm>
            <a:custGeom>
              <a:avLst/>
              <a:gdLst>
                <a:gd name="connsiteX0" fmla="*/ 0 w 8820150"/>
                <a:gd name="connsiteY0" fmla="*/ 0 h 1543050"/>
                <a:gd name="connsiteX1" fmla="*/ 8820150 w 8820150"/>
                <a:gd name="connsiteY1" fmla="*/ 0 h 1543050"/>
                <a:gd name="connsiteX2" fmla="*/ 7277100 w 8820150"/>
                <a:gd name="connsiteY2" fmla="*/ 1543050 h 1543050"/>
                <a:gd name="connsiteX3" fmla="*/ 0 w 8820150"/>
                <a:gd name="connsiteY3" fmla="*/ 1543050 h 1543050"/>
                <a:gd name="connsiteX4" fmla="*/ 0 w 8820150"/>
                <a:gd name="connsiteY4" fmla="*/ 0 h 1543050"/>
                <a:gd name="connsiteX0" fmla="*/ 0 w 8820150"/>
                <a:gd name="connsiteY0" fmla="*/ 0 h 1543050"/>
                <a:gd name="connsiteX1" fmla="*/ 8820150 w 8820150"/>
                <a:gd name="connsiteY1" fmla="*/ 0 h 1543050"/>
                <a:gd name="connsiteX2" fmla="*/ 6826217 w 8820150"/>
                <a:gd name="connsiteY2" fmla="*/ 1447800 h 1543050"/>
                <a:gd name="connsiteX3" fmla="*/ 0 w 8820150"/>
                <a:gd name="connsiteY3" fmla="*/ 1543050 h 1543050"/>
                <a:gd name="connsiteX4" fmla="*/ 0 w 8820150"/>
                <a:gd name="connsiteY4" fmla="*/ 0 h 1543050"/>
                <a:gd name="connsiteX0" fmla="*/ 0 w 8820150"/>
                <a:gd name="connsiteY0" fmla="*/ 0 h 1552575"/>
                <a:gd name="connsiteX1" fmla="*/ 8820150 w 8820150"/>
                <a:gd name="connsiteY1" fmla="*/ 0 h 1552575"/>
                <a:gd name="connsiteX2" fmla="*/ 6787571 w 8820150"/>
                <a:gd name="connsiteY2" fmla="*/ 1552575 h 1552575"/>
                <a:gd name="connsiteX3" fmla="*/ 0 w 8820150"/>
                <a:gd name="connsiteY3" fmla="*/ 1543050 h 1552575"/>
                <a:gd name="connsiteX4" fmla="*/ 0 w 8820150"/>
                <a:gd name="connsiteY4" fmla="*/ 0 h 1552575"/>
                <a:gd name="connsiteX0" fmla="*/ 0 w 8858797"/>
                <a:gd name="connsiteY0" fmla="*/ 0 h 1552575"/>
                <a:gd name="connsiteX1" fmla="*/ 8858797 w 8858797"/>
                <a:gd name="connsiteY1" fmla="*/ 9525 h 1552575"/>
                <a:gd name="connsiteX2" fmla="*/ 6787571 w 8858797"/>
                <a:gd name="connsiteY2" fmla="*/ 1552575 h 1552575"/>
                <a:gd name="connsiteX3" fmla="*/ 0 w 8858797"/>
                <a:gd name="connsiteY3" fmla="*/ 1543050 h 1552575"/>
                <a:gd name="connsiteX4" fmla="*/ 0 w 8858797"/>
                <a:gd name="connsiteY4" fmla="*/ 0 h 1552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8797" h="1552575">
                  <a:moveTo>
                    <a:pt x="0" y="0"/>
                  </a:moveTo>
                  <a:lnTo>
                    <a:pt x="8858797" y="9525"/>
                  </a:lnTo>
                  <a:lnTo>
                    <a:pt x="6787571" y="1552575"/>
                  </a:lnTo>
                  <a:lnTo>
                    <a:pt x="0" y="1543050"/>
                  </a:lnTo>
                  <a:lnTo>
                    <a:pt x="0" y="0"/>
                  </a:lnTo>
                  <a:close/>
                </a:path>
              </a:pathLst>
            </a:custGeom>
            <a:solidFill>
              <a:schemeClr val="accent5">
                <a:alpha val="82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12" b="1">
                <a:solidFill>
                  <a:prstClr val="white"/>
                </a:solidFill>
              </a:endParaRPr>
            </a:p>
          </p:txBody>
        </p:sp>
      </p:grpSp>
      <p:sp>
        <p:nvSpPr>
          <p:cNvPr id="14" name="TextBox 13"/>
          <p:cNvSpPr txBox="1"/>
          <p:nvPr userDrawn="1"/>
        </p:nvSpPr>
        <p:spPr>
          <a:xfrm>
            <a:off x="501653"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a:solidFill>
                  <a:prstClr val="white"/>
                </a:solidFill>
              </a:rPr>
              <a:t>© 2017 Deloitte Touche Tohmatsu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a:solidFill>
                <a:prstClr val="white"/>
              </a:solidFill>
            </a:endParaRPr>
          </a:p>
        </p:txBody>
      </p:sp>
      <p:sp>
        <p:nvSpPr>
          <p:cNvPr id="3" name="Text Placeholder 2"/>
          <p:cNvSpPr>
            <a:spLocks noGrp="1"/>
          </p:cNvSpPr>
          <p:nvPr>
            <p:ph type="body" idx="1"/>
          </p:nvPr>
        </p:nvSpPr>
        <p:spPr bwMode="gray">
          <a:xfrm>
            <a:off x="0" y="4537180"/>
            <a:ext cx="12192000"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573" indent="0">
              <a:buNone/>
              <a:defRPr sz="2667">
                <a:solidFill>
                  <a:schemeClr val="tx1">
                    <a:tint val="75000"/>
                  </a:schemeClr>
                </a:solidFill>
              </a:defRPr>
            </a:lvl2pPr>
            <a:lvl3pPr marL="1219144" indent="0">
              <a:buNone/>
              <a:defRPr sz="2399">
                <a:solidFill>
                  <a:schemeClr val="tx1">
                    <a:tint val="75000"/>
                  </a:schemeClr>
                </a:solidFill>
              </a:defRPr>
            </a:lvl3pPr>
            <a:lvl4pPr marL="1828717" indent="0">
              <a:buNone/>
              <a:defRPr sz="2134">
                <a:solidFill>
                  <a:schemeClr val="tx1">
                    <a:tint val="75000"/>
                  </a:schemeClr>
                </a:solidFill>
              </a:defRPr>
            </a:lvl4pPr>
            <a:lvl5pPr marL="2438289" indent="0">
              <a:buNone/>
              <a:defRPr sz="2134">
                <a:solidFill>
                  <a:schemeClr val="tx1">
                    <a:tint val="75000"/>
                  </a:schemeClr>
                </a:solidFill>
              </a:defRPr>
            </a:lvl5pPr>
            <a:lvl6pPr marL="3047862" indent="0">
              <a:buNone/>
              <a:defRPr sz="2134">
                <a:solidFill>
                  <a:schemeClr val="tx1">
                    <a:tint val="75000"/>
                  </a:schemeClr>
                </a:solidFill>
              </a:defRPr>
            </a:lvl6pPr>
            <a:lvl7pPr marL="3657433" indent="0">
              <a:buNone/>
              <a:defRPr sz="2134">
                <a:solidFill>
                  <a:schemeClr val="tx1">
                    <a:tint val="75000"/>
                  </a:schemeClr>
                </a:solidFill>
              </a:defRPr>
            </a:lvl7pPr>
            <a:lvl8pPr marL="4267005" indent="0">
              <a:buNone/>
              <a:defRPr sz="2134">
                <a:solidFill>
                  <a:schemeClr val="tx1">
                    <a:tint val="75000"/>
                  </a:schemeClr>
                </a:solidFill>
              </a:defRPr>
            </a:lvl8pPr>
            <a:lvl9pPr marL="4876579" indent="0">
              <a:buNone/>
              <a:defRPr sz="2134">
                <a:solidFill>
                  <a:schemeClr val="tx1">
                    <a:tint val="75000"/>
                  </a:schemeClr>
                </a:solidFill>
              </a:defRPr>
            </a:lvl9pPr>
          </a:lstStyle>
          <a:p>
            <a:pPr lvl="0"/>
            <a:r>
              <a:rPr lang="en-US" noProof="0"/>
              <a:t>Click to edit Master text styles</a:t>
            </a:r>
          </a:p>
        </p:txBody>
      </p:sp>
      <p:sp>
        <p:nvSpPr>
          <p:cNvPr id="12" name="TextBox 11"/>
          <p:cNvSpPr txBox="1"/>
          <p:nvPr userDrawn="1"/>
        </p:nvSpPr>
        <p:spPr>
          <a:xfrm>
            <a:off x="5843374" y="6501538"/>
            <a:ext cx="5833532" cy="170741"/>
          </a:xfrm>
          <a:prstGeom prst="rect">
            <a:avLst/>
          </a:prstGeom>
          <a:noFill/>
        </p:spPr>
        <p:txBody>
          <a:bodyPr wrap="square" lIns="0" tIns="0" rIns="0" bIns="0" rtlCol="0">
            <a:noAutofit/>
          </a:bodyPr>
          <a:lstStyle/>
          <a:p>
            <a:pPr>
              <a:spcBef>
                <a:spcPts val="800"/>
              </a:spcBef>
              <a:buSzPct val="100000"/>
              <a:buFont typeface="Arial"/>
              <a:buNone/>
            </a:pPr>
            <a:r>
              <a:rPr lang="en-US" sz="867">
                <a:solidFill>
                  <a:prstClr val="white"/>
                </a:solidFill>
              </a:rPr>
              <a:t>Presentation on Supply, Implementation and Maintenance of an ERP solution to Hirdaramani Group</a:t>
            </a:r>
            <a:endParaRPr lang="fr-FR" sz="867">
              <a:solidFill>
                <a:prstClr val="white"/>
              </a:solidFill>
            </a:endParaRPr>
          </a:p>
        </p:txBody>
      </p:sp>
    </p:spTree>
    <p:extLst>
      <p:ext uri="{BB962C8B-B14F-4D97-AF65-F5344CB8AC3E}">
        <p14:creationId xmlns:p14="http://schemas.microsoft.com/office/powerpoint/2010/main" val="3298523688"/>
      </p:ext>
    </p:extLst>
  </p:cSld>
  <p:clrMapOvr>
    <a:masterClrMapping/>
  </p:clrMapOvr>
  <p:transition>
    <p:fade/>
  </p:transition>
  <p:extLst>
    <p:ext uri="{DCECCB84-F9BA-43D5-87BE-67443E8EF086}">
      <p15:sldGuideLst xmlns:p15="http://schemas.microsoft.com/office/powerpoint/2012/main">
        <p15:guide id="1" orient="horz" pos="244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tx1"/>
        </a:solidFill>
        <a:effectLst/>
      </p:bgPr>
    </p:bg>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2583" y="0"/>
            <a:ext cx="12277165" cy="6858000"/>
          </a:xfrm>
          <a:prstGeom prst="rect">
            <a:avLst/>
          </a:prstGeom>
        </p:spPr>
      </p:pic>
      <p:sp>
        <p:nvSpPr>
          <p:cNvPr id="14" name="TextBox 13"/>
          <p:cNvSpPr txBox="1"/>
          <p:nvPr userDrawn="1"/>
        </p:nvSpPr>
        <p:spPr>
          <a:xfrm>
            <a:off x="501653"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a:solidFill>
                  <a:prstClr val="white"/>
                </a:solidFill>
              </a:rPr>
              <a:t>© 2017 Deloitte Touche Tohmatsu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a:solidFill>
                <a:prstClr val="white"/>
              </a:solidFill>
            </a:endParaRPr>
          </a:p>
        </p:txBody>
      </p:sp>
      <p:sp>
        <p:nvSpPr>
          <p:cNvPr id="8" name="Rectangle 3"/>
          <p:cNvSpPr/>
          <p:nvPr userDrawn="1"/>
        </p:nvSpPr>
        <p:spPr bwMode="gray">
          <a:xfrm>
            <a:off x="-44822" y="2636887"/>
            <a:ext cx="6262688" cy="1584231"/>
          </a:xfrm>
          <a:custGeom>
            <a:avLst/>
            <a:gdLst>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9524" h="1795462">
                <a:moveTo>
                  <a:pt x="0" y="0"/>
                </a:moveTo>
                <a:lnTo>
                  <a:pt x="7479448" y="0"/>
                </a:lnTo>
                <a:cubicBezTo>
                  <a:pt x="7343950" y="420687"/>
                  <a:pt x="7280498" y="1222375"/>
                  <a:pt x="7519524" y="1795462"/>
                </a:cubicBezTo>
                <a:lnTo>
                  <a:pt x="0" y="1795462"/>
                </a:lnTo>
                <a:lnTo>
                  <a:pt x="0" y="0"/>
                </a:lnTo>
                <a:close/>
              </a:path>
            </a:pathLst>
          </a:custGeom>
          <a:solidFill>
            <a:srgbClr val="000000">
              <a:alpha val="80000"/>
            </a:srgbClr>
          </a:solidFill>
          <a:ln w="19050" algn="ctr">
            <a:noFill/>
            <a:miter lim="800000"/>
            <a:headEnd/>
            <a:tailEnd/>
          </a:ln>
        </p:spPr>
        <p:txBody>
          <a:bodyPr wrap="square" lIns="78438" tIns="78438" rIns="78438" bIns="78438" rtlCol="0" anchor="ctr"/>
          <a:lstStyle/>
          <a:p>
            <a:pPr algn="ctr">
              <a:lnSpc>
                <a:spcPct val="106000"/>
              </a:lnSpc>
              <a:buFont typeface="Wingdings 2" pitchFamily="18" charset="2"/>
              <a:buNone/>
            </a:pPr>
            <a:endParaRPr lang="en-US" sz="1412" b="1">
              <a:solidFill>
                <a:prstClr val="white"/>
              </a:solidFill>
            </a:endParaRPr>
          </a:p>
        </p:txBody>
      </p:sp>
      <p:sp>
        <p:nvSpPr>
          <p:cNvPr id="3" name="Text Placeholder 2"/>
          <p:cNvSpPr>
            <a:spLocks noGrp="1"/>
          </p:cNvSpPr>
          <p:nvPr>
            <p:ph type="body" idx="1"/>
          </p:nvPr>
        </p:nvSpPr>
        <p:spPr bwMode="gray">
          <a:xfrm>
            <a:off x="-42580" y="2645736"/>
            <a:ext cx="6200214"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573" indent="0">
              <a:buNone/>
              <a:defRPr sz="2667">
                <a:solidFill>
                  <a:schemeClr val="tx1">
                    <a:tint val="75000"/>
                  </a:schemeClr>
                </a:solidFill>
              </a:defRPr>
            </a:lvl2pPr>
            <a:lvl3pPr marL="1219144" indent="0">
              <a:buNone/>
              <a:defRPr sz="2399">
                <a:solidFill>
                  <a:schemeClr val="tx1">
                    <a:tint val="75000"/>
                  </a:schemeClr>
                </a:solidFill>
              </a:defRPr>
            </a:lvl3pPr>
            <a:lvl4pPr marL="1828717" indent="0">
              <a:buNone/>
              <a:defRPr sz="2134">
                <a:solidFill>
                  <a:schemeClr val="tx1">
                    <a:tint val="75000"/>
                  </a:schemeClr>
                </a:solidFill>
              </a:defRPr>
            </a:lvl4pPr>
            <a:lvl5pPr marL="2438289" indent="0">
              <a:buNone/>
              <a:defRPr sz="2134">
                <a:solidFill>
                  <a:schemeClr val="tx1">
                    <a:tint val="75000"/>
                  </a:schemeClr>
                </a:solidFill>
              </a:defRPr>
            </a:lvl5pPr>
            <a:lvl6pPr marL="3047862" indent="0">
              <a:buNone/>
              <a:defRPr sz="2134">
                <a:solidFill>
                  <a:schemeClr val="tx1">
                    <a:tint val="75000"/>
                  </a:schemeClr>
                </a:solidFill>
              </a:defRPr>
            </a:lvl6pPr>
            <a:lvl7pPr marL="3657433" indent="0">
              <a:buNone/>
              <a:defRPr sz="2134">
                <a:solidFill>
                  <a:schemeClr val="tx1">
                    <a:tint val="75000"/>
                  </a:schemeClr>
                </a:solidFill>
              </a:defRPr>
            </a:lvl7pPr>
            <a:lvl8pPr marL="4267005" indent="0">
              <a:buNone/>
              <a:defRPr sz="2134">
                <a:solidFill>
                  <a:schemeClr val="tx1">
                    <a:tint val="75000"/>
                  </a:schemeClr>
                </a:solidFill>
              </a:defRPr>
            </a:lvl8pPr>
            <a:lvl9pPr marL="4876579" indent="0">
              <a:buNone/>
              <a:defRPr sz="2134">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1129221573"/>
      </p:ext>
    </p:extLst>
  </p:cSld>
  <p:clrMapOvr>
    <a:masterClrMapping/>
  </p:clrMapOvr>
  <p:transition>
    <p:fade/>
  </p:transition>
  <p:extLst>
    <p:ext uri="{DCECCB84-F9BA-43D5-87BE-67443E8EF086}">
      <p15:sldGuideLst xmlns:p15="http://schemas.microsoft.com/office/powerpoint/2012/main">
        <p15:guide id="1" orient="horz" pos="244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2_Divider - Deloitte dark green">
    <p:bg bwMode="gray">
      <p:bgPr>
        <a:solidFill>
          <a:schemeClr val="tx1"/>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2583" y="0"/>
            <a:ext cx="12277165" cy="6858000"/>
          </a:xfrm>
          <a:prstGeom prst="rect">
            <a:avLst/>
          </a:prstGeom>
        </p:spPr>
      </p:pic>
      <p:sp>
        <p:nvSpPr>
          <p:cNvPr id="14" name="TextBox 13"/>
          <p:cNvSpPr txBox="1"/>
          <p:nvPr userDrawn="1"/>
        </p:nvSpPr>
        <p:spPr>
          <a:xfrm>
            <a:off x="501653"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a:solidFill>
                  <a:prstClr val="white"/>
                </a:solidFill>
              </a:rPr>
              <a:t>© 2017 Deloitte Touche Tohmatsu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a:solidFill>
                <a:prstClr val="white"/>
              </a:solidFill>
            </a:endParaRPr>
          </a:p>
        </p:txBody>
      </p:sp>
      <p:sp>
        <p:nvSpPr>
          <p:cNvPr id="8" name="Rectangle 3"/>
          <p:cNvSpPr/>
          <p:nvPr userDrawn="1"/>
        </p:nvSpPr>
        <p:spPr bwMode="gray">
          <a:xfrm>
            <a:off x="-44822" y="2636887"/>
            <a:ext cx="6262688" cy="1584231"/>
          </a:xfrm>
          <a:custGeom>
            <a:avLst/>
            <a:gdLst>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9524" h="1795462">
                <a:moveTo>
                  <a:pt x="0" y="0"/>
                </a:moveTo>
                <a:lnTo>
                  <a:pt x="7479448" y="0"/>
                </a:lnTo>
                <a:cubicBezTo>
                  <a:pt x="7343950" y="420687"/>
                  <a:pt x="7280498" y="1222375"/>
                  <a:pt x="7519524" y="1795462"/>
                </a:cubicBezTo>
                <a:lnTo>
                  <a:pt x="0" y="1795462"/>
                </a:lnTo>
                <a:lnTo>
                  <a:pt x="0" y="0"/>
                </a:lnTo>
                <a:close/>
              </a:path>
            </a:pathLst>
          </a:custGeom>
          <a:solidFill>
            <a:srgbClr val="000000">
              <a:alpha val="80000"/>
            </a:srgbClr>
          </a:solidFill>
          <a:ln w="19050" algn="ctr">
            <a:noFill/>
            <a:miter lim="800000"/>
            <a:headEnd/>
            <a:tailEnd/>
          </a:ln>
        </p:spPr>
        <p:txBody>
          <a:bodyPr wrap="square" lIns="78438" tIns="78438" rIns="78438" bIns="78438" rtlCol="0" anchor="ctr"/>
          <a:lstStyle/>
          <a:p>
            <a:pPr algn="ctr">
              <a:lnSpc>
                <a:spcPct val="106000"/>
              </a:lnSpc>
              <a:buFont typeface="Wingdings 2" pitchFamily="18" charset="2"/>
              <a:buNone/>
            </a:pPr>
            <a:endParaRPr lang="en-US" sz="1412" b="1">
              <a:solidFill>
                <a:prstClr val="white"/>
              </a:solidFill>
            </a:endParaRPr>
          </a:p>
        </p:txBody>
      </p:sp>
      <p:sp>
        <p:nvSpPr>
          <p:cNvPr id="3" name="Text Placeholder 2"/>
          <p:cNvSpPr>
            <a:spLocks noGrp="1"/>
          </p:cNvSpPr>
          <p:nvPr>
            <p:ph type="body" idx="1"/>
          </p:nvPr>
        </p:nvSpPr>
        <p:spPr bwMode="gray">
          <a:xfrm>
            <a:off x="-42580" y="2645736"/>
            <a:ext cx="6200214"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573" indent="0">
              <a:buNone/>
              <a:defRPr sz="2667">
                <a:solidFill>
                  <a:schemeClr val="tx1">
                    <a:tint val="75000"/>
                  </a:schemeClr>
                </a:solidFill>
              </a:defRPr>
            </a:lvl2pPr>
            <a:lvl3pPr marL="1219144" indent="0">
              <a:buNone/>
              <a:defRPr sz="2399">
                <a:solidFill>
                  <a:schemeClr val="tx1">
                    <a:tint val="75000"/>
                  </a:schemeClr>
                </a:solidFill>
              </a:defRPr>
            </a:lvl3pPr>
            <a:lvl4pPr marL="1828717" indent="0">
              <a:buNone/>
              <a:defRPr sz="2134">
                <a:solidFill>
                  <a:schemeClr val="tx1">
                    <a:tint val="75000"/>
                  </a:schemeClr>
                </a:solidFill>
              </a:defRPr>
            </a:lvl4pPr>
            <a:lvl5pPr marL="2438289" indent="0">
              <a:buNone/>
              <a:defRPr sz="2134">
                <a:solidFill>
                  <a:schemeClr val="tx1">
                    <a:tint val="75000"/>
                  </a:schemeClr>
                </a:solidFill>
              </a:defRPr>
            </a:lvl5pPr>
            <a:lvl6pPr marL="3047862" indent="0">
              <a:buNone/>
              <a:defRPr sz="2134">
                <a:solidFill>
                  <a:schemeClr val="tx1">
                    <a:tint val="75000"/>
                  </a:schemeClr>
                </a:solidFill>
              </a:defRPr>
            </a:lvl6pPr>
            <a:lvl7pPr marL="3657433" indent="0">
              <a:buNone/>
              <a:defRPr sz="2134">
                <a:solidFill>
                  <a:schemeClr val="tx1">
                    <a:tint val="75000"/>
                  </a:schemeClr>
                </a:solidFill>
              </a:defRPr>
            </a:lvl7pPr>
            <a:lvl8pPr marL="4267005" indent="0">
              <a:buNone/>
              <a:defRPr sz="2134">
                <a:solidFill>
                  <a:schemeClr val="tx1">
                    <a:tint val="75000"/>
                  </a:schemeClr>
                </a:solidFill>
              </a:defRPr>
            </a:lvl8pPr>
            <a:lvl9pPr marL="4876579" indent="0">
              <a:buNone/>
              <a:defRPr sz="2134">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1626866727"/>
      </p:ext>
    </p:extLst>
  </p:cSld>
  <p:clrMapOvr>
    <a:masterClrMapping/>
  </p:clrMapOvr>
  <p:transition>
    <p:fade/>
  </p:transition>
  <p:extLst>
    <p:ext uri="{DCECCB84-F9BA-43D5-87BE-67443E8EF086}">
      <p15:sldGuideLst xmlns:p15="http://schemas.microsoft.com/office/powerpoint/2012/main">
        <p15:guide id="1" orient="horz" pos="24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234567890">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1" y="651603"/>
            <a:ext cx="11162350" cy="757255"/>
          </a:xfrm>
          <a:prstGeom prst="rect">
            <a:avLst/>
          </a:prstGeom>
        </p:spPr>
        <p:txBody>
          <a:bodyPr lIns="0" tIns="0" rIns="0" bIns="0">
            <a:noAutofit/>
          </a:bodyPr>
          <a:lstStyle>
            <a:lvl1pPr marL="0" indent="0">
              <a:buNone/>
              <a:defRPr sz="1588" b="0">
                <a:solidFill>
                  <a:srgbClr val="575757"/>
                </a:solidFill>
                <a:latin typeface="+mj-lt"/>
              </a:defRPr>
            </a:lvl1pPr>
          </a:lstStyle>
          <a:p>
            <a:pPr lvl="0"/>
            <a:r>
              <a:rPr lang="en-US" noProof="0"/>
              <a:t>Click to add subtitle</a:t>
            </a:r>
          </a:p>
        </p:txBody>
      </p:sp>
      <p:sp>
        <p:nvSpPr>
          <p:cNvPr id="14" name="Title Placeholder 1"/>
          <p:cNvSpPr>
            <a:spLocks noGrp="1"/>
          </p:cNvSpPr>
          <p:nvPr>
            <p:ph type="title"/>
          </p:nvPr>
        </p:nvSpPr>
        <p:spPr>
          <a:xfrm>
            <a:off x="501651" y="317502"/>
            <a:ext cx="11162350" cy="334101"/>
          </a:xfrm>
          <a:prstGeom prst="rect">
            <a:avLst/>
          </a:prstGeom>
        </p:spPr>
        <p:txBody>
          <a:bodyPr vert="horz" lIns="0" tIns="0" rIns="0" bIns="0" rtlCol="0" anchor="t" anchorCtr="0">
            <a:noAutofit/>
          </a:bodyPr>
          <a:lstStyle>
            <a:lvl1pPr>
              <a:defRPr sz="1941">
                <a:latin typeface="+mj-lt"/>
              </a:defRPr>
            </a:lvl1pPr>
          </a:lstStyle>
          <a:p>
            <a:r>
              <a:rPr lang="en-US" noProof="0"/>
              <a:t>Click to edit Master title style</a:t>
            </a:r>
          </a:p>
        </p:txBody>
      </p:sp>
      <p:sp>
        <p:nvSpPr>
          <p:cNvPr id="8" name="Text Placeholder 18"/>
          <p:cNvSpPr>
            <a:spLocks noGrp="1"/>
          </p:cNvSpPr>
          <p:nvPr>
            <p:ph idx="1"/>
          </p:nvPr>
        </p:nvSpPr>
        <p:spPr>
          <a:xfrm>
            <a:off x="501652" y="1665288"/>
            <a:ext cx="11165417" cy="4713911"/>
          </a:xfrm>
          <a:prstGeom prst="rect">
            <a:avLst/>
          </a:prstGeom>
        </p:spPr>
        <p:txBody>
          <a:bodyPr vert="horz" lIns="0" tIns="0" rIns="0" bIns="0" rtlCol="0">
            <a:noAutofit/>
          </a:bodyPr>
          <a:lstStyle>
            <a:lvl1pPr>
              <a:spcAft>
                <a:spcPts val="1211"/>
              </a:spcAft>
              <a:defRPr sz="1235"/>
            </a:lvl1pPr>
            <a:lvl2pPr>
              <a:spcAft>
                <a:spcPts val="1211"/>
              </a:spcAft>
              <a:defRPr sz="1235"/>
            </a:lvl2pPr>
            <a:lvl3pPr>
              <a:spcAft>
                <a:spcPts val="1211"/>
              </a:spcAft>
              <a:defRPr sz="1235"/>
            </a:lvl3pPr>
            <a:lvl4pPr>
              <a:spcAft>
                <a:spcPts val="1211"/>
              </a:spcAft>
              <a:defRPr sz="1235"/>
            </a:lvl4pPr>
            <a:lvl5pPr>
              <a:spcAft>
                <a:spcPts val="1211"/>
              </a:spcAft>
              <a:defRPr sz="1235"/>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306646376"/>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Contents">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89"/>
            <a:ext cx="11252200" cy="698501"/>
          </a:xfrm>
          <a:prstGeom prst="rect">
            <a:avLst/>
          </a:prstGeom>
        </p:spPr>
        <p:txBody>
          <a:bodyPr vert="horz" lIns="0" tIns="0" rIns="0" bIns="0" rtlCol="0" anchor="t" anchorCtr="0">
            <a:noAutofit/>
          </a:bodyPr>
          <a:lstStyle>
            <a:lvl1pPr>
              <a:defRPr sz="1500"/>
            </a:lvl1pPr>
          </a:lstStyle>
          <a:p>
            <a:r>
              <a:rPr lang="en-GB" noProof="0"/>
              <a:t>Click to edit Master title style</a:t>
            </a:r>
          </a:p>
        </p:txBody>
      </p:sp>
      <p:sp>
        <p:nvSpPr>
          <p:cNvPr id="5"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500" b="0">
                <a:solidFill>
                  <a:srgbClr val="575757"/>
                </a:solidFill>
              </a:defRPr>
            </a:lvl1pPr>
          </a:lstStyle>
          <a:p>
            <a:pPr lvl="0"/>
            <a:r>
              <a:rPr lang="en-GB" noProof="0"/>
              <a:t>Click to add subtitle</a:t>
            </a:r>
          </a:p>
        </p:txBody>
      </p:sp>
      <p:sp>
        <p:nvSpPr>
          <p:cNvPr id="4" name="Content Placeholder 3"/>
          <p:cNvSpPr>
            <a:spLocks noGrp="1"/>
          </p:cNvSpPr>
          <p:nvPr>
            <p:ph sz="quarter" idx="10"/>
          </p:nvPr>
        </p:nvSpPr>
        <p:spPr>
          <a:xfrm>
            <a:off x="469904" y="1665292"/>
            <a:ext cx="9348787" cy="4633910"/>
          </a:xfrm>
          <a:prstGeom prst="rect">
            <a:avLst/>
          </a:prstGeom>
        </p:spPr>
        <p:txBody>
          <a:bodyPr/>
          <a:lstStyle>
            <a:lvl1pPr>
              <a:tabLst>
                <a:tab pos="6728924" algn="r"/>
              </a:tabLst>
              <a:defRPr/>
            </a:lvl1pPr>
            <a:lvl2pPr>
              <a:tabLst>
                <a:tab pos="6728924" algn="r"/>
              </a:tabLst>
              <a:defRPr/>
            </a:lvl2pPr>
            <a:lvl3pPr>
              <a:tabLst>
                <a:tab pos="6728924" algn="r"/>
              </a:tabLst>
              <a:defRPr/>
            </a:lvl3pPr>
            <a:lvl4pPr>
              <a:tabLst>
                <a:tab pos="6728924" algn="r"/>
              </a:tabLst>
              <a:defRPr/>
            </a:lvl4pPr>
            <a:lvl5pPr>
              <a:tabLst>
                <a:tab pos="5028834" algn="r"/>
              </a:tabLst>
              <a:defRPr baseline="0"/>
            </a:lvl5pPr>
            <a:lvl6pPr marL="356374" indent="0">
              <a:buNone/>
              <a:tabLst>
                <a:tab pos="6728924" algn="r"/>
              </a:tabLst>
              <a:defRPr/>
            </a:lvl6pPr>
            <a:lvl7pPr>
              <a:tabLst>
                <a:tab pos="6728924" algn="r"/>
              </a:tabLst>
              <a:defRPr/>
            </a:lvl7pPr>
            <a:lvl8pPr>
              <a:tabLst>
                <a:tab pos="6728924" algn="r"/>
              </a:tabLst>
              <a:defRPr/>
            </a:lvl8pPr>
            <a:lvl9pPr>
              <a:tabLst>
                <a:tab pos="6728924" algn="r"/>
              </a:tabLst>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 name="Footer Placeholder 1"/>
          <p:cNvSpPr>
            <a:spLocks noGrp="1"/>
          </p:cNvSpPr>
          <p:nvPr>
            <p:ph type="ftr" sz="quarter" idx="14"/>
          </p:nvPr>
        </p:nvSpPr>
        <p:spPr/>
        <p:txBody>
          <a:bodyPr/>
          <a:lstStyle/>
          <a:p>
            <a:endParaRPr lang="en-GB">
              <a:solidFill>
                <a:srgbClr val="000000"/>
              </a:solidFill>
            </a:endParaRPr>
          </a:p>
        </p:txBody>
      </p:sp>
    </p:spTree>
    <p:extLst>
      <p:ext uri="{BB962C8B-B14F-4D97-AF65-F5344CB8AC3E}">
        <p14:creationId xmlns:p14="http://schemas.microsoft.com/office/powerpoint/2010/main" val="71789313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Key statement white">
    <p:bg>
      <p:bgRef idx="1001">
        <a:schemeClr val="bg1"/>
      </p:bgRef>
    </p:bg>
    <p:spTree>
      <p:nvGrpSpPr>
        <p:cNvPr id="1" name=""/>
        <p:cNvGrpSpPr/>
        <p:nvPr/>
      </p:nvGrpSpPr>
      <p:grpSpPr>
        <a:xfrm>
          <a:off x="0" y="0"/>
          <a:ext cx="0" cy="0"/>
          <a:chOff x="0" y="0"/>
          <a:chExt cx="0" cy="0"/>
        </a:xfrm>
      </p:grpSpPr>
      <p:sp>
        <p:nvSpPr>
          <p:cNvPr id="3" name="Text Placeholder 3"/>
          <p:cNvSpPr>
            <a:spLocks noGrp="1"/>
          </p:cNvSpPr>
          <p:nvPr>
            <p:ph type="body" sz="quarter" idx="10"/>
          </p:nvPr>
        </p:nvSpPr>
        <p:spPr>
          <a:xfrm>
            <a:off x="501654" y="1628777"/>
            <a:ext cx="9277349" cy="4752975"/>
          </a:xfrm>
          <a:prstGeom prst="rect">
            <a:avLst/>
          </a:prstGeom>
        </p:spPr>
        <p:txBody>
          <a:bodyPr>
            <a:normAutofit/>
          </a:bodyPr>
          <a:lstStyle>
            <a:lvl1pPr marL="0" indent="0">
              <a:spcBef>
                <a:spcPts val="3600"/>
              </a:spcBef>
              <a:buFont typeface="Arial" panose="020B0604020202020204" pitchFamily="34" charset="0"/>
              <a:buChar char="​"/>
              <a:defRPr sz="2800">
                <a:solidFill>
                  <a:schemeClr val="tx1"/>
                </a:solidFill>
              </a:defRPr>
            </a:lvl1pPr>
            <a:lvl2pPr marL="0" indent="0">
              <a:defRPr sz="3000">
                <a:solidFill>
                  <a:schemeClr val="bg2"/>
                </a:solidFill>
              </a:defRPr>
            </a:lvl2pPr>
            <a:lvl3pPr marL="0" indent="0">
              <a:buNone/>
              <a:defRPr sz="3000">
                <a:solidFill>
                  <a:schemeClr val="bg2"/>
                </a:solidFill>
              </a:defRPr>
            </a:lvl3pPr>
            <a:lvl4pPr>
              <a:defRPr sz="3000">
                <a:solidFill>
                  <a:schemeClr val="bg2"/>
                </a:solidFill>
              </a:defRPr>
            </a:lvl4pPr>
            <a:lvl5pPr>
              <a:defRPr sz="3000">
                <a:solidFill>
                  <a:schemeClr val="bg2"/>
                </a:solidFill>
              </a:defRPr>
            </a:lvl5pPr>
          </a:lstStyle>
          <a:p>
            <a:pPr lvl="0"/>
            <a:r>
              <a:rPr lang="en-GB" noProof="0"/>
              <a:t>Click to edit Master text styles</a:t>
            </a:r>
          </a:p>
        </p:txBody>
      </p:sp>
      <p:sp>
        <p:nvSpPr>
          <p:cNvPr id="2" name="Footer Placeholder 1"/>
          <p:cNvSpPr>
            <a:spLocks noGrp="1"/>
          </p:cNvSpPr>
          <p:nvPr>
            <p:ph type="ftr" sz="quarter" idx="11"/>
          </p:nvPr>
        </p:nvSpPr>
        <p:spPr/>
        <p:txBody>
          <a:bodyPr/>
          <a:lstStyle/>
          <a:p>
            <a:endParaRPr lang="en-GB">
              <a:solidFill>
                <a:prstClr val="black"/>
              </a:solidFill>
            </a:endParaRPr>
          </a:p>
        </p:txBody>
      </p:sp>
    </p:spTree>
    <p:extLst>
      <p:ext uri="{BB962C8B-B14F-4D97-AF65-F5344CB8AC3E}">
        <p14:creationId xmlns:p14="http://schemas.microsoft.com/office/powerpoint/2010/main" val="2507672552"/>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userDrawn="1">
  <p:cSld name="1_End slide">
    <p:spTree>
      <p:nvGrpSpPr>
        <p:cNvPr id="1" name=""/>
        <p:cNvGrpSpPr/>
        <p:nvPr/>
      </p:nvGrpSpPr>
      <p:grpSpPr>
        <a:xfrm>
          <a:off x="0" y="0"/>
          <a:ext cx="0" cy="0"/>
          <a:chOff x="0" y="0"/>
          <a:chExt cx="0" cy="0"/>
        </a:xfrm>
      </p:grpSpPr>
      <p:sp>
        <p:nvSpPr>
          <p:cNvPr id="6" name="Text Placeholder 5"/>
          <p:cNvSpPr>
            <a:spLocks noGrp="1"/>
          </p:cNvSpPr>
          <p:nvPr>
            <p:ph type="body" sz="quarter" idx="13" hasCustomPrompt="1"/>
          </p:nvPr>
        </p:nvSpPr>
        <p:spPr>
          <a:xfrm>
            <a:off x="501653" y="4211955"/>
            <a:ext cx="8528936" cy="2169796"/>
          </a:xfrm>
        </p:spPr>
        <p:txBody>
          <a:bodyPr anchor="b" anchorCtr="0"/>
          <a:lstStyle>
            <a:lvl1pPr>
              <a:lnSpc>
                <a:spcPct val="100000"/>
              </a:lnSpc>
              <a:spcAft>
                <a:spcPts val="600"/>
              </a:spcAft>
              <a:defRPr sz="907"/>
            </a:lvl1pPr>
          </a:lstStyle>
          <a:p>
            <a:pPr lvl="0"/>
            <a:r>
              <a:rPr lang="en-US" noProof="0"/>
              <a:t>Deloitte refers to one or more of Deloitte </a:t>
            </a:r>
            <a:r>
              <a:rPr lang="en-US" noProof="0" err="1"/>
              <a:t>Touche</a:t>
            </a:r>
            <a:r>
              <a:rPr lang="en-US" noProof="0"/>
              <a:t>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lvl="0"/>
            <a:r>
              <a:rPr lang="en-US" noProof="0"/>
              <a:t>This material has been prepared by Deloitte </a:t>
            </a:r>
            <a:r>
              <a:rPr lang="en-US" noProof="0" err="1"/>
              <a:t>Touche</a:t>
            </a:r>
            <a:r>
              <a:rPr lang="en-US" noProof="0"/>
              <a:t> Tohmatsu India LLP (“DTTILLP”), a member of Deloitte </a:t>
            </a:r>
            <a:r>
              <a:rPr lang="en-US" noProof="0" err="1"/>
              <a:t>Touche</a:t>
            </a:r>
            <a:r>
              <a:rPr lang="en-US" noProof="0"/>
              <a:t>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lvl="0"/>
            <a:r>
              <a:rPr lang="en-US" noProof="0"/>
              <a:t>Nothing in this material creates any contractual relationship between DTTILLP and you. Any mutually binding legal obligations or rights may only be created between you and DTTILLP upon execution of a legally binding contract. By using this material and any information contained in it, the user accepts this entire notice and terms of use.</a:t>
            </a:r>
          </a:p>
          <a:p>
            <a:pPr lvl="0"/>
            <a:r>
              <a:rPr lang="en-US" noProof="0"/>
              <a:t>©2018 Deloitte </a:t>
            </a:r>
            <a:r>
              <a:rPr lang="en-US" noProof="0" err="1"/>
              <a:t>Touche</a:t>
            </a:r>
            <a:r>
              <a:rPr lang="en-US" noProof="0"/>
              <a:t> Tohmatsu India LLP. Member of Deloitte </a:t>
            </a:r>
            <a:r>
              <a:rPr lang="en-US" noProof="0" err="1"/>
              <a:t>Touche</a:t>
            </a:r>
            <a:r>
              <a:rPr lang="en-US" noProof="0"/>
              <a:t> Tohmatsu Limited</a:t>
            </a:r>
          </a:p>
          <a:p>
            <a:pPr lvl="0"/>
            <a:r>
              <a:rPr lang="en-US" noProof="0"/>
              <a:t>Deloitte </a:t>
            </a:r>
            <a:r>
              <a:rPr lang="en-US" noProof="0" err="1"/>
              <a:t>Touche</a:t>
            </a:r>
            <a:r>
              <a:rPr lang="en-US" noProof="0"/>
              <a:t> Tohmatsu India Private Limited (U74140MH199 5PTC093339), a private company limited by shares, was converted into Deloitte </a:t>
            </a:r>
            <a:r>
              <a:rPr lang="en-US" noProof="0" err="1"/>
              <a:t>Touche</a:t>
            </a:r>
            <a:r>
              <a:rPr lang="en-US" noProof="0"/>
              <a:t> Tohmatsu India LLP, a limited liability partnership (LLP Identification No. AAE-8458),with effect from October 1, 2015.</a:t>
            </a:r>
          </a:p>
        </p:txBody>
      </p:sp>
      <p:grpSp>
        <p:nvGrpSpPr>
          <p:cNvPr id="14" name="Group 13"/>
          <p:cNvGrpSpPr>
            <a:grpSpLocks noChangeAspect="1"/>
          </p:cNvGrpSpPr>
          <p:nvPr userDrawn="1"/>
        </p:nvGrpSpPr>
        <p:grpSpPr>
          <a:xfrm>
            <a:off x="475325" y="457200"/>
            <a:ext cx="1998000" cy="374400"/>
            <a:chOff x="398463" y="404813"/>
            <a:chExt cx="1627187" cy="307976"/>
          </a:xfrm>
          <a:solidFill>
            <a:schemeClr val="tx1"/>
          </a:solidFill>
        </p:grpSpPr>
        <p:sp>
          <p:nvSpPr>
            <p:cNvPr id="15"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6"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7"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9"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1"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1175743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1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3" y="5845181"/>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12" indent="0" algn="ctr">
              <a:buNone/>
              <a:defRPr sz="2399"/>
            </a:lvl3pPr>
            <a:lvl4pPr marL="1828667" indent="0" algn="ctr">
              <a:buNone/>
              <a:defRPr sz="2133"/>
            </a:lvl4pPr>
            <a:lvl5pPr marL="2438223" indent="0" algn="ctr">
              <a:buNone/>
              <a:defRPr sz="2133"/>
            </a:lvl5pPr>
            <a:lvl6pPr marL="3047778" indent="0" algn="ctr">
              <a:buNone/>
              <a:defRPr sz="2133"/>
            </a:lvl6pPr>
            <a:lvl7pPr marL="3657335" indent="0" algn="ctr">
              <a:buNone/>
              <a:defRPr sz="2133"/>
            </a:lvl7pPr>
            <a:lvl8pPr marL="4266889" indent="0" algn="ctr">
              <a:buNone/>
              <a:defRPr sz="2133"/>
            </a:lvl8pPr>
            <a:lvl9pPr marL="4876445"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203" y="6362702"/>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469900" y="457761"/>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337867084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0150" y="153045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799"/>
              </a:lnSpc>
              <a:defRPr sz="32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475203" y="5845181"/>
            <a:ext cx="5592011"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bg1"/>
                </a:solidFill>
              </a:defRPr>
            </a:lvl1pPr>
            <a:lvl2pPr marL="609556" indent="0" algn="ctr">
              <a:buNone/>
              <a:defRPr sz="2667"/>
            </a:lvl2pPr>
            <a:lvl3pPr marL="1219112" indent="0" algn="ctr">
              <a:buNone/>
              <a:defRPr sz="2399"/>
            </a:lvl3pPr>
            <a:lvl4pPr marL="1828667" indent="0" algn="ctr">
              <a:buNone/>
              <a:defRPr sz="2133"/>
            </a:lvl4pPr>
            <a:lvl5pPr marL="2438223" indent="0" algn="ctr">
              <a:buNone/>
              <a:defRPr sz="2133"/>
            </a:lvl5pPr>
            <a:lvl6pPr marL="3047778" indent="0" algn="ctr">
              <a:buNone/>
              <a:defRPr sz="2133"/>
            </a:lvl6pPr>
            <a:lvl7pPr marL="3657335" indent="0" algn="ctr">
              <a:buNone/>
              <a:defRPr sz="2133"/>
            </a:lvl7pPr>
            <a:lvl8pPr marL="4266889" indent="0" algn="ctr">
              <a:buNone/>
              <a:defRPr sz="2133"/>
            </a:lvl8pPr>
            <a:lvl9pPr marL="4876445" indent="0" algn="ctr">
              <a:buNone/>
              <a:defRPr sz="2133"/>
            </a:lvl9pPr>
          </a:lstStyle>
          <a:p>
            <a:r>
              <a:rPr lang="en-US" noProof="0"/>
              <a:t>Click to edit Master subtitle style</a:t>
            </a:r>
          </a:p>
        </p:txBody>
      </p:sp>
      <p:sp>
        <p:nvSpPr>
          <p:cNvPr id="5" name="Text Placeholder 4"/>
          <p:cNvSpPr>
            <a:spLocks noGrp="1"/>
          </p:cNvSpPr>
          <p:nvPr>
            <p:ph type="body" sz="quarter" idx="10"/>
          </p:nvPr>
        </p:nvSpPr>
        <p:spPr>
          <a:xfrm>
            <a:off x="475203" y="6362702"/>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6" name="Group 15"/>
          <p:cNvGrpSpPr>
            <a:grpSpLocks noChangeAspect="1"/>
          </p:cNvGrpSpPr>
          <p:nvPr userDrawn="1"/>
        </p:nvGrpSpPr>
        <p:grpSpPr>
          <a:xfrm>
            <a:off x="469900" y="457761"/>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9"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0"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1"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218665247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2000" y="153000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799"/>
              </a:lnSpc>
              <a:defRPr sz="32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475327" y="5845181"/>
            <a:ext cx="5594348"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tx1"/>
                </a:solidFill>
              </a:defRPr>
            </a:lvl1pPr>
            <a:lvl2pPr marL="609556" indent="0" algn="ctr">
              <a:buNone/>
              <a:defRPr sz="2667"/>
            </a:lvl2pPr>
            <a:lvl3pPr marL="1219112" indent="0" algn="ctr">
              <a:buNone/>
              <a:defRPr sz="2399"/>
            </a:lvl3pPr>
            <a:lvl4pPr marL="1828667" indent="0" algn="ctr">
              <a:buNone/>
              <a:defRPr sz="2133"/>
            </a:lvl4pPr>
            <a:lvl5pPr marL="2438223" indent="0" algn="ctr">
              <a:buNone/>
              <a:defRPr sz="2133"/>
            </a:lvl5pPr>
            <a:lvl6pPr marL="3047778" indent="0" algn="ctr">
              <a:buNone/>
              <a:defRPr sz="2133"/>
            </a:lvl6pPr>
            <a:lvl7pPr marL="3657335" indent="0" algn="ctr">
              <a:buNone/>
              <a:defRPr sz="2133"/>
            </a:lvl7pPr>
            <a:lvl8pPr marL="4266889" indent="0" algn="ctr">
              <a:buNone/>
              <a:defRPr sz="2133"/>
            </a:lvl8pPr>
            <a:lvl9pPr marL="4876445" indent="0" algn="ctr">
              <a:buNone/>
              <a:defRPr sz="2133"/>
            </a:lvl9pPr>
          </a:lstStyle>
          <a:p>
            <a:r>
              <a:rPr lang="en-US" noProof="0"/>
              <a:t>Click to edit Master subtitle style</a:t>
            </a:r>
          </a:p>
        </p:txBody>
      </p:sp>
      <p:sp>
        <p:nvSpPr>
          <p:cNvPr id="5" name="Text Placeholder 4"/>
          <p:cNvSpPr>
            <a:spLocks noGrp="1"/>
          </p:cNvSpPr>
          <p:nvPr>
            <p:ph type="body" sz="quarter" idx="10"/>
          </p:nvPr>
        </p:nvSpPr>
        <p:spPr>
          <a:xfrm>
            <a:off x="475327" y="6362702"/>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6" name="Group 15"/>
          <p:cNvGrpSpPr>
            <a:grpSpLocks noChangeAspect="1"/>
          </p:cNvGrpSpPr>
          <p:nvPr userDrawn="1"/>
        </p:nvGrpSpPr>
        <p:grpSpPr>
          <a:xfrm>
            <a:off x="475325" y="457200"/>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1052001878"/>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3" y="1700215"/>
            <a:ext cx="10418233" cy="1592403"/>
          </a:xfrm>
        </p:spPr>
        <p:txBody>
          <a:bodyPr anchor="b"/>
          <a:lstStyle>
            <a:lvl1pPr>
              <a:lnSpc>
                <a:spcPct val="95000"/>
              </a:lnSpc>
              <a:defRPr sz="3849"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2" y="3423546"/>
            <a:ext cx="10418235" cy="1566532"/>
          </a:xfrm>
        </p:spPr>
        <p:txBody>
          <a:bodyPr lIns="0" tIns="0" rIns="0" bIns="0">
            <a:noAutofit/>
          </a:bodyPr>
          <a:lstStyle>
            <a:lvl1pPr marL="0" indent="0">
              <a:lnSpc>
                <a:spcPct val="95000"/>
              </a:lnSpc>
              <a:spcAft>
                <a:spcPts val="0"/>
              </a:spcAft>
              <a:buNone/>
              <a:defRPr sz="3849">
                <a:solidFill>
                  <a:schemeClr val="bg1"/>
                </a:solidFill>
              </a:defRPr>
            </a:lvl1pPr>
            <a:lvl2pPr marL="609556" indent="0">
              <a:buNone/>
              <a:defRPr sz="2667">
                <a:solidFill>
                  <a:schemeClr val="tx1">
                    <a:tint val="75000"/>
                  </a:schemeClr>
                </a:solidFill>
              </a:defRPr>
            </a:lvl2pPr>
            <a:lvl3pPr marL="1219112" indent="0">
              <a:buNone/>
              <a:defRPr sz="2399">
                <a:solidFill>
                  <a:schemeClr val="tx1">
                    <a:tint val="75000"/>
                  </a:schemeClr>
                </a:solidFill>
              </a:defRPr>
            </a:lvl3pPr>
            <a:lvl4pPr marL="1828667" indent="0">
              <a:buNone/>
              <a:defRPr sz="2133">
                <a:solidFill>
                  <a:schemeClr val="tx1">
                    <a:tint val="75000"/>
                  </a:schemeClr>
                </a:solidFill>
              </a:defRPr>
            </a:lvl4pPr>
            <a:lvl5pPr marL="2438223" indent="0">
              <a:buNone/>
              <a:defRPr sz="2133">
                <a:solidFill>
                  <a:schemeClr val="tx1">
                    <a:tint val="75000"/>
                  </a:schemeClr>
                </a:solidFill>
              </a:defRPr>
            </a:lvl5pPr>
            <a:lvl6pPr marL="3047778" indent="0">
              <a:buNone/>
              <a:defRPr sz="2133">
                <a:solidFill>
                  <a:schemeClr val="tx1">
                    <a:tint val="75000"/>
                  </a:schemeClr>
                </a:solidFill>
              </a:defRPr>
            </a:lvl6pPr>
            <a:lvl7pPr marL="3657335" indent="0">
              <a:buNone/>
              <a:defRPr sz="2133">
                <a:solidFill>
                  <a:schemeClr val="tx1">
                    <a:tint val="75000"/>
                  </a:schemeClr>
                </a:solidFill>
              </a:defRPr>
            </a:lvl7pPr>
            <a:lvl8pPr marL="4266889" indent="0">
              <a:buNone/>
              <a:defRPr sz="2133">
                <a:solidFill>
                  <a:schemeClr val="tx1">
                    <a:tint val="75000"/>
                  </a:schemeClr>
                </a:solidFill>
              </a:defRPr>
            </a:lvl8pPr>
            <a:lvl9pPr marL="4876445"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1266003544"/>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3_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3" y="1705671"/>
            <a:ext cx="10418233" cy="1592403"/>
          </a:xfrm>
        </p:spPr>
        <p:txBody>
          <a:bodyPr anchor="b"/>
          <a:lstStyle>
            <a:lvl1pPr>
              <a:lnSpc>
                <a:spcPct val="95000"/>
              </a:lnSpc>
              <a:defRPr sz="3849"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3" y="3429001"/>
            <a:ext cx="10418233" cy="1566532"/>
          </a:xfrm>
        </p:spPr>
        <p:txBody>
          <a:bodyPr lIns="0" tIns="0" rIns="0" bIns="0">
            <a:noAutofit/>
          </a:bodyPr>
          <a:lstStyle>
            <a:lvl1pPr marL="0" indent="0">
              <a:lnSpc>
                <a:spcPct val="95000"/>
              </a:lnSpc>
              <a:spcAft>
                <a:spcPts val="0"/>
              </a:spcAft>
              <a:buNone/>
              <a:defRPr sz="3849">
                <a:solidFill>
                  <a:schemeClr val="bg1"/>
                </a:solidFill>
              </a:defRPr>
            </a:lvl1pPr>
            <a:lvl2pPr marL="609556" indent="0">
              <a:buNone/>
              <a:defRPr sz="2667">
                <a:solidFill>
                  <a:schemeClr val="tx1">
                    <a:tint val="75000"/>
                  </a:schemeClr>
                </a:solidFill>
              </a:defRPr>
            </a:lvl2pPr>
            <a:lvl3pPr marL="1219112" indent="0">
              <a:buNone/>
              <a:defRPr sz="2399">
                <a:solidFill>
                  <a:schemeClr val="tx1">
                    <a:tint val="75000"/>
                  </a:schemeClr>
                </a:solidFill>
              </a:defRPr>
            </a:lvl3pPr>
            <a:lvl4pPr marL="1828667" indent="0">
              <a:buNone/>
              <a:defRPr sz="2133">
                <a:solidFill>
                  <a:schemeClr val="tx1">
                    <a:tint val="75000"/>
                  </a:schemeClr>
                </a:solidFill>
              </a:defRPr>
            </a:lvl4pPr>
            <a:lvl5pPr marL="2438223" indent="0">
              <a:buNone/>
              <a:defRPr sz="2133">
                <a:solidFill>
                  <a:schemeClr val="tx1">
                    <a:tint val="75000"/>
                  </a:schemeClr>
                </a:solidFill>
              </a:defRPr>
            </a:lvl5pPr>
            <a:lvl6pPr marL="3047778" indent="0">
              <a:buNone/>
              <a:defRPr sz="2133">
                <a:solidFill>
                  <a:schemeClr val="tx1">
                    <a:tint val="75000"/>
                  </a:schemeClr>
                </a:solidFill>
              </a:defRPr>
            </a:lvl6pPr>
            <a:lvl7pPr marL="3657335" indent="0">
              <a:buNone/>
              <a:defRPr sz="2133">
                <a:solidFill>
                  <a:schemeClr val="tx1">
                    <a:tint val="75000"/>
                  </a:schemeClr>
                </a:solidFill>
              </a:defRPr>
            </a:lvl7pPr>
            <a:lvl8pPr marL="4266889" indent="0">
              <a:buNone/>
              <a:defRPr sz="2133">
                <a:solidFill>
                  <a:schemeClr val="tx1">
                    <a:tint val="75000"/>
                  </a:schemeClr>
                </a:solidFill>
              </a:defRPr>
            </a:lvl8pPr>
            <a:lvl9pPr marL="4876445"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1046888443"/>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3" y="1705671"/>
            <a:ext cx="10418233" cy="1592403"/>
          </a:xfrm>
        </p:spPr>
        <p:txBody>
          <a:bodyPr anchor="b"/>
          <a:lstStyle>
            <a:lvl1pPr>
              <a:lnSpc>
                <a:spcPct val="95000"/>
              </a:lnSpc>
              <a:defRPr sz="3849"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3" y="3429001"/>
            <a:ext cx="10418233" cy="1566532"/>
          </a:xfrm>
        </p:spPr>
        <p:txBody>
          <a:bodyPr lIns="0" tIns="0" rIns="0" bIns="0">
            <a:noAutofit/>
          </a:bodyPr>
          <a:lstStyle>
            <a:lvl1pPr marL="0" indent="0">
              <a:lnSpc>
                <a:spcPct val="95000"/>
              </a:lnSpc>
              <a:spcAft>
                <a:spcPts val="0"/>
              </a:spcAft>
              <a:buNone/>
              <a:defRPr sz="3849">
                <a:solidFill>
                  <a:schemeClr val="bg1"/>
                </a:solidFill>
              </a:defRPr>
            </a:lvl1pPr>
            <a:lvl2pPr marL="609556" indent="0">
              <a:buNone/>
              <a:defRPr sz="2667">
                <a:solidFill>
                  <a:schemeClr val="tx1">
                    <a:tint val="75000"/>
                  </a:schemeClr>
                </a:solidFill>
              </a:defRPr>
            </a:lvl2pPr>
            <a:lvl3pPr marL="1219112" indent="0">
              <a:buNone/>
              <a:defRPr sz="2399">
                <a:solidFill>
                  <a:schemeClr val="tx1">
                    <a:tint val="75000"/>
                  </a:schemeClr>
                </a:solidFill>
              </a:defRPr>
            </a:lvl3pPr>
            <a:lvl4pPr marL="1828667" indent="0">
              <a:buNone/>
              <a:defRPr sz="2133">
                <a:solidFill>
                  <a:schemeClr val="tx1">
                    <a:tint val="75000"/>
                  </a:schemeClr>
                </a:solidFill>
              </a:defRPr>
            </a:lvl4pPr>
            <a:lvl5pPr marL="2438223" indent="0">
              <a:buNone/>
              <a:defRPr sz="2133">
                <a:solidFill>
                  <a:schemeClr val="tx1">
                    <a:tint val="75000"/>
                  </a:schemeClr>
                </a:solidFill>
              </a:defRPr>
            </a:lvl5pPr>
            <a:lvl6pPr marL="3047778" indent="0">
              <a:buNone/>
              <a:defRPr sz="2133">
                <a:solidFill>
                  <a:schemeClr val="tx1">
                    <a:tint val="75000"/>
                  </a:schemeClr>
                </a:solidFill>
              </a:defRPr>
            </a:lvl6pPr>
            <a:lvl7pPr marL="3657335" indent="0">
              <a:buNone/>
              <a:defRPr sz="2133">
                <a:solidFill>
                  <a:schemeClr val="tx1">
                    <a:tint val="75000"/>
                  </a:schemeClr>
                </a:solidFill>
              </a:defRPr>
            </a:lvl7pPr>
            <a:lvl8pPr marL="4266889" indent="0">
              <a:buNone/>
              <a:defRPr sz="2133">
                <a:solidFill>
                  <a:schemeClr val="tx1">
                    <a:tint val="75000"/>
                  </a:schemeClr>
                </a:solidFill>
              </a:defRPr>
            </a:lvl8pPr>
            <a:lvl9pPr marL="4876445" indent="0">
              <a:buNone/>
              <a:defRPr sz="2133">
                <a:solidFill>
                  <a:schemeClr val="tx1">
                    <a:tint val="75000"/>
                  </a:schemeClr>
                </a:solidFill>
              </a:defRPr>
            </a:lvl9pPr>
          </a:lstStyle>
          <a:p>
            <a:pPr lvl="0"/>
            <a:r>
              <a:rPr lang="en-US" noProof="0"/>
              <a:t>Edit Master text styles</a:t>
            </a:r>
          </a:p>
        </p:txBody>
      </p:sp>
      <p:sp>
        <p:nvSpPr>
          <p:cNvPr id="7" name="TextBox 6"/>
          <p:cNvSpPr txBox="1"/>
          <p:nvPr userDrawn="1"/>
        </p:nvSpPr>
        <p:spPr>
          <a:xfrm>
            <a:off x="5825067" y="6477004"/>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a:t>
            </a:r>
          </a:p>
        </p:txBody>
      </p:sp>
      <p:sp>
        <p:nvSpPr>
          <p:cNvPr id="8" name="TextBox 7"/>
          <p:cNvSpPr txBox="1"/>
          <p:nvPr userDrawn="1"/>
        </p:nvSpPr>
        <p:spPr>
          <a:xfrm>
            <a:off x="469902" y="6477004"/>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Member firms and DTTL: Insert appropriate copyright</a:t>
            </a:r>
            <a:br>
              <a:rPr lang="en-US" sz="650" noProof="0">
                <a:solidFill>
                  <a:schemeClr val="bg1"/>
                </a:solidFill>
              </a:rPr>
            </a:br>
            <a:r>
              <a:rPr lang="en-US" sz="650" noProof="0">
                <a:solidFill>
                  <a:schemeClr val="bg1"/>
                </a:solidFill>
              </a:rPr>
              <a:t>[To edit, click View &gt; Slide Master &gt; Slide Master]</a:t>
            </a:r>
          </a:p>
        </p:txBody>
      </p:sp>
      <p:sp>
        <p:nvSpPr>
          <p:cNvPr id="9" name="TextBox 8"/>
          <p:cNvSpPr txBox="1"/>
          <p:nvPr userDrawn="1"/>
        </p:nvSpPr>
        <p:spPr>
          <a:xfrm>
            <a:off x="11414126"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2536144787"/>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3" y="1705671"/>
            <a:ext cx="10418233" cy="1592403"/>
          </a:xfrm>
        </p:spPr>
        <p:txBody>
          <a:bodyPr anchor="b"/>
          <a:lstStyle>
            <a:lvl1pPr>
              <a:lnSpc>
                <a:spcPct val="95000"/>
              </a:lnSpc>
              <a:defRPr sz="3849"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3" y="3429001"/>
            <a:ext cx="10418233" cy="1566532"/>
          </a:xfrm>
        </p:spPr>
        <p:txBody>
          <a:bodyPr lIns="0" tIns="0" rIns="0" bIns="0">
            <a:noAutofit/>
          </a:bodyPr>
          <a:lstStyle>
            <a:lvl1pPr marL="0" indent="0">
              <a:lnSpc>
                <a:spcPct val="95000"/>
              </a:lnSpc>
              <a:spcAft>
                <a:spcPts val="0"/>
              </a:spcAft>
              <a:buNone/>
              <a:defRPr sz="3849">
                <a:solidFill>
                  <a:schemeClr val="bg1"/>
                </a:solidFill>
              </a:defRPr>
            </a:lvl1pPr>
            <a:lvl2pPr marL="609556" indent="0">
              <a:buNone/>
              <a:defRPr sz="2667">
                <a:solidFill>
                  <a:schemeClr val="tx1">
                    <a:tint val="75000"/>
                  </a:schemeClr>
                </a:solidFill>
              </a:defRPr>
            </a:lvl2pPr>
            <a:lvl3pPr marL="1219112" indent="0">
              <a:buNone/>
              <a:defRPr sz="2399">
                <a:solidFill>
                  <a:schemeClr val="tx1">
                    <a:tint val="75000"/>
                  </a:schemeClr>
                </a:solidFill>
              </a:defRPr>
            </a:lvl3pPr>
            <a:lvl4pPr marL="1828667" indent="0">
              <a:buNone/>
              <a:defRPr sz="2133">
                <a:solidFill>
                  <a:schemeClr val="tx1">
                    <a:tint val="75000"/>
                  </a:schemeClr>
                </a:solidFill>
              </a:defRPr>
            </a:lvl4pPr>
            <a:lvl5pPr marL="2438223" indent="0">
              <a:buNone/>
              <a:defRPr sz="2133">
                <a:solidFill>
                  <a:schemeClr val="tx1">
                    <a:tint val="75000"/>
                  </a:schemeClr>
                </a:solidFill>
              </a:defRPr>
            </a:lvl5pPr>
            <a:lvl6pPr marL="3047778" indent="0">
              <a:buNone/>
              <a:defRPr sz="2133">
                <a:solidFill>
                  <a:schemeClr val="tx1">
                    <a:tint val="75000"/>
                  </a:schemeClr>
                </a:solidFill>
              </a:defRPr>
            </a:lvl6pPr>
            <a:lvl7pPr marL="3657335" indent="0">
              <a:buNone/>
              <a:defRPr sz="2133">
                <a:solidFill>
                  <a:schemeClr val="tx1">
                    <a:tint val="75000"/>
                  </a:schemeClr>
                </a:solidFill>
              </a:defRPr>
            </a:lvl7pPr>
            <a:lvl8pPr marL="4266889" indent="0">
              <a:buNone/>
              <a:defRPr sz="2133">
                <a:solidFill>
                  <a:schemeClr val="tx1">
                    <a:tint val="75000"/>
                  </a:schemeClr>
                </a:solidFill>
              </a:defRPr>
            </a:lvl8pPr>
            <a:lvl9pPr marL="4876445"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3324908895"/>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3" y="1705671"/>
            <a:ext cx="10418233" cy="1592403"/>
          </a:xfrm>
        </p:spPr>
        <p:txBody>
          <a:bodyPr anchor="b"/>
          <a:lstStyle>
            <a:lvl1pPr>
              <a:lnSpc>
                <a:spcPct val="95000"/>
              </a:lnSpc>
              <a:defRPr sz="3849"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3" y="3429001"/>
            <a:ext cx="10418233" cy="1566532"/>
          </a:xfrm>
        </p:spPr>
        <p:txBody>
          <a:bodyPr lIns="0" tIns="0" rIns="0" bIns="0">
            <a:noAutofit/>
          </a:bodyPr>
          <a:lstStyle>
            <a:lvl1pPr marL="0" indent="0">
              <a:lnSpc>
                <a:spcPct val="95000"/>
              </a:lnSpc>
              <a:spcAft>
                <a:spcPts val="0"/>
              </a:spcAft>
              <a:buNone/>
              <a:defRPr sz="3849">
                <a:solidFill>
                  <a:schemeClr val="bg1"/>
                </a:solidFill>
              </a:defRPr>
            </a:lvl1pPr>
            <a:lvl2pPr marL="609556" indent="0">
              <a:buNone/>
              <a:defRPr sz="2667">
                <a:solidFill>
                  <a:schemeClr val="tx1">
                    <a:tint val="75000"/>
                  </a:schemeClr>
                </a:solidFill>
              </a:defRPr>
            </a:lvl2pPr>
            <a:lvl3pPr marL="1219112" indent="0">
              <a:buNone/>
              <a:defRPr sz="2399">
                <a:solidFill>
                  <a:schemeClr val="tx1">
                    <a:tint val="75000"/>
                  </a:schemeClr>
                </a:solidFill>
              </a:defRPr>
            </a:lvl3pPr>
            <a:lvl4pPr marL="1828667" indent="0">
              <a:buNone/>
              <a:defRPr sz="2133">
                <a:solidFill>
                  <a:schemeClr val="tx1">
                    <a:tint val="75000"/>
                  </a:schemeClr>
                </a:solidFill>
              </a:defRPr>
            </a:lvl4pPr>
            <a:lvl5pPr marL="2438223" indent="0">
              <a:buNone/>
              <a:defRPr sz="2133">
                <a:solidFill>
                  <a:schemeClr val="tx1">
                    <a:tint val="75000"/>
                  </a:schemeClr>
                </a:solidFill>
              </a:defRPr>
            </a:lvl5pPr>
            <a:lvl6pPr marL="3047778" indent="0">
              <a:buNone/>
              <a:defRPr sz="2133">
                <a:solidFill>
                  <a:schemeClr val="tx1">
                    <a:tint val="75000"/>
                  </a:schemeClr>
                </a:solidFill>
              </a:defRPr>
            </a:lvl6pPr>
            <a:lvl7pPr marL="3657335" indent="0">
              <a:buNone/>
              <a:defRPr sz="2133">
                <a:solidFill>
                  <a:schemeClr val="tx1">
                    <a:tint val="75000"/>
                  </a:schemeClr>
                </a:solidFill>
              </a:defRPr>
            </a:lvl7pPr>
            <a:lvl8pPr marL="4266889" indent="0">
              <a:buNone/>
              <a:defRPr sz="2133">
                <a:solidFill>
                  <a:schemeClr val="tx1">
                    <a:tint val="75000"/>
                  </a:schemeClr>
                </a:solidFill>
              </a:defRPr>
            </a:lvl8pPr>
            <a:lvl9pPr marL="4876445" indent="0">
              <a:buNone/>
              <a:defRPr sz="2133">
                <a:solidFill>
                  <a:schemeClr val="tx1">
                    <a:tint val="75000"/>
                  </a:schemeClr>
                </a:solidFill>
              </a:defRPr>
            </a:lvl9pPr>
          </a:lstStyle>
          <a:p>
            <a:pPr lvl="0"/>
            <a:r>
              <a:rPr lang="en-US" noProof="0"/>
              <a:t>Edit Master text styles</a:t>
            </a:r>
          </a:p>
        </p:txBody>
      </p:sp>
      <p:sp>
        <p:nvSpPr>
          <p:cNvPr id="20" name="TextBox 19"/>
          <p:cNvSpPr txBox="1"/>
          <p:nvPr userDrawn="1"/>
        </p:nvSpPr>
        <p:spPr>
          <a:xfrm>
            <a:off x="5825067" y="6477004"/>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a:t>
            </a:r>
          </a:p>
        </p:txBody>
      </p:sp>
      <p:sp>
        <p:nvSpPr>
          <p:cNvPr id="21" name="TextBox 20"/>
          <p:cNvSpPr txBox="1"/>
          <p:nvPr userDrawn="1"/>
        </p:nvSpPr>
        <p:spPr>
          <a:xfrm>
            <a:off x="469902" y="6477004"/>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Member firms and DTTL: Insert appropriate copyright</a:t>
            </a:r>
            <a:br>
              <a:rPr lang="en-US" sz="650" noProof="0">
                <a:solidFill>
                  <a:schemeClr val="bg1"/>
                </a:solidFill>
              </a:rPr>
            </a:br>
            <a:r>
              <a:rPr lang="en-US" sz="650" noProof="0">
                <a:solidFill>
                  <a:schemeClr val="bg1"/>
                </a:solidFill>
              </a:rPr>
              <a:t>[To edit, click View &gt; Slide Master &gt; Slide Master]</a:t>
            </a:r>
          </a:p>
        </p:txBody>
      </p:sp>
      <p:sp>
        <p:nvSpPr>
          <p:cNvPr id="22" name="TextBox 21"/>
          <p:cNvSpPr txBox="1"/>
          <p:nvPr userDrawn="1"/>
        </p:nvSpPr>
        <p:spPr>
          <a:xfrm>
            <a:off x="11414126"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1825008098"/>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4" y="1705671"/>
            <a:ext cx="10418233" cy="1592403"/>
          </a:xfrm>
        </p:spPr>
        <p:txBody>
          <a:bodyPr anchor="b"/>
          <a:lstStyle>
            <a:lvl1pPr>
              <a:lnSpc>
                <a:spcPct val="95000"/>
              </a:lnSpc>
              <a:defRPr sz="3849"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1" y="3429001"/>
            <a:ext cx="10541000" cy="1566532"/>
          </a:xfrm>
        </p:spPr>
        <p:txBody>
          <a:bodyPr lIns="0" tIns="0" rIns="0" bIns="0">
            <a:noAutofit/>
          </a:bodyPr>
          <a:lstStyle>
            <a:lvl1pPr marL="0" indent="0">
              <a:lnSpc>
                <a:spcPct val="95000"/>
              </a:lnSpc>
              <a:spcAft>
                <a:spcPts val="0"/>
              </a:spcAft>
              <a:buNone/>
              <a:defRPr sz="3849">
                <a:solidFill>
                  <a:schemeClr val="tx1"/>
                </a:solidFill>
              </a:defRPr>
            </a:lvl1pPr>
            <a:lvl2pPr marL="609556" indent="0">
              <a:buNone/>
              <a:defRPr sz="2667">
                <a:solidFill>
                  <a:schemeClr val="tx1">
                    <a:tint val="75000"/>
                  </a:schemeClr>
                </a:solidFill>
              </a:defRPr>
            </a:lvl2pPr>
            <a:lvl3pPr marL="1219112" indent="0">
              <a:buNone/>
              <a:defRPr sz="2399">
                <a:solidFill>
                  <a:schemeClr val="tx1">
                    <a:tint val="75000"/>
                  </a:schemeClr>
                </a:solidFill>
              </a:defRPr>
            </a:lvl3pPr>
            <a:lvl4pPr marL="1828667" indent="0">
              <a:buNone/>
              <a:defRPr sz="2133">
                <a:solidFill>
                  <a:schemeClr val="tx1">
                    <a:tint val="75000"/>
                  </a:schemeClr>
                </a:solidFill>
              </a:defRPr>
            </a:lvl4pPr>
            <a:lvl5pPr marL="2438223" indent="0">
              <a:buNone/>
              <a:defRPr sz="2133">
                <a:solidFill>
                  <a:schemeClr val="tx1">
                    <a:tint val="75000"/>
                  </a:schemeClr>
                </a:solidFill>
              </a:defRPr>
            </a:lvl5pPr>
            <a:lvl6pPr marL="3047778" indent="0">
              <a:buNone/>
              <a:defRPr sz="2133">
                <a:solidFill>
                  <a:schemeClr val="tx1">
                    <a:tint val="75000"/>
                  </a:schemeClr>
                </a:solidFill>
              </a:defRPr>
            </a:lvl6pPr>
            <a:lvl7pPr marL="3657335" indent="0">
              <a:buNone/>
              <a:defRPr sz="2133">
                <a:solidFill>
                  <a:schemeClr val="tx1">
                    <a:tint val="75000"/>
                  </a:schemeClr>
                </a:solidFill>
              </a:defRPr>
            </a:lvl7pPr>
            <a:lvl8pPr marL="4266889" indent="0">
              <a:buNone/>
              <a:defRPr sz="2133">
                <a:solidFill>
                  <a:schemeClr val="tx1">
                    <a:tint val="75000"/>
                  </a:schemeClr>
                </a:solidFill>
              </a:defRPr>
            </a:lvl8pPr>
            <a:lvl9pPr marL="4876445"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2364155948"/>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999" b="0">
                <a:solidFill>
                  <a:srgbClr val="575757"/>
                </a:solidFill>
              </a:defRPr>
            </a:lvl1pPr>
          </a:lstStyle>
          <a:p>
            <a:pPr lvl="0"/>
            <a:r>
              <a:rPr lang="en-US" noProof="0"/>
              <a:t>Click to add subtitle</a:t>
            </a:r>
          </a:p>
        </p:txBody>
      </p:sp>
      <p:sp>
        <p:nvSpPr>
          <p:cNvPr id="5"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1999"/>
            </a:lvl1pPr>
          </a:lstStyle>
          <a:p>
            <a:r>
              <a:rPr lang="en-US" noProof="0"/>
              <a:t>Click to edit Master title style</a:t>
            </a:r>
          </a:p>
        </p:txBody>
      </p:sp>
      <p:sp>
        <p:nvSpPr>
          <p:cNvPr id="6" name="Rectangle 5">
            <a:extLst>
              <a:ext uri="{FF2B5EF4-FFF2-40B4-BE49-F238E27FC236}">
                <a16:creationId xmlns:a16="http://schemas.microsoft.com/office/drawing/2014/main" id="{0E2D901D-DAE1-46E9-83E3-441292FAA936}"/>
              </a:ext>
            </a:extLst>
          </p:cNvPr>
          <p:cNvSpPr/>
          <p:nvPr userDrawn="1"/>
        </p:nvSpPr>
        <p:spPr>
          <a:xfrm>
            <a:off x="228022" y="6484166"/>
            <a:ext cx="4572000" cy="215444"/>
          </a:xfrm>
          <a:prstGeom prst="rect">
            <a:avLst/>
          </a:prstGeom>
        </p:spPr>
        <p:txBody>
          <a:bodyPr>
            <a:spAutoFit/>
          </a:bodyPr>
          <a:lstStyle/>
          <a:p>
            <a:pPr defTabSz="914356">
              <a:defRPr/>
            </a:pPr>
            <a:r>
              <a:rPr lang="en-GB" sz="800">
                <a:latin typeface="Verdana"/>
                <a:ea typeface="Verdana" panose="020B0604030504040204" pitchFamily="34" charset="0"/>
                <a:cs typeface="Times New Roman" panose="02020603050405020304" pitchFamily="18" charset="0"/>
              </a:rPr>
              <a:t>© 2021. For information, contact Deloitte Touche Tohmatsu Limited.</a:t>
            </a:r>
            <a:endParaRPr lang="en-US" sz="800">
              <a:latin typeface="Verdana"/>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22120270"/>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469902" y="1665289"/>
            <a:ext cx="4431857" cy="4633913"/>
          </a:xfrm>
          <a:prstGeom prst="rect">
            <a:avLst/>
          </a:prstGeom>
        </p:spPr>
        <p:txBody>
          <a:bodyPr/>
          <a:lstStyle>
            <a:lvl1pPr>
              <a:tabLst>
                <a:tab pos="6705111" algn="r"/>
              </a:tabLst>
              <a:defRPr/>
            </a:lvl1pPr>
            <a:lvl2pPr>
              <a:tabLst>
                <a:tab pos="6705111" algn="r"/>
              </a:tabLst>
              <a:defRPr/>
            </a:lvl2pPr>
            <a:lvl3pPr>
              <a:tabLst>
                <a:tab pos="6705111" algn="r"/>
              </a:tabLst>
              <a:defRPr/>
            </a:lvl3pPr>
            <a:lvl4pPr>
              <a:tabLst>
                <a:tab pos="6705111" algn="r"/>
              </a:tabLst>
              <a:defRPr/>
            </a:lvl4pPr>
            <a:lvl5pPr>
              <a:tabLst>
                <a:tab pos="6705111"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Content Placeholder 3"/>
          <p:cNvSpPr>
            <a:spLocks noGrp="1"/>
          </p:cNvSpPr>
          <p:nvPr>
            <p:ph sz="quarter" idx="16"/>
          </p:nvPr>
        </p:nvSpPr>
        <p:spPr>
          <a:xfrm>
            <a:off x="5482100" y="1700214"/>
            <a:ext cx="6240000" cy="4598989"/>
          </a:xfrm>
          <a:prstGeom prst="rect">
            <a:avLst/>
          </a:prstGeom>
        </p:spPr>
        <p:txBody>
          <a:bodyPr/>
          <a:lstStyle>
            <a:lvl1pPr>
              <a:tabLst>
                <a:tab pos="6705111" algn="r"/>
              </a:tabLst>
              <a:defRPr/>
            </a:lvl1pPr>
            <a:lvl2pPr>
              <a:tabLst>
                <a:tab pos="6705111" algn="r"/>
              </a:tabLst>
              <a:defRPr/>
            </a:lvl2pPr>
            <a:lvl3pPr>
              <a:tabLst>
                <a:tab pos="6705111" algn="r"/>
              </a:tabLst>
              <a:defRPr/>
            </a:lvl3pPr>
            <a:lvl4pPr>
              <a:tabLst>
                <a:tab pos="6705111" algn="r"/>
              </a:tabLst>
              <a:defRPr/>
            </a:lvl4pPr>
            <a:lvl5pPr>
              <a:tabLst>
                <a:tab pos="6705111"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999" b="0">
                <a:solidFill>
                  <a:srgbClr val="575757"/>
                </a:solidFill>
              </a:defRPr>
            </a:lvl1pPr>
          </a:lstStyle>
          <a:p>
            <a:pPr lvl="0"/>
            <a:r>
              <a:rPr lang="en-US" noProof="0"/>
              <a:t>Click to add subtitle</a:t>
            </a:r>
          </a:p>
        </p:txBody>
      </p:sp>
      <p:sp>
        <p:nvSpPr>
          <p:cNvPr id="11"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1999"/>
            </a:lvl1pPr>
          </a:lstStyle>
          <a:p>
            <a:r>
              <a:rPr lang="en-US" noProof="0"/>
              <a:t>Click to edit Master title style</a:t>
            </a:r>
          </a:p>
        </p:txBody>
      </p:sp>
    </p:spTree>
    <p:extLst>
      <p:ext uri="{BB962C8B-B14F-4D97-AF65-F5344CB8AC3E}">
        <p14:creationId xmlns:p14="http://schemas.microsoft.com/office/powerpoint/2010/main" val="47759727"/>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51509727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p:bg bwMode="gray">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327" y="5845181"/>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1219112" indent="0" algn="ctr">
              <a:buNone/>
              <a:defRPr sz="2399"/>
            </a:lvl3pPr>
            <a:lvl4pPr marL="1828667" indent="0" algn="ctr">
              <a:buNone/>
              <a:defRPr sz="2133"/>
            </a:lvl4pPr>
            <a:lvl5pPr marL="2438223" indent="0" algn="ctr">
              <a:buNone/>
              <a:defRPr sz="2133"/>
            </a:lvl5pPr>
            <a:lvl6pPr marL="3047778" indent="0" algn="ctr">
              <a:buNone/>
              <a:defRPr sz="2133"/>
            </a:lvl6pPr>
            <a:lvl7pPr marL="3657335" indent="0" algn="ctr">
              <a:buNone/>
              <a:defRPr sz="2133"/>
            </a:lvl7pPr>
            <a:lvl8pPr marL="4266889" indent="0" algn="ctr">
              <a:buNone/>
              <a:defRPr sz="2133"/>
            </a:lvl8pPr>
            <a:lvl9pPr marL="4876445"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327" y="6362702"/>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9" name="Group 18"/>
          <p:cNvGrpSpPr>
            <a:grpSpLocks noChangeAspect="1"/>
          </p:cNvGrpSpPr>
          <p:nvPr userDrawn="1"/>
        </p:nvGrpSpPr>
        <p:grpSpPr>
          <a:xfrm>
            <a:off x="475325" y="457200"/>
            <a:ext cx="1998000" cy="374400"/>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
        <p:nvSpPr>
          <p:cNvPr id="30"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2326276478"/>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80485" y="1590678"/>
            <a:ext cx="9029604" cy="4708525"/>
          </a:xfrm>
          <a:prstGeom prst="rect">
            <a:avLst/>
          </a:prstGeom>
        </p:spPr>
        <p:txBody>
          <a:bodyPr>
            <a:noAutofit/>
          </a:bodyPr>
          <a:lstStyle>
            <a:lvl1pPr>
              <a:spcBef>
                <a:spcPts val="4800"/>
              </a:spcBef>
              <a:defRPr sz="2800">
                <a:solidFill>
                  <a:schemeClr val="bg1"/>
                </a:solidFill>
              </a:defRPr>
            </a:lvl1pPr>
            <a:lvl2pPr marL="609556" indent="-609556">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9" name="TextBox 8"/>
          <p:cNvSpPr txBox="1"/>
          <p:nvPr userDrawn="1"/>
        </p:nvSpPr>
        <p:spPr>
          <a:xfrm>
            <a:off x="5825067" y="6477004"/>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a:t>
            </a:r>
          </a:p>
        </p:txBody>
      </p:sp>
      <p:sp>
        <p:nvSpPr>
          <p:cNvPr id="13" name="TextBox 12"/>
          <p:cNvSpPr txBox="1"/>
          <p:nvPr userDrawn="1"/>
        </p:nvSpPr>
        <p:spPr>
          <a:xfrm>
            <a:off x="469902" y="6477004"/>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Member firms and DTTL: Insert appropriate copyright</a:t>
            </a:r>
            <a:br>
              <a:rPr lang="en-US" sz="650" noProof="0">
                <a:solidFill>
                  <a:schemeClr val="bg1"/>
                </a:solidFill>
              </a:rPr>
            </a:br>
            <a:r>
              <a:rPr lang="en-US" sz="650" noProof="0">
                <a:solidFill>
                  <a:schemeClr val="bg1"/>
                </a:solidFill>
              </a:rPr>
              <a:t>[To edit, click View &gt; Slide Master &gt; Slide Master]</a:t>
            </a:r>
          </a:p>
        </p:txBody>
      </p:sp>
      <p:sp>
        <p:nvSpPr>
          <p:cNvPr id="14" name="TextBox 13"/>
          <p:cNvSpPr txBox="1"/>
          <p:nvPr userDrawn="1"/>
        </p:nvSpPr>
        <p:spPr>
          <a:xfrm>
            <a:off x="11414126"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3926570941"/>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blue">
    <p:bg>
      <p:bgPr>
        <a:solidFill>
          <a:schemeClr val="accent4"/>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5" y="1590678"/>
            <a:ext cx="9029604" cy="4708525"/>
          </a:xfrm>
          <a:prstGeom prst="rect">
            <a:avLst/>
          </a:prstGeom>
        </p:spPr>
        <p:txBody>
          <a:bodyPr>
            <a:noAutofit/>
          </a:bodyPr>
          <a:lstStyle>
            <a:lvl1pPr>
              <a:spcBef>
                <a:spcPts val="4800"/>
              </a:spcBef>
              <a:defRPr sz="2800">
                <a:solidFill>
                  <a:schemeClr val="bg1"/>
                </a:solidFill>
              </a:defRPr>
            </a:lvl1pPr>
            <a:lvl2pPr marL="609556" indent="-609556">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4" name="TextBox 13"/>
          <p:cNvSpPr txBox="1"/>
          <p:nvPr userDrawn="1"/>
        </p:nvSpPr>
        <p:spPr>
          <a:xfrm>
            <a:off x="5825067" y="6477004"/>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a:t>
            </a:r>
          </a:p>
        </p:txBody>
      </p:sp>
      <p:sp>
        <p:nvSpPr>
          <p:cNvPr id="15" name="TextBox 14"/>
          <p:cNvSpPr txBox="1"/>
          <p:nvPr userDrawn="1"/>
        </p:nvSpPr>
        <p:spPr>
          <a:xfrm>
            <a:off x="469902" y="6477004"/>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Member firms and DTTL: Insert appropriate copyright</a:t>
            </a:r>
            <a:br>
              <a:rPr lang="en-US" sz="650" noProof="0">
                <a:solidFill>
                  <a:schemeClr val="bg1"/>
                </a:solidFill>
              </a:rPr>
            </a:br>
            <a:r>
              <a:rPr lang="en-US" sz="650" noProof="0">
                <a:solidFill>
                  <a:schemeClr val="bg1"/>
                </a:solidFill>
              </a:rPr>
              <a:t>[To edit, click View &gt; Slide Master &gt; Slide Master]</a:t>
            </a:r>
          </a:p>
        </p:txBody>
      </p:sp>
      <p:sp>
        <p:nvSpPr>
          <p:cNvPr id="16" name="TextBox 15"/>
          <p:cNvSpPr txBox="1"/>
          <p:nvPr userDrawn="1"/>
        </p:nvSpPr>
        <p:spPr>
          <a:xfrm>
            <a:off x="11414126"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1713274928"/>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1_Key statement teal">
    <p:bg>
      <p:bgPr>
        <a:solidFill>
          <a:schemeClr val="accent5"/>
        </a:solidFill>
        <a:effectLst/>
      </p:bgPr>
    </p:bg>
    <p:spTree>
      <p:nvGrpSpPr>
        <p:cNvPr id="1" name=""/>
        <p:cNvGrpSpPr/>
        <p:nvPr/>
      </p:nvGrpSpPr>
      <p:grpSpPr>
        <a:xfrm>
          <a:off x="0" y="0"/>
          <a:ext cx="0" cy="0"/>
          <a:chOff x="0" y="0"/>
          <a:chExt cx="0" cy="0"/>
        </a:xfrm>
      </p:grpSpPr>
      <p:sp>
        <p:nvSpPr>
          <p:cNvPr id="17" name="Text Placeholder 3"/>
          <p:cNvSpPr>
            <a:spLocks noGrp="1"/>
          </p:cNvSpPr>
          <p:nvPr>
            <p:ph type="body" sz="quarter" idx="10"/>
          </p:nvPr>
        </p:nvSpPr>
        <p:spPr>
          <a:xfrm>
            <a:off x="480485" y="1590678"/>
            <a:ext cx="9029604" cy="4708525"/>
          </a:xfrm>
          <a:prstGeom prst="rect">
            <a:avLst/>
          </a:prstGeom>
        </p:spPr>
        <p:txBody>
          <a:bodyPr>
            <a:noAutofit/>
          </a:bodyPr>
          <a:lstStyle>
            <a:lvl1pPr>
              <a:spcBef>
                <a:spcPts val="4800"/>
              </a:spcBef>
              <a:defRPr sz="2800">
                <a:solidFill>
                  <a:schemeClr val="bg1"/>
                </a:solidFill>
              </a:defRPr>
            </a:lvl1pPr>
            <a:lvl2pPr marL="609556" indent="-609556">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8" name="TextBox 17"/>
          <p:cNvSpPr txBox="1"/>
          <p:nvPr userDrawn="1"/>
        </p:nvSpPr>
        <p:spPr>
          <a:xfrm>
            <a:off x="5825067" y="6477004"/>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a:t>
            </a:r>
          </a:p>
        </p:txBody>
      </p:sp>
      <p:sp>
        <p:nvSpPr>
          <p:cNvPr id="19" name="TextBox 18"/>
          <p:cNvSpPr txBox="1"/>
          <p:nvPr userDrawn="1"/>
        </p:nvSpPr>
        <p:spPr>
          <a:xfrm>
            <a:off x="469902" y="6477004"/>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Member firms and DTTL: Insert appropriate copyright</a:t>
            </a:r>
            <a:br>
              <a:rPr lang="en-US" sz="650" noProof="0">
                <a:solidFill>
                  <a:schemeClr val="bg1"/>
                </a:solidFill>
              </a:rPr>
            </a:br>
            <a:r>
              <a:rPr lang="en-US" sz="650" noProof="0">
                <a:solidFill>
                  <a:schemeClr val="bg1"/>
                </a:solidFill>
              </a:rPr>
              <a:t>[To edit, click View &gt; Slide Master &gt; Slide Master]</a:t>
            </a:r>
          </a:p>
        </p:txBody>
      </p:sp>
      <p:sp>
        <p:nvSpPr>
          <p:cNvPr id="20" name="TextBox 19"/>
          <p:cNvSpPr txBox="1"/>
          <p:nvPr userDrawn="1"/>
        </p:nvSpPr>
        <p:spPr>
          <a:xfrm>
            <a:off x="11414126"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40144676"/>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1_Key statement black">
    <p:bg>
      <p:bgPr>
        <a:solidFill>
          <a:schemeClr val="tx1"/>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5" y="1590678"/>
            <a:ext cx="9029604" cy="4708525"/>
          </a:xfrm>
          <a:prstGeom prst="rect">
            <a:avLst/>
          </a:prstGeom>
        </p:spPr>
        <p:txBody>
          <a:bodyPr>
            <a:noAutofit/>
          </a:bodyPr>
          <a:lstStyle>
            <a:lvl1pPr>
              <a:spcBef>
                <a:spcPts val="4800"/>
              </a:spcBef>
              <a:defRPr sz="2800">
                <a:solidFill>
                  <a:schemeClr val="bg1"/>
                </a:solidFill>
              </a:defRPr>
            </a:lvl1pPr>
            <a:lvl2pPr marL="609556" indent="-609556">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4" name="TextBox 13"/>
          <p:cNvSpPr txBox="1"/>
          <p:nvPr userDrawn="1"/>
        </p:nvSpPr>
        <p:spPr>
          <a:xfrm>
            <a:off x="5825067" y="6477004"/>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a:t>
            </a:r>
          </a:p>
        </p:txBody>
      </p:sp>
      <p:sp>
        <p:nvSpPr>
          <p:cNvPr id="15" name="TextBox 14"/>
          <p:cNvSpPr txBox="1"/>
          <p:nvPr userDrawn="1"/>
        </p:nvSpPr>
        <p:spPr>
          <a:xfrm>
            <a:off x="469902" y="6477004"/>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Member firms and DTTL: Insert appropriate copyright</a:t>
            </a:r>
            <a:br>
              <a:rPr lang="en-US" sz="650" noProof="0">
                <a:solidFill>
                  <a:schemeClr val="bg1"/>
                </a:solidFill>
              </a:rPr>
            </a:br>
            <a:r>
              <a:rPr lang="en-US" sz="650" noProof="0">
                <a:solidFill>
                  <a:schemeClr val="bg1"/>
                </a:solidFill>
              </a:rPr>
              <a:t>[To edit, click View &gt; Slide Master &gt; Slide Master]</a:t>
            </a:r>
          </a:p>
        </p:txBody>
      </p:sp>
      <p:sp>
        <p:nvSpPr>
          <p:cNvPr id="16" name="TextBox 15"/>
          <p:cNvSpPr txBox="1"/>
          <p:nvPr userDrawn="1"/>
        </p:nvSpPr>
        <p:spPr>
          <a:xfrm>
            <a:off x="11414126"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566655686"/>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3 column green line">
    <p:spTree>
      <p:nvGrpSpPr>
        <p:cNvPr id="1" name=""/>
        <p:cNvGrpSpPr/>
        <p:nvPr/>
      </p:nvGrpSpPr>
      <p:grpSpPr>
        <a:xfrm>
          <a:off x="0" y="0"/>
          <a:ext cx="0" cy="0"/>
          <a:chOff x="0" y="0"/>
          <a:chExt cx="0" cy="0"/>
        </a:xfrm>
      </p:grpSpPr>
      <p:sp>
        <p:nvSpPr>
          <p:cNvPr id="4" name="Rectangle 3"/>
          <p:cNvSpPr/>
          <p:nvPr userDrawn="1"/>
        </p:nvSpPr>
        <p:spPr>
          <a:xfrm>
            <a:off x="4278314"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5" name="Rectangle 4"/>
          <p:cNvSpPr/>
          <p:nvPr userDrawn="1"/>
        </p:nvSpPr>
        <p:spPr>
          <a:xfrm>
            <a:off x="469902"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6" name="Rectangle 5"/>
          <p:cNvSpPr/>
          <p:nvPr userDrawn="1"/>
        </p:nvSpPr>
        <p:spPr>
          <a:xfrm>
            <a:off x="8104179"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7" name="Text Placeholder 8"/>
          <p:cNvSpPr>
            <a:spLocks noGrp="1"/>
          </p:cNvSpPr>
          <p:nvPr>
            <p:ph type="body" sz="quarter" idx="17"/>
          </p:nvPr>
        </p:nvSpPr>
        <p:spPr>
          <a:xfrm>
            <a:off x="4278314" y="1851444"/>
            <a:ext cx="3636962"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82" indent="-235182">
              <a:spcAft>
                <a:spcPts val="1333"/>
              </a:spcAft>
              <a:buFont typeface="Arial" panose="020B0604020202020204" pitchFamily="34" charset="0"/>
              <a:buChar char="•"/>
              <a:defRPr/>
            </a:lvl4pPr>
            <a:lvl5pPr marL="475166" indent="-235182">
              <a:spcAft>
                <a:spcPts val="1333"/>
              </a:spcAft>
              <a:defRPr baseline="0"/>
            </a:lvl5pPr>
            <a:lvl6pPr marL="475166" indent="-235182">
              <a:spcAft>
                <a:spcPts val="1333"/>
              </a:spcAft>
              <a:buFont typeface="Verdana" panose="020B0604030504040204" pitchFamily="34" charset="0"/>
              <a:buChar char="−"/>
              <a:defRPr/>
            </a:lvl6pPr>
            <a:lvl7pPr marL="475166" indent="-235182">
              <a:spcAft>
                <a:spcPts val="1333"/>
              </a:spcAft>
              <a:defRPr/>
            </a:lvl7pPr>
            <a:lvl8pPr marL="475166" indent="-235182">
              <a:spcAft>
                <a:spcPts val="1333"/>
              </a:spcAft>
              <a:defRPr/>
            </a:lvl8pPr>
            <a:lvl9pPr marL="475166" indent="-235182">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8"/>
          </p:nvPr>
        </p:nvSpPr>
        <p:spPr>
          <a:xfrm>
            <a:off x="469902" y="1851444"/>
            <a:ext cx="3627438"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82" indent="-235182">
              <a:spcAft>
                <a:spcPts val="1333"/>
              </a:spcAft>
              <a:buFont typeface="Arial" panose="020B0604020202020204" pitchFamily="34" charset="0"/>
              <a:buChar char="•"/>
              <a:defRPr/>
            </a:lvl4pPr>
            <a:lvl5pPr marL="475166" indent="-235182">
              <a:spcAft>
                <a:spcPts val="1333"/>
              </a:spcAft>
              <a:defRPr baseline="0"/>
            </a:lvl5pPr>
            <a:lvl6pPr marL="475166" indent="-235182">
              <a:spcAft>
                <a:spcPts val="1333"/>
              </a:spcAft>
              <a:buFont typeface="Verdana" panose="020B0604030504040204" pitchFamily="34" charset="0"/>
              <a:buChar char="−"/>
              <a:defRPr/>
            </a:lvl6pPr>
            <a:lvl7pPr marL="475166" indent="-235182">
              <a:spcAft>
                <a:spcPts val="1333"/>
              </a:spcAft>
              <a:defRPr/>
            </a:lvl7pPr>
            <a:lvl8pPr marL="475166" indent="-235182">
              <a:spcAft>
                <a:spcPts val="1333"/>
              </a:spcAft>
              <a:defRPr/>
            </a:lvl8pPr>
            <a:lvl9pPr marL="475166" indent="-235182">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9"/>
          </p:nvPr>
        </p:nvSpPr>
        <p:spPr>
          <a:xfrm>
            <a:off x="8093078" y="1851444"/>
            <a:ext cx="3629025"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82" indent="-235182">
              <a:spcAft>
                <a:spcPts val="1333"/>
              </a:spcAft>
              <a:buFont typeface="Arial" panose="020B0604020202020204" pitchFamily="34" charset="0"/>
              <a:buChar char="•"/>
              <a:defRPr/>
            </a:lvl4pPr>
            <a:lvl5pPr marL="475166" indent="-235182">
              <a:spcAft>
                <a:spcPts val="1333"/>
              </a:spcAft>
              <a:defRPr baseline="0"/>
            </a:lvl5pPr>
            <a:lvl6pPr marL="475166" indent="-235182">
              <a:spcAft>
                <a:spcPts val="1333"/>
              </a:spcAft>
              <a:buFont typeface="Verdana" panose="020B0604030504040204" pitchFamily="34" charset="0"/>
              <a:buChar char="−"/>
              <a:defRPr/>
            </a:lvl6pPr>
            <a:lvl7pPr marL="475166" indent="-235182">
              <a:spcAft>
                <a:spcPts val="1333"/>
              </a:spcAft>
              <a:defRPr/>
            </a:lvl7pPr>
            <a:lvl8pPr marL="475166" indent="-235182">
              <a:spcAft>
                <a:spcPts val="1333"/>
              </a:spcAft>
              <a:defRPr/>
            </a:lvl8pPr>
            <a:lvl9pPr marL="475166" indent="-235182">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999" b="0">
                <a:solidFill>
                  <a:srgbClr val="575757"/>
                </a:solidFill>
              </a:defRPr>
            </a:lvl1pPr>
          </a:lstStyle>
          <a:p>
            <a:pPr lvl="0"/>
            <a:r>
              <a:rPr lang="en-US" noProof="0"/>
              <a:t>Click to add subtitle</a:t>
            </a:r>
          </a:p>
        </p:txBody>
      </p:sp>
      <p:sp>
        <p:nvSpPr>
          <p:cNvPr id="12"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1999"/>
            </a:lvl1pPr>
          </a:lstStyle>
          <a:p>
            <a:r>
              <a:rPr lang="en-US" noProof="0"/>
              <a:t>Click to edit Master title style</a:t>
            </a:r>
          </a:p>
        </p:txBody>
      </p:sp>
    </p:spTree>
    <p:extLst>
      <p:ext uri="{BB962C8B-B14F-4D97-AF65-F5344CB8AC3E}">
        <p14:creationId xmlns:p14="http://schemas.microsoft.com/office/powerpoint/2010/main" val="2251521022"/>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0"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82" indent="-235182">
              <a:spcAft>
                <a:spcPts val="1333"/>
              </a:spcAft>
              <a:buFont typeface="Arial" panose="020B0604020202020204" pitchFamily="34" charset="0"/>
              <a:buChar char="•"/>
              <a:defRPr/>
            </a:lvl4pPr>
            <a:lvl5pPr marL="475166" indent="-235182">
              <a:spcAft>
                <a:spcPts val="1333"/>
              </a:spcAft>
              <a:defRPr baseline="0"/>
            </a:lvl5pPr>
            <a:lvl6pPr marL="475166" indent="-235182">
              <a:spcAft>
                <a:spcPts val="1333"/>
              </a:spcAft>
              <a:buFont typeface="Verdana" panose="020B0604030504040204" pitchFamily="34" charset="0"/>
              <a:buChar char="−"/>
              <a:defRPr/>
            </a:lvl6pPr>
            <a:lvl7pPr marL="475166" indent="-235182">
              <a:spcAft>
                <a:spcPts val="1333"/>
              </a:spcAft>
              <a:defRPr/>
            </a:lvl7pPr>
            <a:lvl8pPr marL="475166" indent="-235182">
              <a:spcAft>
                <a:spcPts val="1333"/>
              </a:spcAft>
              <a:defRPr/>
            </a:lvl8pPr>
            <a:lvl9pPr marL="475166" indent="-235182">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82" indent="-235182">
              <a:spcAft>
                <a:spcPts val="1333"/>
              </a:spcAft>
              <a:buFont typeface="Arial" panose="020B0604020202020204" pitchFamily="34" charset="0"/>
              <a:buChar char="•"/>
              <a:defRPr/>
            </a:lvl4pPr>
            <a:lvl5pPr marL="475166" indent="-235182">
              <a:spcAft>
                <a:spcPts val="1333"/>
              </a:spcAft>
              <a:defRPr baseline="0"/>
            </a:lvl5pPr>
            <a:lvl6pPr marL="475166" indent="-235182">
              <a:spcAft>
                <a:spcPts val="1333"/>
              </a:spcAft>
              <a:buFont typeface="Verdana" panose="020B0604030504040204" pitchFamily="34" charset="0"/>
              <a:buChar char="−"/>
              <a:defRPr/>
            </a:lvl6pPr>
            <a:lvl7pPr marL="475166" indent="-235182">
              <a:spcAft>
                <a:spcPts val="1333"/>
              </a:spcAft>
              <a:defRPr/>
            </a:lvl7pPr>
            <a:lvl8pPr marL="475166" indent="-235182">
              <a:spcAft>
                <a:spcPts val="1333"/>
              </a:spcAft>
              <a:defRPr/>
            </a:lvl8pPr>
            <a:lvl9pPr marL="475166" indent="-235182">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56633"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82" indent="-235182">
              <a:spcAft>
                <a:spcPts val="1333"/>
              </a:spcAft>
              <a:buFont typeface="Arial" panose="020B0604020202020204" pitchFamily="34" charset="0"/>
              <a:buChar char="•"/>
              <a:defRPr/>
            </a:lvl4pPr>
            <a:lvl5pPr marL="475166" indent="-235182">
              <a:spcAft>
                <a:spcPts val="1333"/>
              </a:spcAft>
              <a:defRPr baseline="0"/>
            </a:lvl5pPr>
            <a:lvl6pPr marL="475166" indent="-235182">
              <a:spcAft>
                <a:spcPts val="1333"/>
              </a:spcAft>
              <a:buFont typeface="Verdana" panose="020B0604030504040204" pitchFamily="34" charset="0"/>
              <a:buChar char="−"/>
              <a:defRPr/>
            </a:lvl6pPr>
            <a:lvl7pPr marL="475166" indent="-235182">
              <a:spcAft>
                <a:spcPts val="1333"/>
              </a:spcAft>
              <a:defRPr/>
            </a:lvl7pPr>
            <a:lvl8pPr marL="475166" indent="-235182">
              <a:spcAft>
                <a:spcPts val="1333"/>
              </a:spcAft>
              <a:defRPr/>
            </a:lvl8pPr>
            <a:lvl9pPr marL="475166" indent="-235182">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43366"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82" indent="-235182">
              <a:spcAft>
                <a:spcPts val="1333"/>
              </a:spcAft>
              <a:buFont typeface="Arial" panose="020B0604020202020204" pitchFamily="34" charset="0"/>
              <a:buChar char="•"/>
              <a:defRPr/>
            </a:lvl4pPr>
            <a:lvl5pPr marL="475166" indent="-235182">
              <a:spcAft>
                <a:spcPts val="1333"/>
              </a:spcAft>
              <a:defRPr baseline="0"/>
            </a:lvl5pPr>
            <a:lvl6pPr marL="475166" indent="-235182">
              <a:spcAft>
                <a:spcPts val="1333"/>
              </a:spcAft>
              <a:buFont typeface="Verdana" panose="020B0604030504040204" pitchFamily="34" charset="0"/>
              <a:buChar char="−"/>
              <a:defRPr/>
            </a:lvl6pPr>
            <a:lvl7pPr marL="475166" indent="-235182">
              <a:spcAft>
                <a:spcPts val="1333"/>
              </a:spcAft>
              <a:defRPr/>
            </a:lvl7pPr>
            <a:lvl8pPr marL="475166" indent="-235182">
              <a:spcAft>
                <a:spcPts val="1333"/>
              </a:spcAft>
              <a:defRPr/>
            </a:lvl8pPr>
            <a:lvl9pPr marL="475166" indent="-235182">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999" b="0">
                <a:solidFill>
                  <a:srgbClr val="575757"/>
                </a:solidFill>
              </a:defRPr>
            </a:lvl1pPr>
          </a:lstStyle>
          <a:p>
            <a:pPr lvl="0"/>
            <a:r>
              <a:rPr lang="en-US" noProof="0"/>
              <a:t>Click to add subtitle</a:t>
            </a:r>
          </a:p>
        </p:txBody>
      </p:sp>
      <p:sp>
        <p:nvSpPr>
          <p:cNvPr id="10"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1999"/>
            </a:lvl1pPr>
          </a:lstStyle>
          <a:p>
            <a:r>
              <a:rPr lang="en-US" noProof="0"/>
              <a:t>Click to edit Master title style</a:t>
            </a:r>
          </a:p>
        </p:txBody>
      </p:sp>
    </p:spTree>
    <p:extLst>
      <p:ext uri="{BB962C8B-B14F-4D97-AF65-F5344CB8AC3E}">
        <p14:creationId xmlns:p14="http://schemas.microsoft.com/office/powerpoint/2010/main" val="3144437221"/>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1_4 column icon green">
    <p:bg>
      <p:bgPr>
        <a:solidFill>
          <a:schemeClr val="accent2"/>
        </a:solidFill>
        <a:effectLst/>
      </p:bgPr>
    </p:bg>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3"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82" indent="-235182">
              <a:spcAft>
                <a:spcPts val="1333"/>
              </a:spcAft>
              <a:buFont typeface="Arial" panose="020B0604020202020204" pitchFamily="34" charset="0"/>
              <a:buChar char="•"/>
              <a:defRPr>
                <a:solidFill>
                  <a:schemeClr val="bg1"/>
                </a:solidFill>
              </a:defRPr>
            </a:lvl4pPr>
            <a:lvl5pPr marL="475166" indent="-235182">
              <a:spcAft>
                <a:spcPts val="1333"/>
              </a:spcAft>
              <a:defRPr baseline="0">
                <a:solidFill>
                  <a:schemeClr val="bg1"/>
                </a:solidFill>
              </a:defRPr>
            </a:lvl5pPr>
            <a:lvl6pPr marL="475166" indent="-235182">
              <a:spcAft>
                <a:spcPts val="1333"/>
              </a:spcAft>
              <a:buFont typeface="Verdana" panose="020B0604030504040204" pitchFamily="34" charset="0"/>
              <a:buChar char="−"/>
              <a:defRPr>
                <a:solidFill>
                  <a:schemeClr val="bg1"/>
                </a:solidFill>
              </a:defRPr>
            </a:lvl6pPr>
            <a:lvl7pPr marL="475166" indent="-235182">
              <a:spcAft>
                <a:spcPts val="1333"/>
              </a:spcAft>
              <a:defRPr>
                <a:solidFill>
                  <a:schemeClr val="bg1"/>
                </a:solidFill>
              </a:defRPr>
            </a:lvl7pPr>
            <a:lvl8pPr marL="475166" indent="-235182">
              <a:spcAft>
                <a:spcPts val="1333"/>
              </a:spcAft>
              <a:defRPr>
                <a:solidFill>
                  <a:schemeClr val="bg1"/>
                </a:solidFill>
              </a:defRPr>
            </a:lvl8pPr>
            <a:lvl9pPr marL="475166" indent="-235182">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82" indent="-235182">
              <a:spcAft>
                <a:spcPts val="1333"/>
              </a:spcAft>
              <a:buFont typeface="Arial" panose="020B0604020202020204" pitchFamily="34" charset="0"/>
              <a:buChar char="•"/>
              <a:defRPr>
                <a:solidFill>
                  <a:schemeClr val="bg1"/>
                </a:solidFill>
              </a:defRPr>
            </a:lvl4pPr>
            <a:lvl5pPr marL="475166" indent="-235182">
              <a:spcAft>
                <a:spcPts val="1333"/>
              </a:spcAft>
              <a:defRPr baseline="0">
                <a:solidFill>
                  <a:schemeClr val="bg1"/>
                </a:solidFill>
              </a:defRPr>
            </a:lvl5pPr>
            <a:lvl6pPr marL="475166" indent="-235182">
              <a:spcAft>
                <a:spcPts val="1333"/>
              </a:spcAft>
              <a:buFont typeface="Verdana" panose="020B0604030504040204" pitchFamily="34" charset="0"/>
              <a:buChar char="−"/>
              <a:defRPr>
                <a:solidFill>
                  <a:schemeClr val="bg1"/>
                </a:solidFill>
              </a:defRPr>
            </a:lvl6pPr>
            <a:lvl7pPr marL="475166" indent="-235182">
              <a:spcAft>
                <a:spcPts val="1333"/>
              </a:spcAft>
              <a:defRPr>
                <a:solidFill>
                  <a:schemeClr val="bg1"/>
                </a:solidFill>
              </a:defRPr>
            </a:lvl7pPr>
            <a:lvl8pPr marL="475166" indent="-235182">
              <a:spcAft>
                <a:spcPts val="1333"/>
              </a:spcAft>
              <a:defRPr>
                <a:solidFill>
                  <a:schemeClr val="bg1"/>
                </a:solidFill>
              </a:defRPr>
            </a:lvl8pPr>
            <a:lvl9pPr marL="475166" indent="-235182">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56635"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82" indent="-235182">
              <a:spcAft>
                <a:spcPts val="1333"/>
              </a:spcAft>
              <a:buFont typeface="Arial" panose="020B0604020202020204" pitchFamily="34" charset="0"/>
              <a:buChar char="•"/>
              <a:defRPr>
                <a:solidFill>
                  <a:schemeClr val="bg1"/>
                </a:solidFill>
              </a:defRPr>
            </a:lvl4pPr>
            <a:lvl5pPr marL="475166" indent="-235182">
              <a:spcAft>
                <a:spcPts val="1333"/>
              </a:spcAft>
              <a:defRPr baseline="0">
                <a:solidFill>
                  <a:schemeClr val="bg1"/>
                </a:solidFill>
              </a:defRPr>
            </a:lvl5pPr>
            <a:lvl6pPr marL="475166" indent="-235182">
              <a:spcAft>
                <a:spcPts val="1333"/>
              </a:spcAft>
              <a:buFont typeface="Verdana" panose="020B0604030504040204" pitchFamily="34" charset="0"/>
              <a:buChar char="−"/>
              <a:defRPr>
                <a:solidFill>
                  <a:schemeClr val="bg1"/>
                </a:solidFill>
              </a:defRPr>
            </a:lvl6pPr>
            <a:lvl7pPr marL="475166" indent="-235182">
              <a:spcAft>
                <a:spcPts val="1333"/>
              </a:spcAft>
              <a:defRPr>
                <a:solidFill>
                  <a:schemeClr val="bg1"/>
                </a:solidFill>
              </a:defRPr>
            </a:lvl7pPr>
            <a:lvl8pPr marL="475166" indent="-235182">
              <a:spcAft>
                <a:spcPts val="1333"/>
              </a:spcAft>
              <a:defRPr>
                <a:solidFill>
                  <a:schemeClr val="bg1"/>
                </a:solidFill>
              </a:defRPr>
            </a:lvl8pPr>
            <a:lvl9pPr marL="475166" indent="-235182">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43367"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82" indent="-235182">
              <a:spcAft>
                <a:spcPts val="1333"/>
              </a:spcAft>
              <a:buFont typeface="Arial" panose="020B0604020202020204" pitchFamily="34" charset="0"/>
              <a:buChar char="•"/>
              <a:defRPr>
                <a:solidFill>
                  <a:schemeClr val="bg1"/>
                </a:solidFill>
              </a:defRPr>
            </a:lvl4pPr>
            <a:lvl5pPr marL="475166" indent="-235182">
              <a:spcAft>
                <a:spcPts val="1333"/>
              </a:spcAft>
              <a:defRPr baseline="0">
                <a:solidFill>
                  <a:schemeClr val="bg1"/>
                </a:solidFill>
              </a:defRPr>
            </a:lvl5pPr>
            <a:lvl6pPr marL="475166" indent="-235182">
              <a:spcAft>
                <a:spcPts val="1333"/>
              </a:spcAft>
              <a:buFont typeface="Verdana" panose="020B0604030504040204" pitchFamily="34" charset="0"/>
              <a:buChar char="−"/>
              <a:defRPr>
                <a:solidFill>
                  <a:schemeClr val="bg1"/>
                </a:solidFill>
              </a:defRPr>
            </a:lvl6pPr>
            <a:lvl7pPr marL="475166" indent="-235182">
              <a:spcAft>
                <a:spcPts val="1333"/>
              </a:spcAft>
              <a:defRPr>
                <a:solidFill>
                  <a:schemeClr val="bg1"/>
                </a:solidFill>
              </a:defRPr>
            </a:lvl7pPr>
            <a:lvl8pPr marL="475166" indent="-235182">
              <a:spcAft>
                <a:spcPts val="1333"/>
              </a:spcAft>
              <a:defRPr>
                <a:solidFill>
                  <a:schemeClr val="bg1"/>
                </a:solidFill>
              </a:defRPr>
            </a:lvl8pPr>
            <a:lvl9pPr marL="475166" indent="-235182">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Box 12"/>
          <p:cNvSpPr txBox="1"/>
          <p:nvPr userDrawn="1"/>
        </p:nvSpPr>
        <p:spPr>
          <a:xfrm>
            <a:off x="6335185" y="6477004"/>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a:t>
            </a:r>
          </a:p>
        </p:txBody>
      </p:sp>
      <p:sp>
        <p:nvSpPr>
          <p:cNvPr id="14" name="TextBox 13"/>
          <p:cNvSpPr txBox="1"/>
          <p:nvPr userDrawn="1"/>
        </p:nvSpPr>
        <p:spPr>
          <a:xfrm>
            <a:off x="501655" y="6477004"/>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Member firms and DTTL: Insert appropriate copyright</a:t>
            </a:r>
            <a:br>
              <a:rPr lang="en-US" sz="650" noProof="0">
                <a:solidFill>
                  <a:schemeClr val="bg1"/>
                </a:solidFill>
              </a:rPr>
            </a:br>
            <a:r>
              <a:rPr lang="en-US" sz="650" noProof="0">
                <a:solidFill>
                  <a:schemeClr val="bg1"/>
                </a:solidFill>
              </a:rPr>
              <a:t>[To edit, click View &gt; Slide Master &gt; Slide Master]</a:t>
            </a:r>
          </a:p>
        </p:txBody>
      </p:sp>
      <p:sp>
        <p:nvSpPr>
          <p:cNvPr id="15" name="TextBox 14"/>
          <p:cNvSpPr txBox="1"/>
          <p:nvPr userDrawn="1"/>
        </p:nvSpPr>
        <p:spPr>
          <a:xfrm>
            <a:off x="11382380" y="6477003"/>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
        <p:nvSpPr>
          <p:cNvPr id="16"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999" b="0">
                <a:solidFill>
                  <a:schemeClr val="bg1"/>
                </a:solidFill>
              </a:defRPr>
            </a:lvl1pPr>
          </a:lstStyle>
          <a:p>
            <a:pPr lvl="0"/>
            <a:r>
              <a:rPr lang="en-US" noProof="0"/>
              <a:t>Click to add subtitle</a:t>
            </a:r>
          </a:p>
        </p:txBody>
      </p:sp>
      <p:sp>
        <p:nvSpPr>
          <p:cNvPr id="17"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1999">
                <a:solidFill>
                  <a:schemeClr val="bg1"/>
                </a:solidFill>
              </a:defRPr>
            </a:lvl1pPr>
          </a:lstStyle>
          <a:p>
            <a:r>
              <a:rPr lang="en-US" noProof="0"/>
              <a:t>Click to edit Master title style</a:t>
            </a:r>
          </a:p>
        </p:txBody>
      </p:sp>
    </p:spTree>
    <p:extLst>
      <p:ext uri="{BB962C8B-B14F-4D97-AF65-F5344CB8AC3E}">
        <p14:creationId xmlns:p14="http://schemas.microsoft.com/office/powerpoint/2010/main" val="455426056"/>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userDrawn="1">
  <p:cSld name="Title Slide 2">
    <p:spTree>
      <p:nvGrpSpPr>
        <p:cNvPr id="1" name=""/>
        <p:cNvGrpSpPr/>
        <p:nvPr/>
      </p:nvGrpSpPr>
      <p:grpSpPr>
        <a:xfrm>
          <a:off x="0" y="0"/>
          <a:ext cx="0" cy="0"/>
          <a:chOff x="0" y="0"/>
          <a:chExt cx="0" cy="0"/>
        </a:xfrm>
      </p:grpSpPr>
      <p:sp>
        <p:nvSpPr>
          <p:cNvPr id="2" name="Title 1"/>
          <p:cNvSpPr>
            <a:spLocks noGrp="1"/>
          </p:cNvSpPr>
          <p:nvPr>
            <p:ph type="ctrTitle"/>
          </p:nvPr>
        </p:nvSpPr>
        <p:spPr>
          <a:xfrm>
            <a:off x="500820" y="1812924"/>
            <a:ext cx="3696000" cy="842400"/>
          </a:xfrm>
        </p:spPr>
        <p:txBody>
          <a:bodyPr/>
          <a:lstStyle>
            <a:lvl1pPr>
              <a:defRPr sz="2800">
                <a:solidFill>
                  <a:schemeClr val="accent1"/>
                </a:solidFill>
              </a:defRPr>
            </a:lvl1pPr>
          </a:lstStyle>
          <a:p>
            <a:r>
              <a:rPr lang="en-US"/>
              <a:t>Click to edit Master title style</a:t>
            </a:r>
            <a:endParaRPr lang="en-GB"/>
          </a:p>
        </p:txBody>
      </p:sp>
      <p:sp>
        <p:nvSpPr>
          <p:cNvPr id="3" name="Subtitle 2"/>
          <p:cNvSpPr>
            <a:spLocks noGrp="1"/>
          </p:cNvSpPr>
          <p:nvPr>
            <p:ph type="subTitle" idx="1"/>
          </p:nvPr>
        </p:nvSpPr>
        <p:spPr>
          <a:xfrm>
            <a:off x="500820" y="4357695"/>
            <a:ext cx="3696000" cy="1048554"/>
          </a:xfrm>
        </p:spPr>
        <p:txBody>
          <a:bodyPr>
            <a:normAutofit/>
          </a:bodyPr>
          <a:lstStyle>
            <a:lvl1pPr marL="0" indent="0" algn="l">
              <a:lnSpc>
                <a:spcPct val="120000"/>
              </a:lnSpc>
              <a:spcBef>
                <a:spcPts val="0"/>
              </a:spcBef>
              <a:buNone/>
              <a:defRPr sz="1400" b="0">
                <a:solidFill>
                  <a:schemeClr val="accent5"/>
                </a:solidFill>
              </a:defRPr>
            </a:lvl1pPr>
            <a:lvl2pPr marL="457179" indent="0" algn="ctr">
              <a:buNone/>
              <a:defRPr>
                <a:solidFill>
                  <a:schemeClr val="tx1">
                    <a:tint val="75000"/>
                  </a:schemeClr>
                </a:solidFill>
              </a:defRPr>
            </a:lvl2pPr>
            <a:lvl3pPr marL="914356" indent="0" algn="ctr">
              <a:buNone/>
              <a:defRPr>
                <a:solidFill>
                  <a:schemeClr val="tx1">
                    <a:tint val="75000"/>
                  </a:schemeClr>
                </a:solidFill>
              </a:defRPr>
            </a:lvl3pPr>
            <a:lvl4pPr marL="1371535" indent="0" algn="ctr">
              <a:buNone/>
              <a:defRPr>
                <a:solidFill>
                  <a:schemeClr val="tx1">
                    <a:tint val="75000"/>
                  </a:schemeClr>
                </a:solidFill>
              </a:defRPr>
            </a:lvl4pPr>
            <a:lvl5pPr marL="1828713" indent="0" algn="ctr">
              <a:buNone/>
              <a:defRPr>
                <a:solidFill>
                  <a:schemeClr val="tx1">
                    <a:tint val="75000"/>
                  </a:schemeClr>
                </a:solidFill>
              </a:defRPr>
            </a:lvl5pPr>
            <a:lvl6pPr marL="2285891" indent="0" algn="ctr">
              <a:buNone/>
              <a:defRPr>
                <a:solidFill>
                  <a:schemeClr val="tx1">
                    <a:tint val="75000"/>
                  </a:schemeClr>
                </a:solidFill>
              </a:defRPr>
            </a:lvl6pPr>
            <a:lvl7pPr marL="2743069" indent="0" algn="ctr">
              <a:buNone/>
              <a:defRPr>
                <a:solidFill>
                  <a:schemeClr val="tx1">
                    <a:tint val="75000"/>
                  </a:schemeClr>
                </a:solidFill>
              </a:defRPr>
            </a:lvl7pPr>
            <a:lvl8pPr marL="3200247" indent="0" algn="ctr">
              <a:buNone/>
              <a:defRPr>
                <a:solidFill>
                  <a:schemeClr val="tx1">
                    <a:tint val="75000"/>
                  </a:schemeClr>
                </a:solidFill>
              </a:defRPr>
            </a:lvl8pPr>
            <a:lvl9pPr marL="3657425" indent="0" algn="ctr">
              <a:buNone/>
              <a:defRPr>
                <a:solidFill>
                  <a:schemeClr val="tx1">
                    <a:tint val="75000"/>
                  </a:schemeClr>
                </a:solidFill>
              </a:defRPr>
            </a:lvl9pPr>
          </a:lstStyle>
          <a:p>
            <a:r>
              <a:rPr lang="en-US"/>
              <a:t>Click to edit Master subtitle style</a:t>
            </a:r>
            <a:endParaRPr lang="en-GB"/>
          </a:p>
        </p:txBody>
      </p:sp>
      <p:sp>
        <p:nvSpPr>
          <p:cNvPr id="14" name="Slide Number Placeholder 7"/>
          <p:cNvSpPr>
            <a:spLocks noGrp="1"/>
          </p:cNvSpPr>
          <p:nvPr>
            <p:ph type="sldNum" sz="quarter" idx="4"/>
          </p:nvPr>
        </p:nvSpPr>
        <p:spPr>
          <a:xfrm>
            <a:off x="10629331" y="6407835"/>
            <a:ext cx="1056117" cy="252000"/>
          </a:xfrm>
          <a:prstGeom prst="rect">
            <a:avLst/>
          </a:prstGeom>
        </p:spPr>
        <p:txBody>
          <a:bodyPr vert="horz" lIns="0" tIns="0" rIns="0" bIns="0" rtlCol="0" anchor="ctr" anchorCtr="0"/>
          <a:lstStyle>
            <a:lvl1pPr algn="r">
              <a:defRPr sz="800" b="0">
                <a:solidFill>
                  <a:srgbClr val="8C8C8C"/>
                </a:solidFill>
              </a:defRPr>
            </a:lvl1pPr>
          </a:lstStyle>
          <a:p>
            <a:fld id="{95CC1D26-A9BD-4BDE-BDD9-08EDBAE96860}" type="slidenum">
              <a:rPr lang="en-GB" smtClean="0"/>
              <a:pPr/>
              <a:t>‹#›</a:t>
            </a:fld>
            <a:endParaRPr lang="en-GB"/>
          </a:p>
        </p:txBody>
      </p:sp>
      <p:sp>
        <p:nvSpPr>
          <p:cNvPr id="11" name="Text Placeholder 5"/>
          <p:cNvSpPr>
            <a:spLocks noGrp="1"/>
          </p:cNvSpPr>
          <p:nvPr>
            <p:ph type="body" sz="quarter" idx="10"/>
          </p:nvPr>
        </p:nvSpPr>
        <p:spPr>
          <a:xfrm>
            <a:off x="500067" y="2663187"/>
            <a:ext cx="3696000" cy="1699200"/>
          </a:xfrm>
        </p:spPr>
        <p:txBody>
          <a:bodyPr>
            <a:noAutofit/>
          </a:bodyPr>
          <a:lstStyle>
            <a:lvl1pPr marL="0" indent="0">
              <a:buNone/>
              <a:defRPr sz="2800">
                <a:solidFill>
                  <a:schemeClr val="accent2"/>
                </a:solidFill>
              </a:defRPr>
            </a:lvl1pPr>
          </a:lstStyle>
          <a:p>
            <a:pPr lvl="0"/>
            <a:r>
              <a:rPr lang="en-US"/>
              <a:t>Click to edit Master text styles</a:t>
            </a:r>
          </a:p>
        </p:txBody>
      </p:sp>
      <p:sp>
        <p:nvSpPr>
          <p:cNvPr id="6" name="Rectangle 5">
            <a:extLst>
              <a:ext uri="{FF2B5EF4-FFF2-40B4-BE49-F238E27FC236}">
                <a16:creationId xmlns:a16="http://schemas.microsoft.com/office/drawing/2014/main" id="{0E2D901D-DAE1-46E9-83E3-441292FAA936}"/>
              </a:ext>
            </a:extLst>
          </p:cNvPr>
          <p:cNvSpPr/>
          <p:nvPr userDrawn="1"/>
        </p:nvSpPr>
        <p:spPr>
          <a:xfrm>
            <a:off x="228022" y="6484166"/>
            <a:ext cx="4572000" cy="215444"/>
          </a:xfrm>
          <a:prstGeom prst="rect">
            <a:avLst/>
          </a:prstGeom>
        </p:spPr>
        <p:txBody>
          <a:bodyPr>
            <a:spAutoFit/>
          </a:bodyPr>
          <a:lstStyle/>
          <a:p>
            <a:pPr defTabSz="914356">
              <a:defRPr/>
            </a:pPr>
            <a:r>
              <a:rPr lang="en-GB" sz="800">
                <a:latin typeface="Verdana"/>
                <a:ea typeface="Verdana" panose="020B0604030504040204" pitchFamily="34" charset="0"/>
                <a:cs typeface="Times New Roman" panose="02020603050405020304" pitchFamily="18" charset="0"/>
              </a:rPr>
              <a:t>© 2019. For information, contact Deloitte Touche Tohmatsu Limited.</a:t>
            </a:r>
            <a:endParaRPr lang="en-US" sz="800">
              <a:latin typeface="Verdana"/>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2290828005"/>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userDrawn="1">
  <p:cSld name="4_Title Slide - Black">
    <p:bg bwMode="gray">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a:t>Click icon to add picture</a:t>
            </a:r>
          </a:p>
        </p:txBody>
      </p:sp>
      <p:sp>
        <p:nvSpPr>
          <p:cNvPr id="3" name="Subtitle 2"/>
          <p:cNvSpPr>
            <a:spLocks noGrp="1"/>
          </p:cNvSpPr>
          <p:nvPr>
            <p:ph type="subTitle" idx="1" hasCustomPrompt="1"/>
          </p:nvPr>
        </p:nvSpPr>
        <p:spPr bwMode="gray">
          <a:xfrm>
            <a:off x="503991" y="5864231"/>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marR="0" indent="0" algn="l" defTabSz="914356" rtl="0" eaLnBrk="1" fontAlgn="auto" latinLnBrk="0" hangingPunct="1">
              <a:lnSpc>
                <a:spcPct val="100000"/>
              </a:lnSpc>
              <a:spcBef>
                <a:spcPts val="0"/>
              </a:spcBef>
              <a:spcAft>
                <a:spcPts val="0"/>
              </a:spcAft>
              <a:buClrTx/>
              <a:buSzPct val="100000"/>
              <a:buFont typeface="Arial"/>
              <a:buNone/>
              <a:tabLst/>
              <a:defRPr sz="1600" b="0">
                <a:solidFill>
                  <a:schemeClr val="bg1"/>
                </a:solidFill>
              </a:defRPr>
            </a:lvl2pPr>
            <a:lvl3pPr marL="0" indent="0" algn="l">
              <a:spcAft>
                <a:spcPts val="0"/>
              </a:spcAft>
              <a:buNone/>
              <a:defRPr sz="1600">
                <a:solidFill>
                  <a:schemeClr val="bg1"/>
                </a:solidFill>
              </a:defRPr>
            </a:lvl3pPr>
            <a:lvl4pPr marL="1371535" indent="0" algn="ctr">
              <a:buNone/>
              <a:defRPr sz="1600"/>
            </a:lvl4pPr>
            <a:lvl5pPr marL="1828713" indent="0" algn="ctr">
              <a:buNone/>
              <a:defRPr sz="1600"/>
            </a:lvl5pPr>
            <a:lvl6pPr marL="2285891" indent="0" algn="ctr">
              <a:buNone/>
              <a:defRPr sz="1600"/>
            </a:lvl6pPr>
            <a:lvl7pPr marL="2743069" indent="0" algn="ctr">
              <a:buNone/>
              <a:defRPr sz="1600"/>
            </a:lvl7pPr>
            <a:lvl8pPr marL="3200247" indent="0" algn="ctr">
              <a:buNone/>
              <a:defRPr sz="1600"/>
            </a:lvl8pPr>
            <a:lvl9pPr marL="3657425" indent="0" algn="ctr">
              <a:buNone/>
              <a:defRPr sz="1600"/>
            </a:lvl9pPr>
          </a:lstStyle>
          <a:p>
            <a:r>
              <a:rPr lang="en-US" noProof="0"/>
              <a:t>Click to edit Master title style</a:t>
            </a:r>
          </a:p>
          <a:p>
            <a:pPr marL="0" marR="0" lvl="1" indent="0" algn="l" defTabSz="914356" rtl="0" eaLnBrk="1" fontAlgn="auto" latinLnBrk="0" hangingPunct="1">
              <a:lnSpc>
                <a:spcPct val="100000"/>
              </a:lnSpc>
              <a:spcBef>
                <a:spcPts val="0"/>
              </a:spcBef>
              <a:spcAft>
                <a:spcPts val="0"/>
              </a:spcAft>
              <a:buClrTx/>
              <a:buSzPct val="100000"/>
              <a:buFont typeface="Arial"/>
              <a:buNone/>
              <a:tabLst/>
              <a:defRPr/>
            </a:pPr>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1" name="Group 20"/>
          <p:cNvGrpSpPr/>
          <p:nvPr userDrawn="1"/>
        </p:nvGrpSpPr>
        <p:grpSpPr>
          <a:xfrm>
            <a:off x="503988" y="378000"/>
            <a:ext cx="2160000" cy="307976"/>
            <a:chOff x="398463" y="404813"/>
            <a:chExt cx="1627187" cy="307976"/>
          </a:xfrm>
          <a:solidFill>
            <a:schemeClr val="bg1"/>
          </a:solidFill>
        </p:grpSpPr>
        <p:sp>
          <p:nvSpPr>
            <p:cNvPr id="11"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99" noProof="0">
                <a:solidFill>
                  <a:schemeClr val="bg1"/>
                </a:solidFill>
              </a:endParaRPr>
            </a:p>
          </p:txBody>
        </p:sp>
        <p:sp>
          <p:nvSpPr>
            <p:cNvPr id="12"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99" noProof="0">
                <a:solidFill>
                  <a:schemeClr val="bg1"/>
                </a:solidFill>
              </a:endParaRPr>
            </a:p>
          </p:txBody>
        </p:sp>
        <p:sp>
          <p:nvSpPr>
            <p:cNvPr id="13"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99" noProof="0">
                <a:solidFill>
                  <a:schemeClr val="bg1"/>
                </a:solidFill>
              </a:endParaRPr>
            </a:p>
          </p:txBody>
        </p:sp>
        <p:sp>
          <p:nvSpPr>
            <p:cNvPr id="14"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99" noProof="0">
                <a:solidFill>
                  <a:schemeClr val="bg1"/>
                </a:solidFill>
              </a:endParaRPr>
            </a:p>
          </p:txBody>
        </p:sp>
        <p:sp>
          <p:nvSpPr>
            <p:cNvPr id="15"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99" noProof="0">
                <a:solidFill>
                  <a:schemeClr val="bg1"/>
                </a:solidFill>
              </a:endParaRPr>
            </a:p>
          </p:txBody>
        </p:sp>
        <p:sp>
          <p:nvSpPr>
            <p:cNvPr id="16"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99" noProof="0">
                <a:solidFill>
                  <a:schemeClr val="bg1"/>
                </a:solidFill>
              </a:endParaRPr>
            </a:p>
          </p:txBody>
        </p:sp>
        <p:sp>
          <p:nvSpPr>
            <p:cNvPr id="17"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99" noProof="0">
                <a:solidFill>
                  <a:schemeClr val="bg1"/>
                </a:solidFill>
              </a:endParaRPr>
            </a:p>
          </p:txBody>
        </p:sp>
        <p:sp>
          <p:nvSpPr>
            <p:cNvPr id="18"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99" noProof="0">
                <a:solidFill>
                  <a:schemeClr val="bg1"/>
                </a:solidFill>
              </a:endParaRPr>
            </a:p>
          </p:txBody>
        </p:sp>
        <p:sp>
          <p:nvSpPr>
            <p:cNvPr id="19"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99" noProof="0">
                <a:solidFill>
                  <a:schemeClr val="bg1"/>
                </a:solidFill>
              </a:endParaRPr>
            </a:p>
          </p:txBody>
        </p:sp>
        <p:sp>
          <p:nvSpPr>
            <p:cNvPr id="20"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99" noProof="0">
                <a:solidFill>
                  <a:schemeClr val="bg1"/>
                </a:solidFill>
              </a:endParaRPr>
            </a:p>
          </p:txBody>
        </p:sp>
      </p:grpSp>
    </p:spTree>
    <p:extLst>
      <p:ext uri="{BB962C8B-B14F-4D97-AF65-F5344CB8AC3E}">
        <p14:creationId xmlns:p14="http://schemas.microsoft.com/office/powerpoint/2010/main" val="123639044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userDrawn="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p>
        </p:txBody>
      </p:sp>
      <p:sp>
        <p:nvSpPr>
          <p:cNvPr id="3" name="TextBox 2">
            <a:extLst>
              <a:ext uri="{FF2B5EF4-FFF2-40B4-BE49-F238E27FC236}">
                <a16:creationId xmlns:a16="http://schemas.microsoft.com/office/drawing/2014/main" id="{BEC5FB2D-51C4-446B-B46B-3B301738D071}"/>
              </a:ext>
            </a:extLst>
          </p:cNvPr>
          <p:cNvSpPr txBox="1"/>
          <p:nvPr userDrawn="1"/>
        </p:nvSpPr>
        <p:spPr>
          <a:xfrm>
            <a:off x="501653" y="6629409"/>
            <a:ext cx="5355169" cy="201260"/>
          </a:xfrm>
          <a:prstGeom prst="rect">
            <a:avLst/>
          </a:prstGeom>
          <a:noFill/>
        </p:spPr>
        <p:txBody>
          <a:bodyPr wrap="square" lIns="0" tIns="0" rIns="0" bIns="0" rtlCol="0">
            <a:noAutofit/>
          </a:bodyPr>
          <a:lstStyle/>
          <a:p>
            <a:pPr>
              <a:spcBef>
                <a:spcPts val="800"/>
              </a:spcBef>
              <a:buSzPct val="100000"/>
              <a:buFont typeface="Arial"/>
              <a:buNone/>
            </a:pPr>
            <a:r>
              <a:rPr lang="fr-FR" sz="867">
                <a:solidFill>
                  <a:prstClr val="black"/>
                </a:solidFill>
              </a:rPr>
              <a:t>© 2022 Deloitte Touche Tohmatsu India LLP</a:t>
            </a:r>
          </a:p>
        </p:txBody>
      </p:sp>
      <p:sp>
        <p:nvSpPr>
          <p:cNvPr id="4" name="TextBox 3">
            <a:extLst>
              <a:ext uri="{FF2B5EF4-FFF2-40B4-BE49-F238E27FC236}">
                <a16:creationId xmlns:a16="http://schemas.microsoft.com/office/drawing/2014/main" id="{2DCDCA34-5067-4E2C-9834-B642B8C03FF8}"/>
              </a:ext>
            </a:extLst>
          </p:cNvPr>
          <p:cNvSpPr txBox="1"/>
          <p:nvPr userDrawn="1"/>
        </p:nvSpPr>
        <p:spPr>
          <a:xfrm>
            <a:off x="11382379" y="6629406"/>
            <a:ext cx="307976" cy="100027"/>
          </a:xfrm>
          <a:prstGeom prst="rect">
            <a:avLst/>
          </a:prstGeom>
          <a:noFill/>
        </p:spPr>
        <p:txBody>
          <a:bodyPr wrap="square" lIns="0" tIns="0" rIns="0" bIns="0" rtlCol="0">
            <a:noAutofit/>
          </a:bodyPr>
          <a:lstStyle/>
          <a:p>
            <a:pPr algn="r">
              <a:spcBef>
                <a:spcPts val="800"/>
              </a:spcBef>
              <a:buSzPct val="100000"/>
              <a:buFont typeface="Arial"/>
              <a:buNone/>
            </a:pPr>
            <a:fld id="{C58DF478-B544-4ED8-9ED4-6A2648E2D233}" type="slidenum">
              <a:rPr lang="en-US" sz="867" smtClean="0">
                <a:solidFill>
                  <a:prstClr val="black"/>
                </a:solidFill>
              </a:rPr>
              <a:pPr algn="r">
                <a:spcBef>
                  <a:spcPts val="800"/>
                </a:spcBef>
                <a:buSzPct val="100000"/>
                <a:buFont typeface="Arial"/>
                <a:buNone/>
              </a:pPr>
              <a:t>‹#›</a:t>
            </a:fld>
            <a:endParaRPr lang="en-US" sz="867">
              <a:solidFill>
                <a:prstClr val="black"/>
              </a:solidFill>
            </a:endParaRPr>
          </a:p>
        </p:txBody>
      </p:sp>
    </p:spTree>
    <p:extLst>
      <p:ext uri="{BB962C8B-B14F-4D97-AF65-F5344CB8AC3E}">
        <p14:creationId xmlns:p14="http://schemas.microsoft.com/office/powerpoint/2010/main" val="319244307"/>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Contents with imag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4" imgW="470" imgH="469" progId="TCLayout.ActiveDocument.1">
                  <p:embed/>
                </p:oleObj>
              </mc:Choice>
              <mc:Fallback>
                <p:oleObj name="think-cell Slide" r:id="rId4" imgW="470" imgH="469" progId="TCLayout.ActiveDocument.1">
                  <p:embed/>
                  <p:pic>
                    <p:nvPicPr>
                      <p:cNvPr id="3" name="Object 2" hidden="1"/>
                      <p:cNvPicPr/>
                      <p:nvPr/>
                    </p:nvPicPr>
                    <p:blipFill>
                      <a:blip r:embed="rId5"/>
                      <a:stretch>
                        <a:fillRect/>
                      </a:stretch>
                    </p:blipFill>
                    <p:spPr>
                      <a:xfrm>
                        <a:off x="1589"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1" y="2"/>
            <a:ext cx="158750" cy="158750"/>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1800"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5" name="Picture Placeholder 9"/>
          <p:cNvSpPr>
            <a:spLocks noGrp="1"/>
          </p:cNvSpPr>
          <p:nvPr>
            <p:ph type="pic" sz="quarter" idx="15"/>
          </p:nvPr>
        </p:nvSpPr>
        <p:spPr>
          <a:xfrm>
            <a:off x="5604868" y="1700213"/>
            <a:ext cx="6117233" cy="4598988"/>
          </a:xfrm>
        </p:spPr>
        <p:txBody>
          <a:bodyPr/>
          <a:lstStyle/>
          <a:p>
            <a:r>
              <a:rPr lang="en-US" noProof="0"/>
              <a:t>Drag picture to placeholder or click icon to add</a:t>
            </a:r>
          </a:p>
        </p:txBody>
      </p:sp>
      <p:sp>
        <p:nvSpPr>
          <p:cNvPr id="6" name="Content Placeholder 3"/>
          <p:cNvSpPr>
            <a:spLocks noGrp="1"/>
          </p:cNvSpPr>
          <p:nvPr>
            <p:ph sz="quarter" idx="10"/>
          </p:nvPr>
        </p:nvSpPr>
        <p:spPr>
          <a:xfrm>
            <a:off x="469903" y="1665291"/>
            <a:ext cx="4333663" cy="4633911"/>
          </a:xfrm>
          <a:prstGeom prst="rect">
            <a:avLst/>
          </a:prstGeom>
        </p:spPr>
        <p:txBody>
          <a:bodyPr/>
          <a:lstStyle>
            <a:lvl1pPr>
              <a:tabLst>
                <a:tab pos="6705111" algn="r"/>
              </a:tabLst>
              <a:defRPr/>
            </a:lvl1pPr>
            <a:lvl2pPr>
              <a:tabLst>
                <a:tab pos="6705111" algn="r"/>
              </a:tabLst>
              <a:defRPr/>
            </a:lvl2pPr>
            <a:lvl3pPr>
              <a:tabLst>
                <a:tab pos="6705111" algn="r"/>
              </a:tabLst>
              <a:defRPr/>
            </a:lvl3pPr>
            <a:lvl4pPr>
              <a:tabLst>
                <a:tab pos="6705111" algn="r"/>
              </a:tabLst>
              <a:defRPr/>
            </a:lvl4pPr>
            <a:lvl5pPr>
              <a:tabLst>
                <a:tab pos="6705111"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800" b="0">
                <a:solidFill>
                  <a:srgbClr val="575757"/>
                </a:solidFill>
              </a:defRPr>
            </a:lvl1pPr>
          </a:lstStyle>
          <a:p>
            <a:pPr lvl="0"/>
            <a:r>
              <a:rPr lang="en-US" noProof="0"/>
              <a:t>Click to add subtitle</a:t>
            </a:r>
          </a:p>
        </p:txBody>
      </p:sp>
      <p:sp>
        <p:nvSpPr>
          <p:cNvPr id="9"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1800"/>
            </a:lvl1pPr>
          </a:lstStyle>
          <a:p>
            <a:r>
              <a:rPr lang="en-US" noProof="0"/>
              <a:t>Click to edit Master title style</a:t>
            </a:r>
          </a:p>
        </p:txBody>
      </p:sp>
    </p:spTree>
    <p:extLst>
      <p:ext uri="{BB962C8B-B14F-4D97-AF65-F5344CB8AC3E}">
        <p14:creationId xmlns:p14="http://schemas.microsoft.com/office/powerpoint/2010/main" val="1727955820"/>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1_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3" y="317502"/>
            <a:ext cx="11188700" cy="6985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5" name="Picture Placeholder 9"/>
          <p:cNvSpPr>
            <a:spLocks noGrp="1"/>
          </p:cNvSpPr>
          <p:nvPr>
            <p:ph type="pic" sz="quarter" idx="15"/>
          </p:nvPr>
        </p:nvSpPr>
        <p:spPr>
          <a:xfrm>
            <a:off x="5450352" y="1701802"/>
            <a:ext cx="6240000" cy="4679950"/>
          </a:xfrm>
        </p:spPr>
        <p:txBody>
          <a:bodyPr/>
          <a:lstStyle/>
          <a:p>
            <a:r>
              <a:rPr lang="en-US" noProof="0"/>
              <a:t>Click icon to add picture</a:t>
            </a:r>
          </a:p>
        </p:txBody>
      </p:sp>
      <p:sp>
        <p:nvSpPr>
          <p:cNvPr id="6" name="Content Placeholder 3"/>
          <p:cNvSpPr>
            <a:spLocks noGrp="1"/>
          </p:cNvSpPr>
          <p:nvPr>
            <p:ph sz="quarter" idx="10"/>
          </p:nvPr>
        </p:nvSpPr>
        <p:spPr>
          <a:xfrm>
            <a:off x="501652" y="1665292"/>
            <a:ext cx="4456429" cy="4716463"/>
          </a:xfrm>
          <a:prstGeom prst="rect">
            <a:avLst/>
          </a:prstGeom>
        </p:spPr>
        <p:txBody>
          <a:bodyPr/>
          <a:lstStyle>
            <a:lvl1pPr>
              <a:tabLst>
                <a:tab pos="5028960" algn="r"/>
              </a:tabLst>
              <a:defRPr/>
            </a:lvl1pPr>
            <a:lvl2pPr>
              <a:tabLst>
                <a:tab pos="5028960" algn="r"/>
              </a:tabLst>
              <a:defRPr/>
            </a:lvl2pPr>
            <a:lvl3pPr>
              <a:tabLst>
                <a:tab pos="5028960" algn="r"/>
              </a:tabLst>
              <a:defRPr/>
            </a:lvl3pPr>
            <a:lvl4pPr>
              <a:tabLst>
                <a:tab pos="5028960" algn="r"/>
              </a:tabLst>
              <a:defRPr/>
            </a:lvl4pPr>
            <a:lvl5pPr>
              <a:tabLst>
                <a:tab pos="502896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634598095"/>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69902" y="736707"/>
            <a:ext cx="11252200" cy="757255"/>
          </a:xfrm>
          <a:prstGeom prst="rect">
            <a:avLst/>
          </a:prstGeom>
        </p:spPr>
        <p:txBody>
          <a:bodyPr lIns="0" tIns="0" rIns="0" bIns="0">
            <a:noAutofit/>
          </a:bodyPr>
          <a:lstStyle>
            <a:lvl1pPr marL="0" indent="0">
              <a:buNone/>
              <a:defRPr sz="1999"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1999"/>
            </a:lvl1pPr>
          </a:lstStyle>
          <a:p>
            <a:r>
              <a:rPr lang="en-US" noProof="0"/>
              <a:t>Click to edit Master title style</a:t>
            </a:r>
          </a:p>
        </p:txBody>
      </p:sp>
      <p:sp>
        <p:nvSpPr>
          <p:cNvPr id="8" name="Text Placeholder 18"/>
          <p:cNvSpPr>
            <a:spLocks noGrp="1"/>
          </p:cNvSpPr>
          <p:nvPr>
            <p:ph idx="1"/>
          </p:nvPr>
        </p:nvSpPr>
        <p:spPr>
          <a:xfrm>
            <a:off x="469902" y="1665820"/>
            <a:ext cx="11252200" cy="4633383"/>
          </a:xfrm>
          <a:prstGeom prst="rect">
            <a:avLst/>
          </a:prstGeom>
        </p:spPr>
        <p:txBody>
          <a:bodyPr vert="horz" lIns="0" tIns="0" rIns="0" bIns="0" rtlCol="0">
            <a:noAutofit/>
          </a:bodyPr>
          <a:lstStyle>
            <a:lvl1pPr marL="0" indent="0" algn="l">
              <a:buFontTx/>
              <a:buNone/>
              <a:defRPr/>
            </a:lvl1pPr>
            <a:lvl2pPr marL="126988" indent="-126988" algn="l">
              <a:buClrTx/>
              <a:buSzPct val="100000"/>
              <a:buFont typeface="Arial" panose="020B0604020202020204" pitchFamily="34" charset="0"/>
              <a:buChar char="•"/>
              <a:defRPr/>
            </a:lvl2pPr>
            <a:lvl3pPr marL="279373" indent="-126988" algn="l">
              <a:buClrTx/>
              <a:buSzPct val="100000"/>
              <a:buFont typeface="Arial" panose="020B0604020202020204" pitchFamily="34" charset="0"/>
              <a:buChar char="−"/>
              <a:defRPr/>
            </a:lvl3pPr>
            <a:lvl4pPr marL="431758" indent="-126988" algn="l">
              <a:buClrTx/>
              <a:buSzPct val="100000"/>
              <a:buFont typeface="Arial" panose="020B0604020202020204" pitchFamily="34" charset="0"/>
              <a:buChar char="◦"/>
              <a:defRPr/>
            </a:lvl4pPr>
            <a:lvl5pPr marL="584143" indent="-126988"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026115528"/>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Contents">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89"/>
            <a:ext cx="11252200" cy="698501"/>
          </a:xfrm>
          <a:prstGeom prst="rect">
            <a:avLst/>
          </a:prstGeom>
        </p:spPr>
        <p:txBody>
          <a:bodyPr vert="horz" lIns="0" tIns="0" rIns="0" bIns="0" rtlCol="0" anchor="t" anchorCtr="0">
            <a:noAutofit/>
          </a:bodyPr>
          <a:lstStyle>
            <a:lvl1pPr>
              <a:defRPr sz="2399"/>
            </a:lvl1pPr>
          </a:lstStyle>
          <a:p>
            <a:r>
              <a:rPr lang="en-GB" noProof="0"/>
              <a:t>Click to edit Master title style</a:t>
            </a:r>
            <a:endParaRPr lang="en-GB"/>
          </a:p>
        </p:txBody>
      </p:sp>
      <p:sp>
        <p:nvSpPr>
          <p:cNvPr id="5"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999" b="0">
                <a:solidFill>
                  <a:srgbClr val="575757"/>
                </a:solidFill>
              </a:defRPr>
            </a:lvl1pPr>
          </a:lstStyle>
          <a:p>
            <a:pPr lvl="0"/>
            <a:r>
              <a:rPr lang="en-GB" noProof="0"/>
              <a:t>Click to add subtitle</a:t>
            </a:r>
            <a:endParaRPr lang="en-GB"/>
          </a:p>
        </p:txBody>
      </p:sp>
      <p:sp>
        <p:nvSpPr>
          <p:cNvPr id="4" name="Content Placeholder 3"/>
          <p:cNvSpPr>
            <a:spLocks noGrp="1"/>
          </p:cNvSpPr>
          <p:nvPr>
            <p:ph sz="quarter" idx="10"/>
          </p:nvPr>
        </p:nvSpPr>
        <p:spPr>
          <a:xfrm>
            <a:off x="469903" y="1665292"/>
            <a:ext cx="9348787" cy="4633910"/>
          </a:xfrm>
          <a:prstGeom prst="rect">
            <a:avLst/>
          </a:prstGeom>
        </p:spPr>
        <p:txBody>
          <a:bodyPr/>
          <a:lstStyle>
            <a:lvl1pPr>
              <a:tabLst>
                <a:tab pos="8971898" algn="r"/>
              </a:tabLst>
              <a:defRPr/>
            </a:lvl1pPr>
            <a:lvl2pPr>
              <a:tabLst>
                <a:tab pos="8971898" algn="r"/>
              </a:tabLst>
              <a:defRPr/>
            </a:lvl2pPr>
            <a:lvl3pPr>
              <a:tabLst>
                <a:tab pos="8971898" algn="r"/>
              </a:tabLst>
              <a:defRPr/>
            </a:lvl3pPr>
            <a:lvl4pPr>
              <a:tabLst>
                <a:tab pos="8971898" algn="r"/>
              </a:tabLst>
              <a:defRPr/>
            </a:lvl4pPr>
            <a:lvl5pPr>
              <a:tabLst>
                <a:tab pos="6705111" algn="r"/>
              </a:tabLst>
              <a:defRPr baseline="0"/>
            </a:lvl5pPr>
            <a:lvl6pPr marL="475166" indent="0">
              <a:buNone/>
              <a:tabLst>
                <a:tab pos="8971898" algn="r"/>
              </a:tabLst>
              <a:defRPr/>
            </a:lvl6pPr>
            <a:lvl7pPr>
              <a:tabLst>
                <a:tab pos="8971898" algn="r"/>
              </a:tabLst>
              <a:defRPr/>
            </a:lvl7pPr>
            <a:lvl8pPr>
              <a:tabLst>
                <a:tab pos="8971898" algn="r"/>
              </a:tabLst>
              <a:defRPr/>
            </a:lvl8pPr>
            <a:lvl9pPr>
              <a:tabLst>
                <a:tab pos="8971898" algn="r"/>
              </a:tabLst>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 name="Footer Placeholder 1"/>
          <p:cNvSpPr>
            <a:spLocks noGrp="1"/>
          </p:cNvSpPr>
          <p:nvPr>
            <p:ph type="ftr" sz="quarter" idx="14"/>
          </p:nvPr>
        </p:nvSpPr>
        <p:spPr/>
        <p:txBody>
          <a:bodyPr/>
          <a:lstStyle/>
          <a:p>
            <a:endParaRPr lang="en-GB"/>
          </a:p>
        </p:txBody>
      </p:sp>
    </p:spTree>
    <p:extLst>
      <p:ext uri="{BB962C8B-B14F-4D97-AF65-F5344CB8AC3E}">
        <p14:creationId xmlns:p14="http://schemas.microsoft.com/office/powerpoint/2010/main" val="4082093518"/>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Title, subtitle &amp; 1 column - large">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89"/>
            <a:ext cx="11252200" cy="698501"/>
          </a:xfrm>
          <a:prstGeom prst="rect">
            <a:avLst/>
          </a:prstGeom>
        </p:spPr>
        <p:txBody>
          <a:bodyPr vert="horz" lIns="0" tIns="0" rIns="0" bIns="0" rtlCol="0" anchor="t" anchorCtr="0">
            <a:noAutofit/>
          </a:bodyPr>
          <a:lstStyle>
            <a:lvl1pPr>
              <a:defRPr sz="2399"/>
            </a:lvl1pPr>
          </a:lstStyle>
          <a:p>
            <a:r>
              <a:rPr lang="en-GB" noProof="0"/>
              <a:t>Click to edit Master title style</a:t>
            </a:r>
            <a:endParaRPr lang="en-GB"/>
          </a:p>
        </p:txBody>
      </p:sp>
      <p:sp>
        <p:nvSpPr>
          <p:cNvPr id="5"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999" b="0">
                <a:solidFill>
                  <a:srgbClr val="575757"/>
                </a:solidFill>
              </a:defRPr>
            </a:lvl1pPr>
          </a:lstStyle>
          <a:p>
            <a:pPr lvl="0"/>
            <a:r>
              <a:rPr lang="en-GB" noProof="0"/>
              <a:t>Click to add subtitle</a:t>
            </a:r>
            <a:endParaRPr lang="en-GB"/>
          </a:p>
        </p:txBody>
      </p:sp>
      <p:sp>
        <p:nvSpPr>
          <p:cNvPr id="8" name="Text Placeholder 18"/>
          <p:cNvSpPr>
            <a:spLocks noGrp="1"/>
          </p:cNvSpPr>
          <p:nvPr>
            <p:ph idx="1"/>
          </p:nvPr>
        </p:nvSpPr>
        <p:spPr>
          <a:xfrm>
            <a:off x="469902" y="1676405"/>
            <a:ext cx="11252200" cy="4622799"/>
          </a:xfrm>
          <a:prstGeom prst="rect">
            <a:avLst/>
          </a:prstGeom>
        </p:spPr>
        <p:txBody>
          <a:bodyPr vert="horz" lIns="0" tIns="0" rIns="0" bIns="0" rtlCol="0">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GB" noProof="0"/>
              <a:t>Click to 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a:p>
        </p:txBody>
      </p:sp>
      <p:sp>
        <p:nvSpPr>
          <p:cNvPr id="2" name="Footer Placeholder 1"/>
          <p:cNvSpPr>
            <a:spLocks noGrp="1"/>
          </p:cNvSpPr>
          <p:nvPr>
            <p:ph type="ftr" sz="quarter" idx="14"/>
          </p:nvPr>
        </p:nvSpPr>
        <p:spPr/>
        <p:txBody>
          <a:bodyPr/>
          <a:lstStyle/>
          <a:p>
            <a:endParaRPr lang="en-GB"/>
          </a:p>
        </p:txBody>
      </p:sp>
    </p:spTree>
    <p:extLst>
      <p:ext uri="{BB962C8B-B14F-4D97-AF65-F5344CB8AC3E}">
        <p14:creationId xmlns:p14="http://schemas.microsoft.com/office/powerpoint/2010/main" val="3352023340"/>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 Column">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402589"/>
            <a:ext cx="11252200" cy="410433"/>
          </a:xfrm>
        </p:spPr>
        <p:txBody>
          <a:bodyPr>
            <a:spAutoFit/>
          </a:bodyPr>
          <a:lstStyle/>
          <a:p>
            <a:r>
              <a:rPr lang="en-US"/>
              <a:t>Click to edit Master title style</a:t>
            </a:r>
          </a:p>
        </p:txBody>
      </p:sp>
      <p:sp>
        <p:nvSpPr>
          <p:cNvPr id="8" name="Text Placeholder 7"/>
          <p:cNvSpPr>
            <a:spLocks noGrp="1"/>
          </p:cNvSpPr>
          <p:nvPr>
            <p:ph type="body" sz="quarter" idx="11"/>
          </p:nvPr>
        </p:nvSpPr>
        <p:spPr bwMode="gray">
          <a:xfrm>
            <a:off x="552451" y="779467"/>
            <a:ext cx="11106912" cy="221599"/>
          </a:xfrm>
          <a:noFill/>
          <a:ln w="9525">
            <a:noFill/>
            <a:miter lim="800000"/>
            <a:headEnd/>
            <a:tailEnd/>
          </a:ln>
        </p:spPr>
        <p:txBody>
          <a:bodyPr lIns="0" tIns="0" rIns="0" bIns="0">
            <a:spAutoFit/>
          </a:bodyPr>
          <a:lstStyle>
            <a:lvl1pPr algn="l" rtl="0" eaLnBrk="0" fontAlgn="base" hangingPunct="0">
              <a:lnSpc>
                <a:spcPct val="90000"/>
              </a:lnSpc>
              <a:spcBef>
                <a:spcPct val="0"/>
              </a:spcBef>
              <a:spcAft>
                <a:spcPct val="0"/>
              </a:spcAft>
              <a:defRPr lang="en-US" sz="1600" b="0" kern="1200" dirty="0">
                <a:solidFill>
                  <a:schemeClr val="tx1"/>
                </a:solidFill>
                <a:latin typeface="Arial" pitchFamily="34" charset="0"/>
                <a:ea typeface="+mn-ea"/>
                <a:cs typeface="Arial" pitchFamily="34" charset="0"/>
              </a:defRPr>
            </a:lvl1pPr>
          </a:lstStyle>
          <a:p>
            <a:pPr lvl="0"/>
            <a:r>
              <a:rPr lang="en-US"/>
              <a:t>Click to edit Master text styles</a:t>
            </a:r>
          </a:p>
        </p:txBody>
      </p:sp>
      <p:sp>
        <p:nvSpPr>
          <p:cNvPr id="10" name="Content Placeholder 20"/>
          <p:cNvSpPr>
            <a:spLocks noGrp="1"/>
          </p:cNvSpPr>
          <p:nvPr>
            <p:ph sz="quarter" idx="12"/>
          </p:nvPr>
        </p:nvSpPr>
        <p:spPr bwMode="gray">
          <a:xfrm>
            <a:off x="548640" y="1399032"/>
            <a:ext cx="11106912" cy="4883434"/>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1035644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3_Title, subtitle &amp; 1 column text">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6" name="Title Placeholder 1"/>
          <p:cNvSpPr>
            <a:spLocks noGrp="1"/>
          </p:cNvSpPr>
          <p:nvPr>
            <p:ph type="title" hasCustomPrompt="1"/>
          </p:nvPr>
        </p:nvSpPr>
        <p:spPr>
          <a:xfrm>
            <a:off x="501653" y="317503"/>
            <a:ext cx="11180232" cy="698501"/>
          </a:xfrm>
          <a:prstGeom prst="rect">
            <a:avLst/>
          </a:prstGeom>
        </p:spPr>
        <p:txBody>
          <a:bodyPr vert="horz" lIns="0" tIns="0" rIns="0" bIns="0" rtlCol="0" anchor="t" anchorCtr="0">
            <a:noAutofit/>
          </a:bodyPr>
          <a:lstStyle>
            <a:lvl1pPr>
              <a:defRPr>
                <a:solidFill>
                  <a:schemeClr val="bg1"/>
                </a:solidFill>
              </a:defRPr>
            </a:lvl1pPr>
          </a:lstStyle>
          <a:p>
            <a:r>
              <a:rPr lang="en-US"/>
              <a:t>Click to add title</a:t>
            </a:r>
          </a:p>
        </p:txBody>
      </p:sp>
    </p:spTree>
    <p:extLst>
      <p:ext uri="{BB962C8B-B14F-4D97-AF65-F5344CB8AC3E}">
        <p14:creationId xmlns:p14="http://schemas.microsoft.com/office/powerpoint/2010/main" val="3643501714"/>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1_Title &amp; 1 column text">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69902" y="402589"/>
            <a:ext cx="11252200" cy="698501"/>
          </a:xfrm>
          <a:prstGeom prst="rect">
            <a:avLst/>
          </a:prstGeom>
        </p:spPr>
        <p:txBody>
          <a:bodyPr vert="horz" lIns="0" tIns="0" rIns="0" bIns="0" rtlCol="0" anchor="t" anchorCtr="0">
            <a:noAutofit/>
          </a:bodyPr>
          <a:lstStyle>
            <a:lvl1pPr>
              <a:defRPr sz="2399"/>
            </a:lvl1pPr>
          </a:lstStyle>
          <a:p>
            <a:r>
              <a:rPr lang="en-GB" noProof="0"/>
              <a:t>Click to edit Master title style</a:t>
            </a:r>
            <a:endParaRPr lang="en-GB"/>
          </a:p>
        </p:txBody>
      </p:sp>
      <p:sp>
        <p:nvSpPr>
          <p:cNvPr id="4"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999" b="0">
                <a:solidFill>
                  <a:srgbClr val="575757"/>
                </a:solidFill>
              </a:defRPr>
            </a:lvl1pPr>
          </a:lstStyle>
          <a:p>
            <a:pPr lvl="0"/>
            <a:r>
              <a:rPr lang="en-GB" noProof="0"/>
              <a:t>Click to add subtitle</a:t>
            </a:r>
            <a:endParaRPr lang="en-GB"/>
          </a:p>
        </p:txBody>
      </p:sp>
      <p:sp>
        <p:nvSpPr>
          <p:cNvPr id="14" name="Text Placeholder 18"/>
          <p:cNvSpPr>
            <a:spLocks noGrp="1"/>
          </p:cNvSpPr>
          <p:nvPr>
            <p:ph idx="1"/>
          </p:nvPr>
        </p:nvSpPr>
        <p:spPr>
          <a:xfrm>
            <a:off x="469902" y="1665291"/>
            <a:ext cx="11252200" cy="4633911"/>
          </a:xfrm>
          <a:prstGeom prst="rect">
            <a:avLst/>
          </a:prstGeom>
        </p:spPr>
        <p:txBody>
          <a:bodyPr vert="horz" lIns="0" tIns="0" rIns="0" bIns="0" rtlCol="0">
            <a:noAutofit/>
          </a:bodyPr>
          <a:lstStyle/>
          <a:p>
            <a:pPr lvl="0"/>
            <a:r>
              <a:rPr lang="en-GB" noProof="0"/>
              <a:t>Click to 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a:p>
        </p:txBody>
      </p:sp>
      <p:sp>
        <p:nvSpPr>
          <p:cNvPr id="2" name="Footer Placeholder 1"/>
          <p:cNvSpPr>
            <a:spLocks noGrp="1"/>
          </p:cNvSpPr>
          <p:nvPr>
            <p:ph type="ftr" sz="quarter" idx="14"/>
          </p:nvPr>
        </p:nvSpPr>
        <p:spPr/>
        <p:txBody>
          <a:bodyPr/>
          <a:lstStyle/>
          <a:p>
            <a:endParaRPr lang="en-GB"/>
          </a:p>
        </p:txBody>
      </p:sp>
    </p:spTree>
    <p:extLst>
      <p:ext uri="{BB962C8B-B14F-4D97-AF65-F5344CB8AC3E}">
        <p14:creationId xmlns:p14="http://schemas.microsoft.com/office/powerpoint/2010/main" val="640107437"/>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Title, Subhead &amp; Breadcrumb">
    <p:spTree>
      <p:nvGrpSpPr>
        <p:cNvPr id="1" name=""/>
        <p:cNvGrpSpPr/>
        <p:nvPr/>
      </p:nvGrpSpPr>
      <p:grpSpPr>
        <a:xfrm>
          <a:off x="0" y="0"/>
          <a:ext cx="0" cy="0"/>
          <a:chOff x="0" y="0"/>
          <a:chExt cx="0" cy="0"/>
        </a:xfrm>
      </p:grpSpPr>
      <p:sp>
        <p:nvSpPr>
          <p:cNvPr id="2" name="Title 1"/>
          <p:cNvSpPr>
            <a:spLocks noGrp="1"/>
          </p:cNvSpPr>
          <p:nvPr>
            <p:ph type="title"/>
          </p:nvPr>
        </p:nvSpPr>
        <p:spPr>
          <a:xfrm>
            <a:off x="914401" y="694945"/>
            <a:ext cx="10363200" cy="594360"/>
          </a:xfrm>
        </p:spPr>
        <p:txBody>
          <a:bodyPr vert="horz" lIns="0" tIns="45720" rIns="0" bIns="0" rtlCol="0" anchor="b" anchorCtr="0">
            <a:noAutofit/>
          </a:bodyPr>
          <a:lstStyle>
            <a:lvl1pPr>
              <a:defRPr lang="en-US" sz="3600" spc="-75" dirty="0">
                <a:latin typeface="+mj-lt"/>
              </a:defRPr>
            </a:lvl1pPr>
          </a:lstStyle>
          <a:p>
            <a:pPr lvl="0" defTabSz="685767">
              <a:lnSpc>
                <a:spcPct val="85000"/>
              </a:lnSpc>
            </a:pPr>
            <a:r>
              <a:rPr lang="en-US"/>
              <a:t>Click to edit Master title style</a:t>
            </a:r>
          </a:p>
        </p:txBody>
      </p:sp>
      <p:sp>
        <p:nvSpPr>
          <p:cNvPr id="4" name="Text Placeholder 8"/>
          <p:cNvSpPr>
            <a:spLocks noGrp="1"/>
          </p:cNvSpPr>
          <p:nvPr>
            <p:ph type="body" sz="quarter" idx="14"/>
          </p:nvPr>
        </p:nvSpPr>
        <p:spPr>
          <a:xfrm>
            <a:off x="914721" y="1353312"/>
            <a:ext cx="10362880" cy="475488"/>
          </a:xfrm>
        </p:spPr>
        <p:txBody>
          <a:bodyPr vert="horz" lIns="0" tIns="0" rIns="0" bIns="0" rtlCol="0">
            <a:noAutofit/>
          </a:bodyPr>
          <a:lstStyle>
            <a:lvl1pPr marL="0" indent="0">
              <a:buNone/>
              <a:defRPr lang="en-US" sz="1200"/>
            </a:lvl1pPr>
          </a:lstStyle>
          <a:p>
            <a:pPr marL="228589" lvl="0" indent="-228589">
              <a:lnSpc>
                <a:spcPct val="130000"/>
              </a:lnSpc>
            </a:pPr>
            <a:r>
              <a:rPr lang="en-US"/>
              <a:t>Edit Master text styles</a:t>
            </a:r>
          </a:p>
        </p:txBody>
      </p:sp>
      <p:sp>
        <p:nvSpPr>
          <p:cNvPr id="8" name="Text Placeholder 5"/>
          <p:cNvSpPr>
            <a:spLocks noGrp="1"/>
          </p:cNvSpPr>
          <p:nvPr>
            <p:ph type="body" sz="quarter" idx="15" hasCustomPrompt="1"/>
          </p:nvPr>
        </p:nvSpPr>
        <p:spPr>
          <a:xfrm>
            <a:off x="914971" y="466344"/>
            <a:ext cx="3355848" cy="203200"/>
          </a:xfrm>
        </p:spPr>
        <p:txBody>
          <a:bodyPr vert="horz" lIns="0" tIns="0" rIns="0" bIns="0" rtlCol="0">
            <a:noAutofit/>
          </a:bodyPr>
          <a:lstStyle>
            <a:lvl1pPr marL="0" indent="0">
              <a:buNone/>
              <a:defRPr lang="en-US" sz="900" b="1" kern="0" cap="all" spc="250" baseline="0" dirty="0">
                <a:solidFill>
                  <a:schemeClr val="accent5">
                    <a:lumMod val="60000"/>
                    <a:lumOff val="40000"/>
                  </a:schemeClr>
                </a:solidFill>
                <a:ea typeface="Nexa Black" charset="0"/>
                <a:cs typeface="Nexa Black" charset="0"/>
              </a:defRPr>
            </a:lvl1pPr>
          </a:lstStyle>
          <a:p>
            <a:pPr marL="228589" lvl="0" indent="-228589"/>
            <a:r>
              <a:rPr lang="en-US"/>
              <a:t>BREADCRUMBS</a:t>
            </a:r>
          </a:p>
        </p:txBody>
      </p:sp>
    </p:spTree>
    <p:extLst>
      <p:ext uri="{BB962C8B-B14F-4D97-AF65-F5344CB8AC3E}">
        <p14:creationId xmlns:p14="http://schemas.microsoft.com/office/powerpoint/2010/main" val="200452731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7149576"/>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4" name="Chart Placeholder 3"/>
          <p:cNvSpPr>
            <a:spLocks noGrp="1"/>
          </p:cNvSpPr>
          <p:nvPr>
            <p:ph type="chart" sz="quarter" idx="15"/>
          </p:nvPr>
        </p:nvSpPr>
        <p:spPr>
          <a:xfrm>
            <a:off x="501652" y="2052000"/>
            <a:ext cx="11188699" cy="4069013"/>
          </a:xfrm>
          <a:prstGeom prst="rect">
            <a:avLst/>
          </a:prstGeom>
        </p:spPr>
        <p:txBody>
          <a:bodyPr/>
          <a:lstStyle/>
          <a:p>
            <a:r>
              <a:rPr lang="en-US"/>
              <a:t>Click icon to add chart</a:t>
            </a:r>
            <a:endParaRPr lang="en-GB"/>
          </a:p>
        </p:txBody>
      </p:sp>
      <p:sp>
        <p:nvSpPr>
          <p:cNvPr id="5" name="Text Placeholder 8"/>
          <p:cNvSpPr>
            <a:spLocks noGrp="1"/>
          </p:cNvSpPr>
          <p:nvPr>
            <p:ph type="body" sz="quarter" idx="18"/>
          </p:nvPr>
        </p:nvSpPr>
        <p:spPr>
          <a:xfrm>
            <a:off x="501652" y="1674087"/>
            <a:ext cx="11188699" cy="357187"/>
          </a:xfrm>
        </p:spPr>
        <p:txBody>
          <a:bodyPr/>
          <a:lstStyle/>
          <a:p>
            <a:pPr lvl="0"/>
            <a:r>
              <a:rPr lang="en-US" noProof="0"/>
              <a:t>Edit Master text styles</a:t>
            </a:r>
          </a:p>
        </p:txBody>
      </p:sp>
      <p:sp>
        <p:nvSpPr>
          <p:cNvPr id="6" name="Text Placeholder 7"/>
          <p:cNvSpPr>
            <a:spLocks noGrp="1"/>
          </p:cNvSpPr>
          <p:nvPr>
            <p:ph type="body" sz="quarter" idx="23"/>
          </p:nvPr>
        </p:nvSpPr>
        <p:spPr>
          <a:xfrm>
            <a:off x="501650" y="6380255"/>
            <a:ext cx="11188700" cy="160245"/>
          </a:xfrm>
        </p:spPr>
        <p:txBody>
          <a:bodyPr>
            <a:normAutofit/>
          </a:bodyPr>
          <a:lstStyle>
            <a:lvl1pPr>
              <a:spcAft>
                <a:spcPts val="0"/>
              </a:spcAft>
              <a:defRPr sz="900"/>
            </a:lvl1pPr>
          </a:lstStyle>
          <a:p>
            <a:pPr lvl="0"/>
            <a:r>
              <a:rPr lang="en-US"/>
              <a:t>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165081149"/>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17" name="Chart Placeholder 3"/>
          <p:cNvSpPr>
            <a:spLocks noGrp="1"/>
          </p:cNvSpPr>
          <p:nvPr>
            <p:ph type="chart" sz="quarter" idx="15"/>
          </p:nvPr>
        </p:nvSpPr>
        <p:spPr>
          <a:xfrm>
            <a:off x="501652" y="2052000"/>
            <a:ext cx="11188699" cy="4069013"/>
          </a:xfrm>
          <a:prstGeom prst="rect">
            <a:avLst/>
          </a:prstGeom>
        </p:spPr>
        <p:txBody>
          <a:bodyPr/>
          <a:lstStyle/>
          <a:p>
            <a:r>
              <a:rPr lang="en-US"/>
              <a:t>Click icon to add chart</a:t>
            </a:r>
            <a:endParaRPr lang="en-GB"/>
          </a:p>
        </p:txBody>
      </p:sp>
      <p:sp>
        <p:nvSpPr>
          <p:cNvPr id="18" name="Text Placeholder 8"/>
          <p:cNvSpPr>
            <a:spLocks noGrp="1"/>
          </p:cNvSpPr>
          <p:nvPr>
            <p:ph type="body" sz="quarter" idx="18"/>
          </p:nvPr>
        </p:nvSpPr>
        <p:spPr>
          <a:xfrm>
            <a:off x="501652" y="1674087"/>
            <a:ext cx="11188699" cy="357187"/>
          </a:xfrm>
        </p:spPr>
        <p:txBody>
          <a:bodyPr/>
          <a:lstStyle/>
          <a:p>
            <a:pPr lvl="0"/>
            <a:r>
              <a:rPr lang="en-US" noProof="0"/>
              <a:t>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
        <p:nvSpPr>
          <p:cNvPr id="9" name="Text Placeholder 7"/>
          <p:cNvSpPr>
            <a:spLocks noGrp="1"/>
          </p:cNvSpPr>
          <p:nvPr>
            <p:ph type="body" sz="quarter" idx="23"/>
          </p:nvPr>
        </p:nvSpPr>
        <p:spPr>
          <a:xfrm>
            <a:off x="501651" y="6311156"/>
            <a:ext cx="11188700" cy="160245"/>
          </a:xfrm>
        </p:spPr>
        <p:txBody>
          <a:bodyPr>
            <a:normAutofit/>
          </a:bodyPr>
          <a:lstStyle>
            <a:lvl1pPr>
              <a:spcAft>
                <a:spcPts val="0"/>
              </a:spcAft>
              <a:defRPr sz="900"/>
            </a:lvl1pPr>
          </a:lstStyle>
          <a:p>
            <a:pPr lvl="0"/>
            <a:r>
              <a:rPr lang="en-US"/>
              <a:t>Edit Master text styles</a:t>
            </a:r>
          </a:p>
        </p:txBody>
      </p:sp>
    </p:spTree>
    <p:extLst>
      <p:ext uri="{BB962C8B-B14F-4D97-AF65-F5344CB8AC3E}">
        <p14:creationId xmlns:p14="http://schemas.microsoft.com/office/powerpoint/2010/main" val="2979248875"/>
      </p:ext>
    </p:extLst>
  </p:cSld>
  <p:clrMapOvr>
    <a:masterClrMapping/>
  </p:clrMapOvr>
  <p:transition>
    <p:fade/>
  </p:transition>
  <p:hf hdr="0" dt="0"/>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userDrawn="1">
  <p:cSld name="1_End slide">
    <p:bg>
      <p:bgPr>
        <a:solidFill>
          <a:schemeClr val="tx1"/>
        </a:solidFill>
        <a:effectLst/>
      </p:bgPr>
    </p:bg>
    <p:spTree>
      <p:nvGrpSpPr>
        <p:cNvPr id="1" name=""/>
        <p:cNvGrpSpPr/>
        <p:nvPr/>
      </p:nvGrpSpPr>
      <p:grpSpPr>
        <a:xfrm>
          <a:off x="0" y="0"/>
          <a:ext cx="0" cy="0"/>
          <a:chOff x="0" y="0"/>
          <a:chExt cx="0" cy="0"/>
        </a:xfrm>
      </p:grpSpPr>
      <p:grpSp>
        <p:nvGrpSpPr>
          <p:cNvPr id="38" name="Group 37"/>
          <p:cNvGrpSpPr>
            <a:grpSpLocks noChangeAspect="1"/>
          </p:cNvGrpSpPr>
          <p:nvPr userDrawn="1"/>
        </p:nvGrpSpPr>
        <p:grpSpPr>
          <a:xfrm>
            <a:off x="475325" y="457761"/>
            <a:ext cx="1998000" cy="374400"/>
            <a:chOff x="398463" y="404813"/>
            <a:chExt cx="1627187" cy="307976"/>
          </a:xfrm>
          <a:solidFill>
            <a:schemeClr val="tx1"/>
          </a:solidFill>
        </p:grpSpPr>
        <p:sp>
          <p:nvSpPr>
            <p:cNvPr id="39"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0"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1"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2"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3"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4"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5"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6"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7"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8"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374681098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a:t>Click icon to add picture</a:t>
            </a:r>
          </a:p>
        </p:txBody>
      </p:sp>
      <p:sp>
        <p:nvSpPr>
          <p:cNvPr id="3" name="Subtitle 2"/>
          <p:cNvSpPr>
            <a:spLocks noGrp="1"/>
          </p:cNvSpPr>
          <p:nvPr>
            <p:ph type="subTitle" idx="1" hasCustomPrompt="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bg1"/>
                </a:solidFill>
              </a:defRPr>
            </a:lvl1pPr>
            <a:lvl2pPr marL="0" marR="0" indent="0" algn="l" defTabSz="1150154" rtl="0" eaLnBrk="1" fontAlgn="auto" latinLnBrk="0" hangingPunct="1">
              <a:lnSpc>
                <a:spcPct val="100000"/>
              </a:lnSpc>
              <a:spcBef>
                <a:spcPts val="0"/>
              </a:spcBef>
              <a:spcAft>
                <a:spcPts val="0"/>
              </a:spcAft>
              <a:buClrTx/>
              <a:buSzPct val="100000"/>
              <a:buFont typeface="Arial"/>
              <a:buNone/>
              <a:tabLst/>
              <a:defRPr sz="2012" b="0">
                <a:solidFill>
                  <a:schemeClr val="bg1"/>
                </a:solidFill>
              </a:defRPr>
            </a:lvl2pPr>
            <a:lvl3pPr marL="0" indent="0" algn="l">
              <a:spcAft>
                <a:spcPts val="0"/>
              </a:spcAft>
              <a:buNone/>
              <a:defRPr sz="2012">
                <a:solidFill>
                  <a:schemeClr val="bg1"/>
                </a:solidFill>
              </a:defRPr>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title style</a:t>
            </a:r>
          </a:p>
          <a:p>
            <a:pPr marL="0" marR="0" lvl="1" indent="0" algn="l" defTabSz="1150154" rtl="0" eaLnBrk="1" fontAlgn="auto" latinLnBrk="0" hangingPunct="1">
              <a:lnSpc>
                <a:spcPct val="100000"/>
              </a:lnSpc>
              <a:spcBef>
                <a:spcPts val="0"/>
              </a:spcBef>
              <a:spcAft>
                <a:spcPts val="0"/>
              </a:spcAft>
              <a:buClrTx/>
              <a:buSzPct val="100000"/>
              <a:buFont typeface="Arial"/>
              <a:buNone/>
              <a:tabLst/>
              <a:defRPr/>
            </a:pPr>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3" y="400898"/>
            <a:ext cx="2004206"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grpSp>
    </p:spTree>
    <p:extLst>
      <p:ext uri="{BB962C8B-B14F-4D97-AF65-F5344CB8AC3E}">
        <p14:creationId xmlns:p14="http://schemas.microsoft.com/office/powerpoint/2010/main" val="103967504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4" y="727200"/>
            <a:ext cx="7200000" cy="5400000"/>
          </a:xfrm>
          <a:prstGeom prst="rect">
            <a:avLst/>
          </a:prstGeom>
        </p:spPr>
        <p:txBody>
          <a:bodyPr/>
          <a:lstStyle/>
          <a:p>
            <a:r>
              <a:rPr lang="en-US" noProof="0"/>
              <a:t>Click icon to add picture</a:t>
            </a:r>
          </a:p>
        </p:txBody>
      </p:sp>
      <p:sp>
        <p:nvSpPr>
          <p:cNvPr id="3" name="Subtitle 2"/>
          <p:cNvSpPr>
            <a:spLocks noGrp="1"/>
          </p:cNvSpPr>
          <p:nvPr>
            <p:ph type="subTitle" idx="1" hasCustomPrompt="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tx1"/>
                </a:solidFill>
              </a:defRPr>
            </a:lvl1pPr>
            <a:lvl2pPr marL="0" indent="0" algn="l">
              <a:buNone/>
              <a:defRPr sz="2012" b="0"/>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6" name="Group 5"/>
          <p:cNvGrpSpPr>
            <a:grpSpLocks noChangeAspect="1"/>
          </p:cNvGrpSpPr>
          <p:nvPr userDrawn="1"/>
        </p:nvGrpSpPr>
        <p:grpSpPr>
          <a:xfrm>
            <a:off x="501653" y="400898"/>
            <a:ext cx="2004206" cy="326302"/>
            <a:chOff x="398463" y="404813"/>
            <a:chExt cx="1627187" cy="307976"/>
          </a:xfrm>
          <a:solidFill>
            <a:schemeClr val="bg1"/>
          </a:solidFill>
        </p:grpSpPr>
        <p:sp>
          <p:nvSpPr>
            <p:cNvPr id="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1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1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1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1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1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1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1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1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grpSp>
    </p:spTree>
    <p:extLst>
      <p:ext uri="{BB962C8B-B14F-4D97-AF65-F5344CB8AC3E}">
        <p14:creationId xmlns:p14="http://schemas.microsoft.com/office/powerpoint/2010/main" val="3511138961"/>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bg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1"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grpSp>
    </p:spTree>
    <p:extLst>
      <p:ext uri="{BB962C8B-B14F-4D97-AF65-F5344CB8AC3E}">
        <p14:creationId xmlns:p14="http://schemas.microsoft.com/office/powerpoint/2010/main" val="47781592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tx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4" name="Group 3"/>
          <p:cNvGrpSpPr/>
          <p:nvPr userDrawn="1"/>
        </p:nvGrpSpPr>
        <p:grpSpPr>
          <a:xfrm>
            <a:off x="501651"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grpSp>
    </p:spTree>
    <p:extLst>
      <p:ext uri="{BB962C8B-B14F-4D97-AF65-F5344CB8AC3E}">
        <p14:creationId xmlns:p14="http://schemas.microsoft.com/office/powerpoint/2010/main" val="135073782"/>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5" name="TextBox 4"/>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7" name="TextBox 6"/>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8" name="TextBox 7"/>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2456484559"/>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3" y="3429003"/>
            <a:ext cx="10544066"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2305920181"/>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2364775337"/>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560829418"/>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2323078215"/>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tx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3313619809"/>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7"/>
            <a:ext cx="915237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2612075989"/>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blue">
    <p:bg>
      <p:bgPr>
        <a:solidFill>
          <a:schemeClr val="accent4"/>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7203"/>
            <a:ext cx="9277350" cy="4759584"/>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3096237590"/>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Key statement teal">
    <p:bg>
      <p:bgPr>
        <a:solidFill>
          <a:schemeClr val="accent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1593082911"/>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232528986"/>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tx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Tree>
    <p:extLst>
      <p:ext uri="{BB962C8B-B14F-4D97-AF65-F5344CB8AC3E}">
        <p14:creationId xmlns:p14="http://schemas.microsoft.com/office/powerpoint/2010/main" val="1668395865"/>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548422504"/>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4" name="Content Placeholder 3"/>
          <p:cNvSpPr>
            <a:spLocks noGrp="1"/>
          </p:cNvSpPr>
          <p:nvPr>
            <p:ph sz="quarter" idx="10"/>
          </p:nvPr>
        </p:nvSpPr>
        <p:spPr>
          <a:xfrm>
            <a:off x="501652" y="1665292"/>
            <a:ext cx="9277350" cy="4716463"/>
          </a:xfrm>
          <a:prstGeom prst="rect">
            <a:avLst/>
          </a:prstGeom>
        </p:spPr>
        <p:txBody>
          <a:bodyPr/>
          <a:lstStyle>
            <a:lvl1pPr>
              <a:tabLst>
                <a:tab pos="8464418" algn="r"/>
              </a:tabLst>
              <a:defRPr/>
            </a:lvl1pPr>
            <a:lvl2pPr>
              <a:tabLst>
                <a:tab pos="8464418" algn="r"/>
              </a:tabLst>
              <a:defRPr/>
            </a:lvl2pPr>
            <a:lvl3pPr>
              <a:tabLst>
                <a:tab pos="8464418" algn="r"/>
              </a:tabLst>
              <a:defRPr/>
            </a:lvl3pPr>
            <a:lvl4pPr>
              <a:tabLst>
                <a:tab pos="8464418" algn="r"/>
              </a:tabLst>
              <a:defRPr/>
            </a:lvl4pPr>
            <a:lvl5pPr>
              <a:tabLst>
                <a:tab pos="6325849" algn="r"/>
              </a:tabLst>
              <a:defRPr baseline="0"/>
            </a:lvl5pPr>
            <a:lvl6pPr>
              <a:tabLst>
                <a:tab pos="8464418" algn="r"/>
              </a:tabLst>
              <a:defRPr/>
            </a:lvl6pPr>
            <a:lvl7pPr>
              <a:tabLst>
                <a:tab pos="8464418" algn="r"/>
              </a:tabLst>
              <a:defRPr/>
            </a:lvl7pPr>
            <a:lvl8pPr>
              <a:tabLst>
                <a:tab pos="8464418" algn="r"/>
              </a:tabLst>
              <a:defRPr/>
            </a:lvl8pPr>
            <a:lvl9pPr>
              <a:tabLst>
                <a:tab pos="8464418" algn="r"/>
              </a:tabLs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Placeholder 1"/>
          <p:cNvSpPr>
            <a:spLocks noGrp="1"/>
          </p:cNvSpPr>
          <p:nvPr>
            <p:ph type="title" hasCustomPrompt="1"/>
          </p:nvPr>
        </p:nvSpPr>
        <p:spPr>
          <a:xfrm>
            <a:off x="501652" y="317503"/>
            <a:ext cx="11180231" cy="698501"/>
          </a:xfrm>
          <a:prstGeom prst="rect">
            <a:avLst/>
          </a:prstGeom>
        </p:spPr>
        <p:txBody>
          <a:bodyPr vert="horz" lIns="0" tIns="0" rIns="0" bIns="0" rtlCol="0" anchor="t" anchorCtr="0">
            <a:noAutofit/>
          </a:bodyPr>
          <a:lstStyle>
            <a:lvl1pPr>
              <a:defRPr sz="2176"/>
            </a:lvl1pPr>
          </a:lstStyle>
          <a:p>
            <a:r>
              <a:rPr lang="en-US"/>
              <a:t>Click to add title</a:t>
            </a:r>
          </a:p>
        </p:txBody>
      </p:sp>
    </p:spTree>
    <p:extLst>
      <p:ext uri="{BB962C8B-B14F-4D97-AF65-F5344CB8AC3E}">
        <p14:creationId xmlns:p14="http://schemas.microsoft.com/office/powerpoint/2010/main" val="782777279"/>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ontents with imag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97895616"/>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7" name="Title Placeholder 1"/>
          <p:cNvSpPr>
            <a:spLocks noGrp="1"/>
          </p:cNvSpPr>
          <p:nvPr>
            <p:ph type="title" hasCustomPrompt="1"/>
          </p:nvPr>
        </p:nvSpPr>
        <p:spPr>
          <a:xfrm>
            <a:off x="501651" y="286790"/>
            <a:ext cx="11188699" cy="698500"/>
          </a:xfrm>
          <a:prstGeom prst="rect">
            <a:avLst/>
          </a:prstGeom>
        </p:spPr>
        <p:txBody>
          <a:bodyPr vert="horz" lIns="0" tIns="0" rIns="0" bIns="0" rtlCol="0" anchor="t" anchorCtr="0">
            <a:noAutofit/>
          </a:bodyPr>
          <a:lstStyle>
            <a:lvl1pPr>
              <a:defRPr sz="2176"/>
            </a:lvl1pPr>
          </a:lstStyle>
          <a:p>
            <a:r>
              <a:rPr lang="en-US" noProof="0"/>
              <a:t>Click to add title</a:t>
            </a:r>
          </a:p>
        </p:txBody>
      </p:sp>
      <p:sp>
        <p:nvSpPr>
          <p:cNvPr id="5" name="Picture Placeholder 9"/>
          <p:cNvSpPr>
            <a:spLocks noGrp="1"/>
          </p:cNvSpPr>
          <p:nvPr>
            <p:ph type="pic" sz="quarter" idx="15"/>
          </p:nvPr>
        </p:nvSpPr>
        <p:spPr>
          <a:xfrm>
            <a:off x="5450353" y="1701804"/>
            <a:ext cx="6240000" cy="4679950"/>
          </a:xfrm>
        </p:spPr>
        <p:txBody>
          <a:bodyPr/>
          <a:lstStyle/>
          <a:p>
            <a:r>
              <a:rPr lang="en-US" noProof="0"/>
              <a:t>Click icon to add picture</a:t>
            </a:r>
          </a:p>
        </p:txBody>
      </p:sp>
      <p:sp>
        <p:nvSpPr>
          <p:cNvPr id="6" name="Content Placeholder 3"/>
          <p:cNvSpPr>
            <a:spLocks noGrp="1"/>
          </p:cNvSpPr>
          <p:nvPr>
            <p:ph sz="quarter" idx="10"/>
          </p:nvPr>
        </p:nvSpPr>
        <p:spPr>
          <a:xfrm>
            <a:off x="501653" y="1665292"/>
            <a:ext cx="4456429" cy="4716463"/>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874475948"/>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801042560"/>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4" name="Object 3"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3" name="Rectangle 2"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1"/>
          <p:cNvSpPr>
            <a:spLocks noGrp="1"/>
          </p:cNvSpPr>
          <p:nvPr>
            <p:ph type="title"/>
          </p:nvPr>
        </p:nvSpPr>
        <p:spPr>
          <a:xfrm>
            <a:off x="501651" y="317501"/>
            <a:ext cx="11188699" cy="698500"/>
          </a:xfrm>
        </p:spPr>
        <p:txBody>
          <a:bodyPr vert="horz"/>
          <a:lstStyle>
            <a:lvl1pPr>
              <a:defRPr sz="2176"/>
            </a:lvl1pPr>
          </a:lstStyle>
          <a:p>
            <a:r>
              <a:rPr lang="en-US" noProof="0"/>
              <a:t>Click to edit Master title style</a:t>
            </a:r>
          </a:p>
        </p:txBody>
      </p:sp>
      <p:sp>
        <p:nvSpPr>
          <p:cNvPr id="14" name="Text Placeholder 18"/>
          <p:cNvSpPr>
            <a:spLocks noGrp="1"/>
          </p:cNvSpPr>
          <p:nvPr>
            <p:ph idx="1"/>
          </p:nvPr>
        </p:nvSpPr>
        <p:spPr>
          <a:xfrm>
            <a:off x="501653" y="1665292"/>
            <a:ext cx="11165416" cy="4716463"/>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972477222"/>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961681313"/>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sz="2176"/>
            </a:lvl1pPr>
          </a:lstStyle>
          <a:p>
            <a:r>
              <a:rPr lang="en-US" noProof="0"/>
              <a:t>Click to edit Master title style</a:t>
            </a:r>
          </a:p>
        </p:txBody>
      </p:sp>
      <p:sp>
        <p:nvSpPr>
          <p:cNvPr id="8" name="Text Placeholder 18"/>
          <p:cNvSpPr>
            <a:spLocks noGrp="1"/>
          </p:cNvSpPr>
          <p:nvPr>
            <p:ph idx="1"/>
          </p:nvPr>
        </p:nvSpPr>
        <p:spPr>
          <a:xfrm>
            <a:off x="498584" y="1174419"/>
            <a:ext cx="11165416" cy="4713911"/>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558394656"/>
      </p:ext>
    </p:extLst>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extLst>
              <p:ext uri="{D42A27DB-BD31-4B8C-83A1-F6EECF244321}">
                <p14:modId xmlns:p14="http://schemas.microsoft.com/office/powerpoint/2010/main" val="2511807169"/>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5" name="Object 4"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4" name="Rectangle 3"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sz="2176"/>
            </a:lvl1pPr>
          </a:lstStyle>
          <a:p>
            <a:r>
              <a:rPr lang="en-US" noProof="0"/>
              <a:t>Click to edit Master title style</a:t>
            </a:r>
          </a:p>
        </p:txBody>
      </p:sp>
      <p:sp>
        <p:nvSpPr>
          <p:cNvPr id="8" name="Text Placeholder 18"/>
          <p:cNvSpPr>
            <a:spLocks noGrp="1"/>
          </p:cNvSpPr>
          <p:nvPr>
            <p:ph idx="1"/>
          </p:nvPr>
        </p:nvSpPr>
        <p:spPr>
          <a:xfrm>
            <a:off x="501653" y="1700213"/>
            <a:ext cx="11165416" cy="4678986"/>
          </a:xfrm>
          <a:prstGeom prst="rect">
            <a:avLst/>
          </a:prstGeom>
        </p:spPr>
        <p:txBody>
          <a:bodyPr vert="horz" lIns="0" tIns="0" rIns="0" bIns="0" rtlCol="0">
            <a:noAutofit/>
          </a:bodyPr>
          <a:lstStyle>
            <a:lvl1pPr>
              <a:defRPr sz="2012"/>
            </a:lvl1pPr>
            <a:lvl2pPr>
              <a:defRPr sz="2012"/>
            </a:lvl2pPr>
            <a:lvl3pPr>
              <a:defRPr sz="2012"/>
            </a:lvl3pPr>
            <a:lvl4pPr>
              <a:defRPr sz="2012"/>
            </a:lvl4pPr>
            <a:lvl5pPr>
              <a:defRPr sz="2012"/>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454342405"/>
      </p:ext>
    </p:extLst>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6"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7" name="Chart Placeholder 3"/>
          <p:cNvSpPr>
            <a:spLocks noGrp="1"/>
          </p:cNvSpPr>
          <p:nvPr>
            <p:ph type="chart" sz="quarter" idx="15"/>
          </p:nvPr>
        </p:nvSpPr>
        <p:spPr>
          <a:xfrm>
            <a:off x="501654" y="2052003"/>
            <a:ext cx="11188699" cy="4069013"/>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501654" y="1665289"/>
            <a:ext cx="11188699" cy="392112"/>
          </a:xfrm>
        </p:spPr>
        <p:txBody>
          <a:bodyPr/>
          <a:lstStyle/>
          <a:p>
            <a:pPr lvl="0"/>
            <a:r>
              <a:rPr lang="en-US" noProof="0"/>
              <a:t>Edit Master text styles</a:t>
            </a:r>
          </a:p>
        </p:txBody>
      </p:sp>
      <p:sp>
        <p:nvSpPr>
          <p:cNvPr id="19" name="Text Placeholder 7"/>
          <p:cNvSpPr>
            <a:spLocks noGrp="1"/>
          </p:cNvSpPr>
          <p:nvPr>
            <p:ph type="body" sz="quarter" idx="23"/>
          </p:nvPr>
        </p:nvSpPr>
        <p:spPr>
          <a:xfrm>
            <a:off x="501651" y="6121017"/>
            <a:ext cx="11188699" cy="260737"/>
          </a:xfrm>
        </p:spPr>
        <p:txBody>
          <a:bodyPr>
            <a:noAutofit/>
          </a:bodyPr>
          <a:lstStyle>
            <a:lvl1pPr>
              <a:spcAft>
                <a:spcPts val="0"/>
              </a:spcAft>
              <a:defRPr sz="1141"/>
            </a:lvl1pPr>
          </a:lstStyle>
          <a:p>
            <a:pPr lvl="0"/>
            <a:r>
              <a:rPr lang="en-US" noProof="0"/>
              <a:t>Edit Master text styles</a:t>
            </a:r>
          </a:p>
        </p:txBody>
      </p:sp>
    </p:spTree>
    <p:extLst>
      <p:ext uri="{BB962C8B-B14F-4D97-AF65-F5344CB8AC3E}">
        <p14:creationId xmlns:p14="http://schemas.microsoft.com/office/powerpoint/2010/main" val="2823541175"/>
      </p:ext>
    </p:extLst>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6"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7" name="Chart Placeholder 3"/>
          <p:cNvSpPr>
            <a:spLocks noGrp="1"/>
          </p:cNvSpPr>
          <p:nvPr>
            <p:ph type="chart" sz="quarter" idx="15"/>
          </p:nvPr>
        </p:nvSpPr>
        <p:spPr>
          <a:xfrm>
            <a:off x="504000" y="2051999"/>
            <a:ext cx="3549549" cy="4069014"/>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501652" y="1665289"/>
            <a:ext cx="3562351" cy="392112"/>
          </a:xfrm>
        </p:spPr>
        <p:txBody>
          <a:bodyPr/>
          <a:lstStyle/>
          <a:p>
            <a:pPr lvl="0"/>
            <a:r>
              <a:rPr lang="en-US" noProof="0"/>
              <a:t>Edit Master text styles</a:t>
            </a:r>
          </a:p>
        </p:txBody>
      </p:sp>
      <p:sp>
        <p:nvSpPr>
          <p:cNvPr id="7" name="Chart Placeholder 3"/>
          <p:cNvSpPr>
            <a:spLocks noGrp="1"/>
          </p:cNvSpPr>
          <p:nvPr>
            <p:ph type="chart" sz="quarter" idx="19"/>
          </p:nvPr>
        </p:nvSpPr>
        <p:spPr>
          <a:xfrm>
            <a:off x="4303186" y="2051999"/>
            <a:ext cx="3561616" cy="4069014"/>
          </a:xfrm>
          <a:prstGeom prst="rect">
            <a:avLst/>
          </a:prstGeom>
        </p:spPr>
        <p:txBody>
          <a:bodyPr/>
          <a:lstStyle/>
          <a:p>
            <a:r>
              <a:rPr lang="en-US" noProof="0"/>
              <a:t>Click icon to add chart</a:t>
            </a:r>
          </a:p>
        </p:txBody>
      </p:sp>
      <p:sp>
        <p:nvSpPr>
          <p:cNvPr id="8" name="Text Placeholder 8"/>
          <p:cNvSpPr>
            <a:spLocks noGrp="1"/>
          </p:cNvSpPr>
          <p:nvPr>
            <p:ph type="body" sz="quarter" idx="20"/>
          </p:nvPr>
        </p:nvSpPr>
        <p:spPr>
          <a:xfrm>
            <a:off x="4303185" y="1665289"/>
            <a:ext cx="3561615" cy="392112"/>
          </a:xfrm>
        </p:spPr>
        <p:txBody>
          <a:bodyPr/>
          <a:lstStyle/>
          <a:p>
            <a:pPr lvl="0"/>
            <a:r>
              <a:rPr lang="en-US" noProof="0"/>
              <a:t>Edit Master text styles</a:t>
            </a:r>
          </a:p>
        </p:txBody>
      </p:sp>
      <p:sp>
        <p:nvSpPr>
          <p:cNvPr id="9" name="Chart Placeholder 3"/>
          <p:cNvSpPr>
            <a:spLocks noGrp="1"/>
          </p:cNvSpPr>
          <p:nvPr>
            <p:ph type="chart" sz="quarter" idx="21"/>
          </p:nvPr>
        </p:nvSpPr>
        <p:spPr>
          <a:xfrm>
            <a:off x="8126397" y="2051999"/>
            <a:ext cx="3563953" cy="4069014"/>
          </a:xfrm>
          <a:prstGeom prst="rect">
            <a:avLst/>
          </a:prstGeom>
        </p:spPr>
        <p:txBody>
          <a:bodyPr/>
          <a:lstStyle/>
          <a:p>
            <a:r>
              <a:rPr lang="en-US" noProof="0"/>
              <a:t>Click icon to add chart</a:t>
            </a:r>
          </a:p>
        </p:txBody>
      </p:sp>
      <p:sp>
        <p:nvSpPr>
          <p:cNvPr id="10" name="Text Placeholder 8"/>
          <p:cNvSpPr>
            <a:spLocks noGrp="1"/>
          </p:cNvSpPr>
          <p:nvPr>
            <p:ph type="body" sz="quarter" idx="22"/>
          </p:nvPr>
        </p:nvSpPr>
        <p:spPr>
          <a:xfrm>
            <a:off x="8126399" y="1659145"/>
            <a:ext cx="3563954" cy="398256"/>
          </a:xfrm>
        </p:spPr>
        <p:txBody>
          <a:bodyPr/>
          <a:lstStyle/>
          <a:p>
            <a:pPr lvl="0"/>
            <a:r>
              <a:rPr lang="en-US" noProof="0"/>
              <a:t>Edit Master text styles</a:t>
            </a:r>
          </a:p>
        </p:txBody>
      </p:sp>
      <p:sp>
        <p:nvSpPr>
          <p:cNvPr id="12" name="Text Placeholder 7"/>
          <p:cNvSpPr>
            <a:spLocks noGrp="1"/>
          </p:cNvSpPr>
          <p:nvPr>
            <p:ph type="body" sz="quarter" idx="23"/>
          </p:nvPr>
        </p:nvSpPr>
        <p:spPr>
          <a:xfrm>
            <a:off x="501649" y="6121017"/>
            <a:ext cx="11165419" cy="260737"/>
          </a:xfrm>
        </p:spPr>
        <p:txBody>
          <a:bodyPr>
            <a:noAutofit/>
          </a:bodyPr>
          <a:lstStyle>
            <a:lvl1pPr>
              <a:spcAft>
                <a:spcPts val="0"/>
              </a:spcAft>
              <a:defRPr sz="1141"/>
            </a:lvl1pPr>
          </a:lstStyle>
          <a:p>
            <a:pPr lvl="0"/>
            <a:r>
              <a:rPr lang="en-US" noProof="0"/>
              <a:t>Edit Master text styles</a:t>
            </a:r>
          </a:p>
        </p:txBody>
      </p:sp>
    </p:spTree>
    <p:extLst>
      <p:ext uri="{BB962C8B-B14F-4D97-AF65-F5344CB8AC3E}">
        <p14:creationId xmlns:p14="http://schemas.microsoft.com/office/powerpoint/2010/main" val="3451940565"/>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675256775"/>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539"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14" name="Title Placeholder 1"/>
          <p:cNvSpPr>
            <a:spLocks noGrp="1"/>
          </p:cNvSpPr>
          <p:nvPr>
            <p:ph type="title" hasCustomPrompt="1"/>
          </p:nvPr>
        </p:nvSpPr>
        <p:spPr>
          <a:xfrm>
            <a:off x="501653" y="317502"/>
            <a:ext cx="11202669" cy="334101"/>
          </a:xfrm>
          <a:prstGeom prst="rect">
            <a:avLst/>
          </a:prstGeom>
        </p:spPr>
        <p:txBody>
          <a:bodyPr vert="horz" lIns="0" tIns="0" rIns="0" bIns="0" rtlCol="0" anchor="t" anchorCtr="0">
            <a:noAutofit/>
          </a:bodyPr>
          <a:lstStyle>
            <a:lvl1pPr>
              <a:defRPr sz="2539"/>
            </a:lvl1pPr>
          </a:lstStyle>
          <a:p>
            <a:r>
              <a:rPr lang="en-US" noProof="0"/>
              <a:t>Click to add title</a:t>
            </a:r>
          </a:p>
        </p:txBody>
      </p:sp>
      <p:sp>
        <p:nvSpPr>
          <p:cNvPr id="9" name="Text Placeholder 8"/>
          <p:cNvSpPr>
            <a:spLocks noGrp="1"/>
          </p:cNvSpPr>
          <p:nvPr>
            <p:ph type="body" sz="quarter" idx="13" hasCustomPrompt="1"/>
          </p:nvPr>
        </p:nvSpPr>
        <p:spPr>
          <a:xfrm>
            <a:off x="501653" y="651601"/>
            <a:ext cx="11202669" cy="757255"/>
          </a:xfrm>
          <a:prstGeom prst="rect">
            <a:avLst/>
          </a:prstGeom>
        </p:spPr>
        <p:txBody>
          <a:bodyPr lIns="0" tIns="0" rIns="0" bIns="0">
            <a:noAutofit/>
          </a:bodyPr>
          <a:lstStyle>
            <a:lvl1pPr marL="0" indent="0">
              <a:buNone/>
              <a:defRPr sz="2176" b="0">
                <a:solidFill>
                  <a:srgbClr val="575757"/>
                </a:solidFill>
              </a:defRPr>
            </a:lvl1pPr>
          </a:lstStyle>
          <a:p>
            <a:pPr lvl="0"/>
            <a:r>
              <a:rPr lang="en-US" noProof="0"/>
              <a:t>Click to add subtitle</a:t>
            </a:r>
          </a:p>
        </p:txBody>
      </p:sp>
      <p:sp>
        <p:nvSpPr>
          <p:cNvPr id="13" name="Content Placeholder 3"/>
          <p:cNvSpPr>
            <a:spLocks noGrp="1"/>
          </p:cNvSpPr>
          <p:nvPr>
            <p:ph sz="quarter" idx="10"/>
          </p:nvPr>
        </p:nvSpPr>
        <p:spPr>
          <a:xfrm>
            <a:off x="501651" y="1665288"/>
            <a:ext cx="5305578"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p:nvPr>
        </p:nvSpPr>
        <p:spPr>
          <a:xfrm>
            <a:off x="6381539" y="1665288"/>
            <a:ext cx="5322781"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233986482"/>
      </p:ext>
    </p:extLst>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12963086"/>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7"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8" name="Title Placeholder 1"/>
          <p:cNvSpPr>
            <a:spLocks noGrp="1"/>
          </p:cNvSpPr>
          <p:nvPr>
            <p:ph type="title" hasCustomPrompt="1"/>
          </p:nvPr>
        </p:nvSpPr>
        <p:spPr>
          <a:xfrm>
            <a:off x="501651" y="317500"/>
            <a:ext cx="11188699" cy="334100"/>
          </a:xfrm>
          <a:prstGeom prst="rect">
            <a:avLst/>
          </a:prstGeom>
        </p:spPr>
        <p:txBody>
          <a:bodyPr vert="horz" lIns="0" tIns="0" rIns="0" bIns="0" rtlCol="0" anchor="t" anchorCtr="0">
            <a:noAutofit/>
          </a:bodyPr>
          <a:lstStyle>
            <a:lvl1pPr>
              <a:defRPr sz="2176"/>
            </a:lvl1pPr>
          </a:lstStyle>
          <a:p>
            <a:r>
              <a:rPr lang="en-US" noProof="0"/>
              <a:t>Click to add title</a:t>
            </a:r>
          </a:p>
        </p:txBody>
      </p:sp>
      <p:sp>
        <p:nvSpPr>
          <p:cNvPr id="11" name="Content Placeholder 3"/>
          <p:cNvSpPr>
            <a:spLocks noGrp="1"/>
          </p:cNvSpPr>
          <p:nvPr>
            <p:ph sz="quarter" idx="10"/>
          </p:nvPr>
        </p:nvSpPr>
        <p:spPr>
          <a:xfrm>
            <a:off x="501650" y="1665288"/>
            <a:ext cx="530558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Placeholder 3"/>
          <p:cNvSpPr>
            <a:spLocks noGrp="1"/>
          </p:cNvSpPr>
          <p:nvPr>
            <p:ph sz="quarter" idx="20"/>
          </p:nvPr>
        </p:nvSpPr>
        <p:spPr>
          <a:xfrm>
            <a:off x="6384002" y="1665288"/>
            <a:ext cx="530635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852910884"/>
      </p:ext>
    </p:extLst>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501653" y="1665292"/>
            <a:ext cx="5355166" cy="4455725"/>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Chart Placeholder 2"/>
          <p:cNvSpPr>
            <a:spLocks noGrp="1"/>
          </p:cNvSpPr>
          <p:nvPr>
            <p:ph type="chart" sz="quarter" idx="21"/>
          </p:nvPr>
        </p:nvSpPr>
        <p:spPr>
          <a:xfrm>
            <a:off x="6341222" y="2125013"/>
            <a:ext cx="5349128" cy="3996000"/>
          </a:xfrm>
        </p:spPr>
        <p:txBody>
          <a:bodyPr/>
          <a:lstStyle/>
          <a:p>
            <a:r>
              <a:rPr lang="en-US" noProof="0"/>
              <a:t>Click icon to add chart</a:t>
            </a:r>
          </a:p>
        </p:txBody>
      </p:sp>
      <p:sp>
        <p:nvSpPr>
          <p:cNvPr id="6" name="Text Placeholder 5"/>
          <p:cNvSpPr>
            <a:spLocks noGrp="1"/>
          </p:cNvSpPr>
          <p:nvPr>
            <p:ph type="body" sz="quarter" idx="22"/>
          </p:nvPr>
        </p:nvSpPr>
        <p:spPr>
          <a:xfrm>
            <a:off x="6341222" y="1665288"/>
            <a:ext cx="5349128" cy="420687"/>
          </a:xfrm>
        </p:spPr>
        <p:txBody>
          <a:bodyPr/>
          <a:lstStyle/>
          <a:p>
            <a:pPr lvl="0"/>
            <a:r>
              <a:rPr lang="en-US" noProof="0"/>
              <a:t>Edit Master text styles</a:t>
            </a:r>
          </a:p>
        </p:txBody>
      </p:sp>
      <p:sp>
        <p:nvSpPr>
          <p:cNvPr id="11"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3"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5" name="Text Placeholder 7"/>
          <p:cNvSpPr>
            <a:spLocks noGrp="1"/>
          </p:cNvSpPr>
          <p:nvPr>
            <p:ph type="body" sz="quarter" idx="23"/>
          </p:nvPr>
        </p:nvSpPr>
        <p:spPr>
          <a:xfrm>
            <a:off x="501651" y="6121017"/>
            <a:ext cx="11188699" cy="260737"/>
          </a:xfrm>
        </p:spPr>
        <p:txBody>
          <a:bodyPr>
            <a:normAutofit/>
          </a:bodyPr>
          <a:lstStyle>
            <a:lvl1pPr>
              <a:spcAft>
                <a:spcPts val="0"/>
              </a:spcAft>
              <a:defRPr sz="1141"/>
            </a:lvl1pPr>
          </a:lstStyle>
          <a:p>
            <a:pPr lvl="0"/>
            <a:r>
              <a:rPr lang="en-US" noProof="0"/>
              <a:t>Edit Master text styles</a:t>
            </a:r>
          </a:p>
        </p:txBody>
      </p:sp>
    </p:spTree>
    <p:extLst>
      <p:ext uri="{BB962C8B-B14F-4D97-AF65-F5344CB8AC3E}">
        <p14:creationId xmlns:p14="http://schemas.microsoft.com/office/powerpoint/2010/main" val="2433873346"/>
      </p:ext>
    </p:extLst>
  </p:cSld>
  <p:clrMapOvr>
    <a:masterClrMapping/>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341223" y="2125013"/>
            <a:ext cx="5349129" cy="3996000"/>
          </a:xfrm>
        </p:spPr>
        <p:txBody>
          <a:bodyPr/>
          <a:lstStyle/>
          <a:p>
            <a:r>
              <a:rPr lang="en-US" noProof="0"/>
              <a:t>Click icon to add chart</a:t>
            </a:r>
          </a:p>
        </p:txBody>
      </p:sp>
      <p:sp>
        <p:nvSpPr>
          <p:cNvPr id="6" name="Text Placeholder 5"/>
          <p:cNvSpPr>
            <a:spLocks noGrp="1"/>
          </p:cNvSpPr>
          <p:nvPr>
            <p:ph type="body" sz="quarter" idx="22"/>
          </p:nvPr>
        </p:nvSpPr>
        <p:spPr>
          <a:xfrm>
            <a:off x="6341224" y="1665288"/>
            <a:ext cx="5349129" cy="420687"/>
          </a:xfrm>
        </p:spPr>
        <p:txBody>
          <a:bodyPr/>
          <a:lstStyle/>
          <a:p>
            <a:pPr lvl="0"/>
            <a:r>
              <a:rPr lang="en-US" noProof="0"/>
              <a:t>Edit Master text styles</a:t>
            </a:r>
          </a:p>
        </p:txBody>
      </p:sp>
      <p:sp>
        <p:nvSpPr>
          <p:cNvPr id="11"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3"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5" name="Text Placeholder 7"/>
          <p:cNvSpPr>
            <a:spLocks noGrp="1"/>
          </p:cNvSpPr>
          <p:nvPr>
            <p:ph type="body" sz="quarter" idx="23"/>
          </p:nvPr>
        </p:nvSpPr>
        <p:spPr>
          <a:xfrm>
            <a:off x="501649" y="6121017"/>
            <a:ext cx="11165419" cy="260737"/>
          </a:xfrm>
        </p:spPr>
        <p:txBody>
          <a:bodyPr>
            <a:normAutofit/>
          </a:bodyPr>
          <a:lstStyle>
            <a:lvl1pPr>
              <a:spcAft>
                <a:spcPts val="0"/>
              </a:spcAft>
              <a:defRPr sz="1141"/>
            </a:lvl1pPr>
          </a:lstStyle>
          <a:p>
            <a:pPr lvl="0"/>
            <a:r>
              <a:rPr lang="en-US" noProof="0"/>
              <a:t>Edit Master text styles</a:t>
            </a:r>
          </a:p>
        </p:txBody>
      </p:sp>
      <p:sp>
        <p:nvSpPr>
          <p:cNvPr id="9" name="Chart Placeholder 2"/>
          <p:cNvSpPr>
            <a:spLocks noGrp="1"/>
          </p:cNvSpPr>
          <p:nvPr>
            <p:ph type="chart" sz="quarter" idx="24"/>
          </p:nvPr>
        </p:nvSpPr>
        <p:spPr>
          <a:xfrm>
            <a:off x="501652" y="2125013"/>
            <a:ext cx="5339063" cy="3996000"/>
          </a:xfrm>
        </p:spPr>
        <p:txBody>
          <a:bodyPr/>
          <a:lstStyle/>
          <a:p>
            <a:r>
              <a:rPr lang="en-US" noProof="0"/>
              <a:t>Click icon to add chart</a:t>
            </a:r>
          </a:p>
        </p:txBody>
      </p:sp>
      <p:sp>
        <p:nvSpPr>
          <p:cNvPr id="12" name="Text Placeholder 5"/>
          <p:cNvSpPr>
            <a:spLocks noGrp="1"/>
          </p:cNvSpPr>
          <p:nvPr>
            <p:ph type="body" sz="quarter" idx="25"/>
          </p:nvPr>
        </p:nvSpPr>
        <p:spPr>
          <a:xfrm>
            <a:off x="501650" y="1665288"/>
            <a:ext cx="5339064" cy="420687"/>
          </a:xfrm>
        </p:spPr>
        <p:txBody>
          <a:bodyPr/>
          <a:lstStyle/>
          <a:p>
            <a:pPr lvl="0"/>
            <a:r>
              <a:rPr lang="en-US" noProof="0"/>
              <a:t>Edit Master text styles</a:t>
            </a:r>
          </a:p>
        </p:txBody>
      </p:sp>
    </p:spTree>
    <p:extLst>
      <p:ext uri="{BB962C8B-B14F-4D97-AF65-F5344CB8AC3E}">
        <p14:creationId xmlns:p14="http://schemas.microsoft.com/office/powerpoint/2010/main" val="2558475670"/>
      </p:ext>
    </p:extLst>
  </p:cSld>
  <p:clrMapOvr>
    <a:masterClrMapping/>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4"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6" name="Content Placeholder 3"/>
          <p:cNvSpPr>
            <a:spLocks noGrp="1"/>
          </p:cNvSpPr>
          <p:nvPr>
            <p:ph sz="quarter" idx="10"/>
          </p:nvPr>
        </p:nvSpPr>
        <p:spPr>
          <a:xfrm>
            <a:off x="501652" y="1665292"/>
            <a:ext cx="4431857" cy="4716463"/>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Content Placeholder 3"/>
          <p:cNvSpPr>
            <a:spLocks noGrp="1"/>
          </p:cNvSpPr>
          <p:nvPr>
            <p:ph sz="quarter" idx="16"/>
          </p:nvPr>
        </p:nvSpPr>
        <p:spPr>
          <a:xfrm>
            <a:off x="5450352" y="1700217"/>
            <a:ext cx="6240000" cy="4681537"/>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2516377334"/>
      </p:ext>
    </p:extLst>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0"/>
            <a:ext cx="11188699" cy="3341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6" name="Content Placeholder 3"/>
          <p:cNvSpPr>
            <a:spLocks noGrp="1"/>
          </p:cNvSpPr>
          <p:nvPr>
            <p:ph sz="quarter" idx="10"/>
          </p:nvPr>
        </p:nvSpPr>
        <p:spPr>
          <a:xfrm>
            <a:off x="7577884" y="1658683"/>
            <a:ext cx="4112468" cy="4723072"/>
          </a:xfrm>
          <a:prstGeom prst="rect">
            <a:avLst/>
          </a:prstGeom>
        </p:spPr>
        <p:txBody>
          <a:bodyPr>
            <a:noAutofit/>
          </a:bodyPr>
          <a:lstStyle>
            <a:lvl1pPr>
              <a:tabLst>
                <a:tab pos="6325849" algn="r"/>
              </a:tabLst>
              <a:defRPr sz="3019">
                <a:solidFill>
                  <a:schemeClr val="accent3"/>
                </a:solidFill>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p:txBody>
      </p:sp>
      <p:sp>
        <p:nvSpPr>
          <p:cNvPr id="8" name="Content Placeholder 3"/>
          <p:cNvSpPr>
            <a:spLocks noGrp="1"/>
          </p:cNvSpPr>
          <p:nvPr>
            <p:ph sz="quarter" idx="16"/>
          </p:nvPr>
        </p:nvSpPr>
        <p:spPr>
          <a:xfrm>
            <a:off x="501651" y="1665291"/>
            <a:ext cx="6506348" cy="4716462"/>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501654"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687286163"/>
      </p:ext>
    </p:extLst>
  </p:cSld>
  <p:clrMapOvr>
    <a:masterClrMapping/>
  </p:clrMapOvr>
  <p:transition>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699" cy="334100"/>
          </a:xfrm>
        </p:spPr>
        <p:txBody>
          <a:bodyPr/>
          <a:lstStyle/>
          <a:p>
            <a:r>
              <a:rPr lang="en-US" noProof="0"/>
              <a:t>Click to edit Master title style</a:t>
            </a:r>
          </a:p>
        </p:txBody>
      </p:sp>
      <p:sp>
        <p:nvSpPr>
          <p:cNvPr id="4" name="Picture Placeholder 6"/>
          <p:cNvSpPr>
            <a:spLocks noGrp="1"/>
          </p:cNvSpPr>
          <p:nvPr>
            <p:ph type="pic" sz="quarter" idx="13"/>
          </p:nvPr>
        </p:nvSpPr>
        <p:spPr>
          <a:xfrm>
            <a:off x="501649" y="1700213"/>
            <a:ext cx="2712000" cy="1260000"/>
          </a:xfrm>
        </p:spPr>
        <p:txBody>
          <a:bodyPr lIns="0" tIns="0" rIns="0" bIns="0">
            <a:noAutofit/>
          </a:bodyPr>
          <a:lstStyle/>
          <a:p>
            <a:r>
              <a:rPr lang="en-US" noProof="0"/>
              <a:t>Click icon to add picture</a:t>
            </a:r>
          </a:p>
        </p:txBody>
      </p:sp>
      <p:sp>
        <p:nvSpPr>
          <p:cNvPr id="5" name="Picture Placeholder 6"/>
          <p:cNvSpPr>
            <a:spLocks noGrp="1"/>
          </p:cNvSpPr>
          <p:nvPr>
            <p:ph type="pic" sz="quarter" idx="14"/>
          </p:nvPr>
        </p:nvSpPr>
        <p:spPr>
          <a:xfrm>
            <a:off x="3327216" y="1700213"/>
            <a:ext cx="2712000" cy="1260000"/>
          </a:xfrm>
        </p:spPr>
        <p:txBody>
          <a:bodyPr lIns="0" tIns="0" rIns="0" bIns="0">
            <a:noAutofit/>
          </a:bodyPr>
          <a:lstStyle/>
          <a:p>
            <a:r>
              <a:rPr lang="en-US" noProof="0"/>
              <a:t>Click icon to add picture</a:t>
            </a:r>
          </a:p>
        </p:txBody>
      </p:sp>
      <p:sp>
        <p:nvSpPr>
          <p:cNvPr id="6" name="Picture Placeholder 6"/>
          <p:cNvSpPr>
            <a:spLocks noGrp="1"/>
          </p:cNvSpPr>
          <p:nvPr>
            <p:ph type="pic" sz="quarter" idx="15"/>
          </p:nvPr>
        </p:nvSpPr>
        <p:spPr>
          <a:xfrm>
            <a:off x="6152784" y="1700213"/>
            <a:ext cx="2712000" cy="1260000"/>
          </a:xfrm>
        </p:spPr>
        <p:txBody>
          <a:bodyPr lIns="0" tIns="0" rIns="0" bIns="0">
            <a:noAutofit/>
          </a:bodyPr>
          <a:lstStyle/>
          <a:p>
            <a:r>
              <a:rPr lang="en-US" noProof="0"/>
              <a:t>Click icon to add picture</a:t>
            </a:r>
          </a:p>
        </p:txBody>
      </p:sp>
      <p:sp>
        <p:nvSpPr>
          <p:cNvPr id="7" name="Picture Placeholder 6"/>
          <p:cNvSpPr>
            <a:spLocks noGrp="1"/>
          </p:cNvSpPr>
          <p:nvPr>
            <p:ph type="pic" sz="quarter" idx="16"/>
          </p:nvPr>
        </p:nvSpPr>
        <p:spPr>
          <a:xfrm>
            <a:off x="8978351" y="1700213"/>
            <a:ext cx="2712000" cy="1260000"/>
          </a:xfrm>
        </p:spPr>
        <p:txBody>
          <a:bodyPr lIns="0" tIns="0" rIns="0" bIns="0">
            <a:noAutofit/>
          </a:bodyPr>
          <a:lstStyle/>
          <a:p>
            <a:r>
              <a:rPr lang="en-US" noProof="0"/>
              <a:t>Click icon to add picture</a:t>
            </a:r>
          </a:p>
        </p:txBody>
      </p:sp>
      <p:sp>
        <p:nvSpPr>
          <p:cNvPr id="9" name="Text Placeholder 8"/>
          <p:cNvSpPr>
            <a:spLocks noGrp="1"/>
          </p:cNvSpPr>
          <p:nvPr>
            <p:ph type="body" sz="quarter" idx="17"/>
          </p:nvPr>
        </p:nvSpPr>
        <p:spPr>
          <a:xfrm>
            <a:off x="501652" y="3124200"/>
            <a:ext cx="2720468" cy="3257548"/>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p:nvPr>
        </p:nvSpPr>
        <p:spPr>
          <a:xfrm>
            <a:off x="6149965" y="3120551"/>
            <a:ext cx="2712000" cy="3261199"/>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9"/>
          </p:nvPr>
        </p:nvSpPr>
        <p:spPr>
          <a:xfrm>
            <a:off x="3330040" y="3124203"/>
            <a:ext cx="2712000" cy="3257549"/>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 Placeholder 8"/>
          <p:cNvSpPr>
            <a:spLocks noGrp="1"/>
          </p:cNvSpPr>
          <p:nvPr>
            <p:ph type="body" sz="quarter" idx="20"/>
          </p:nvPr>
        </p:nvSpPr>
        <p:spPr>
          <a:xfrm>
            <a:off x="8993169" y="3108508"/>
            <a:ext cx="2697183" cy="3273240"/>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8"/>
          <p:cNvSpPr>
            <a:spLocks noGrp="1"/>
          </p:cNvSpPr>
          <p:nvPr>
            <p:ph type="body" sz="quarter" idx="21" hasCustomPrompt="1"/>
          </p:nvPr>
        </p:nvSpPr>
        <p:spPr>
          <a:xfrm>
            <a:off x="501650" y="651601"/>
            <a:ext cx="111887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82474078"/>
      </p:ext>
    </p:extLst>
  </p:cSld>
  <p:clrMapOvr>
    <a:masterClrMapping/>
  </p:clrMapOvr>
  <p:transition>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699" cy="334100"/>
          </a:xfrm>
        </p:spPr>
        <p:txBody>
          <a:bodyPr/>
          <a:lstStyle/>
          <a:p>
            <a:r>
              <a:rPr lang="en-US" noProof="0"/>
              <a:t>Click to edit Master title style</a:t>
            </a:r>
          </a:p>
        </p:txBody>
      </p:sp>
      <p:sp>
        <p:nvSpPr>
          <p:cNvPr id="4" name="Rectangle 3"/>
          <p:cNvSpPr/>
          <p:nvPr userDrawn="1"/>
        </p:nvSpPr>
        <p:spPr>
          <a:xfrm>
            <a:off x="504002"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5" name="Rectangle 4"/>
          <p:cNvSpPr/>
          <p:nvPr userDrawn="1"/>
        </p:nvSpPr>
        <p:spPr>
          <a:xfrm>
            <a:off x="6224086" y="1700216"/>
            <a:ext cx="5475066"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6" name="Rectangle 5"/>
          <p:cNvSpPr/>
          <p:nvPr userDrawn="1"/>
        </p:nvSpPr>
        <p:spPr>
          <a:xfrm>
            <a:off x="504002"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7" name="Rectangle 6"/>
          <p:cNvSpPr/>
          <p:nvPr userDrawn="1"/>
        </p:nvSpPr>
        <p:spPr>
          <a:xfrm>
            <a:off x="6224086" y="4065173"/>
            <a:ext cx="547506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8" name="Picture Placeholder 11"/>
          <p:cNvSpPr>
            <a:spLocks noGrp="1"/>
          </p:cNvSpPr>
          <p:nvPr>
            <p:ph type="pic" sz="quarter" idx="25"/>
          </p:nvPr>
        </p:nvSpPr>
        <p:spPr>
          <a:xfrm>
            <a:off x="504002" y="1880213"/>
            <a:ext cx="1968000" cy="1476000"/>
          </a:xfrm>
        </p:spPr>
        <p:txBody>
          <a:bodyPr/>
          <a:lstStyle>
            <a:lvl1pPr algn="ctr">
              <a:defRPr/>
            </a:lvl1pPr>
          </a:lstStyle>
          <a:p>
            <a:r>
              <a:rPr lang="en-US" noProof="0"/>
              <a:t>Click icon to add picture</a:t>
            </a:r>
          </a:p>
        </p:txBody>
      </p:sp>
      <p:sp>
        <p:nvSpPr>
          <p:cNvPr id="9" name="Picture Placeholder 11"/>
          <p:cNvSpPr>
            <a:spLocks noGrp="1"/>
          </p:cNvSpPr>
          <p:nvPr>
            <p:ph type="pic" sz="quarter" idx="27"/>
          </p:nvPr>
        </p:nvSpPr>
        <p:spPr>
          <a:xfrm>
            <a:off x="6224088" y="1880213"/>
            <a:ext cx="1968000" cy="1476000"/>
          </a:xfrm>
        </p:spPr>
        <p:txBody>
          <a:bodyPr/>
          <a:lstStyle>
            <a:lvl1pPr algn="ctr">
              <a:defRPr/>
            </a:lvl1pPr>
          </a:lstStyle>
          <a:p>
            <a:r>
              <a:rPr lang="en-US" noProof="0"/>
              <a:t>Click icon to add picture</a:t>
            </a:r>
          </a:p>
        </p:txBody>
      </p:sp>
      <p:sp>
        <p:nvSpPr>
          <p:cNvPr id="10" name="Picture Placeholder 11"/>
          <p:cNvSpPr>
            <a:spLocks noGrp="1"/>
          </p:cNvSpPr>
          <p:nvPr>
            <p:ph type="pic" sz="quarter" idx="29"/>
          </p:nvPr>
        </p:nvSpPr>
        <p:spPr>
          <a:xfrm>
            <a:off x="504002" y="4256213"/>
            <a:ext cx="1968000" cy="1476000"/>
          </a:xfrm>
        </p:spPr>
        <p:txBody>
          <a:bodyPr/>
          <a:lstStyle>
            <a:lvl1pPr algn="ctr">
              <a:defRPr/>
            </a:lvl1pPr>
          </a:lstStyle>
          <a:p>
            <a:r>
              <a:rPr lang="en-US" noProof="0"/>
              <a:t>Click icon to add picture</a:t>
            </a:r>
          </a:p>
        </p:txBody>
      </p:sp>
      <p:sp>
        <p:nvSpPr>
          <p:cNvPr id="11" name="Picture Placeholder 11"/>
          <p:cNvSpPr>
            <a:spLocks noGrp="1"/>
          </p:cNvSpPr>
          <p:nvPr>
            <p:ph type="pic" sz="quarter" idx="31"/>
          </p:nvPr>
        </p:nvSpPr>
        <p:spPr>
          <a:xfrm>
            <a:off x="6224088" y="4256213"/>
            <a:ext cx="1968000" cy="1476000"/>
          </a:xfrm>
        </p:spPr>
        <p:txBody>
          <a:bodyPr/>
          <a:lstStyle>
            <a:lvl1pPr algn="ctr">
              <a:defRPr/>
            </a:lvl1pPr>
          </a:lstStyle>
          <a:p>
            <a:r>
              <a:rPr lang="en-US" noProof="0"/>
              <a:t>Click icon to add picture</a:t>
            </a:r>
          </a:p>
        </p:txBody>
      </p:sp>
      <p:sp>
        <p:nvSpPr>
          <p:cNvPr id="13" name="Text Placeholder 12"/>
          <p:cNvSpPr>
            <a:spLocks noGrp="1"/>
          </p:cNvSpPr>
          <p:nvPr>
            <p:ph type="body" sz="quarter" idx="32"/>
          </p:nvPr>
        </p:nvSpPr>
        <p:spPr>
          <a:xfrm>
            <a:off x="2683484" y="1880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4" name="Text Placeholder 12"/>
          <p:cNvSpPr>
            <a:spLocks noGrp="1"/>
          </p:cNvSpPr>
          <p:nvPr>
            <p:ph type="body" sz="quarter" idx="33"/>
          </p:nvPr>
        </p:nvSpPr>
        <p:spPr>
          <a:xfrm>
            <a:off x="8396563" y="1880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5" name="Text Placeholder 12"/>
          <p:cNvSpPr>
            <a:spLocks noGrp="1"/>
          </p:cNvSpPr>
          <p:nvPr>
            <p:ph type="body" sz="quarter" idx="34"/>
          </p:nvPr>
        </p:nvSpPr>
        <p:spPr>
          <a:xfrm>
            <a:off x="2683484" y="4256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6" name="Text Placeholder 12"/>
          <p:cNvSpPr>
            <a:spLocks noGrp="1"/>
          </p:cNvSpPr>
          <p:nvPr>
            <p:ph type="body" sz="quarter" idx="35"/>
          </p:nvPr>
        </p:nvSpPr>
        <p:spPr>
          <a:xfrm>
            <a:off x="8396563" y="4256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7"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3648794181"/>
      </p:ext>
    </p:extLst>
  </p:cSld>
  <p:clrMapOvr>
    <a:masterClrMapping/>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3 picture and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Picture Placeholder 7"/>
          <p:cNvSpPr>
            <a:spLocks noGrp="1"/>
          </p:cNvSpPr>
          <p:nvPr>
            <p:ph type="pic" sz="quarter" idx="13"/>
          </p:nvPr>
        </p:nvSpPr>
        <p:spPr>
          <a:xfrm>
            <a:off x="501654" y="1700217"/>
            <a:ext cx="3695699" cy="1971675"/>
          </a:xfrm>
        </p:spPr>
        <p:txBody>
          <a:bodyPr/>
          <a:lstStyle/>
          <a:p>
            <a:r>
              <a:rPr lang="en-US" noProof="0"/>
              <a:t>Click icon to add picture</a:t>
            </a:r>
          </a:p>
        </p:txBody>
      </p:sp>
      <p:sp>
        <p:nvSpPr>
          <p:cNvPr id="5" name="Picture Placeholder 7"/>
          <p:cNvSpPr>
            <a:spLocks noGrp="1"/>
          </p:cNvSpPr>
          <p:nvPr>
            <p:ph type="pic" sz="quarter" idx="14"/>
          </p:nvPr>
        </p:nvSpPr>
        <p:spPr>
          <a:xfrm>
            <a:off x="8006398" y="1700217"/>
            <a:ext cx="3683953" cy="1971675"/>
          </a:xfrm>
        </p:spPr>
        <p:txBody>
          <a:bodyPr/>
          <a:lstStyle/>
          <a:p>
            <a:r>
              <a:rPr lang="en-US" noProof="0"/>
              <a:t>Click icon to add picture</a:t>
            </a:r>
          </a:p>
        </p:txBody>
      </p:sp>
      <p:sp>
        <p:nvSpPr>
          <p:cNvPr id="6" name="Picture Placeholder 7"/>
          <p:cNvSpPr>
            <a:spLocks noGrp="1"/>
          </p:cNvSpPr>
          <p:nvPr>
            <p:ph type="pic" sz="quarter" idx="15"/>
          </p:nvPr>
        </p:nvSpPr>
        <p:spPr>
          <a:xfrm>
            <a:off x="4273077" y="1700217"/>
            <a:ext cx="3657600" cy="1971675"/>
          </a:xfrm>
        </p:spPr>
        <p:txBody>
          <a:bodyPr/>
          <a:lstStyle/>
          <a:p>
            <a:r>
              <a:rPr lang="en-US" noProof="0"/>
              <a:t>Click icon to add picture</a:t>
            </a:r>
          </a:p>
        </p:txBody>
      </p:sp>
      <p:sp>
        <p:nvSpPr>
          <p:cNvPr id="9" name="Text Placeholder 18"/>
          <p:cNvSpPr>
            <a:spLocks noGrp="1"/>
          </p:cNvSpPr>
          <p:nvPr>
            <p:ph idx="1" hasCustomPrompt="1"/>
          </p:nvPr>
        </p:nvSpPr>
        <p:spPr>
          <a:xfrm>
            <a:off x="501650" y="3832225"/>
            <a:ext cx="3683950"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18"/>
          <p:cNvSpPr>
            <a:spLocks noGrp="1"/>
          </p:cNvSpPr>
          <p:nvPr>
            <p:ph idx="16" hasCustomPrompt="1"/>
          </p:nvPr>
        </p:nvSpPr>
        <p:spPr>
          <a:xfrm>
            <a:off x="4267203" y="3832225"/>
            <a:ext cx="3657600"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ext Placeholder 18"/>
          <p:cNvSpPr>
            <a:spLocks noGrp="1"/>
          </p:cNvSpPr>
          <p:nvPr>
            <p:ph idx="17" hasCustomPrompt="1"/>
          </p:nvPr>
        </p:nvSpPr>
        <p:spPr>
          <a:xfrm>
            <a:off x="8006398" y="3832225"/>
            <a:ext cx="3683953"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270029514"/>
      </p:ext>
    </p:extLst>
  </p:cSld>
  <p:clrMapOvr>
    <a:masterClrMapping/>
  </p:clrMapOvr>
  <p:transition>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1"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2557102962"/>
      </p:ext>
    </p:extLst>
  </p:cSld>
  <p:clrMapOvr>
    <a:masterClrMapping/>
  </p:clrMapOvr>
  <p:transition>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2" y="185789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5"/>
            <a:ext cx="5444156"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6"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3617290560"/>
      </p:ext>
    </p:extLst>
  </p:cSld>
  <p:clrMapOvr>
    <a:masterClrMapping/>
  </p:clrMapOvr>
  <p:transition>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5"/>
            <a:ext cx="5468941"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5"/>
            <a:ext cx="545466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0" name="Text Placeholder 8"/>
          <p:cNvSpPr>
            <a:spLocks noGrp="1"/>
          </p:cNvSpPr>
          <p:nvPr>
            <p:ph type="body" sz="quarter" idx="22"/>
          </p:nvPr>
        </p:nvSpPr>
        <p:spPr>
          <a:xfrm>
            <a:off x="504002" y="424968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23"/>
          </p:nvPr>
        </p:nvSpPr>
        <p:spPr>
          <a:xfrm>
            <a:off x="6246196" y="4249685"/>
            <a:ext cx="545295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Rectangle 11"/>
          <p:cNvSpPr/>
          <p:nvPr userDrawn="1"/>
        </p:nvSpPr>
        <p:spPr>
          <a:xfrm>
            <a:off x="504001" y="4103518"/>
            <a:ext cx="546894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13" name="Rectangle 12"/>
          <p:cNvSpPr/>
          <p:nvPr userDrawn="1"/>
        </p:nvSpPr>
        <p:spPr>
          <a:xfrm>
            <a:off x="6246196"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14" name="Picture Placeholder 29"/>
          <p:cNvSpPr>
            <a:spLocks noGrp="1"/>
          </p:cNvSpPr>
          <p:nvPr>
            <p:ph type="pic" sz="quarter" idx="24" hasCustomPrompt="1"/>
          </p:nvPr>
        </p:nvSpPr>
        <p:spPr>
          <a:xfrm>
            <a:off x="4754495" y="4255707"/>
            <a:ext cx="1239382"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5" name="Picture Placeholder 29"/>
          <p:cNvSpPr>
            <a:spLocks noGrp="1"/>
          </p:cNvSpPr>
          <p:nvPr>
            <p:ph type="pic" sz="quarter" idx="25" hasCustomPrompt="1"/>
          </p:nvPr>
        </p:nvSpPr>
        <p:spPr>
          <a:xfrm>
            <a:off x="10424617" y="4249683"/>
            <a:ext cx="1244160"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1" y="651601"/>
            <a:ext cx="111975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7"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Tree>
    <p:extLst>
      <p:ext uri="{BB962C8B-B14F-4D97-AF65-F5344CB8AC3E}">
        <p14:creationId xmlns:p14="http://schemas.microsoft.com/office/powerpoint/2010/main" val="3614925901"/>
      </p:ext>
    </p:extLst>
  </p:cSld>
  <p:clrMapOvr>
    <a:masterClrMapping/>
  </p:clrMapOvr>
  <p:transition>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4320001"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5" name="Rectangle 4"/>
          <p:cNvSpPr/>
          <p:nvPr userDrawn="1"/>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6" name="Rectangle 5"/>
          <p:cNvSpPr/>
          <p:nvPr userDrawn="1"/>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7" name="Text Placeholder 8"/>
          <p:cNvSpPr>
            <a:spLocks noGrp="1"/>
          </p:cNvSpPr>
          <p:nvPr>
            <p:ph type="body" sz="quarter" idx="17"/>
          </p:nvPr>
        </p:nvSpPr>
        <p:spPr>
          <a:xfrm>
            <a:off x="4325712" y="1851441"/>
            <a:ext cx="3540577"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8"/>
          </p:nvPr>
        </p:nvSpPr>
        <p:spPr>
          <a:xfrm>
            <a:off x="504000" y="1851441"/>
            <a:ext cx="3560000"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9"/>
          </p:nvPr>
        </p:nvSpPr>
        <p:spPr>
          <a:xfrm>
            <a:off x="8128001" y="1851441"/>
            <a:ext cx="3571153"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001210183"/>
      </p:ext>
    </p:extLst>
  </p:cSld>
  <p:clrMapOvr>
    <a:masterClrMapping/>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096836"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8278"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2558"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411954422"/>
      </p:ext>
    </p:extLst>
  </p:cSld>
  <p:clrMapOvr>
    <a:masterClrMapping/>
  </p:clrMapOvr>
  <p:transition>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1650" y="317503"/>
            <a:ext cx="11188701" cy="370193"/>
          </a:xfrm>
        </p:spPr>
        <p:txBody>
          <a:bodyPr/>
          <a:lstStyle>
            <a:lvl1pPr>
              <a:defRPr>
                <a:solidFill>
                  <a:schemeClr val="bg1"/>
                </a:solidFill>
              </a:defRPr>
            </a:lvl1pPr>
          </a:lstStyle>
          <a:p>
            <a:r>
              <a:rPr lang="en-US" noProof="0"/>
              <a:t>Click to edit Master title style</a:t>
            </a:r>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00752"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9584"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5168"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501650" y="687694"/>
            <a:ext cx="11188701" cy="757255"/>
          </a:xfrm>
          <a:prstGeom prst="rect">
            <a:avLst/>
          </a:prstGeom>
        </p:spPr>
        <p:txBody>
          <a:bodyPr lIns="0" tIns="0" rIns="0" bIns="0">
            <a:noAutofit/>
          </a:bodyPr>
          <a:lstStyle>
            <a:lvl1pPr marL="0" indent="0">
              <a:buNone/>
              <a:defRPr sz="2282" b="0">
                <a:solidFill>
                  <a:schemeClr val="bg1"/>
                </a:solidFill>
              </a:defRPr>
            </a:lvl1pPr>
          </a:lstStyle>
          <a:p>
            <a:pPr lvl="0"/>
            <a:r>
              <a:rPr lang="en-US" noProof="0"/>
              <a:t>Click to add subtitle</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1968191541"/>
      </p:ext>
    </p:extLst>
  </p:cSld>
  <p:clrMapOvr>
    <a:masterClrMapping/>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8"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9"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0" name="Text Placeholder 18"/>
          <p:cNvSpPr>
            <a:spLocks noGrp="1"/>
          </p:cNvSpPr>
          <p:nvPr>
            <p:ph idx="1"/>
          </p:nvPr>
        </p:nvSpPr>
        <p:spPr>
          <a:xfrm>
            <a:off x="501652" y="1665292"/>
            <a:ext cx="5594351" cy="4716463"/>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708991978"/>
      </p:ext>
    </p:extLst>
  </p:cSld>
  <p:clrMapOvr>
    <a:masterClrMapping/>
  </p:clrMapOvr>
  <p:transition>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1271993677"/>
      </p:ext>
    </p:extLst>
  </p:cSld>
  <p:clrMapOvr>
    <a:masterClrMapping/>
  </p:clrMapOvr>
  <p:transition>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2744352"/>
      </p:ext>
    </p:extLst>
  </p:cSld>
  <p:clrMapOvr>
    <a:masterClrMapping/>
  </p:clrMapOvr>
  <p:transition>
    <p:fade/>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2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a:t>Click icon to add picture</a:t>
            </a:r>
          </a:p>
        </p:txBody>
      </p:sp>
      <p:sp>
        <p:nvSpPr>
          <p:cNvPr id="3" name="Subtitle 2"/>
          <p:cNvSpPr>
            <a:spLocks noGrp="1"/>
          </p:cNvSpPr>
          <p:nvPr>
            <p:ph type="subTitle" idx="1" hasCustomPrompt="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bg1"/>
                </a:solidFill>
              </a:defRPr>
            </a:lvl1pPr>
            <a:lvl2pPr marL="0" marR="0" indent="0" algn="l" defTabSz="1150154" rtl="0" eaLnBrk="1" fontAlgn="auto" latinLnBrk="0" hangingPunct="1">
              <a:lnSpc>
                <a:spcPct val="100000"/>
              </a:lnSpc>
              <a:spcBef>
                <a:spcPts val="0"/>
              </a:spcBef>
              <a:spcAft>
                <a:spcPts val="0"/>
              </a:spcAft>
              <a:buClrTx/>
              <a:buSzPct val="100000"/>
              <a:buFont typeface="Arial"/>
              <a:buNone/>
              <a:tabLst/>
              <a:defRPr sz="2012" b="0">
                <a:solidFill>
                  <a:schemeClr val="bg1"/>
                </a:solidFill>
              </a:defRPr>
            </a:lvl2pPr>
            <a:lvl3pPr marL="0" indent="0" algn="l">
              <a:spcAft>
                <a:spcPts val="0"/>
              </a:spcAft>
              <a:buNone/>
              <a:defRPr sz="2012">
                <a:solidFill>
                  <a:schemeClr val="bg1"/>
                </a:solidFill>
              </a:defRPr>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title style</a:t>
            </a:r>
          </a:p>
          <a:p>
            <a:pPr marL="0" marR="0" lvl="1" indent="0" algn="l" defTabSz="1150154" rtl="0" eaLnBrk="1" fontAlgn="auto" latinLnBrk="0" hangingPunct="1">
              <a:lnSpc>
                <a:spcPct val="100000"/>
              </a:lnSpc>
              <a:spcBef>
                <a:spcPts val="0"/>
              </a:spcBef>
              <a:spcAft>
                <a:spcPts val="0"/>
              </a:spcAft>
              <a:buClrTx/>
              <a:buSzPct val="100000"/>
              <a:buFont typeface="Arial"/>
              <a:buNone/>
              <a:tabLst/>
              <a:defRPr/>
            </a:pPr>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1"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grpSp>
    </p:spTree>
    <p:extLst>
      <p:ext uri="{BB962C8B-B14F-4D97-AF65-F5344CB8AC3E}">
        <p14:creationId xmlns:p14="http://schemas.microsoft.com/office/powerpoint/2010/main" val="236845653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4" y="727200"/>
            <a:ext cx="7200000" cy="5400000"/>
          </a:xfrm>
          <a:prstGeom prst="rect">
            <a:avLst/>
          </a:prstGeom>
        </p:spPr>
        <p:txBody>
          <a:bodyPr/>
          <a:lstStyle/>
          <a:p>
            <a:r>
              <a:rPr lang="en-US" noProof="0"/>
              <a:t>Click icon to add picture</a:t>
            </a:r>
          </a:p>
        </p:txBody>
      </p:sp>
      <p:sp>
        <p:nvSpPr>
          <p:cNvPr id="3" name="Subtitle 2"/>
          <p:cNvSpPr>
            <a:spLocks noGrp="1"/>
          </p:cNvSpPr>
          <p:nvPr>
            <p:ph type="subTitle" idx="1" hasCustomPrompt="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tx1"/>
                </a:solidFill>
              </a:defRPr>
            </a:lvl1pPr>
            <a:lvl2pPr marL="0" indent="0" algn="l">
              <a:buNone/>
              <a:defRPr sz="2012" b="0"/>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9" name="Group 18"/>
          <p:cNvGrpSpPr/>
          <p:nvPr userDrawn="1"/>
        </p:nvGrpSpPr>
        <p:grpSpPr>
          <a:xfrm>
            <a:off x="501651"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grpSp>
    </p:spTree>
    <p:extLst>
      <p:ext uri="{BB962C8B-B14F-4D97-AF65-F5344CB8AC3E}">
        <p14:creationId xmlns:p14="http://schemas.microsoft.com/office/powerpoint/2010/main" val="4249051445"/>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1_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bg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1"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grpSp>
    </p:spTree>
    <p:extLst>
      <p:ext uri="{BB962C8B-B14F-4D97-AF65-F5344CB8AC3E}">
        <p14:creationId xmlns:p14="http://schemas.microsoft.com/office/powerpoint/2010/main" val="44689643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1_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tx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4" name="Group 3"/>
          <p:cNvGrpSpPr/>
          <p:nvPr userDrawn="1"/>
        </p:nvGrpSpPr>
        <p:grpSpPr>
          <a:xfrm>
            <a:off x="501651"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grpSp>
    </p:spTree>
    <p:extLst>
      <p:ext uri="{BB962C8B-B14F-4D97-AF65-F5344CB8AC3E}">
        <p14:creationId xmlns:p14="http://schemas.microsoft.com/office/powerpoint/2010/main" val="4024950161"/>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5" name="TextBox 4"/>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7" name="TextBox 6"/>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8" name="TextBox 7"/>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120843461"/>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3" y="3429003"/>
            <a:ext cx="10544066"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4211720924"/>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816481885"/>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2_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3630212419"/>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black">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1611094134"/>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7"/>
            <a:ext cx="915237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834052809"/>
      </p:ext>
    </p:extLst>
  </p:cSld>
  <p:clrMapOvr>
    <a:masterClrMapping/>
  </p:clrMapOvr>
  <p:transition>
    <p:fade/>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blue">
    <p:bg>
      <p:bgPr>
        <a:solidFill>
          <a:schemeClr val="accent4"/>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7203"/>
            <a:ext cx="9277350" cy="4759584"/>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3465658270"/>
      </p:ext>
    </p:extLst>
  </p:cSld>
  <p:clrMapOvr>
    <a:masterClrMapping/>
  </p:clrMapOvr>
  <p:transition>
    <p:fade/>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1_Key statement teal">
    <p:bg>
      <p:bgPr>
        <a:solidFill>
          <a:schemeClr val="accent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3206202308"/>
      </p:ext>
    </p:extLst>
  </p:cSld>
  <p:clrMapOvr>
    <a:masterClrMapping/>
  </p:clrMapOvr>
  <p:transition>
    <p:fade/>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1_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1679356417"/>
      </p:ext>
    </p:extLst>
  </p:cSld>
  <p:clrMapOvr>
    <a:masterClrMapping/>
  </p:clrMapOvr>
  <p:transition>
    <p:fade/>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1_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501652" y="1665292"/>
            <a:ext cx="9277350" cy="4716463"/>
          </a:xfrm>
          <a:prstGeom prst="rect">
            <a:avLst/>
          </a:prstGeom>
        </p:spPr>
        <p:txBody>
          <a:bodyPr/>
          <a:lstStyle>
            <a:lvl1pPr>
              <a:tabLst>
                <a:tab pos="8464418" algn="r"/>
              </a:tabLst>
              <a:defRPr/>
            </a:lvl1pPr>
            <a:lvl2pPr>
              <a:tabLst>
                <a:tab pos="8464418" algn="r"/>
              </a:tabLst>
              <a:defRPr/>
            </a:lvl2pPr>
            <a:lvl3pPr>
              <a:tabLst>
                <a:tab pos="8464418" algn="r"/>
              </a:tabLst>
              <a:defRPr/>
            </a:lvl3pPr>
            <a:lvl4pPr>
              <a:tabLst>
                <a:tab pos="8464418" algn="r"/>
              </a:tabLst>
              <a:defRPr/>
            </a:lvl4pPr>
            <a:lvl5pPr>
              <a:tabLst>
                <a:tab pos="6325849" algn="r"/>
              </a:tabLst>
              <a:defRPr baseline="0"/>
            </a:lvl5pPr>
            <a:lvl6pPr>
              <a:tabLst>
                <a:tab pos="8464418" algn="r"/>
              </a:tabLst>
              <a:defRPr/>
            </a:lvl6pPr>
            <a:lvl7pPr>
              <a:tabLst>
                <a:tab pos="8464418" algn="r"/>
              </a:tabLst>
              <a:defRPr/>
            </a:lvl7pPr>
            <a:lvl8pPr>
              <a:tabLst>
                <a:tab pos="8464418" algn="r"/>
              </a:tabLst>
              <a:defRPr/>
            </a:lvl8pPr>
            <a:lvl9pPr>
              <a:tabLst>
                <a:tab pos="8464418" algn="r"/>
              </a:tabLs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Placeholder 1"/>
          <p:cNvSpPr>
            <a:spLocks noGrp="1"/>
          </p:cNvSpPr>
          <p:nvPr>
            <p:ph type="title" hasCustomPrompt="1"/>
          </p:nvPr>
        </p:nvSpPr>
        <p:spPr>
          <a:xfrm>
            <a:off x="501652" y="317503"/>
            <a:ext cx="11180231" cy="698501"/>
          </a:xfrm>
          <a:prstGeom prst="rect">
            <a:avLst/>
          </a:prstGeom>
        </p:spPr>
        <p:txBody>
          <a:bodyPr vert="horz" lIns="0" tIns="0" rIns="0" bIns="0" rtlCol="0" anchor="t" anchorCtr="0">
            <a:noAutofit/>
          </a:bodyPr>
          <a:lstStyle>
            <a:lvl1pPr>
              <a:defRPr/>
            </a:lvl1pPr>
          </a:lstStyle>
          <a:p>
            <a:r>
              <a:rPr lang="en-US"/>
              <a:t>Click to add title</a:t>
            </a:r>
          </a:p>
        </p:txBody>
      </p:sp>
    </p:spTree>
    <p:extLst>
      <p:ext uri="{BB962C8B-B14F-4D97-AF65-F5344CB8AC3E}">
        <p14:creationId xmlns:p14="http://schemas.microsoft.com/office/powerpoint/2010/main" val="374279581"/>
      </p:ext>
    </p:extLst>
  </p:cSld>
  <p:clrMapOvr>
    <a:masterClrMapping/>
  </p:clrMapOvr>
  <p:transition>
    <p:fade/>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1_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1"/>
            <a:ext cx="11188699" cy="6985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5" name="Picture Placeholder 9"/>
          <p:cNvSpPr>
            <a:spLocks noGrp="1"/>
          </p:cNvSpPr>
          <p:nvPr>
            <p:ph type="pic" sz="quarter" idx="15"/>
          </p:nvPr>
        </p:nvSpPr>
        <p:spPr>
          <a:xfrm>
            <a:off x="5450353" y="1701804"/>
            <a:ext cx="6240000" cy="4679950"/>
          </a:xfrm>
        </p:spPr>
        <p:txBody>
          <a:bodyPr/>
          <a:lstStyle/>
          <a:p>
            <a:r>
              <a:rPr lang="en-US" noProof="0"/>
              <a:t>Click icon to add picture</a:t>
            </a:r>
          </a:p>
        </p:txBody>
      </p:sp>
      <p:sp>
        <p:nvSpPr>
          <p:cNvPr id="6" name="Content Placeholder 3"/>
          <p:cNvSpPr>
            <a:spLocks noGrp="1"/>
          </p:cNvSpPr>
          <p:nvPr>
            <p:ph sz="quarter" idx="10"/>
          </p:nvPr>
        </p:nvSpPr>
        <p:spPr>
          <a:xfrm>
            <a:off x="501653" y="1665292"/>
            <a:ext cx="4456429" cy="4716463"/>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884099593"/>
      </p:ext>
    </p:extLst>
  </p:cSld>
  <p:clrMapOvr>
    <a:masterClrMapping/>
  </p:clrMapOvr>
  <p:transition>
    <p:fade/>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1_Title &amp; 1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1"/>
            <a:ext cx="11188699" cy="698500"/>
          </a:xfrm>
        </p:spPr>
        <p:txBody>
          <a:bodyPr/>
          <a:lstStyle/>
          <a:p>
            <a:r>
              <a:rPr lang="en-US" noProof="0"/>
              <a:t>Click to edit Master title style</a:t>
            </a:r>
          </a:p>
        </p:txBody>
      </p:sp>
      <p:sp>
        <p:nvSpPr>
          <p:cNvPr id="14" name="Text Placeholder 18"/>
          <p:cNvSpPr>
            <a:spLocks noGrp="1"/>
          </p:cNvSpPr>
          <p:nvPr>
            <p:ph idx="1"/>
          </p:nvPr>
        </p:nvSpPr>
        <p:spPr>
          <a:xfrm>
            <a:off x="501653" y="1665292"/>
            <a:ext cx="11165416" cy="4716463"/>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4193625777"/>
      </p:ext>
    </p:extLst>
  </p:cSld>
  <p:clrMapOvr>
    <a:masterClrMapping/>
  </p:clrMapOvr>
  <p:transition>
    <p:fade/>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1_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p>
        </p:txBody>
      </p:sp>
      <p:sp>
        <p:nvSpPr>
          <p:cNvPr id="8" name="Text Placeholder 18"/>
          <p:cNvSpPr>
            <a:spLocks noGrp="1"/>
          </p:cNvSpPr>
          <p:nvPr>
            <p:ph idx="1"/>
          </p:nvPr>
        </p:nvSpPr>
        <p:spPr>
          <a:xfrm>
            <a:off x="498584" y="1143708"/>
            <a:ext cx="11165416" cy="4713911"/>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341380320"/>
      </p:ext>
    </p:extLst>
  </p:cSld>
  <p:clrMapOvr>
    <a:masterClrMapping/>
  </p:clrMapOvr>
  <p:transition>
    <p:fade/>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1_Title, subtitle &amp; 1 column - larg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p>
        </p:txBody>
      </p:sp>
      <p:sp>
        <p:nvSpPr>
          <p:cNvPr id="8" name="Text Placeholder 18"/>
          <p:cNvSpPr>
            <a:spLocks noGrp="1"/>
          </p:cNvSpPr>
          <p:nvPr>
            <p:ph idx="1"/>
          </p:nvPr>
        </p:nvSpPr>
        <p:spPr>
          <a:xfrm>
            <a:off x="501653" y="1700213"/>
            <a:ext cx="11165416" cy="4678986"/>
          </a:xfrm>
          <a:prstGeom prst="rect">
            <a:avLst/>
          </a:prstGeom>
        </p:spPr>
        <p:txBody>
          <a:bodyPr vert="horz" lIns="0" tIns="0" rIns="0" bIns="0" rtlCol="0">
            <a:noAutofit/>
          </a:bodyPr>
          <a:lstStyle>
            <a:lvl1pPr>
              <a:defRPr sz="2012"/>
            </a:lvl1pPr>
            <a:lvl2pPr>
              <a:defRPr sz="2012"/>
            </a:lvl2pPr>
            <a:lvl3pPr>
              <a:defRPr sz="2012"/>
            </a:lvl3pPr>
            <a:lvl4pPr>
              <a:defRPr sz="2012"/>
            </a:lvl4pPr>
            <a:lvl5pPr>
              <a:defRPr sz="2012"/>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460130099"/>
      </p:ext>
    </p:extLst>
  </p:cSld>
  <p:clrMapOvr>
    <a:masterClrMapping/>
  </p:clrMapOvr>
  <p:transition>
    <p:fade/>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1_2 columns of text">
    <p:spTree>
      <p:nvGrpSpPr>
        <p:cNvPr id="1" name=""/>
        <p:cNvGrpSpPr/>
        <p:nvPr/>
      </p:nvGrpSpPr>
      <p:grpSpPr>
        <a:xfrm>
          <a:off x="0" y="0"/>
          <a:ext cx="0" cy="0"/>
          <a:chOff x="0" y="0"/>
          <a:chExt cx="0" cy="0"/>
        </a:xfrm>
      </p:grpSpPr>
      <p:sp>
        <p:nvSpPr>
          <p:cNvPr id="14" name="Title Placeholder 1"/>
          <p:cNvSpPr>
            <a:spLocks noGrp="1"/>
          </p:cNvSpPr>
          <p:nvPr>
            <p:ph type="title" hasCustomPrompt="1"/>
          </p:nvPr>
        </p:nvSpPr>
        <p:spPr>
          <a:xfrm>
            <a:off x="501653" y="317502"/>
            <a:ext cx="1120266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9" name="Text Placeholder 8"/>
          <p:cNvSpPr>
            <a:spLocks noGrp="1"/>
          </p:cNvSpPr>
          <p:nvPr>
            <p:ph type="body" sz="quarter" idx="13" hasCustomPrompt="1"/>
          </p:nvPr>
        </p:nvSpPr>
        <p:spPr>
          <a:xfrm>
            <a:off x="501653" y="651601"/>
            <a:ext cx="1120266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3" name="Content Placeholder 3"/>
          <p:cNvSpPr>
            <a:spLocks noGrp="1"/>
          </p:cNvSpPr>
          <p:nvPr>
            <p:ph sz="quarter" idx="10"/>
          </p:nvPr>
        </p:nvSpPr>
        <p:spPr>
          <a:xfrm>
            <a:off x="501651" y="1665288"/>
            <a:ext cx="5305578"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p:nvPr>
        </p:nvSpPr>
        <p:spPr>
          <a:xfrm>
            <a:off x="6381539" y="1665288"/>
            <a:ext cx="5322781"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4230751589"/>
      </p:ext>
    </p:extLst>
  </p:cSld>
  <p:clrMapOvr>
    <a:masterClrMapping/>
  </p:clrMapOvr>
  <p:transition>
    <p:fade/>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1_2 columns - large">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8" name="Title Placeholder 1"/>
          <p:cNvSpPr>
            <a:spLocks noGrp="1"/>
          </p:cNvSpPr>
          <p:nvPr>
            <p:ph type="title" hasCustomPrompt="1"/>
          </p:nvPr>
        </p:nvSpPr>
        <p:spPr>
          <a:xfrm>
            <a:off x="501651" y="317500"/>
            <a:ext cx="11188699" cy="3341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1" name="Content Placeholder 3"/>
          <p:cNvSpPr>
            <a:spLocks noGrp="1"/>
          </p:cNvSpPr>
          <p:nvPr>
            <p:ph sz="quarter" idx="10"/>
          </p:nvPr>
        </p:nvSpPr>
        <p:spPr>
          <a:xfrm>
            <a:off x="501650" y="1665288"/>
            <a:ext cx="530558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Placeholder 3"/>
          <p:cNvSpPr>
            <a:spLocks noGrp="1"/>
          </p:cNvSpPr>
          <p:nvPr>
            <p:ph sz="quarter" idx="20"/>
          </p:nvPr>
        </p:nvSpPr>
        <p:spPr>
          <a:xfrm>
            <a:off x="6384002" y="1665288"/>
            <a:ext cx="530635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933083946"/>
      </p:ext>
    </p:extLst>
  </p:cSld>
  <p:clrMapOvr>
    <a:masterClrMapping/>
  </p:clrMapOvr>
  <p:transition>
    <p:fade/>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1_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699" cy="334100"/>
          </a:xfrm>
        </p:spPr>
        <p:txBody>
          <a:bodyPr/>
          <a:lstStyle/>
          <a:p>
            <a:r>
              <a:rPr lang="en-US" noProof="0"/>
              <a:t>Click to edit Master title style</a:t>
            </a:r>
          </a:p>
        </p:txBody>
      </p:sp>
      <p:sp>
        <p:nvSpPr>
          <p:cNvPr id="4" name="Rectangle 3"/>
          <p:cNvSpPr/>
          <p:nvPr userDrawn="1"/>
        </p:nvSpPr>
        <p:spPr>
          <a:xfrm>
            <a:off x="504002"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5" name="Rectangle 4"/>
          <p:cNvSpPr/>
          <p:nvPr userDrawn="1"/>
        </p:nvSpPr>
        <p:spPr>
          <a:xfrm>
            <a:off x="6224086" y="1700216"/>
            <a:ext cx="5475066"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6" name="Rectangle 5"/>
          <p:cNvSpPr/>
          <p:nvPr userDrawn="1"/>
        </p:nvSpPr>
        <p:spPr>
          <a:xfrm>
            <a:off x="504002"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7" name="Rectangle 6"/>
          <p:cNvSpPr/>
          <p:nvPr userDrawn="1"/>
        </p:nvSpPr>
        <p:spPr>
          <a:xfrm>
            <a:off x="6224086" y="4065173"/>
            <a:ext cx="547506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8" name="Picture Placeholder 11"/>
          <p:cNvSpPr>
            <a:spLocks noGrp="1"/>
          </p:cNvSpPr>
          <p:nvPr>
            <p:ph type="pic" sz="quarter" idx="25"/>
          </p:nvPr>
        </p:nvSpPr>
        <p:spPr>
          <a:xfrm>
            <a:off x="504002" y="1880213"/>
            <a:ext cx="1968000" cy="1476000"/>
          </a:xfrm>
        </p:spPr>
        <p:txBody>
          <a:bodyPr/>
          <a:lstStyle>
            <a:lvl1pPr algn="ctr">
              <a:defRPr/>
            </a:lvl1pPr>
          </a:lstStyle>
          <a:p>
            <a:r>
              <a:rPr lang="en-US" noProof="0"/>
              <a:t>Click icon to add picture</a:t>
            </a:r>
          </a:p>
        </p:txBody>
      </p:sp>
      <p:sp>
        <p:nvSpPr>
          <p:cNvPr id="9" name="Picture Placeholder 11"/>
          <p:cNvSpPr>
            <a:spLocks noGrp="1"/>
          </p:cNvSpPr>
          <p:nvPr>
            <p:ph type="pic" sz="quarter" idx="27"/>
          </p:nvPr>
        </p:nvSpPr>
        <p:spPr>
          <a:xfrm>
            <a:off x="6224088" y="1880213"/>
            <a:ext cx="1968000" cy="1476000"/>
          </a:xfrm>
        </p:spPr>
        <p:txBody>
          <a:bodyPr/>
          <a:lstStyle>
            <a:lvl1pPr algn="ctr">
              <a:defRPr/>
            </a:lvl1pPr>
          </a:lstStyle>
          <a:p>
            <a:r>
              <a:rPr lang="en-US" noProof="0"/>
              <a:t>Click icon to add picture</a:t>
            </a:r>
          </a:p>
        </p:txBody>
      </p:sp>
      <p:sp>
        <p:nvSpPr>
          <p:cNvPr id="10" name="Picture Placeholder 11"/>
          <p:cNvSpPr>
            <a:spLocks noGrp="1"/>
          </p:cNvSpPr>
          <p:nvPr>
            <p:ph type="pic" sz="quarter" idx="29"/>
          </p:nvPr>
        </p:nvSpPr>
        <p:spPr>
          <a:xfrm>
            <a:off x="504002" y="4256213"/>
            <a:ext cx="1968000" cy="1476000"/>
          </a:xfrm>
        </p:spPr>
        <p:txBody>
          <a:bodyPr/>
          <a:lstStyle>
            <a:lvl1pPr algn="ctr">
              <a:defRPr/>
            </a:lvl1pPr>
          </a:lstStyle>
          <a:p>
            <a:r>
              <a:rPr lang="en-US" noProof="0"/>
              <a:t>Click icon to add picture</a:t>
            </a:r>
          </a:p>
        </p:txBody>
      </p:sp>
      <p:sp>
        <p:nvSpPr>
          <p:cNvPr id="11" name="Picture Placeholder 11"/>
          <p:cNvSpPr>
            <a:spLocks noGrp="1"/>
          </p:cNvSpPr>
          <p:nvPr>
            <p:ph type="pic" sz="quarter" idx="31"/>
          </p:nvPr>
        </p:nvSpPr>
        <p:spPr>
          <a:xfrm>
            <a:off x="6224088" y="4256213"/>
            <a:ext cx="1968000" cy="1476000"/>
          </a:xfrm>
        </p:spPr>
        <p:txBody>
          <a:bodyPr/>
          <a:lstStyle>
            <a:lvl1pPr algn="ctr">
              <a:defRPr/>
            </a:lvl1pPr>
          </a:lstStyle>
          <a:p>
            <a:r>
              <a:rPr lang="en-US" noProof="0"/>
              <a:t>Click icon to add picture</a:t>
            </a:r>
          </a:p>
        </p:txBody>
      </p:sp>
      <p:sp>
        <p:nvSpPr>
          <p:cNvPr id="13" name="Text Placeholder 12"/>
          <p:cNvSpPr>
            <a:spLocks noGrp="1"/>
          </p:cNvSpPr>
          <p:nvPr>
            <p:ph type="body" sz="quarter" idx="32"/>
          </p:nvPr>
        </p:nvSpPr>
        <p:spPr>
          <a:xfrm>
            <a:off x="2683484" y="1880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4" name="Text Placeholder 12"/>
          <p:cNvSpPr>
            <a:spLocks noGrp="1"/>
          </p:cNvSpPr>
          <p:nvPr>
            <p:ph type="body" sz="quarter" idx="33"/>
          </p:nvPr>
        </p:nvSpPr>
        <p:spPr>
          <a:xfrm>
            <a:off x="8396563" y="1880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5" name="Text Placeholder 12"/>
          <p:cNvSpPr>
            <a:spLocks noGrp="1"/>
          </p:cNvSpPr>
          <p:nvPr>
            <p:ph type="body" sz="quarter" idx="34"/>
          </p:nvPr>
        </p:nvSpPr>
        <p:spPr>
          <a:xfrm>
            <a:off x="2683484" y="4256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6" name="Text Placeholder 12"/>
          <p:cNvSpPr>
            <a:spLocks noGrp="1"/>
          </p:cNvSpPr>
          <p:nvPr>
            <p:ph type="body" sz="quarter" idx="35"/>
          </p:nvPr>
        </p:nvSpPr>
        <p:spPr>
          <a:xfrm>
            <a:off x="8396563" y="4256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7"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390836110"/>
      </p:ext>
    </p:extLst>
  </p:cSld>
  <p:clrMapOvr>
    <a:masterClrMapping/>
  </p:clrMapOvr>
  <p:transition>
    <p:fade/>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1_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2" y="185789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5"/>
            <a:ext cx="5444156"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6"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953766163"/>
      </p:ext>
    </p:extLst>
  </p:cSld>
  <p:clrMapOvr>
    <a:masterClrMapping/>
  </p:clrMapOvr>
  <p:transition>
    <p:fade/>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1_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5"/>
            <a:ext cx="5468941"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5"/>
            <a:ext cx="545466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0" name="Text Placeholder 8"/>
          <p:cNvSpPr>
            <a:spLocks noGrp="1"/>
          </p:cNvSpPr>
          <p:nvPr>
            <p:ph type="body" sz="quarter" idx="22"/>
          </p:nvPr>
        </p:nvSpPr>
        <p:spPr>
          <a:xfrm>
            <a:off x="504002" y="424968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23"/>
          </p:nvPr>
        </p:nvSpPr>
        <p:spPr>
          <a:xfrm>
            <a:off x="6246196" y="4249685"/>
            <a:ext cx="545295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Rectangle 11"/>
          <p:cNvSpPr/>
          <p:nvPr userDrawn="1"/>
        </p:nvSpPr>
        <p:spPr>
          <a:xfrm>
            <a:off x="504001" y="4103518"/>
            <a:ext cx="546894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13" name="Rectangle 12"/>
          <p:cNvSpPr/>
          <p:nvPr userDrawn="1"/>
        </p:nvSpPr>
        <p:spPr>
          <a:xfrm>
            <a:off x="6246196"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14" name="Picture Placeholder 29"/>
          <p:cNvSpPr>
            <a:spLocks noGrp="1"/>
          </p:cNvSpPr>
          <p:nvPr>
            <p:ph type="pic" sz="quarter" idx="24" hasCustomPrompt="1"/>
          </p:nvPr>
        </p:nvSpPr>
        <p:spPr>
          <a:xfrm>
            <a:off x="4754495" y="4255707"/>
            <a:ext cx="1239382"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5" name="Picture Placeholder 29"/>
          <p:cNvSpPr>
            <a:spLocks noGrp="1"/>
          </p:cNvSpPr>
          <p:nvPr>
            <p:ph type="pic" sz="quarter" idx="25" hasCustomPrompt="1"/>
          </p:nvPr>
        </p:nvSpPr>
        <p:spPr>
          <a:xfrm>
            <a:off x="10424617" y="4249683"/>
            <a:ext cx="1244160"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1" y="651601"/>
            <a:ext cx="111975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7"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Tree>
    <p:extLst>
      <p:ext uri="{BB962C8B-B14F-4D97-AF65-F5344CB8AC3E}">
        <p14:creationId xmlns:p14="http://schemas.microsoft.com/office/powerpoint/2010/main" val="1191177407"/>
      </p:ext>
    </p:extLst>
  </p:cSld>
  <p:clrMapOvr>
    <a:masterClrMapping/>
  </p:clrMapOvr>
  <p:transition>
    <p:fade/>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1_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4320001"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5" name="Rectangle 4"/>
          <p:cNvSpPr/>
          <p:nvPr userDrawn="1"/>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6" name="Rectangle 5"/>
          <p:cNvSpPr/>
          <p:nvPr userDrawn="1"/>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7" name="Text Placeholder 8"/>
          <p:cNvSpPr>
            <a:spLocks noGrp="1"/>
          </p:cNvSpPr>
          <p:nvPr>
            <p:ph type="body" sz="quarter" idx="17"/>
          </p:nvPr>
        </p:nvSpPr>
        <p:spPr>
          <a:xfrm>
            <a:off x="4325712" y="1851441"/>
            <a:ext cx="3540577"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8"/>
          </p:nvPr>
        </p:nvSpPr>
        <p:spPr>
          <a:xfrm>
            <a:off x="504000" y="1851441"/>
            <a:ext cx="3560000"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9"/>
          </p:nvPr>
        </p:nvSpPr>
        <p:spPr>
          <a:xfrm>
            <a:off x="8128001" y="1851441"/>
            <a:ext cx="3571153"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854094732"/>
      </p:ext>
    </p:extLst>
  </p:cSld>
  <p:clrMapOvr>
    <a:masterClrMapping/>
  </p:clrMapOvr>
  <p:transition>
    <p:fade/>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userDrawn="1">
  <p:cSld name="1_4 column icon green">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1650" y="317503"/>
            <a:ext cx="11188701" cy="370193"/>
          </a:xfrm>
        </p:spPr>
        <p:txBody>
          <a:bodyPr/>
          <a:lstStyle>
            <a:lvl1pPr>
              <a:defRPr>
                <a:solidFill>
                  <a:schemeClr val="bg1"/>
                </a:solidFill>
              </a:defRPr>
            </a:lvl1pPr>
          </a:lstStyle>
          <a:p>
            <a:r>
              <a:rPr lang="en-US" noProof="0"/>
              <a:t>Click to edit Master title style</a:t>
            </a:r>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00752"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9584"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5168"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501650" y="687694"/>
            <a:ext cx="11188701" cy="757255"/>
          </a:xfrm>
          <a:prstGeom prst="rect">
            <a:avLst/>
          </a:prstGeom>
        </p:spPr>
        <p:txBody>
          <a:bodyPr lIns="0" tIns="0" rIns="0" bIns="0">
            <a:noAutofit/>
          </a:bodyPr>
          <a:lstStyle>
            <a:lvl1pPr marL="0" indent="0">
              <a:buNone/>
              <a:defRPr sz="2282" b="0">
                <a:solidFill>
                  <a:schemeClr val="bg1"/>
                </a:solidFill>
              </a:defRPr>
            </a:lvl1pPr>
          </a:lstStyle>
          <a:p>
            <a:pPr lvl="0"/>
            <a:r>
              <a:rPr lang="en-US" noProof="0"/>
              <a:t>Click to add subtitle</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901166018"/>
      </p:ext>
    </p:extLst>
  </p:cSld>
  <p:clrMapOvr>
    <a:masterClrMapping/>
  </p:clrMapOvr>
  <p:transition>
    <p:fade/>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userDrawn="1">
  <p:cSld name="End slide">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27050" y="4211958"/>
            <a:ext cx="8503538" cy="2169796"/>
          </a:xfrm>
        </p:spPr>
        <p:txBody>
          <a:bodyPr anchor="b" anchorCtr="0"/>
          <a:lstStyle>
            <a:lvl1pPr>
              <a:lnSpc>
                <a:spcPct val="100000"/>
              </a:lnSpc>
              <a:spcAft>
                <a:spcPts val="755"/>
              </a:spcAft>
              <a:defRPr sz="1133"/>
            </a:lvl1pPr>
          </a:lstStyle>
          <a:p>
            <a:pPr lvl="0"/>
            <a:r>
              <a:rPr lang="en-US"/>
              <a:t>Edit Master text styles</a:t>
            </a:r>
          </a:p>
        </p:txBody>
      </p:sp>
      <p:sp>
        <p:nvSpPr>
          <p:cNvPr id="3" name="Picture Placeholder 2"/>
          <p:cNvSpPr>
            <a:spLocks noGrp="1"/>
          </p:cNvSpPr>
          <p:nvPr>
            <p:ph type="pic" sz="quarter" idx="14" hasCustomPrompt="1"/>
          </p:nvPr>
        </p:nvSpPr>
        <p:spPr>
          <a:xfrm>
            <a:off x="9370849" y="4535908"/>
            <a:ext cx="2012854" cy="1401498"/>
          </a:xfrm>
        </p:spPr>
        <p:txBody>
          <a:bodyPr anchor="ctr" anchorCtr="0"/>
          <a:lstStyle>
            <a:lvl1pPr algn="ctr">
              <a:defRPr sz="1133"/>
            </a:lvl1pPr>
          </a:lstStyle>
          <a:p>
            <a:r>
              <a:rPr lang="en-GB" sz="1133"/>
              <a:t>Insert sponsorship mark here</a:t>
            </a:r>
            <a:endParaRPr lang="en-GB"/>
          </a:p>
        </p:txBody>
      </p:sp>
      <p:sp>
        <p:nvSpPr>
          <p:cNvPr id="8" name="Text Placeholder 7"/>
          <p:cNvSpPr>
            <a:spLocks noGrp="1"/>
          </p:cNvSpPr>
          <p:nvPr>
            <p:ph type="body" sz="quarter" idx="15"/>
          </p:nvPr>
        </p:nvSpPr>
        <p:spPr>
          <a:xfrm>
            <a:off x="9370852" y="6018031"/>
            <a:ext cx="2012852" cy="363722"/>
          </a:xfrm>
        </p:spPr>
        <p:txBody>
          <a:bodyPr anchor="b" anchorCtr="0"/>
          <a:lstStyle>
            <a:lvl1pPr>
              <a:lnSpc>
                <a:spcPct val="100000"/>
              </a:lnSpc>
              <a:defRPr sz="1195"/>
            </a:lvl1pPr>
          </a:lstStyle>
          <a:p>
            <a:pPr lvl="0"/>
            <a:r>
              <a:rPr lang="en-US"/>
              <a:t>Edit Master text styles</a:t>
            </a:r>
          </a:p>
        </p:txBody>
      </p:sp>
      <p:pic>
        <p:nvPicPr>
          <p:cNvPr id="9" name="LogoDisclaimerPage"/>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30929" y="421118"/>
            <a:ext cx="2141721" cy="938735"/>
          </a:xfrm>
          <a:prstGeom prst="rect">
            <a:avLst/>
          </a:prstGeom>
        </p:spPr>
      </p:pic>
    </p:spTree>
    <p:extLst>
      <p:ext uri="{BB962C8B-B14F-4D97-AF65-F5344CB8AC3E}">
        <p14:creationId xmlns:p14="http://schemas.microsoft.com/office/powerpoint/2010/main" val="775819955"/>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cSld name="Title Slide - White">
    <p:bg bwMode="gray">
      <p:bgPr>
        <a:solidFill>
          <a:schemeClr val="bg1"/>
        </a:soli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E9ED29CA-6A60-490D-9D54-EA7CC7AF832C}"/>
              </a:ext>
            </a:extLst>
          </p:cNvPr>
          <p:cNvGrpSpPr>
            <a:grpSpLocks noChangeAspect="1"/>
          </p:cNvGrpSpPr>
          <p:nvPr/>
        </p:nvGrpSpPr>
        <p:grpSpPr>
          <a:xfrm>
            <a:off x="475325" y="457200"/>
            <a:ext cx="1998000" cy="374400"/>
            <a:chOff x="398463" y="404813"/>
            <a:chExt cx="1627187" cy="307976"/>
          </a:xfrm>
          <a:solidFill>
            <a:schemeClr val="tx1"/>
          </a:solidFill>
        </p:grpSpPr>
        <p:sp>
          <p:nvSpPr>
            <p:cNvPr id="31" name="Oval 5">
              <a:extLst>
                <a:ext uri="{FF2B5EF4-FFF2-40B4-BE49-F238E27FC236}">
                  <a16:creationId xmlns:a16="http://schemas.microsoft.com/office/drawing/2014/main" id="{119E2360-A688-44DF-A6BB-76D18177CCFF}"/>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Freeform 6">
              <a:extLst>
                <a:ext uri="{FF2B5EF4-FFF2-40B4-BE49-F238E27FC236}">
                  <a16:creationId xmlns:a16="http://schemas.microsoft.com/office/drawing/2014/main" id="{4265C3C7-34A9-47F1-AB5F-2771E187891E}"/>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Rectangle 7">
              <a:extLst>
                <a:ext uri="{FF2B5EF4-FFF2-40B4-BE49-F238E27FC236}">
                  <a16:creationId xmlns:a16="http://schemas.microsoft.com/office/drawing/2014/main" id="{A9400861-EDC5-4A80-9569-C20320CE006A}"/>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8">
              <a:extLst>
                <a:ext uri="{FF2B5EF4-FFF2-40B4-BE49-F238E27FC236}">
                  <a16:creationId xmlns:a16="http://schemas.microsoft.com/office/drawing/2014/main" id="{64DC9296-DBBC-4C4E-ACB4-7DA2607D524B}"/>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Rectangle 9">
              <a:extLst>
                <a:ext uri="{FF2B5EF4-FFF2-40B4-BE49-F238E27FC236}">
                  <a16:creationId xmlns:a16="http://schemas.microsoft.com/office/drawing/2014/main" id="{3E26591B-8E9F-4856-8284-BF3F8DB6ABC1}"/>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6" name="Rectangle 10">
              <a:extLst>
                <a:ext uri="{FF2B5EF4-FFF2-40B4-BE49-F238E27FC236}">
                  <a16:creationId xmlns:a16="http://schemas.microsoft.com/office/drawing/2014/main" id="{43F42271-5510-4D15-B07B-133237928BB4}"/>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7" name="Freeform 11">
              <a:extLst>
                <a:ext uri="{FF2B5EF4-FFF2-40B4-BE49-F238E27FC236}">
                  <a16:creationId xmlns:a16="http://schemas.microsoft.com/office/drawing/2014/main" id="{00E9FD99-54D9-422B-9717-D0DD3442A0DF}"/>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8" name="Freeform 12">
              <a:extLst>
                <a:ext uri="{FF2B5EF4-FFF2-40B4-BE49-F238E27FC236}">
                  <a16:creationId xmlns:a16="http://schemas.microsoft.com/office/drawing/2014/main" id="{BAF30821-90D3-436A-8DDF-D130E66447E2}"/>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9" name="Freeform 13">
              <a:extLst>
                <a:ext uri="{FF2B5EF4-FFF2-40B4-BE49-F238E27FC236}">
                  <a16:creationId xmlns:a16="http://schemas.microsoft.com/office/drawing/2014/main" id="{5C1A565D-B22B-4EE2-ACC9-C993D581F00C}"/>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0" name="Freeform 14">
              <a:extLst>
                <a:ext uri="{FF2B5EF4-FFF2-40B4-BE49-F238E27FC236}">
                  <a16:creationId xmlns:a16="http://schemas.microsoft.com/office/drawing/2014/main" id="{666738FD-9737-43F5-8E36-896FD725FE08}"/>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
        <p:nvSpPr>
          <p:cNvPr id="41" name="Picture Placeholder 8">
            <a:extLst>
              <a:ext uri="{FF2B5EF4-FFF2-40B4-BE49-F238E27FC236}">
                <a16:creationId xmlns:a16="http://schemas.microsoft.com/office/drawing/2014/main" id="{AC175F74-77C8-4969-BBF5-920619ED7628}"/>
              </a:ext>
            </a:extLst>
          </p:cNvPr>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
        <p:nvSpPr>
          <p:cNvPr id="42" name="Title 1">
            <a:extLst>
              <a:ext uri="{FF2B5EF4-FFF2-40B4-BE49-F238E27FC236}">
                <a16:creationId xmlns:a16="http://schemas.microsoft.com/office/drawing/2014/main" id="{B345DB50-CB94-4421-9E14-33DABF973475}"/>
              </a:ext>
            </a:extLst>
          </p:cNvPr>
          <p:cNvSpPr>
            <a:spLocks noGrp="1"/>
          </p:cNvSpPr>
          <p:nvPr>
            <p:ph type="ctrTitle"/>
          </p:nvPr>
        </p:nvSpPr>
        <p:spPr bwMode="gray">
          <a:xfrm>
            <a:off x="501651" y="5186207"/>
            <a:ext cx="4446269" cy="895983"/>
          </a:xfrm>
          <a:prstGeom prst="rect">
            <a:avLst/>
          </a:prstGeom>
        </p:spPr>
        <p:txBody>
          <a:bodyPr anchor="b" anchorCtr="0">
            <a:noAutofit/>
          </a:bodyPr>
          <a:lstStyle>
            <a:lvl1pPr algn="l">
              <a:lnSpc>
                <a:spcPts val="3200"/>
              </a:lnSpc>
              <a:defRPr sz="3200" b="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501651" y="6381750"/>
            <a:ext cx="4446269" cy="273050"/>
          </a:xfrm>
          <a:prstGeom prst="rect">
            <a:avLst/>
          </a:prstGeom>
        </p:spPr>
        <p:txBody>
          <a:bodyPr anchor="b">
            <a:noAutofit/>
          </a:bodyPr>
          <a:lstStyle>
            <a:lvl1pPr>
              <a:spcAft>
                <a:spcPts val="0"/>
              </a:spcAft>
              <a:defRPr sz="1400" b="1">
                <a:solidFill>
                  <a:schemeClr val="tx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Tree>
    <p:extLst>
      <p:ext uri="{BB962C8B-B14F-4D97-AF65-F5344CB8AC3E}">
        <p14:creationId xmlns:p14="http://schemas.microsoft.com/office/powerpoint/2010/main" val="183136457"/>
      </p:ext>
    </p:extLst>
  </p:cSld>
  <p:clrMapOvr>
    <a:masterClrMapping/>
  </p:clrMapOvr>
  <p:transition>
    <p:fade/>
  </p:transition>
  <p:hf hdr="0" dt="0"/>
  <p:extLst>
    <p:ext uri="{DCECCB84-F9BA-43D5-87BE-67443E8EF086}">
      <p15:sldGuideLst xmlns:p15="http://schemas.microsoft.com/office/powerpoint/2012/main">
        <p15:guide id="1" orient="horz" pos="4088">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p:cSld name="Title Slide - Black">
    <p:bg bwMode="gray">
      <p:bgPr>
        <a:solidFill>
          <a:schemeClr val="tx1"/>
        </a:soli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E9ED29CA-6A60-490D-9D54-EA7CC7AF832C}"/>
              </a:ext>
            </a:extLst>
          </p:cNvPr>
          <p:cNvGrpSpPr>
            <a:grpSpLocks noChangeAspect="1"/>
          </p:cNvGrpSpPr>
          <p:nvPr/>
        </p:nvGrpSpPr>
        <p:grpSpPr>
          <a:xfrm>
            <a:off x="475325" y="457200"/>
            <a:ext cx="1998000" cy="374400"/>
            <a:chOff x="398463" y="404813"/>
            <a:chExt cx="1627187" cy="307976"/>
          </a:xfrm>
          <a:solidFill>
            <a:schemeClr val="bg1"/>
          </a:solidFill>
        </p:grpSpPr>
        <p:sp>
          <p:nvSpPr>
            <p:cNvPr id="31" name="Oval 5">
              <a:extLst>
                <a:ext uri="{FF2B5EF4-FFF2-40B4-BE49-F238E27FC236}">
                  <a16:creationId xmlns:a16="http://schemas.microsoft.com/office/drawing/2014/main" id="{119E2360-A688-44DF-A6BB-76D18177CCFF}"/>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accent1"/>
                </a:solidFill>
              </a:endParaRPr>
            </a:p>
          </p:txBody>
        </p:sp>
        <p:sp>
          <p:nvSpPr>
            <p:cNvPr id="32" name="Freeform 6">
              <a:extLst>
                <a:ext uri="{FF2B5EF4-FFF2-40B4-BE49-F238E27FC236}">
                  <a16:creationId xmlns:a16="http://schemas.microsoft.com/office/drawing/2014/main" id="{4265C3C7-34A9-47F1-AB5F-2771E187891E}"/>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Rectangle 7">
              <a:extLst>
                <a:ext uri="{FF2B5EF4-FFF2-40B4-BE49-F238E27FC236}">
                  <a16:creationId xmlns:a16="http://schemas.microsoft.com/office/drawing/2014/main" id="{A9400861-EDC5-4A80-9569-C20320CE006A}"/>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8">
              <a:extLst>
                <a:ext uri="{FF2B5EF4-FFF2-40B4-BE49-F238E27FC236}">
                  <a16:creationId xmlns:a16="http://schemas.microsoft.com/office/drawing/2014/main" id="{64DC9296-DBBC-4C4E-ACB4-7DA2607D524B}"/>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Rectangle 9">
              <a:extLst>
                <a:ext uri="{FF2B5EF4-FFF2-40B4-BE49-F238E27FC236}">
                  <a16:creationId xmlns:a16="http://schemas.microsoft.com/office/drawing/2014/main" id="{3E26591B-8E9F-4856-8284-BF3F8DB6ABC1}"/>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6" name="Rectangle 10">
              <a:extLst>
                <a:ext uri="{FF2B5EF4-FFF2-40B4-BE49-F238E27FC236}">
                  <a16:creationId xmlns:a16="http://schemas.microsoft.com/office/drawing/2014/main" id="{43F42271-5510-4D15-B07B-133237928BB4}"/>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7" name="Freeform 11">
              <a:extLst>
                <a:ext uri="{FF2B5EF4-FFF2-40B4-BE49-F238E27FC236}">
                  <a16:creationId xmlns:a16="http://schemas.microsoft.com/office/drawing/2014/main" id="{00E9FD99-54D9-422B-9717-D0DD3442A0DF}"/>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8" name="Freeform 12">
              <a:extLst>
                <a:ext uri="{FF2B5EF4-FFF2-40B4-BE49-F238E27FC236}">
                  <a16:creationId xmlns:a16="http://schemas.microsoft.com/office/drawing/2014/main" id="{BAF30821-90D3-436A-8DDF-D130E66447E2}"/>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9" name="Freeform 13">
              <a:extLst>
                <a:ext uri="{FF2B5EF4-FFF2-40B4-BE49-F238E27FC236}">
                  <a16:creationId xmlns:a16="http://schemas.microsoft.com/office/drawing/2014/main" id="{5C1A565D-B22B-4EE2-ACC9-C993D581F00C}"/>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0" name="Freeform 14">
              <a:extLst>
                <a:ext uri="{FF2B5EF4-FFF2-40B4-BE49-F238E27FC236}">
                  <a16:creationId xmlns:a16="http://schemas.microsoft.com/office/drawing/2014/main" id="{666738FD-9737-43F5-8E36-896FD725FE08}"/>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
        <p:nvSpPr>
          <p:cNvPr id="41" name="Picture Placeholder 8">
            <a:extLst>
              <a:ext uri="{FF2B5EF4-FFF2-40B4-BE49-F238E27FC236}">
                <a16:creationId xmlns:a16="http://schemas.microsoft.com/office/drawing/2014/main" id="{AC175F74-77C8-4969-BBF5-920619ED7628}"/>
              </a:ext>
            </a:extLst>
          </p:cNvPr>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
        <p:nvSpPr>
          <p:cNvPr id="42" name="Title 1">
            <a:extLst>
              <a:ext uri="{FF2B5EF4-FFF2-40B4-BE49-F238E27FC236}">
                <a16:creationId xmlns:a16="http://schemas.microsoft.com/office/drawing/2014/main" id="{B345DB50-CB94-4421-9E14-33DABF973475}"/>
              </a:ext>
            </a:extLst>
          </p:cNvPr>
          <p:cNvSpPr>
            <a:spLocks noGrp="1"/>
          </p:cNvSpPr>
          <p:nvPr>
            <p:ph type="ctrTitle"/>
          </p:nvPr>
        </p:nvSpPr>
        <p:spPr bwMode="gray">
          <a:xfrm>
            <a:off x="501651" y="5186207"/>
            <a:ext cx="4446269" cy="895983"/>
          </a:xfrm>
          <a:prstGeom prst="rect">
            <a:avLst/>
          </a:prstGeom>
        </p:spPr>
        <p:txBody>
          <a:bodyPr anchor="b" anchorCtr="0">
            <a:noAutofit/>
          </a:bodyPr>
          <a:lstStyle>
            <a:lvl1pPr algn="l">
              <a:lnSpc>
                <a:spcPts val="3200"/>
              </a:lnSpc>
              <a:defRPr sz="3200" b="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501651" y="6381750"/>
            <a:ext cx="4446269" cy="273050"/>
          </a:xfrm>
          <a:prstGeom prst="rect">
            <a:avLst/>
          </a:prstGeom>
        </p:spPr>
        <p:txBody>
          <a:bodyPr anchor="b">
            <a:noAutofit/>
          </a:bodyPr>
          <a:lstStyle>
            <a:lvl1pPr>
              <a:spcAft>
                <a:spcPts val="0"/>
              </a:spcAft>
              <a:defRPr sz="1400" b="1">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Tree>
    <p:extLst>
      <p:ext uri="{BB962C8B-B14F-4D97-AF65-F5344CB8AC3E}">
        <p14:creationId xmlns:p14="http://schemas.microsoft.com/office/powerpoint/2010/main" val="1373239812"/>
      </p:ext>
    </p:extLst>
  </p:cSld>
  <p:clrMapOvr>
    <a:masterClrMapping/>
  </p:clrMapOvr>
  <p:transition>
    <p:fade/>
  </p:transition>
  <p:hf hdr="0" dt="0"/>
  <p:extLst>
    <p:ext uri="{DCECCB84-F9BA-43D5-87BE-67443E8EF086}">
      <p15:sldGuideLst xmlns:p15="http://schemas.microsoft.com/office/powerpoint/2012/main">
        <p15:guide id="1" orient="horz" pos="4088">
          <p15:clr>
            <a:srgbClr val="FBAE4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p:cSld name="Title Slide - Black Page Image">
    <p:bg bwMode="gray">
      <p:bgPr>
        <a:solidFill>
          <a:schemeClr val="tx1"/>
        </a:solidFill>
        <a:effectLst/>
      </p:bgPr>
    </p:bg>
    <p:spTree>
      <p:nvGrpSpPr>
        <p:cNvPr id="1" name=""/>
        <p:cNvGrpSpPr/>
        <p:nvPr/>
      </p:nvGrpSpPr>
      <p:grpSpPr>
        <a:xfrm>
          <a:off x="0" y="0"/>
          <a:ext cx="0" cy="0"/>
          <a:chOff x="0" y="0"/>
          <a:chExt cx="0" cy="0"/>
        </a:xfrm>
      </p:grpSpPr>
      <p:sp>
        <p:nvSpPr>
          <p:cNvPr id="17" name="Picture Placeholder 8">
            <a:extLst>
              <a:ext uri="{FF2B5EF4-FFF2-40B4-BE49-F238E27FC236}">
                <a16:creationId xmlns:a16="http://schemas.microsoft.com/office/drawing/2014/main" id="{DEF77F0F-DE6A-48C9-92BD-013174DD643C}"/>
              </a:ext>
            </a:extLst>
          </p:cNvPr>
          <p:cNvSpPr>
            <a:spLocks noGrp="1"/>
          </p:cNvSpPr>
          <p:nvPr>
            <p:ph type="pic" sz="quarter" idx="11"/>
          </p:nvPr>
        </p:nvSpPr>
        <p:spPr>
          <a:xfrm>
            <a:off x="0" y="0"/>
            <a:ext cx="12192000" cy="6858000"/>
          </a:xfrm>
          <a:prstGeom prst="rect">
            <a:avLst/>
          </a:prstGeom>
        </p:spPr>
        <p:txBody>
          <a:bodyPr/>
          <a:lstStyle>
            <a:lvl1pPr>
              <a:defRPr>
                <a:solidFill>
                  <a:schemeClr val="bg1"/>
                </a:solidFill>
              </a:defRPr>
            </a:lvl1pPr>
          </a:lstStyle>
          <a:p>
            <a:r>
              <a:rPr lang="en-US" noProof="0"/>
              <a:t>Click icon to add picture</a:t>
            </a:r>
          </a:p>
        </p:txBody>
      </p:sp>
      <p:sp>
        <p:nvSpPr>
          <p:cNvPr id="41" name="Text Placeholder 4">
            <a:extLst>
              <a:ext uri="{FF2B5EF4-FFF2-40B4-BE49-F238E27FC236}">
                <a16:creationId xmlns:a16="http://schemas.microsoft.com/office/drawing/2014/main" id="{EE5D7BA0-7E63-4F55-8707-FB998AF96C8C}"/>
              </a:ext>
            </a:extLst>
          </p:cNvPr>
          <p:cNvSpPr>
            <a:spLocks noGrp="1"/>
          </p:cNvSpPr>
          <p:nvPr>
            <p:ph type="body" sz="quarter" idx="10"/>
          </p:nvPr>
        </p:nvSpPr>
        <p:spPr>
          <a:xfrm>
            <a:off x="501651" y="6381750"/>
            <a:ext cx="4446269" cy="273050"/>
          </a:xfrm>
          <a:prstGeom prst="rect">
            <a:avLst/>
          </a:prstGeom>
        </p:spPr>
        <p:txBody>
          <a:bodyPr anchor="b">
            <a:noAutofit/>
          </a:bodyPr>
          <a:lstStyle>
            <a:lvl1pPr>
              <a:spcAft>
                <a:spcPts val="0"/>
              </a:spcAft>
              <a:defRPr sz="1400" b="1">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5" name="Title 1">
            <a:extLst>
              <a:ext uri="{FF2B5EF4-FFF2-40B4-BE49-F238E27FC236}">
                <a16:creationId xmlns:a16="http://schemas.microsoft.com/office/drawing/2014/main" id="{37C1D43B-9933-4650-9DD5-73494BECAE5A}"/>
              </a:ext>
            </a:extLst>
          </p:cNvPr>
          <p:cNvSpPr>
            <a:spLocks noGrp="1"/>
          </p:cNvSpPr>
          <p:nvPr>
            <p:ph type="ctrTitle"/>
          </p:nvPr>
        </p:nvSpPr>
        <p:spPr bwMode="gray">
          <a:xfrm>
            <a:off x="501651" y="5186207"/>
            <a:ext cx="4446269" cy="895983"/>
          </a:xfrm>
          <a:prstGeom prst="rect">
            <a:avLst/>
          </a:prstGeom>
        </p:spPr>
        <p:txBody>
          <a:bodyPr anchor="b" anchorCtr="0">
            <a:noAutofit/>
          </a:bodyPr>
          <a:lstStyle>
            <a:lvl1pPr algn="l">
              <a:lnSpc>
                <a:spcPts val="3200"/>
              </a:lnSpc>
              <a:defRPr sz="3200" b="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p>
        </p:txBody>
      </p:sp>
      <p:grpSp>
        <p:nvGrpSpPr>
          <p:cNvPr id="30" name="Group 29">
            <a:extLst>
              <a:ext uri="{FF2B5EF4-FFF2-40B4-BE49-F238E27FC236}">
                <a16:creationId xmlns:a16="http://schemas.microsoft.com/office/drawing/2014/main" id="{55EEA3F2-C909-4275-956A-5518D341D424}"/>
              </a:ext>
            </a:extLst>
          </p:cNvPr>
          <p:cNvGrpSpPr>
            <a:grpSpLocks noChangeAspect="1"/>
          </p:cNvGrpSpPr>
          <p:nvPr/>
        </p:nvGrpSpPr>
        <p:grpSpPr>
          <a:xfrm>
            <a:off x="475325" y="457200"/>
            <a:ext cx="1998000" cy="374400"/>
            <a:chOff x="398463" y="404813"/>
            <a:chExt cx="1627187" cy="307976"/>
          </a:xfrm>
          <a:solidFill>
            <a:schemeClr val="tx1"/>
          </a:solidFill>
        </p:grpSpPr>
        <p:sp>
          <p:nvSpPr>
            <p:cNvPr id="31" name="Oval 5">
              <a:extLst>
                <a:ext uri="{FF2B5EF4-FFF2-40B4-BE49-F238E27FC236}">
                  <a16:creationId xmlns:a16="http://schemas.microsoft.com/office/drawing/2014/main" id="{619F8D2D-E0FF-4267-BB4C-23E0F19AA0F4}"/>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Freeform 6">
              <a:extLst>
                <a:ext uri="{FF2B5EF4-FFF2-40B4-BE49-F238E27FC236}">
                  <a16:creationId xmlns:a16="http://schemas.microsoft.com/office/drawing/2014/main" id="{40BDA8F6-D1EC-4590-8515-7F2E0D9EE114}"/>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Rectangle 7">
              <a:extLst>
                <a:ext uri="{FF2B5EF4-FFF2-40B4-BE49-F238E27FC236}">
                  <a16:creationId xmlns:a16="http://schemas.microsoft.com/office/drawing/2014/main" id="{8E570DBD-3EC7-4EE8-886A-A6498BEC37F4}"/>
                </a:ext>
              </a:extLst>
            </p:cNvPr>
            <p:cNvSpPr>
              <a:spLocks noChangeArrowheads="1"/>
            </p:cNvSpPr>
            <p:nvPr/>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8">
              <a:extLst>
                <a:ext uri="{FF2B5EF4-FFF2-40B4-BE49-F238E27FC236}">
                  <a16:creationId xmlns:a16="http://schemas.microsoft.com/office/drawing/2014/main" id="{B1656288-29CD-4B95-A46B-7B8DA786095F}"/>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Rectangle 9">
              <a:extLst>
                <a:ext uri="{FF2B5EF4-FFF2-40B4-BE49-F238E27FC236}">
                  <a16:creationId xmlns:a16="http://schemas.microsoft.com/office/drawing/2014/main" id="{C3894AF9-2B03-4231-9AEA-EC49F5E194E0}"/>
                </a:ext>
              </a:extLst>
            </p:cNvPr>
            <p:cNvSpPr>
              <a:spLocks noChangeArrowheads="1"/>
            </p:cNvSpPr>
            <p:nvPr/>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6" name="Rectangle 10">
              <a:extLst>
                <a:ext uri="{FF2B5EF4-FFF2-40B4-BE49-F238E27FC236}">
                  <a16:creationId xmlns:a16="http://schemas.microsoft.com/office/drawing/2014/main" id="{F1C43784-6F73-4D9F-8497-B40FDBB854E4}"/>
                </a:ext>
              </a:extLst>
            </p:cNvPr>
            <p:cNvSpPr>
              <a:spLocks noChangeArrowheads="1"/>
            </p:cNvSpPr>
            <p:nvPr/>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7" name="Freeform 11">
              <a:extLst>
                <a:ext uri="{FF2B5EF4-FFF2-40B4-BE49-F238E27FC236}">
                  <a16:creationId xmlns:a16="http://schemas.microsoft.com/office/drawing/2014/main" id="{E031C0BD-B701-4255-B53D-1A0FB806633C}"/>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8" name="Freeform 12">
              <a:extLst>
                <a:ext uri="{FF2B5EF4-FFF2-40B4-BE49-F238E27FC236}">
                  <a16:creationId xmlns:a16="http://schemas.microsoft.com/office/drawing/2014/main" id="{1F07466D-8C2C-4286-9984-9193301353E7}"/>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9" name="Freeform 13">
              <a:extLst>
                <a:ext uri="{FF2B5EF4-FFF2-40B4-BE49-F238E27FC236}">
                  <a16:creationId xmlns:a16="http://schemas.microsoft.com/office/drawing/2014/main" id="{F2700776-9B5A-4A2C-BA8E-E8C5B03A090F}"/>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2" name="Freeform 14">
              <a:extLst>
                <a:ext uri="{FF2B5EF4-FFF2-40B4-BE49-F238E27FC236}">
                  <a16:creationId xmlns:a16="http://schemas.microsoft.com/office/drawing/2014/main" id="{1D768AB6-AEBA-4689-BCE3-70447F634D06}"/>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2300915719"/>
      </p:ext>
    </p:extLst>
  </p:cSld>
  <p:clrMapOvr>
    <a:masterClrMapping/>
  </p:clrMapOvr>
  <p:transition>
    <p:fade/>
  </p:transition>
  <p:hf hdr="0" dt="0"/>
  <p:extLst>
    <p:ext uri="{DCECCB84-F9BA-43D5-87BE-67443E8EF086}">
      <p15:sldGuideLst xmlns:p15="http://schemas.microsoft.com/office/powerpoint/2012/main">
        <p15:guide id="1" orient="horz" pos="4088">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670834"/>
            <a:ext cx="10541000" cy="1592403"/>
          </a:xfrm>
          <a:prstGeom prst="rect">
            <a:avLst/>
          </a:prstGeom>
        </p:spPr>
        <p:txBody>
          <a:bodyPr anchor="b"/>
          <a:lstStyle>
            <a:lvl1pPr>
              <a:lnSpc>
                <a:spcPct val="95000"/>
              </a:lnSpc>
              <a:defRPr sz="3600" b="1">
                <a:solidFill>
                  <a:schemeClr val="tx1"/>
                </a:solidFill>
                <a:latin typeface="+mj-lt"/>
                <a:ea typeface="Open Sans" panose="020B0606030504020204" pitchFamily="34" charset="0"/>
                <a:cs typeface="Calibri" panose="020F050202020403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0"/>
            <a:ext cx="10541000" cy="1566532"/>
          </a:xfrm>
        </p:spPr>
        <p:txBody>
          <a:bodyPr lIns="0" tIns="0" rIns="0" bIns="0">
            <a:noAutofit/>
          </a:bodyPr>
          <a:lstStyle>
            <a:lvl1pPr marL="0" indent="0">
              <a:lnSpc>
                <a:spcPct val="95000"/>
              </a:lnSpc>
              <a:spcAft>
                <a:spcPts val="0"/>
              </a:spcAft>
              <a:buNone/>
              <a:defRPr sz="3200">
                <a:solidFill>
                  <a:schemeClr val="tx1"/>
                </a:solidFill>
                <a:latin typeface="+mn-lt"/>
                <a:cs typeface="Calibri" panose="020F050202020403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1398675065"/>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p:cSld name="Divider - Deloitte green accent 4">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280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7" name="CaseCode">
            <a:extLst>
              <a:ext uri="{FF2B5EF4-FFF2-40B4-BE49-F238E27FC236}">
                <a16:creationId xmlns:a16="http://schemas.microsoft.com/office/drawing/2014/main" id="{452A60FA-C95E-401E-9AF3-D27C8C88BCCB}"/>
              </a:ext>
            </a:extLst>
          </p:cNvPr>
          <p:cNvSpPr txBox="1"/>
          <p:nvPr/>
        </p:nvSpPr>
        <p:spPr>
          <a:xfrm>
            <a:off x="6335184" y="6477000"/>
            <a:ext cx="4896560" cy="2769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a:solidFill>
                  <a:schemeClr val="bg1"/>
                </a:solidFill>
                <a:latin typeface="Calibri" panose="020F0502020204030204" pitchFamily="34" charset="0"/>
                <a:cs typeface="Calibri" panose="020F0502020204030204" pitchFamily="34" charset="0"/>
              </a:rPr>
              <a:t>Kick Off Meeting</a:t>
            </a:r>
            <a:br>
              <a:rPr lang="en-US" sz="900" noProof="0">
                <a:solidFill>
                  <a:schemeClr val="bg1"/>
                </a:solidFill>
                <a:latin typeface="Calibri" panose="020F0502020204030204" pitchFamily="34" charset="0"/>
                <a:cs typeface="Calibri" panose="020F0502020204030204" pitchFamily="34" charset="0"/>
              </a:rPr>
            </a:br>
            <a:r>
              <a:rPr lang="en-US" sz="900" noProof="0">
                <a:solidFill>
                  <a:schemeClr val="bg1"/>
                </a:solidFill>
                <a:latin typeface="Calibri" panose="020F0502020204030204" pitchFamily="34" charset="0"/>
                <a:cs typeface="Calibri" panose="020F0502020204030204" pitchFamily="34" charset="0"/>
              </a:rPr>
              <a:t>Preparation of crucial Investment Projects to trigger the energy transition in Seychelles</a:t>
            </a:r>
          </a:p>
        </p:txBody>
      </p:sp>
      <p:sp>
        <p:nvSpPr>
          <p:cNvPr id="8" name="Copyright">
            <a:extLst>
              <a:ext uri="{FF2B5EF4-FFF2-40B4-BE49-F238E27FC236}">
                <a16:creationId xmlns:a16="http://schemas.microsoft.com/office/drawing/2014/main" id="{CA24B28E-5B13-4779-8D72-C52A20B99FE7}"/>
              </a:ext>
            </a:extLst>
          </p:cNvPr>
          <p:cNvSpPr txBox="1"/>
          <p:nvPr/>
        </p:nvSpPr>
        <p:spPr>
          <a:xfrm>
            <a:off x="501649"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a:solidFill>
                  <a:schemeClr val="bg1"/>
                </a:solidFill>
                <a:latin typeface="Calibri" panose="020F0502020204030204" pitchFamily="34" charset="0"/>
                <a:cs typeface="Calibri" panose="020F0502020204030204" pitchFamily="34" charset="0"/>
              </a:rPr>
              <a:t>© 2023 Deloitte Touche Tohmatsu India LLP</a:t>
            </a:r>
          </a:p>
        </p:txBody>
      </p:sp>
      <p:sp>
        <p:nvSpPr>
          <p:cNvPr id="9" name="TextBox 8">
            <a:extLst>
              <a:ext uri="{FF2B5EF4-FFF2-40B4-BE49-F238E27FC236}">
                <a16:creationId xmlns:a16="http://schemas.microsoft.com/office/drawing/2014/main" id="{6C32543E-E807-47A4-A234-D5C7012187B4}"/>
              </a:ext>
            </a:extLst>
          </p:cNvPr>
          <p:cNvSpPr txBox="1"/>
          <p:nvPr/>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14708444"/>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280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7" name="CaseCode">
            <a:extLst>
              <a:ext uri="{FF2B5EF4-FFF2-40B4-BE49-F238E27FC236}">
                <a16:creationId xmlns:a16="http://schemas.microsoft.com/office/drawing/2014/main" id="{E8E60749-A3E0-4E09-BF50-6D6B361BEF91}"/>
              </a:ext>
            </a:extLst>
          </p:cNvPr>
          <p:cNvSpPr txBox="1"/>
          <p:nvPr/>
        </p:nvSpPr>
        <p:spPr>
          <a:xfrm>
            <a:off x="6335184" y="6477000"/>
            <a:ext cx="4896560" cy="2769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a:solidFill>
                  <a:schemeClr val="bg1"/>
                </a:solidFill>
                <a:latin typeface="Calibri" panose="020F0502020204030204" pitchFamily="34" charset="0"/>
                <a:cs typeface="Calibri" panose="020F0502020204030204" pitchFamily="34" charset="0"/>
              </a:rPr>
              <a:t>Kick Off Meeting</a:t>
            </a:r>
            <a:br>
              <a:rPr lang="en-US" sz="900" noProof="0">
                <a:solidFill>
                  <a:schemeClr val="bg1"/>
                </a:solidFill>
                <a:latin typeface="Calibri" panose="020F0502020204030204" pitchFamily="34" charset="0"/>
                <a:cs typeface="Calibri" panose="020F0502020204030204" pitchFamily="34" charset="0"/>
              </a:rPr>
            </a:br>
            <a:r>
              <a:rPr lang="en-US" sz="900" noProof="0">
                <a:solidFill>
                  <a:schemeClr val="bg1"/>
                </a:solidFill>
                <a:latin typeface="Calibri" panose="020F0502020204030204" pitchFamily="34" charset="0"/>
                <a:cs typeface="Calibri" panose="020F0502020204030204" pitchFamily="34" charset="0"/>
              </a:rPr>
              <a:t>Preparation of crucial Investment Projects to trigger the energy transition in Seychelles</a:t>
            </a:r>
          </a:p>
        </p:txBody>
      </p:sp>
      <p:sp>
        <p:nvSpPr>
          <p:cNvPr id="8" name="Copyright">
            <a:extLst>
              <a:ext uri="{FF2B5EF4-FFF2-40B4-BE49-F238E27FC236}">
                <a16:creationId xmlns:a16="http://schemas.microsoft.com/office/drawing/2014/main" id="{2AD12011-8F73-49BB-8C12-BDC820477529}"/>
              </a:ext>
            </a:extLst>
          </p:cNvPr>
          <p:cNvSpPr txBox="1"/>
          <p:nvPr/>
        </p:nvSpPr>
        <p:spPr>
          <a:xfrm>
            <a:off x="501649"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a:solidFill>
                  <a:schemeClr val="bg1"/>
                </a:solidFill>
                <a:latin typeface="Calibri" panose="020F0502020204030204" pitchFamily="34" charset="0"/>
                <a:cs typeface="Calibri" panose="020F0502020204030204" pitchFamily="34" charset="0"/>
              </a:rPr>
              <a:t>© 2023 Deloitte Touche Tohmatsu India LLP</a:t>
            </a:r>
          </a:p>
        </p:txBody>
      </p:sp>
      <p:sp>
        <p:nvSpPr>
          <p:cNvPr id="9" name="TextBox 8">
            <a:extLst>
              <a:ext uri="{FF2B5EF4-FFF2-40B4-BE49-F238E27FC236}">
                <a16:creationId xmlns:a16="http://schemas.microsoft.com/office/drawing/2014/main" id="{8194F347-CBED-4284-9EC5-49E7D0DE163A}"/>
              </a:ext>
            </a:extLst>
          </p:cNvPr>
          <p:cNvSpPr txBox="1"/>
          <p:nvPr/>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1503121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p:cSld name="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65288"/>
            <a:ext cx="9277349" cy="4716462"/>
          </a:xfrm>
          <a:prstGeom prst="rect">
            <a:avLst/>
          </a:prstGeom>
        </p:spPr>
        <p:txBody>
          <a:bodyPr>
            <a:noAutofit/>
          </a:bodyPr>
          <a:lstStyle>
            <a:lvl1pPr marL="0" indent="0" algn="l">
              <a:spcBef>
                <a:spcPts val="3600"/>
              </a:spcBef>
              <a:buFontTx/>
              <a:buNone/>
              <a:defRPr sz="3600">
                <a:solidFill>
                  <a:schemeClr val="tx1"/>
                </a:solidFill>
              </a:defRPr>
            </a:lvl1pPr>
            <a:lvl2pPr marL="457200" indent="-457200">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a:t>Click to edit Master text styles</a:t>
            </a:r>
          </a:p>
        </p:txBody>
      </p:sp>
    </p:spTree>
    <p:extLst>
      <p:ext uri="{BB962C8B-B14F-4D97-AF65-F5344CB8AC3E}">
        <p14:creationId xmlns:p14="http://schemas.microsoft.com/office/powerpoint/2010/main" val="1716698377"/>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200" b="0">
                <a:solidFill>
                  <a:srgbClr val="575757"/>
                </a:solidFill>
              </a:defRPr>
            </a:lvl1pPr>
          </a:lstStyle>
          <a:p>
            <a:pPr lvl="0"/>
            <a:r>
              <a:rPr lang="en-US"/>
              <a:t>Click to add subtitle</a:t>
            </a:r>
          </a:p>
        </p:txBody>
      </p:sp>
      <p:sp>
        <p:nvSpPr>
          <p:cNvPr id="17" name="Chart Placeholder 3"/>
          <p:cNvSpPr>
            <a:spLocks noGrp="1"/>
          </p:cNvSpPr>
          <p:nvPr>
            <p:ph type="chart" sz="quarter" idx="15"/>
          </p:nvPr>
        </p:nvSpPr>
        <p:spPr>
          <a:xfrm>
            <a:off x="501652" y="2052000"/>
            <a:ext cx="11188699" cy="4069013"/>
          </a:xfrm>
          <a:prstGeom prst="rect">
            <a:avLst/>
          </a:prstGeom>
        </p:spPr>
        <p:txBody>
          <a:bodyPr>
            <a:noAutofit/>
          </a:bodyPr>
          <a:lstStyle/>
          <a:p>
            <a:r>
              <a:rPr lang="en-US"/>
              <a:t>Click icon to add chart</a:t>
            </a:r>
            <a:endParaRPr lang="en-GB"/>
          </a:p>
        </p:txBody>
      </p:sp>
      <p:sp>
        <p:nvSpPr>
          <p:cNvPr id="18" name="Text Placeholder 8"/>
          <p:cNvSpPr>
            <a:spLocks noGrp="1"/>
          </p:cNvSpPr>
          <p:nvPr>
            <p:ph type="body" sz="quarter" idx="18"/>
          </p:nvPr>
        </p:nvSpPr>
        <p:spPr>
          <a:xfrm>
            <a:off x="501652" y="1674087"/>
            <a:ext cx="11188699" cy="357187"/>
          </a:xfrm>
        </p:spPr>
        <p:txBody>
          <a:bodyPr>
            <a:noAutofit/>
          </a:bodyPr>
          <a:lstStyle/>
          <a:p>
            <a:pPr lvl="0"/>
            <a:r>
              <a:rPr lang="en-US" noProof="0"/>
              <a:t>Click to edit Master text styles</a:t>
            </a:r>
          </a:p>
        </p:txBody>
      </p:sp>
      <p:sp>
        <p:nvSpPr>
          <p:cNvPr id="19" name="Text Placeholder 7"/>
          <p:cNvSpPr>
            <a:spLocks noGrp="1"/>
          </p:cNvSpPr>
          <p:nvPr>
            <p:ph type="body" sz="quarter" idx="23"/>
          </p:nvPr>
        </p:nvSpPr>
        <p:spPr>
          <a:xfrm>
            <a:off x="501651" y="6121014"/>
            <a:ext cx="11188700" cy="260737"/>
          </a:xfrm>
        </p:spPr>
        <p:txBody>
          <a:bodyPr>
            <a:noAutofit/>
          </a:bodyPr>
          <a:lstStyle>
            <a:lvl1pPr>
              <a:spcAft>
                <a:spcPts val="0"/>
              </a:spcAft>
              <a:defRPr sz="900"/>
            </a:lvl1pPr>
          </a:lstStyle>
          <a:p>
            <a:pPr lvl="0"/>
            <a:r>
              <a:rPr lang="en-US"/>
              <a:t>Click to 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188700" cy="334099"/>
          </a:xfrm>
          <a:prstGeom prst="rect">
            <a:avLst/>
          </a:prstGeom>
        </p:spPr>
        <p:txBody>
          <a:bodyPr vert="horz" lIns="0" tIns="0" rIns="0" bIns="0" rtlCol="0" anchor="ctr"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4061506683"/>
      </p:ext>
    </p:extLst>
  </p:cSld>
  <p:clrMapOvr>
    <a:masterClrMapping/>
  </p:clrMapOvr>
  <p:transition>
    <p:fade/>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Title &amp; 1 column text">
    <p:spTree>
      <p:nvGrpSpPr>
        <p:cNvPr id="1" name=""/>
        <p:cNvGrpSpPr/>
        <p:nvPr/>
      </p:nvGrpSpPr>
      <p:grpSpPr>
        <a:xfrm>
          <a:off x="0" y="0"/>
          <a:ext cx="0" cy="0"/>
          <a:chOff x="0" y="0"/>
          <a:chExt cx="0" cy="0"/>
        </a:xfrm>
      </p:grpSpPr>
      <p:sp>
        <p:nvSpPr>
          <p:cNvPr id="14" name="Text Placeholder 18"/>
          <p:cNvSpPr>
            <a:spLocks noGrp="1"/>
          </p:cNvSpPr>
          <p:nvPr>
            <p:ph idx="1"/>
          </p:nvPr>
        </p:nvSpPr>
        <p:spPr>
          <a:xfrm>
            <a:off x="501651" y="1665289"/>
            <a:ext cx="11165416" cy="4716463"/>
          </a:xfrm>
          <a:prstGeom prst="rect">
            <a:avLst/>
          </a:prstGeom>
        </p:spPr>
        <p:txBody>
          <a:bodyPr vert="horz" lIns="0" tIns="0" rIns="0" bIns="0" rtlCol="0">
            <a:noAutofit/>
          </a:bodyPr>
          <a:lstStyle>
            <a:lvl1pPr marL="0" indent="0" algn="l">
              <a:buFontTx/>
              <a:buNone/>
              <a:defRPr>
                <a:latin typeface="+mn-lt"/>
              </a:defRPr>
            </a:lvl1pPr>
            <a:lvl2pPr marL="139700" indent="-139700" algn="l">
              <a:buClrTx/>
              <a:buSzPct val="100000"/>
              <a:buFont typeface="Arial" panose="020B0604020202020204" pitchFamily="34" charset="0"/>
              <a:buChar char="•"/>
              <a:defRPr>
                <a:latin typeface="+mj-lt"/>
              </a:defRPr>
            </a:lvl2pPr>
            <a:lvl3pPr marL="304800" indent="-139700" algn="l">
              <a:buClrTx/>
              <a:buSzPct val="100000"/>
              <a:buFont typeface="Arial" panose="020B0604020202020204" pitchFamily="34" charset="0"/>
              <a:buChar char="−"/>
              <a:defRPr>
                <a:latin typeface="+mn-lt"/>
              </a:defRPr>
            </a:lvl3pPr>
            <a:lvl4pPr marL="469900" indent="-139700" algn="l">
              <a:buClrTx/>
              <a:buSzPct val="100000"/>
              <a:buFont typeface="Arial" panose="020B0604020202020204" pitchFamily="34" charset="0"/>
              <a:buChar char="◦"/>
              <a:defRPr>
                <a:latin typeface="+mn-lt"/>
              </a:defRPr>
            </a:lvl4pPr>
            <a:lvl5pPr marL="635000" indent="-139700" algn="l">
              <a:buClrTx/>
              <a:buSzPct val="100000"/>
              <a:buFont typeface="Arial" panose="020B0604020202020204" pitchFamily="34" charset="0"/>
              <a:buChar cha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noProof="0"/>
          </a:p>
        </p:txBody>
      </p:sp>
      <p:sp>
        <p:nvSpPr>
          <p:cNvPr id="4" name="Title Placeholder 1">
            <a:extLst>
              <a:ext uri="{FF2B5EF4-FFF2-40B4-BE49-F238E27FC236}">
                <a16:creationId xmlns:a16="http://schemas.microsoft.com/office/drawing/2014/main" id="{A1AF4B88-9BDB-4994-AE11-3A74CC55FE51}"/>
              </a:ext>
            </a:extLst>
          </p:cNvPr>
          <p:cNvSpPr>
            <a:spLocks noGrp="1"/>
          </p:cNvSpPr>
          <p:nvPr>
            <p:ph type="title" hasCustomPrompt="1"/>
          </p:nvPr>
        </p:nvSpPr>
        <p:spPr>
          <a:xfrm>
            <a:off x="501652" y="317500"/>
            <a:ext cx="11180232" cy="698501"/>
          </a:xfrm>
          <a:prstGeom prst="rect">
            <a:avLst/>
          </a:prstGeom>
        </p:spPr>
        <p:txBody>
          <a:bodyPr vert="horz" lIns="0" tIns="0" rIns="0" bIns="0" rtlCol="0" anchor="t" anchorCtr="0">
            <a:noAutofit/>
          </a:bodyPr>
          <a:lstStyle>
            <a:lvl1pPr>
              <a:defRPr/>
            </a:lvl1pPr>
          </a:lstStyle>
          <a:p>
            <a:r>
              <a:rPr lang="en-US"/>
              <a:t>Click to add title</a:t>
            </a:r>
          </a:p>
        </p:txBody>
      </p:sp>
    </p:spTree>
    <p:extLst>
      <p:ext uri="{BB962C8B-B14F-4D97-AF65-F5344CB8AC3E}">
        <p14:creationId xmlns:p14="http://schemas.microsoft.com/office/powerpoint/2010/main" val="1015225951"/>
      </p:ext>
    </p:extLst>
  </p:cSld>
  <p:clrMapOvr>
    <a:masterClrMapping/>
  </p:clrMapOvr>
  <p:transition>
    <p:fade/>
  </p:transition>
  <p:hf hdr="0" dt="0"/>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501651" y="1665289"/>
            <a:ext cx="9277349" cy="4716463"/>
          </a:xfrm>
          <a:prstGeom prst="rect">
            <a:avLst/>
          </a:prstGeom>
        </p:spPr>
        <p:txBody>
          <a:bodyPr>
            <a:noAutofit/>
          </a:bodyPr>
          <a:lstStyle>
            <a:lvl1pPr marL="0" indent="0" algn="l">
              <a:buFontTx/>
              <a:buNone/>
              <a:tabLst>
                <a:tab pos="6729413" algn="r"/>
              </a:tabLst>
              <a:defRPr>
                <a:latin typeface="+mn-lt"/>
              </a:defRPr>
            </a:lvl1pPr>
            <a:lvl2pPr marL="139700" indent="-139700" algn="l">
              <a:buClrTx/>
              <a:buSzPct val="100000"/>
              <a:buFont typeface="Arial" panose="020B0604020202020204" pitchFamily="34" charset="0"/>
              <a:buChar char="•"/>
              <a:tabLst>
                <a:tab pos="6729413" algn="r"/>
              </a:tabLst>
              <a:defRPr>
                <a:latin typeface="+mj-lt"/>
              </a:defRPr>
            </a:lvl2pPr>
            <a:lvl3pPr marL="304800" indent="-139700" algn="l">
              <a:buClrTx/>
              <a:buSzPct val="100000"/>
              <a:buFont typeface="Arial" panose="020B0604020202020204" pitchFamily="34" charset="0"/>
              <a:buChar char="−"/>
              <a:tabLst>
                <a:tab pos="6729413" algn="r"/>
              </a:tabLst>
              <a:defRPr>
                <a:latin typeface="+mn-lt"/>
              </a:defRPr>
            </a:lvl3pPr>
            <a:lvl4pPr marL="469900" indent="-139700" algn="l">
              <a:buClrTx/>
              <a:buSzPct val="100000"/>
              <a:buFont typeface="Arial" panose="020B0604020202020204" pitchFamily="34" charset="0"/>
              <a:buChar char="◦"/>
              <a:tabLst>
                <a:tab pos="6729413" algn="r"/>
              </a:tabLst>
              <a:defRPr>
                <a:latin typeface="+mn-lt"/>
              </a:defRPr>
            </a:lvl4pPr>
            <a:lvl5pPr marL="635000" indent="-139700" algn="l">
              <a:buClrTx/>
              <a:buSzPct val="100000"/>
              <a:buFont typeface="Arial" panose="020B0604020202020204" pitchFamily="34" charset="0"/>
              <a:buChar char="−"/>
              <a:tabLst>
                <a:tab pos="5029200" algn="r"/>
              </a:tabLst>
              <a:defRPr baseline="0">
                <a:latin typeface="+mn-lt"/>
              </a:defRPr>
            </a:lvl5pPr>
            <a:lvl6pPr>
              <a:tabLst>
                <a:tab pos="6729413" algn="r"/>
              </a:tabLst>
              <a:defRPr/>
            </a:lvl6pPr>
            <a:lvl7pPr>
              <a:tabLst>
                <a:tab pos="6729413" algn="r"/>
              </a:tabLst>
              <a:defRPr/>
            </a:lvl7pPr>
            <a:lvl8pPr>
              <a:tabLst>
                <a:tab pos="6729413" algn="r"/>
              </a:tabLst>
              <a:defRPr/>
            </a:lvl8pPr>
            <a:lvl9pPr>
              <a:tabLst>
                <a:tab pos="6729413" algn="r"/>
              </a:tabLs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Placeholder 1"/>
          <p:cNvSpPr>
            <a:spLocks noGrp="1"/>
          </p:cNvSpPr>
          <p:nvPr>
            <p:ph type="title" hasCustomPrompt="1"/>
          </p:nvPr>
        </p:nvSpPr>
        <p:spPr>
          <a:xfrm>
            <a:off x="501652" y="317500"/>
            <a:ext cx="11180232" cy="698501"/>
          </a:xfrm>
          <a:prstGeom prst="rect">
            <a:avLst/>
          </a:prstGeom>
        </p:spPr>
        <p:txBody>
          <a:bodyPr vert="horz" lIns="0" tIns="0" rIns="0" bIns="0" rtlCol="0" anchor="t" anchorCtr="0">
            <a:noAutofit/>
          </a:bodyPr>
          <a:lstStyle>
            <a:lvl1pPr>
              <a:defRPr/>
            </a:lvl1pPr>
          </a:lstStyle>
          <a:p>
            <a:r>
              <a:rPr lang="en-US"/>
              <a:t>Click to add title</a:t>
            </a:r>
          </a:p>
        </p:txBody>
      </p:sp>
    </p:spTree>
    <p:extLst>
      <p:ext uri="{BB962C8B-B14F-4D97-AF65-F5344CB8AC3E}">
        <p14:creationId xmlns:p14="http://schemas.microsoft.com/office/powerpoint/2010/main" val="911024011"/>
      </p:ext>
    </p:extLst>
  </p:cSld>
  <p:clrMapOvr>
    <a:masterClrMapping/>
  </p:clrMapOvr>
  <p:transition>
    <p:fade/>
  </p:transition>
  <p:hf hdr="0" dt="0"/>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p:cSld name="Letter Layout">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8862256" y="405929"/>
            <a:ext cx="2804160" cy="1027760"/>
          </a:xfrm>
        </p:spPr>
        <p:txBody>
          <a:bodyPr>
            <a:noAutofit/>
          </a:bodyPr>
          <a:lstStyle>
            <a:lvl1pPr>
              <a:spcBef>
                <a:spcPts val="185"/>
              </a:spcBef>
              <a:defRPr sz="923">
                <a:solidFill>
                  <a:schemeClr val="tx1"/>
                </a:solidFill>
              </a:defRPr>
            </a:lvl1pPr>
            <a:lvl2pPr>
              <a:defRPr sz="969">
                <a:solidFill>
                  <a:schemeClr val="tx2"/>
                </a:solidFill>
              </a:defRPr>
            </a:lvl2pPr>
            <a:lvl3pPr>
              <a:defRPr sz="969">
                <a:solidFill>
                  <a:schemeClr val="tx2"/>
                </a:solidFill>
              </a:defRPr>
            </a:lvl3pPr>
            <a:lvl4pPr>
              <a:defRPr sz="923">
                <a:solidFill>
                  <a:schemeClr val="tx2"/>
                </a:solidFill>
              </a:defRPr>
            </a:lvl4pPr>
            <a:lvl5pPr>
              <a:defRPr sz="923">
                <a:solidFill>
                  <a:schemeClr val="tx2"/>
                </a:solidFill>
              </a:defRPr>
            </a:lvl5pPr>
          </a:lstStyle>
          <a:p>
            <a:pPr lvl="0"/>
            <a:r>
              <a:rPr lang="en-US"/>
              <a:t>Click to edit Master text styles</a:t>
            </a:r>
          </a:p>
        </p:txBody>
      </p:sp>
      <p:sp>
        <p:nvSpPr>
          <p:cNvPr id="7" name="Text Placeholder 6"/>
          <p:cNvSpPr>
            <a:spLocks noGrp="1"/>
          </p:cNvSpPr>
          <p:nvPr>
            <p:ph type="body" sz="quarter" idx="11"/>
          </p:nvPr>
        </p:nvSpPr>
        <p:spPr>
          <a:xfrm>
            <a:off x="495300" y="1665288"/>
            <a:ext cx="2796541" cy="4716462"/>
          </a:xfrm>
        </p:spPr>
        <p:txBody>
          <a:bodyPr>
            <a:noAutofit/>
          </a:bodyPr>
          <a:lstStyle>
            <a:lvl1pPr>
              <a:spcBef>
                <a:spcPts val="0"/>
              </a:spcBef>
              <a:spcAft>
                <a:spcPts val="554"/>
              </a:spcAft>
              <a:defRPr sz="969"/>
            </a:lvl1pPr>
            <a:lvl2pPr>
              <a:spcBef>
                <a:spcPts val="277"/>
              </a:spcBef>
              <a:defRPr/>
            </a:lvl2pPr>
            <a:lvl3pPr>
              <a:spcBef>
                <a:spcPts val="277"/>
              </a:spcBef>
              <a:defRPr/>
            </a:lvl3pPr>
            <a:lvl4pPr>
              <a:spcBef>
                <a:spcPts val="277"/>
              </a:spcBef>
              <a:defRPr/>
            </a:lvl4pPr>
            <a:lvl5pPr>
              <a:spcBef>
                <a:spcPts val="277"/>
              </a:spcBef>
              <a:defRPr/>
            </a:lvl5pPr>
          </a:lstStyle>
          <a:p>
            <a:pPr lvl="0"/>
            <a:r>
              <a:rPr lang="en-US"/>
              <a:t>Click to edit Master text styles</a:t>
            </a:r>
          </a:p>
        </p:txBody>
      </p:sp>
      <p:sp>
        <p:nvSpPr>
          <p:cNvPr id="9" name="Text Placeholder 8"/>
          <p:cNvSpPr>
            <a:spLocks noGrp="1"/>
          </p:cNvSpPr>
          <p:nvPr>
            <p:ph type="body" sz="quarter" idx="12"/>
          </p:nvPr>
        </p:nvSpPr>
        <p:spPr>
          <a:xfrm>
            <a:off x="3780369" y="1665287"/>
            <a:ext cx="7916331" cy="4716461"/>
          </a:xfrm>
        </p:spPr>
        <p:txBody>
          <a:bodyPr>
            <a:noAutofit/>
          </a:bodyPr>
          <a:lstStyle>
            <a:lvl1pPr marL="0" indent="0" algn="l">
              <a:spcBef>
                <a:spcPts val="1662"/>
              </a:spcBef>
              <a:buFontTx/>
              <a:buNone/>
              <a:defRPr/>
            </a:lvl1pPr>
            <a:lvl2pPr marL="139700" indent="-139700" algn="l">
              <a:buClrTx/>
              <a:buSzPct val="100000"/>
              <a:buFont typeface="Arial" panose="020B0604020202020204" pitchFamily="34" charset="0"/>
              <a:buChar char="•"/>
              <a:defRPr/>
            </a:lvl2pPr>
            <a:lvl3pPr marL="304800" indent="-139700" algn="l">
              <a:buClrTx/>
              <a:buSzPct val="100000"/>
              <a:buFont typeface="Arial" panose="020B0604020202020204" pitchFamily="34" charset="0"/>
              <a:buChar char="−"/>
              <a:defRPr/>
            </a:lvl3pPr>
            <a:lvl4pPr marL="469900" indent="-139700" algn="l">
              <a:buClrTx/>
              <a:buSzPct val="100000"/>
              <a:buFont typeface="Arial" panose="020B0604020202020204" pitchFamily="34" charset="0"/>
              <a:buChar char="◦"/>
              <a:defRPr/>
            </a:lvl4pPr>
            <a:lvl5pPr marL="635000" indent="-139700" algn="l">
              <a:buClrTx/>
              <a:buSzPct val="1000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noProof="0"/>
          </a:p>
        </p:txBody>
      </p:sp>
      <p:grpSp>
        <p:nvGrpSpPr>
          <p:cNvPr id="16" name="Group 15">
            <a:extLst>
              <a:ext uri="{FF2B5EF4-FFF2-40B4-BE49-F238E27FC236}">
                <a16:creationId xmlns:a16="http://schemas.microsoft.com/office/drawing/2014/main" id="{E7C54E12-F787-4B6D-B957-5BFB290BB220}"/>
              </a:ext>
            </a:extLst>
          </p:cNvPr>
          <p:cNvGrpSpPr>
            <a:grpSpLocks noChangeAspect="1"/>
          </p:cNvGrpSpPr>
          <p:nvPr/>
        </p:nvGrpSpPr>
        <p:grpSpPr>
          <a:xfrm>
            <a:off x="475325" y="457200"/>
            <a:ext cx="1998000" cy="374400"/>
            <a:chOff x="398463" y="404813"/>
            <a:chExt cx="1627187" cy="307976"/>
          </a:xfrm>
          <a:solidFill>
            <a:schemeClr val="tx1"/>
          </a:solidFill>
        </p:grpSpPr>
        <p:sp>
          <p:nvSpPr>
            <p:cNvPr id="17" name="Oval 5">
              <a:extLst>
                <a:ext uri="{FF2B5EF4-FFF2-40B4-BE49-F238E27FC236}">
                  <a16:creationId xmlns:a16="http://schemas.microsoft.com/office/drawing/2014/main" id="{ED842BC5-6476-461F-92C1-0BBC55269B55}"/>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Freeform 6">
              <a:extLst>
                <a:ext uri="{FF2B5EF4-FFF2-40B4-BE49-F238E27FC236}">
                  <a16:creationId xmlns:a16="http://schemas.microsoft.com/office/drawing/2014/main" id="{3D5047E5-5216-4426-B515-7CA53314816D}"/>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9" name="Rectangle 7">
              <a:extLst>
                <a:ext uri="{FF2B5EF4-FFF2-40B4-BE49-F238E27FC236}">
                  <a16:creationId xmlns:a16="http://schemas.microsoft.com/office/drawing/2014/main" id="{D0A93C1C-3209-487D-B5A2-563BA5D67CD3}"/>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1" name="Freeform 8">
              <a:extLst>
                <a:ext uri="{FF2B5EF4-FFF2-40B4-BE49-F238E27FC236}">
                  <a16:creationId xmlns:a16="http://schemas.microsoft.com/office/drawing/2014/main" id="{8C70728D-0A6F-4BF8-A124-23D8A2DF3046}"/>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Rectangle 9">
              <a:extLst>
                <a:ext uri="{FF2B5EF4-FFF2-40B4-BE49-F238E27FC236}">
                  <a16:creationId xmlns:a16="http://schemas.microsoft.com/office/drawing/2014/main" id="{B2CEECF2-0C1E-4BBC-BE4A-BC449A26DC25}"/>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Rectangle 10">
              <a:extLst>
                <a:ext uri="{FF2B5EF4-FFF2-40B4-BE49-F238E27FC236}">
                  <a16:creationId xmlns:a16="http://schemas.microsoft.com/office/drawing/2014/main" id="{3B9E0F32-14A5-493D-83F2-F42588B9249B}"/>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11">
              <a:extLst>
                <a:ext uri="{FF2B5EF4-FFF2-40B4-BE49-F238E27FC236}">
                  <a16:creationId xmlns:a16="http://schemas.microsoft.com/office/drawing/2014/main" id="{692FD902-0E73-43D0-B1B8-FA25CD54FE44}"/>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Freeform 12">
              <a:extLst>
                <a:ext uri="{FF2B5EF4-FFF2-40B4-BE49-F238E27FC236}">
                  <a16:creationId xmlns:a16="http://schemas.microsoft.com/office/drawing/2014/main" id="{BCD3C252-8F19-4706-8A09-E473846334F3}"/>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6" name="Freeform 13">
              <a:extLst>
                <a:ext uri="{FF2B5EF4-FFF2-40B4-BE49-F238E27FC236}">
                  <a16:creationId xmlns:a16="http://schemas.microsoft.com/office/drawing/2014/main" id="{32BC4765-ECD3-44BD-AD71-FC51A8134EE2}"/>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7" name="Freeform 14">
              <a:extLst>
                <a:ext uri="{FF2B5EF4-FFF2-40B4-BE49-F238E27FC236}">
                  <a16:creationId xmlns:a16="http://schemas.microsoft.com/office/drawing/2014/main" id="{E37FCFBA-6C21-49F1-BD1E-969002567CA9}"/>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13567884"/>
      </p:ext>
    </p:extLst>
  </p:cSld>
  <p:clrMapOvr>
    <a:masterClrMapping/>
  </p:clrMapOvr>
  <p:transition>
    <p:fade/>
  </p:transition>
  <p:hf hdr="0" dt="0"/>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p:cSld name="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1"/>
            <a:ext cx="11188700" cy="6985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5" name="Picture Placeholder 9"/>
          <p:cNvSpPr>
            <a:spLocks noGrp="1"/>
          </p:cNvSpPr>
          <p:nvPr>
            <p:ph type="pic" sz="quarter" idx="15"/>
          </p:nvPr>
        </p:nvSpPr>
        <p:spPr>
          <a:xfrm>
            <a:off x="5450351" y="1665288"/>
            <a:ext cx="6240000" cy="4716463"/>
          </a:xfrm>
        </p:spPr>
        <p:txBody>
          <a:bodyPr>
            <a:noAutofit/>
          </a:bodyPr>
          <a:lstStyle/>
          <a:p>
            <a:r>
              <a:rPr lang="en-US" noProof="0"/>
              <a:t>Click icon to add picture</a:t>
            </a:r>
          </a:p>
        </p:txBody>
      </p:sp>
      <p:sp>
        <p:nvSpPr>
          <p:cNvPr id="6" name="Content Placeholder 3"/>
          <p:cNvSpPr>
            <a:spLocks noGrp="1"/>
          </p:cNvSpPr>
          <p:nvPr>
            <p:ph sz="quarter" idx="10"/>
          </p:nvPr>
        </p:nvSpPr>
        <p:spPr>
          <a:xfrm>
            <a:off x="501651" y="1665289"/>
            <a:ext cx="4456429" cy="4716463"/>
          </a:xfrm>
          <a:prstGeom prst="rect">
            <a:avLst/>
          </a:prstGeom>
        </p:spPr>
        <p:txBody>
          <a:bodyPr>
            <a:noAutofit/>
          </a:bodyPr>
          <a:lstStyle>
            <a:lvl1pPr marL="0" indent="0" algn="l">
              <a:buFontTx/>
              <a:buNone/>
              <a:tabLst>
                <a:tab pos="5029200" algn="r"/>
              </a:tabLst>
              <a:defRPr>
                <a:latin typeface="+mn-lt"/>
              </a:defRPr>
            </a:lvl1pPr>
            <a:lvl2pPr marL="139700" indent="-139700" algn="l">
              <a:buClrTx/>
              <a:buSzPct val="100000"/>
              <a:buFont typeface="Arial" panose="020B0604020202020204" pitchFamily="34" charset="0"/>
              <a:buChar char="•"/>
              <a:tabLst>
                <a:tab pos="5029200" algn="r"/>
              </a:tabLst>
              <a:defRPr>
                <a:latin typeface="+mj-lt"/>
              </a:defRPr>
            </a:lvl2pPr>
            <a:lvl3pPr marL="304800" indent="-139700" algn="l">
              <a:buClrTx/>
              <a:buSzPct val="100000"/>
              <a:buFont typeface="Arial" panose="020B0604020202020204" pitchFamily="34" charset="0"/>
              <a:buChar char="−"/>
              <a:tabLst>
                <a:tab pos="5029200" algn="r"/>
              </a:tabLst>
              <a:defRPr>
                <a:latin typeface="+mn-lt"/>
              </a:defRPr>
            </a:lvl3pPr>
            <a:lvl4pPr marL="469900" indent="-139700" algn="l">
              <a:buClrTx/>
              <a:buSzPct val="100000"/>
              <a:buFont typeface="Arial" panose="020B0604020202020204" pitchFamily="34" charset="0"/>
              <a:buChar char="◦"/>
              <a:tabLst>
                <a:tab pos="5029200" algn="r"/>
              </a:tabLst>
              <a:defRPr>
                <a:latin typeface="+mn-lt"/>
              </a:defRPr>
            </a:lvl4pPr>
            <a:lvl5pPr marL="635000" indent="-139700" algn="l">
              <a:buClrTx/>
              <a:buSzPct val="100000"/>
              <a:buFont typeface="Arial" panose="020B0604020202020204" pitchFamily="34" charset="0"/>
              <a:buChar char="−"/>
              <a:tabLst>
                <a:tab pos="5029200" algn="r"/>
              </a:tabLst>
              <a:defRPr baseline="0">
                <a:latin typeface="+mn-lt"/>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4059069349"/>
      </p:ext>
    </p:extLst>
  </p:cSld>
  <p:clrMapOvr>
    <a:masterClrMapping/>
  </p:clrMapOvr>
  <p:transition>
    <p:fade/>
  </p:transition>
  <p:hf hdr="0" dt="0"/>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p:cSld name="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501651" y="1665289"/>
            <a:ext cx="5305579" cy="4716461"/>
          </a:xfrm>
          <a:prstGeom prst="rect">
            <a:avLst/>
          </a:prstGeom>
        </p:spPr>
        <p:txBody>
          <a:bodyPr>
            <a:noAutofit/>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p:nvPr>
        </p:nvSpPr>
        <p:spPr>
          <a:xfrm>
            <a:off x="6381539" y="1665289"/>
            <a:ext cx="5322781" cy="4716461"/>
          </a:xfrm>
          <a:prstGeom prst="rect">
            <a:avLst/>
          </a:prstGeom>
        </p:spPr>
        <p:txBody>
          <a:bodyPr>
            <a:noAutofit/>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a:extLst>
              <a:ext uri="{FF2B5EF4-FFF2-40B4-BE49-F238E27FC236}">
                <a16:creationId xmlns:a16="http://schemas.microsoft.com/office/drawing/2014/main" id="{8A9CD2DA-AA83-4DCB-8501-DE5878CC0B8A}"/>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7" name="Title Placeholder 1">
            <a:extLst>
              <a:ext uri="{FF2B5EF4-FFF2-40B4-BE49-F238E27FC236}">
                <a16:creationId xmlns:a16="http://schemas.microsoft.com/office/drawing/2014/main" id="{6559CC6F-6478-4902-A4D5-F8FB6538D28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2249728373"/>
      </p:ext>
    </p:extLst>
  </p:cSld>
  <p:clrMapOvr>
    <a:masterClrMapping/>
  </p:clrMapOvr>
  <p:transition>
    <p:fade/>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p:cSld name="2 columns - large">
    <p:spTree>
      <p:nvGrpSpPr>
        <p:cNvPr id="1" name=""/>
        <p:cNvGrpSpPr/>
        <p:nvPr/>
      </p:nvGrpSpPr>
      <p:grpSpPr>
        <a:xfrm>
          <a:off x="0" y="0"/>
          <a:ext cx="0" cy="0"/>
          <a:chOff x="0" y="0"/>
          <a:chExt cx="0" cy="0"/>
        </a:xfrm>
      </p:grpSpPr>
      <p:sp>
        <p:nvSpPr>
          <p:cNvPr id="11" name="Content Placeholder 3"/>
          <p:cNvSpPr>
            <a:spLocks noGrp="1"/>
          </p:cNvSpPr>
          <p:nvPr>
            <p:ph sz="quarter" idx="10"/>
          </p:nvPr>
        </p:nvSpPr>
        <p:spPr>
          <a:xfrm>
            <a:off x="501650" y="1665289"/>
            <a:ext cx="5305580" cy="4716461"/>
          </a:xfrm>
          <a:prstGeom prst="rect">
            <a:avLst/>
          </a:prstGeom>
        </p:spPr>
        <p:txBody>
          <a:bodyPr>
            <a:noAutofit/>
          </a:bodyPr>
          <a:lstStyle>
            <a:lvl1pPr marL="0" indent="0" algn="l">
              <a:buFontTx/>
              <a:buNone/>
              <a:tabLst>
                <a:tab pos="5029200" algn="r"/>
              </a:tabLst>
              <a:defRPr sz="1600"/>
            </a:lvl1pPr>
            <a:lvl2pPr marL="177800" indent="-177800" algn="l">
              <a:buClrTx/>
              <a:buSzPct val="100000"/>
              <a:buFont typeface="Arial" panose="020B0604020202020204" pitchFamily="34" charset="0"/>
              <a:buChar char="•"/>
              <a:tabLst>
                <a:tab pos="5029200" algn="r"/>
              </a:tabLst>
              <a:defRPr sz="1600"/>
            </a:lvl2pPr>
            <a:lvl3pPr marL="381000" indent="-177800" algn="l">
              <a:buClrTx/>
              <a:buSzPct val="100000"/>
              <a:buFont typeface="Arial" panose="020B0604020202020204" pitchFamily="34" charset="0"/>
              <a:buChar char="−"/>
              <a:tabLst>
                <a:tab pos="5029200" algn="r"/>
              </a:tabLst>
              <a:defRPr sz="1600"/>
            </a:lvl3pPr>
            <a:lvl4pPr marL="584200" indent="-177800" algn="l">
              <a:buClrTx/>
              <a:buSzPct val="100000"/>
              <a:buFont typeface="Arial" panose="020B0604020202020204" pitchFamily="34" charset="0"/>
              <a:buChar char="◦"/>
              <a:tabLst>
                <a:tab pos="5029200" algn="r"/>
              </a:tabLst>
              <a:defRPr sz="1600"/>
            </a:lvl4pPr>
            <a:lvl5pPr marL="787400" indent="-177800" algn="l">
              <a:buClrTx/>
              <a:buSzPct val="100000"/>
              <a:buFont typeface="Arial" panose="020B0604020202020204" pitchFamily="34" charset="0"/>
              <a:buChar char="−"/>
              <a:tabLst>
                <a:tab pos="5029200" algn="r"/>
              </a:tabLst>
              <a:defRPr baseline="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Placeholder 3"/>
          <p:cNvSpPr>
            <a:spLocks noGrp="1"/>
          </p:cNvSpPr>
          <p:nvPr>
            <p:ph sz="quarter" idx="20"/>
          </p:nvPr>
        </p:nvSpPr>
        <p:spPr>
          <a:xfrm>
            <a:off x="6383999" y="1665289"/>
            <a:ext cx="5306351" cy="4716461"/>
          </a:xfrm>
          <a:prstGeom prst="rect">
            <a:avLst/>
          </a:prstGeom>
        </p:spPr>
        <p:txBody>
          <a:bodyPr>
            <a:noAutofit/>
          </a:bodyPr>
          <a:lstStyle>
            <a:lvl1pPr marL="0" indent="0" algn="l">
              <a:buFontTx/>
              <a:buNone/>
              <a:tabLst>
                <a:tab pos="5029200" algn="r"/>
              </a:tabLst>
              <a:defRPr sz="1600"/>
            </a:lvl1pPr>
            <a:lvl2pPr marL="177800" indent="-177800" algn="l">
              <a:buClrTx/>
              <a:buSzPct val="100000"/>
              <a:buFont typeface="Arial" panose="020B0604020202020204" pitchFamily="34" charset="0"/>
              <a:buChar char="•"/>
              <a:tabLst>
                <a:tab pos="5029200" algn="r"/>
              </a:tabLst>
              <a:defRPr sz="1600"/>
            </a:lvl2pPr>
            <a:lvl3pPr marL="381000" indent="-177800" algn="l">
              <a:buClrTx/>
              <a:buSzPct val="100000"/>
              <a:buFont typeface="Arial" panose="020B0604020202020204" pitchFamily="34" charset="0"/>
              <a:buChar char="−"/>
              <a:tabLst>
                <a:tab pos="5029200" algn="r"/>
              </a:tabLst>
              <a:defRPr sz="1600"/>
            </a:lvl3pPr>
            <a:lvl4pPr marL="584200" indent="-177800" algn="l">
              <a:buClrTx/>
              <a:buSzPct val="100000"/>
              <a:buFont typeface="Arial" panose="020B0604020202020204" pitchFamily="34" charset="0"/>
              <a:buChar char="◦"/>
              <a:tabLst>
                <a:tab pos="5029200" algn="r"/>
              </a:tabLst>
              <a:defRPr sz="1600"/>
            </a:lvl4pPr>
            <a:lvl5pPr marL="787400" indent="-177800" algn="l">
              <a:buClrTx/>
              <a:buSzPct val="100000"/>
              <a:buFont typeface="Arial" panose="020B0604020202020204" pitchFamily="34" charset="0"/>
              <a:buChar char="−"/>
              <a:tabLst>
                <a:tab pos="5029200" algn="r"/>
              </a:tabLst>
              <a:defRPr baseline="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a:extLst>
              <a:ext uri="{FF2B5EF4-FFF2-40B4-BE49-F238E27FC236}">
                <a16:creationId xmlns:a16="http://schemas.microsoft.com/office/drawing/2014/main" id="{E5225F53-1C15-499B-9179-65E3B2184C7C}"/>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9" name="Title Placeholder 1">
            <a:extLst>
              <a:ext uri="{FF2B5EF4-FFF2-40B4-BE49-F238E27FC236}">
                <a16:creationId xmlns:a16="http://schemas.microsoft.com/office/drawing/2014/main" id="{914EA394-D3CD-41FC-B7FF-082F08C15AA4}"/>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3866327555"/>
      </p:ext>
    </p:extLst>
  </p:cSld>
  <p:clrMapOvr>
    <a:masterClrMapping/>
  </p:clrMapOvr>
  <p:transition>
    <p:fade/>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501652" y="1665289"/>
            <a:ext cx="5355165" cy="4455725"/>
          </a:xfrm>
          <a:prstGeom prst="rect">
            <a:avLst/>
          </a:prstGeom>
        </p:spPr>
        <p:txBody>
          <a:bodyPr>
            <a:noAutofit/>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Chart Placeholder 2"/>
          <p:cNvSpPr>
            <a:spLocks noGrp="1"/>
          </p:cNvSpPr>
          <p:nvPr>
            <p:ph type="chart" sz="quarter" idx="21"/>
          </p:nvPr>
        </p:nvSpPr>
        <p:spPr>
          <a:xfrm>
            <a:off x="6341223" y="2125013"/>
            <a:ext cx="5349128" cy="3996000"/>
          </a:xfrm>
        </p:spPr>
        <p:txBody>
          <a:bodyPr>
            <a:noAutofit/>
          </a:bodyPr>
          <a:lstStyle/>
          <a:p>
            <a:r>
              <a:rPr lang="en-US" noProof="0"/>
              <a:t>Click icon to add chart</a:t>
            </a:r>
          </a:p>
        </p:txBody>
      </p:sp>
      <p:sp>
        <p:nvSpPr>
          <p:cNvPr id="6" name="Text Placeholder 5"/>
          <p:cNvSpPr>
            <a:spLocks noGrp="1"/>
          </p:cNvSpPr>
          <p:nvPr>
            <p:ph type="body" sz="quarter" idx="22"/>
          </p:nvPr>
        </p:nvSpPr>
        <p:spPr>
          <a:xfrm>
            <a:off x="6341223" y="1665288"/>
            <a:ext cx="5349128" cy="420687"/>
          </a:xfrm>
        </p:spPr>
        <p:txBody>
          <a:bodyPr>
            <a:noAutofit/>
          </a:bodyPr>
          <a:lstStyle/>
          <a:p>
            <a:pPr lvl="0"/>
            <a:r>
              <a:rPr lang="en-US" noProof="0"/>
              <a:t>Click to edit Master text styles</a:t>
            </a:r>
          </a:p>
        </p:txBody>
      </p:sp>
      <p:sp>
        <p:nvSpPr>
          <p:cNvPr id="15" name="Text Placeholder 7"/>
          <p:cNvSpPr>
            <a:spLocks noGrp="1"/>
          </p:cNvSpPr>
          <p:nvPr>
            <p:ph type="body" sz="quarter" idx="23"/>
          </p:nvPr>
        </p:nvSpPr>
        <p:spPr>
          <a:xfrm>
            <a:off x="501650" y="6121014"/>
            <a:ext cx="11188700" cy="260737"/>
          </a:xfrm>
        </p:spPr>
        <p:txBody>
          <a:bodyPr>
            <a:noAutofit/>
          </a:bodyPr>
          <a:lstStyle>
            <a:lvl1pPr>
              <a:spcAft>
                <a:spcPts val="0"/>
              </a:spcAft>
              <a:defRPr sz="900"/>
            </a:lvl1pPr>
          </a:lstStyle>
          <a:p>
            <a:pPr lvl="0"/>
            <a:r>
              <a:rPr lang="en-US"/>
              <a:t>Click to edit Master text styles</a:t>
            </a:r>
          </a:p>
        </p:txBody>
      </p:sp>
      <p:sp>
        <p:nvSpPr>
          <p:cNvPr id="8" name="Text Placeholder 8">
            <a:extLst>
              <a:ext uri="{FF2B5EF4-FFF2-40B4-BE49-F238E27FC236}">
                <a16:creationId xmlns:a16="http://schemas.microsoft.com/office/drawing/2014/main" id="{E911C489-B226-49BC-B069-119CF8BC96EF}"/>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9" name="Title Placeholder 1">
            <a:extLst>
              <a:ext uri="{FF2B5EF4-FFF2-40B4-BE49-F238E27FC236}">
                <a16:creationId xmlns:a16="http://schemas.microsoft.com/office/drawing/2014/main" id="{F47218A4-44FE-4E96-A903-7AD44AF4E8DB}"/>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1096744626"/>
      </p:ext>
    </p:extLst>
  </p:cSld>
  <p:clrMapOvr>
    <a:masterClrMapping/>
  </p:clrMapOvr>
  <p:transition>
    <p:fade/>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341221" y="2125013"/>
            <a:ext cx="5349129" cy="3996000"/>
          </a:xfrm>
        </p:spPr>
        <p:txBody>
          <a:bodyPr>
            <a:noAutofit/>
          </a:bodyPr>
          <a:lstStyle/>
          <a:p>
            <a:r>
              <a:rPr lang="en-US"/>
              <a:t>Click icon to add chart</a:t>
            </a:r>
            <a:endParaRPr lang="en-GB"/>
          </a:p>
        </p:txBody>
      </p:sp>
      <p:sp>
        <p:nvSpPr>
          <p:cNvPr id="6" name="Text Placeholder 5"/>
          <p:cNvSpPr>
            <a:spLocks noGrp="1"/>
          </p:cNvSpPr>
          <p:nvPr>
            <p:ph type="body" sz="quarter" idx="22"/>
          </p:nvPr>
        </p:nvSpPr>
        <p:spPr>
          <a:xfrm>
            <a:off x="6341222" y="1665288"/>
            <a:ext cx="5349129" cy="420687"/>
          </a:xfrm>
        </p:spPr>
        <p:txBody>
          <a:bodyPr>
            <a:noAutofit/>
          </a:bodyPr>
          <a:lstStyle/>
          <a:p>
            <a:pPr lvl="0"/>
            <a:r>
              <a:rPr lang="en-US" noProof="0"/>
              <a:t>Click to edit Master text styles</a:t>
            </a:r>
          </a:p>
        </p:txBody>
      </p:sp>
      <p:sp>
        <p:nvSpPr>
          <p:cNvPr id="15" name="Text Placeholder 7"/>
          <p:cNvSpPr>
            <a:spLocks noGrp="1"/>
          </p:cNvSpPr>
          <p:nvPr>
            <p:ph type="body" sz="quarter" idx="23"/>
          </p:nvPr>
        </p:nvSpPr>
        <p:spPr>
          <a:xfrm>
            <a:off x="501649" y="6121014"/>
            <a:ext cx="11165419" cy="260737"/>
          </a:xfrm>
        </p:spPr>
        <p:txBody>
          <a:bodyPr>
            <a:noAutofit/>
          </a:bodyPr>
          <a:lstStyle>
            <a:lvl1pPr>
              <a:spcAft>
                <a:spcPts val="0"/>
              </a:spcAft>
              <a:defRPr sz="900"/>
            </a:lvl1pPr>
          </a:lstStyle>
          <a:p>
            <a:pPr lvl="0"/>
            <a:r>
              <a:rPr lang="en-US"/>
              <a:t>Click to edit Master text styles</a:t>
            </a:r>
          </a:p>
        </p:txBody>
      </p:sp>
      <p:sp>
        <p:nvSpPr>
          <p:cNvPr id="9" name="Chart Placeholder 2"/>
          <p:cNvSpPr>
            <a:spLocks noGrp="1"/>
          </p:cNvSpPr>
          <p:nvPr>
            <p:ph type="chart" sz="quarter" idx="24"/>
          </p:nvPr>
        </p:nvSpPr>
        <p:spPr>
          <a:xfrm>
            <a:off x="501650" y="2125013"/>
            <a:ext cx="5349240" cy="3996000"/>
          </a:xfrm>
        </p:spPr>
        <p:txBody>
          <a:bodyPr>
            <a:noAutofit/>
          </a:bodyPr>
          <a:lstStyle/>
          <a:p>
            <a:r>
              <a:rPr lang="en-US"/>
              <a:t>Click icon to add chart</a:t>
            </a:r>
            <a:endParaRPr lang="en-GB"/>
          </a:p>
        </p:txBody>
      </p:sp>
      <p:sp>
        <p:nvSpPr>
          <p:cNvPr id="12" name="Text Placeholder 5"/>
          <p:cNvSpPr>
            <a:spLocks noGrp="1"/>
          </p:cNvSpPr>
          <p:nvPr>
            <p:ph type="body" sz="quarter" idx="25"/>
          </p:nvPr>
        </p:nvSpPr>
        <p:spPr>
          <a:xfrm>
            <a:off x="501649" y="1665288"/>
            <a:ext cx="5349240" cy="420687"/>
          </a:xfrm>
        </p:spPr>
        <p:txBody>
          <a:bodyPr>
            <a:noAutofit/>
          </a:bodyPr>
          <a:lstStyle/>
          <a:p>
            <a:pPr lvl="0"/>
            <a:r>
              <a:rPr lang="en-US" noProof="0"/>
              <a:t>Click to edit Master text styles</a:t>
            </a:r>
          </a:p>
        </p:txBody>
      </p:sp>
      <p:sp>
        <p:nvSpPr>
          <p:cNvPr id="10" name="Text Placeholder 8">
            <a:extLst>
              <a:ext uri="{FF2B5EF4-FFF2-40B4-BE49-F238E27FC236}">
                <a16:creationId xmlns:a16="http://schemas.microsoft.com/office/drawing/2014/main" id="{5D528E1B-5BDF-48B1-B9CD-A31A99631297}"/>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14" name="Title Placeholder 1">
            <a:extLst>
              <a:ext uri="{FF2B5EF4-FFF2-40B4-BE49-F238E27FC236}">
                <a16:creationId xmlns:a16="http://schemas.microsoft.com/office/drawing/2014/main" id="{56A696DA-71F5-44D5-B231-17F470D2F6A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3652400238"/>
      </p:ext>
    </p:extLst>
  </p:cSld>
  <p:clrMapOvr>
    <a:masterClrMapping/>
  </p:clrMapOvr>
  <p:transition>
    <p:fade/>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p:cSld name="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501650" y="1665289"/>
            <a:ext cx="4431857" cy="4716463"/>
          </a:xfrm>
          <a:prstGeom prst="rect">
            <a:avLst/>
          </a:prstGeom>
        </p:spPr>
        <p:txBody>
          <a:bodyPr>
            <a:noAutofit/>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Content Placeholder 3"/>
          <p:cNvSpPr>
            <a:spLocks noGrp="1"/>
          </p:cNvSpPr>
          <p:nvPr>
            <p:ph sz="quarter" idx="16"/>
          </p:nvPr>
        </p:nvSpPr>
        <p:spPr>
          <a:xfrm>
            <a:off x="5450349" y="1665289"/>
            <a:ext cx="6240000" cy="4716463"/>
          </a:xfrm>
          <a:prstGeom prst="rect">
            <a:avLst/>
          </a:prstGeom>
        </p:spPr>
        <p:txBody>
          <a:bodyPr>
            <a:noAutofit/>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a:extLst>
              <a:ext uri="{FF2B5EF4-FFF2-40B4-BE49-F238E27FC236}">
                <a16:creationId xmlns:a16="http://schemas.microsoft.com/office/drawing/2014/main" id="{5DCFBECF-F261-4066-B77C-A1FCF54AA07F}"/>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11" name="Title Placeholder 1">
            <a:extLst>
              <a:ext uri="{FF2B5EF4-FFF2-40B4-BE49-F238E27FC236}">
                <a16:creationId xmlns:a16="http://schemas.microsoft.com/office/drawing/2014/main" id="{6E9BEEDA-6F6F-4BD9-B1D8-9731D1B037A6}"/>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1064174595"/>
      </p:ext>
    </p:extLst>
  </p:cSld>
  <p:clrMapOvr>
    <a:masterClrMapping/>
  </p:clrMapOvr>
  <p:transition>
    <p:fade/>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p:cSld name="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7577882" y="1658680"/>
            <a:ext cx="4112468" cy="4723072"/>
          </a:xfrm>
          <a:prstGeom prst="rect">
            <a:avLst/>
          </a:prstGeom>
        </p:spPr>
        <p:txBody>
          <a:bodyPr>
            <a:noAutofit/>
          </a:bodyPr>
          <a:lstStyle>
            <a:lvl1pPr>
              <a:tabLst>
                <a:tab pos="5029200" algn="r"/>
              </a:tabLst>
              <a:defRPr sz="2100">
                <a:solidFill>
                  <a:schemeClr val="accent3"/>
                </a:solidFill>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501651" y="1665288"/>
            <a:ext cx="6506348" cy="4716462"/>
          </a:xfrm>
          <a:prstGeom prst="rect">
            <a:avLst/>
          </a:prstGeom>
        </p:spPr>
        <p:txBody>
          <a:bodyPr>
            <a:noAutofit/>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a:extLst>
              <a:ext uri="{FF2B5EF4-FFF2-40B4-BE49-F238E27FC236}">
                <a16:creationId xmlns:a16="http://schemas.microsoft.com/office/drawing/2014/main" id="{68009483-F3D1-4AD9-8031-CEB4620DB873}"/>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11" name="Title Placeholder 1">
            <a:extLst>
              <a:ext uri="{FF2B5EF4-FFF2-40B4-BE49-F238E27FC236}">
                <a16:creationId xmlns:a16="http://schemas.microsoft.com/office/drawing/2014/main" id="{51FE75E2-F986-4CD3-8A43-338DEE272CB9}"/>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2173359761"/>
      </p:ext>
    </p:extLst>
  </p:cSld>
  <p:clrMapOvr>
    <a:masterClrMapping/>
  </p:clrMapOvr>
  <p:transition>
    <p:fade/>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p:cSld name="3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504000" y="2051999"/>
            <a:ext cx="3549549" cy="4069014"/>
          </a:xfrm>
          <a:prstGeom prst="rect">
            <a:avLst/>
          </a:prstGeom>
        </p:spPr>
        <p:txBody>
          <a:bodyPr>
            <a:noAutofit/>
          </a:bodyPr>
          <a:lstStyle/>
          <a:p>
            <a:r>
              <a:rPr lang="en-US" noProof="0"/>
              <a:t>Click icon to add chart</a:t>
            </a:r>
          </a:p>
        </p:txBody>
      </p:sp>
      <p:sp>
        <p:nvSpPr>
          <p:cNvPr id="18" name="Text Placeholder 8"/>
          <p:cNvSpPr>
            <a:spLocks noGrp="1"/>
          </p:cNvSpPr>
          <p:nvPr>
            <p:ph type="body" sz="quarter" idx="18"/>
          </p:nvPr>
        </p:nvSpPr>
        <p:spPr>
          <a:xfrm>
            <a:off x="501650" y="1659145"/>
            <a:ext cx="3549549" cy="392112"/>
          </a:xfrm>
        </p:spPr>
        <p:txBody>
          <a:bodyPr>
            <a:noAutofit/>
          </a:bodyPr>
          <a:lstStyle/>
          <a:p>
            <a:pPr lvl="0"/>
            <a:r>
              <a:rPr lang="en-US" noProof="0"/>
              <a:t>Click to edit Master text styles</a:t>
            </a:r>
          </a:p>
        </p:txBody>
      </p:sp>
      <p:sp>
        <p:nvSpPr>
          <p:cNvPr id="7" name="Chart Placeholder 3"/>
          <p:cNvSpPr>
            <a:spLocks noGrp="1"/>
          </p:cNvSpPr>
          <p:nvPr>
            <p:ph type="chart" sz="quarter" idx="19"/>
          </p:nvPr>
        </p:nvSpPr>
        <p:spPr>
          <a:xfrm>
            <a:off x="4322401" y="2051999"/>
            <a:ext cx="3549549" cy="4069014"/>
          </a:xfrm>
          <a:prstGeom prst="rect">
            <a:avLst/>
          </a:prstGeom>
        </p:spPr>
        <p:txBody>
          <a:bodyPr>
            <a:noAutofit/>
          </a:bodyPr>
          <a:lstStyle/>
          <a:p>
            <a:r>
              <a:rPr lang="en-US" noProof="0"/>
              <a:t>Click icon to add chart</a:t>
            </a:r>
          </a:p>
        </p:txBody>
      </p:sp>
      <p:sp>
        <p:nvSpPr>
          <p:cNvPr id="8" name="Text Placeholder 8"/>
          <p:cNvSpPr>
            <a:spLocks noGrp="1"/>
          </p:cNvSpPr>
          <p:nvPr>
            <p:ph type="body" sz="quarter" idx="20"/>
          </p:nvPr>
        </p:nvSpPr>
        <p:spPr>
          <a:xfrm>
            <a:off x="4321226" y="1659145"/>
            <a:ext cx="3549549" cy="392112"/>
          </a:xfrm>
        </p:spPr>
        <p:txBody>
          <a:bodyPr>
            <a:noAutofit/>
          </a:bodyPr>
          <a:lstStyle/>
          <a:p>
            <a:pPr lvl="0"/>
            <a:r>
              <a:rPr lang="en-US" noProof="0"/>
              <a:t>Click to edit Master text styles</a:t>
            </a:r>
          </a:p>
        </p:txBody>
      </p:sp>
      <p:sp>
        <p:nvSpPr>
          <p:cNvPr id="9" name="Chart Placeholder 3"/>
          <p:cNvSpPr>
            <a:spLocks noGrp="1"/>
          </p:cNvSpPr>
          <p:nvPr>
            <p:ph type="chart" sz="quarter" idx="21"/>
          </p:nvPr>
        </p:nvSpPr>
        <p:spPr>
          <a:xfrm>
            <a:off x="8140801" y="2051999"/>
            <a:ext cx="3549549" cy="4069014"/>
          </a:xfrm>
          <a:prstGeom prst="rect">
            <a:avLst/>
          </a:prstGeom>
        </p:spPr>
        <p:txBody>
          <a:bodyPr>
            <a:noAutofit/>
          </a:bodyPr>
          <a:lstStyle/>
          <a:p>
            <a:r>
              <a:rPr lang="en-US" noProof="0"/>
              <a:t>Click icon to add chart</a:t>
            </a:r>
          </a:p>
        </p:txBody>
      </p:sp>
      <p:sp>
        <p:nvSpPr>
          <p:cNvPr id="10" name="Text Placeholder 8"/>
          <p:cNvSpPr>
            <a:spLocks noGrp="1"/>
          </p:cNvSpPr>
          <p:nvPr>
            <p:ph type="body" sz="quarter" idx="22"/>
          </p:nvPr>
        </p:nvSpPr>
        <p:spPr>
          <a:xfrm>
            <a:off x="8140801" y="1659145"/>
            <a:ext cx="3549549" cy="398256"/>
          </a:xfrm>
        </p:spPr>
        <p:txBody>
          <a:bodyPr>
            <a:noAutofit/>
          </a:bodyPr>
          <a:lstStyle/>
          <a:p>
            <a:pPr lvl="0"/>
            <a:r>
              <a:rPr lang="en-US" noProof="0"/>
              <a:t>Click to edit Master text styles</a:t>
            </a:r>
          </a:p>
        </p:txBody>
      </p:sp>
      <p:sp>
        <p:nvSpPr>
          <p:cNvPr id="12" name="Text Placeholder 7"/>
          <p:cNvSpPr>
            <a:spLocks noGrp="1"/>
          </p:cNvSpPr>
          <p:nvPr>
            <p:ph type="body" sz="quarter" idx="23"/>
          </p:nvPr>
        </p:nvSpPr>
        <p:spPr>
          <a:xfrm>
            <a:off x="501649" y="6121014"/>
            <a:ext cx="11165419" cy="260737"/>
          </a:xfrm>
        </p:spPr>
        <p:txBody>
          <a:bodyPr>
            <a:noAutofit/>
          </a:bodyPr>
          <a:lstStyle>
            <a:lvl1pPr>
              <a:spcAft>
                <a:spcPts val="0"/>
              </a:spcAft>
              <a:defRPr sz="900"/>
            </a:lvl1pPr>
          </a:lstStyle>
          <a:p>
            <a:pPr lvl="0"/>
            <a:r>
              <a:rPr lang="en-US" noProof="0"/>
              <a:t>Click to edit Master text styles</a:t>
            </a:r>
          </a:p>
        </p:txBody>
      </p:sp>
      <p:sp>
        <p:nvSpPr>
          <p:cNvPr id="11" name="Text Placeholder 8">
            <a:extLst>
              <a:ext uri="{FF2B5EF4-FFF2-40B4-BE49-F238E27FC236}">
                <a16:creationId xmlns:a16="http://schemas.microsoft.com/office/drawing/2014/main" id="{F3BAE7D4-2DCE-493F-8804-6735FFDC6D71}"/>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13" name="Title Placeholder 1">
            <a:extLst>
              <a:ext uri="{FF2B5EF4-FFF2-40B4-BE49-F238E27FC236}">
                <a16:creationId xmlns:a16="http://schemas.microsoft.com/office/drawing/2014/main" id="{0AA8666D-884E-4CE4-A16C-E06A6E0BAE3D}"/>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731342315"/>
      </p:ext>
    </p:extLst>
  </p:cSld>
  <p:clrMapOvr>
    <a:masterClrMapping/>
  </p:clrMapOvr>
  <p:transition>
    <p:fade/>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p:cSld name="Team profile">
    <p:spTree>
      <p:nvGrpSpPr>
        <p:cNvPr id="1" name=""/>
        <p:cNvGrpSpPr/>
        <p:nvPr/>
      </p:nvGrpSpPr>
      <p:grpSpPr>
        <a:xfrm>
          <a:off x="0" y="0"/>
          <a:ext cx="0" cy="0"/>
          <a:chOff x="0" y="0"/>
          <a:chExt cx="0" cy="0"/>
        </a:xfrm>
      </p:grpSpPr>
      <p:sp>
        <p:nvSpPr>
          <p:cNvPr id="4" name="Picture Placeholder 6"/>
          <p:cNvSpPr>
            <a:spLocks noGrp="1"/>
          </p:cNvSpPr>
          <p:nvPr>
            <p:ph type="pic" sz="quarter" idx="13"/>
          </p:nvPr>
        </p:nvSpPr>
        <p:spPr>
          <a:xfrm>
            <a:off x="501649" y="1674086"/>
            <a:ext cx="2712000" cy="1260000"/>
          </a:xfrm>
        </p:spPr>
        <p:txBody>
          <a:bodyPr lIns="0" tIns="0" rIns="0" bIns="0">
            <a:noAutofit/>
          </a:bodyPr>
          <a:lstStyle/>
          <a:p>
            <a:r>
              <a:rPr lang="en-US" noProof="0"/>
              <a:t>Click icon to add picture</a:t>
            </a:r>
          </a:p>
        </p:txBody>
      </p:sp>
      <p:sp>
        <p:nvSpPr>
          <p:cNvPr id="5" name="Picture Placeholder 6"/>
          <p:cNvSpPr>
            <a:spLocks noGrp="1"/>
          </p:cNvSpPr>
          <p:nvPr>
            <p:ph type="pic" sz="quarter" idx="14"/>
          </p:nvPr>
        </p:nvSpPr>
        <p:spPr>
          <a:xfrm>
            <a:off x="3327216" y="1674086"/>
            <a:ext cx="2712000" cy="1260000"/>
          </a:xfrm>
        </p:spPr>
        <p:txBody>
          <a:bodyPr lIns="0" tIns="0" rIns="0" bIns="0">
            <a:noAutofit/>
          </a:bodyPr>
          <a:lstStyle/>
          <a:p>
            <a:r>
              <a:rPr lang="en-US" noProof="0"/>
              <a:t>Click icon to add picture</a:t>
            </a:r>
          </a:p>
        </p:txBody>
      </p:sp>
      <p:sp>
        <p:nvSpPr>
          <p:cNvPr id="6" name="Picture Placeholder 6"/>
          <p:cNvSpPr>
            <a:spLocks noGrp="1"/>
          </p:cNvSpPr>
          <p:nvPr>
            <p:ph type="pic" sz="quarter" idx="15"/>
          </p:nvPr>
        </p:nvSpPr>
        <p:spPr>
          <a:xfrm>
            <a:off x="6152783" y="1674086"/>
            <a:ext cx="2712000" cy="1260000"/>
          </a:xfrm>
        </p:spPr>
        <p:txBody>
          <a:bodyPr lIns="0" tIns="0" rIns="0" bIns="0">
            <a:noAutofit/>
          </a:bodyPr>
          <a:lstStyle/>
          <a:p>
            <a:r>
              <a:rPr lang="en-US" noProof="0"/>
              <a:t>Click icon to add picture</a:t>
            </a:r>
          </a:p>
        </p:txBody>
      </p:sp>
      <p:sp>
        <p:nvSpPr>
          <p:cNvPr id="7" name="Picture Placeholder 6"/>
          <p:cNvSpPr>
            <a:spLocks noGrp="1"/>
          </p:cNvSpPr>
          <p:nvPr>
            <p:ph type="pic" sz="quarter" idx="16"/>
          </p:nvPr>
        </p:nvSpPr>
        <p:spPr>
          <a:xfrm>
            <a:off x="8978351" y="1674086"/>
            <a:ext cx="2712000" cy="1260000"/>
          </a:xfrm>
        </p:spPr>
        <p:txBody>
          <a:bodyPr lIns="0" tIns="0" rIns="0" bIns="0">
            <a:noAutofit/>
          </a:bodyPr>
          <a:lstStyle/>
          <a:p>
            <a:r>
              <a:rPr lang="en-US" noProof="0"/>
              <a:t>Click icon to add picture</a:t>
            </a:r>
          </a:p>
        </p:txBody>
      </p:sp>
      <p:sp>
        <p:nvSpPr>
          <p:cNvPr id="9" name="Text Placeholder 8"/>
          <p:cNvSpPr>
            <a:spLocks noGrp="1"/>
          </p:cNvSpPr>
          <p:nvPr>
            <p:ph type="body" sz="quarter" idx="17"/>
          </p:nvPr>
        </p:nvSpPr>
        <p:spPr>
          <a:xfrm>
            <a:off x="501650" y="3124200"/>
            <a:ext cx="2720468" cy="3257548"/>
          </a:xfrm>
        </p:spPr>
        <p:txBody>
          <a:bodyPr>
            <a:noAutofit/>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p:nvPr>
        </p:nvSpPr>
        <p:spPr>
          <a:xfrm>
            <a:off x="6149963" y="3120551"/>
            <a:ext cx="2712000" cy="3261199"/>
          </a:xfrm>
        </p:spPr>
        <p:txBody>
          <a:bodyPr>
            <a:noAutofit/>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9"/>
          </p:nvPr>
        </p:nvSpPr>
        <p:spPr>
          <a:xfrm>
            <a:off x="3330040" y="3124200"/>
            <a:ext cx="2712000" cy="3257549"/>
          </a:xfrm>
        </p:spPr>
        <p:txBody>
          <a:bodyPr>
            <a:noAutofit/>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 Placeholder 8"/>
          <p:cNvSpPr>
            <a:spLocks noGrp="1"/>
          </p:cNvSpPr>
          <p:nvPr>
            <p:ph type="body" sz="quarter" idx="20"/>
          </p:nvPr>
        </p:nvSpPr>
        <p:spPr>
          <a:xfrm>
            <a:off x="8993169" y="3108508"/>
            <a:ext cx="2697183" cy="3273240"/>
          </a:xfrm>
        </p:spPr>
        <p:txBody>
          <a:bodyPr>
            <a:noAutofit/>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 name="Text Placeholder 8">
            <a:extLst>
              <a:ext uri="{FF2B5EF4-FFF2-40B4-BE49-F238E27FC236}">
                <a16:creationId xmlns:a16="http://schemas.microsoft.com/office/drawing/2014/main" id="{CB36819A-C0CE-4CC8-96BE-D57C8135F44C}"/>
              </a:ext>
            </a:extLst>
          </p:cNvPr>
          <p:cNvSpPr>
            <a:spLocks noGrp="1"/>
          </p:cNvSpPr>
          <p:nvPr>
            <p:ph type="body" sz="quarter" idx="21"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17" name="Title Placeholder 1">
            <a:extLst>
              <a:ext uri="{FF2B5EF4-FFF2-40B4-BE49-F238E27FC236}">
                <a16:creationId xmlns:a16="http://schemas.microsoft.com/office/drawing/2014/main" id="{A14F8B0D-4D62-4988-B307-1BB6BBEEC11C}"/>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596959563"/>
      </p:ext>
    </p:extLst>
  </p:cSld>
  <p:clrMapOvr>
    <a:masterClrMapping/>
  </p:clrMapOvr>
  <p:transition>
    <p:fade/>
  </p:transition>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p:cSld name="Team profile 2">
    <p:spTree>
      <p:nvGrpSpPr>
        <p:cNvPr id="1" name=""/>
        <p:cNvGrpSpPr/>
        <p:nvPr/>
      </p:nvGrpSpPr>
      <p:grpSpPr>
        <a:xfrm>
          <a:off x="0" y="0"/>
          <a:ext cx="0" cy="0"/>
          <a:chOff x="0" y="0"/>
          <a:chExt cx="0" cy="0"/>
        </a:xfrm>
      </p:grpSpPr>
      <p:sp>
        <p:nvSpPr>
          <p:cNvPr id="4" name="Rectangle 3"/>
          <p:cNvSpPr/>
          <p:nvPr/>
        </p:nvSpPr>
        <p:spPr>
          <a:xfrm>
            <a:off x="504000" y="1672337"/>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a:solidFill>
                <a:schemeClr val="bg1"/>
              </a:solidFill>
            </a:endParaRPr>
          </a:p>
        </p:txBody>
      </p:sp>
      <p:sp>
        <p:nvSpPr>
          <p:cNvPr id="5" name="Rectangle 4"/>
          <p:cNvSpPr/>
          <p:nvPr/>
        </p:nvSpPr>
        <p:spPr>
          <a:xfrm>
            <a:off x="6224085" y="1665377"/>
            <a:ext cx="5475067"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a:solidFill>
                <a:schemeClr val="bg1"/>
              </a:solidFill>
            </a:endParaRPr>
          </a:p>
        </p:txBody>
      </p:sp>
      <p:sp>
        <p:nvSpPr>
          <p:cNvPr id="6" name="Rectangle 5"/>
          <p:cNvSpPr/>
          <p:nvPr/>
        </p:nvSpPr>
        <p:spPr>
          <a:xfrm>
            <a:off x="504000"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a:solidFill>
                <a:schemeClr val="bg1"/>
              </a:solidFill>
            </a:endParaRPr>
          </a:p>
        </p:txBody>
      </p:sp>
      <p:sp>
        <p:nvSpPr>
          <p:cNvPr id="7" name="Rectangle 6"/>
          <p:cNvSpPr/>
          <p:nvPr/>
        </p:nvSpPr>
        <p:spPr>
          <a:xfrm>
            <a:off x="6224085" y="4065173"/>
            <a:ext cx="547506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a:solidFill>
                <a:schemeClr val="bg1"/>
              </a:solidFill>
            </a:endParaRPr>
          </a:p>
        </p:txBody>
      </p:sp>
      <p:sp>
        <p:nvSpPr>
          <p:cNvPr id="8" name="Picture Placeholder 11"/>
          <p:cNvSpPr>
            <a:spLocks noGrp="1"/>
          </p:cNvSpPr>
          <p:nvPr>
            <p:ph type="pic" sz="quarter" idx="25"/>
          </p:nvPr>
        </p:nvSpPr>
        <p:spPr>
          <a:xfrm>
            <a:off x="504000" y="1845377"/>
            <a:ext cx="1968000" cy="1476000"/>
          </a:xfrm>
        </p:spPr>
        <p:txBody>
          <a:bodyPr/>
          <a:lstStyle>
            <a:lvl1pPr algn="ctr">
              <a:defRPr/>
            </a:lvl1pPr>
          </a:lstStyle>
          <a:p>
            <a:r>
              <a:rPr lang="en-US"/>
              <a:t>Click icon to add picture</a:t>
            </a:r>
            <a:endParaRPr lang="en-GB"/>
          </a:p>
        </p:txBody>
      </p:sp>
      <p:sp>
        <p:nvSpPr>
          <p:cNvPr id="9" name="Picture Placeholder 11"/>
          <p:cNvSpPr>
            <a:spLocks noGrp="1"/>
          </p:cNvSpPr>
          <p:nvPr>
            <p:ph type="pic" sz="quarter" idx="27"/>
          </p:nvPr>
        </p:nvSpPr>
        <p:spPr>
          <a:xfrm>
            <a:off x="6224085" y="1845377"/>
            <a:ext cx="1968000" cy="1476000"/>
          </a:xfrm>
        </p:spPr>
        <p:txBody>
          <a:bodyPr/>
          <a:lstStyle>
            <a:lvl1pPr algn="ctr">
              <a:defRPr/>
            </a:lvl1pPr>
          </a:lstStyle>
          <a:p>
            <a:r>
              <a:rPr lang="en-US"/>
              <a:t>Click icon to add picture</a:t>
            </a:r>
            <a:endParaRPr lang="en-GB"/>
          </a:p>
        </p:txBody>
      </p:sp>
      <p:sp>
        <p:nvSpPr>
          <p:cNvPr id="10" name="Picture Placeholder 11"/>
          <p:cNvSpPr>
            <a:spLocks noGrp="1"/>
          </p:cNvSpPr>
          <p:nvPr>
            <p:ph type="pic" sz="quarter" idx="29"/>
          </p:nvPr>
        </p:nvSpPr>
        <p:spPr>
          <a:xfrm>
            <a:off x="504000" y="4256213"/>
            <a:ext cx="1968000" cy="1476000"/>
          </a:xfrm>
        </p:spPr>
        <p:txBody>
          <a:bodyPr/>
          <a:lstStyle>
            <a:lvl1pPr algn="ctr">
              <a:defRPr/>
            </a:lvl1pPr>
          </a:lstStyle>
          <a:p>
            <a:r>
              <a:rPr lang="en-US"/>
              <a:t>Click icon to add picture</a:t>
            </a:r>
            <a:endParaRPr lang="en-GB"/>
          </a:p>
        </p:txBody>
      </p:sp>
      <p:sp>
        <p:nvSpPr>
          <p:cNvPr id="11" name="Picture Placeholder 11"/>
          <p:cNvSpPr>
            <a:spLocks noGrp="1"/>
          </p:cNvSpPr>
          <p:nvPr>
            <p:ph type="pic" sz="quarter" idx="31"/>
          </p:nvPr>
        </p:nvSpPr>
        <p:spPr>
          <a:xfrm>
            <a:off x="6224085" y="4256213"/>
            <a:ext cx="1968000" cy="1476000"/>
          </a:xfrm>
        </p:spPr>
        <p:txBody>
          <a:bodyPr/>
          <a:lstStyle>
            <a:lvl1pPr algn="ctr">
              <a:defRPr/>
            </a:lvl1pPr>
          </a:lstStyle>
          <a:p>
            <a:r>
              <a:rPr lang="en-US"/>
              <a:t>Click icon to add picture</a:t>
            </a:r>
            <a:endParaRPr lang="en-GB"/>
          </a:p>
        </p:txBody>
      </p:sp>
      <p:sp>
        <p:nvSpPr>
          <p:cNvPr id="13" name="Text Placeholder 12"/>
          <p:cNvSpPr>
            <a:spLocks noGrp="1"/>
          </p:cNvSpPr>
          <p:nvPr>
            <p:ph type="body" sz="quarter" idx="32"/>
          </p:nvPr>
        </p:nvSpPr>
        <p:spPr>
          <a:xfrm>
            <a:off x="2683483" y="1845377"/>
            <a:ext cx="3288000" cy="1944000"/>
          </a:xfrm>
        </p:spPr>
        <p:txBody>
          <a:bodyPr>
            <a:noAutofit/>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4" name="Text Placeholder 12"/>
          <p:cNvSpPr>
            <a:spLocks noGrp="1"/>
          </p:cNvSpPr>
          <p:nvPr>
            <p:ph type="body" sz="quarter" idx="33"/>
          </p:nvPr>
        </p:nvSpPr>
        <p:spPr>
          <a:xfrm>
            <a:off x="8396560" y="1845377"/>
            <a:ext cx="3302592" cy="1944000"/>
          </a:xfrm>
        </p:spPr>
        <p:txBody>
          <a:bodyPr>
            <a:noAutofit/>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5" name="Text Placeholder 12"/>
          <p:cNvSpPr>
            <a:spLocks noGrp="1"/>
          </p:cNvSpPr>
          <p:nvPr>
            <p:ph type="body" sz="quarter" idx="34"/>
          </p:nvPr>
        </p:nvSpPr>
        <p:spPr>
          <a:xfrm>
            <a:off x="2683483" y="4256213"/>
            <a:ext cx="3288000" cy="1944000"/>
          </a:xfrm>
        </p:spPr>
        <p:txBody>
          <a:bodyPr>
            <a:noAutofit/>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6" name="Text Placeholder 12"/>
          <p:cNvSpPr>
            <a:spLocks noGrp="1"/>
          </p:cNvSpPr>
          <p:nvPr>
            <p:ph type="body" sz="quarter" idx="35"/>
          </p:nvPr>
        </p:nvSpPr>
        <p:spPr>
          <a:xfrm>
            <a:off x="8396560" y="4256213"/>
            <a:ext cx="3302592" cy="1944000"/>
          </a:xfrm>
        </p:spPr>
        <p:txBody>
          <a:bodyPr>
            <a:noAutofit/>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8" name="Rectangle 17">
            <a:extLst>
              <a:ext uri="{FF2B5EF4-FFF2-40B4-BE49-F238E27FC236}">
                <a16:creationId xmlns:a16="http://schemas.microsoft.com/office/drawing/2014/main" id="{12753468-486C-4E44-B97B-3442F4990D23}"/>
              </a:ext>
            </a:extLst>
          </p:cNvPr>
          <p:cNvSpPr/>
          <p:nvPr/>
        </p:nvSpPr>
        <p:spPr>
          <a:xfrm>
            <a:off x="476780" y="1669027"/>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19" name="Rectangle 18">
            <a:extLst>
              <a:ext uri="{FF2B5EF4-FFF2-40B4-BE49-F238E27FC236}">
                <a16:creationId xmlns:a16="http://schemas.microsoft.com/office/drawing/2014/main" id="{B44C2095-0900-4569-A109-645CF4777A8D}"/>
              </a:ext>
            </a:extLst>
          </p:cNvPr>
          <p:cNvSpPr/>
          <p:nvPr/>
        </p:nvSpPr>
        <p:spPr>
          <a:xfrm>
            <a:off x="6184900" y="1669027"/>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20" name="Rectangle 19">
            <a:extLst>
              <a:ext uri="{FF2B5EF4-FFF2-40B4-BE49-F238E27FC236}">
                <a16:creationId xmlns:a16="http://schemas.microsoft.com/office/drawing/2014/main" id="{448A3CDF-F5A1-44AC-9648-5A3D0461AB03}"/>
              </a:ext>
            </a:extLst>
          </p:cNvPr>
          <p:cNvSpPr/>
          <p:nvPr/>
        </p:nvSpPr>
        <p:spPr>
          <a:xfrm>
            <a:off x="469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21" name="Rectangle 20">
            <a:extLst>
              <a:ext uri="{FF2B5EF4-FFF2-40B4-BE49-F238E27FC236}">
                <a16:creationId xmlns:a16="http://schemas.microsoft.com/office/drawing/2014/main" id="{D8A9EEEA-4AE4-43FE-9262-BC961D83A4C2}"/>
              </a:ext>
            </a:extLst>
          </p:cNvPr>
          <p:cNvSpPr/>
          <p:nvPr/>
        </p:nvSpPr>
        <p:spPr>
          <a:xfrm>
            <a:off x="6184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22" name="Text Placeholder 8">
            <a:extLst>
              <a:ext uri="{FF2B5EF4-FFF2-40B4-BE49-F238E27FC236}">
                <a16:creationId xmlns:a16="http://schemas.microsoft.com/office/drawing/2014/main" id="{E14920E0-BAB9-44E6-A33A-5F4B6E751C0E}"/>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23" name="Title Placeholder 1">
            <a:extLst>
              <a:ext uri="{FF2B5EF4-FFF2-40B4-BE49-F238E27FC236}">
                <a16:creationId xmlns:a16="http://schemas.microsoft.com/office/drawing/2014/main" id="{B186F496-8F3D-4D1B-850D-31517B35E6F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3992795655"/>
      </p:ext>
    </p:extLst>
  </p:cSld>
  <p:clrMapOvr>
    <a:masterClrMapping/>
  </p:clrMapOvr>
  <p:transition>
    <p:fade/>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p:cSld name="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12874" y="1857892"/>
            <a:ext cx="5466824" cy="1695450"/>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2"/>
            <a:ext cx="5444156" cy="1695450"/>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Rectangle 3"/>
          <p:cNvSpPr/>
          <p:nvPr/>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a:solidFill>
                <a:schemeClr val="bg1"/>
              </a:solidFill>
            </a:endParaRPr>
          </a:p>
        </p:txBody>
      </p:sp>
      <p:sp>
        <p:nvSpPr>
          <p:cNvPr id="5" name="Rectangle 4"/>
          <p:cNvSpPr/>
          <p:nvPr/>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a:solidFill>
                <a:schemeClr val="bg1"/>
              </a:solidFill>
            </a:endParaRPr>
          </a:p>
        </p:txBody>
      </p:sp>
      <p:sp>
        <p:nvSpPr>
          <p:cNvPr id="6" name="Picture Placeholder 29"/>
          <p:cNvSpPr>
            <a:spLocks noGrp="1"/>
          </p:cNvSpPr>
          <p:nvPr>
            <p:ph type="pic" sz="quarter" idx="19" hasCustomPrompt="1"/>
          </p:nvPr>
        </p:nvSpPr>
        <p:spPr>
          <a:xfrm>
            <a:off x="4769491" y="1857892"/>
            <a:ext cx="1210207"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a:solidFill>
                  <a:schemeClr val="bg1"/>
                </a:solidFill>
              </a:rPr>
              <a:t>Co-brand</a:t>
            </a:r>
            <a:br>
              <a:rPr lang="en-US" sz="1200" noProof="0">
                <a:solidFill>
                  <a:schemeClr val="bg1"/>
                </a:solidFill>
              </a:rPr>
            </a:br>
            <a:r>
              <a:rPr lang="en-US" sz="1200" noProof="0">
                <a:solidFill>
                  <a:schemeClr val="bg1"/>
                </a:solidFill>
              </a:rPr>
              <a:t>Logo</a:t>
            </a:r>
          </a:p>
          <a:p>
            <a:endParaRPr lang="en-US" noProof="0"/>
          </a:p>
        </p:txBody>
      </p:sp>
      <p:sp>
        <p:nvSpPr>
          <p:cNvPr id="7" name="Picture Placeholder 29"/>
          <p:cNvSpPr>
            <a:spLocks noGrp="1"/>
          </p:cNvSpPr>
          <p:nvPr>
            <p:ph type="pic" sz="quarter" idx="20" hasCustomPrompt="1"/>
          </p:nvPr>
        </p:nvSpPr>
        <p:spPr>
          <a:xfrm>
            <a:off x="10446190" y="1857892"/>
            <a:ext cx="124416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a:solidFill>
                  <a:schemeClr val="bg1"/>
                </a:solidFill>
              </a:rPr>
              <a:t>Co-brand</a:t>
            </a:r>
            <a:br>
              <a:rPr lang="en-US" sz="1200" noProof="0">
                <a:solidFill>
                  <a:schemeClr val="bg1"/>
                </a:solidFill>
              </a:rPr>
            </a:br>
            <a:r>
              <a:rPr lang="en-US" sz="1200" noProof="0">
                <a:solidFill>
                  <a:schemeClr val="bg1"/>
                </a:solidFill>
              </a:rPr>
              <a:t>Logo</a:t>
            </a:r>
          </a:p>
          <a:p>
            <a:endParaRPr lang="en-US" noProof="0"/>
          </a:p>
        </p:txBody>
      </p:sp>
      <p:sp>
        <p:nvSpPr>
          <p:cNvPr id="10" name="Rectangle 9">
            <a:extLst>
              <a:ext uri="{FF2B5EF4-FFF2-40B4-BE49-F238E27FC236}">
                <a16:creationId xmlns:a16="http://schemas.microsoft.com/office/drawing/2014/main" id="{283703CC-2625-4A3C-9057-35BB359C858C}"/>
              </a:ext>
            </a:extLst>
          </p:cNvPr>
          <p:cNvSpPr/>
          <p:nvPr/>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a:solidFill>
                <a:schemeClr val="bg1"/>
              </a:solidFill>
            </a:endParaRPr>
          </a:p>
        </p:txBody>
      </p:sp>
      <p:sp>
        <p:nvSpPr>
          <p:cNvPr id="11" name="Rectangle 10">
            <a:extLst>
              <a:ext uri="{FF2B5EF4-FFF2-40B4-BE49-F238E27FC236}">
                <a16:creationId xmlns:a16="http://schemas.microsoft.com/office/drawing/2014/main" id="{6497003E-0D5A-4199-A9D0-BFB3CBF4A0D4}"/>
              </a:ext>
            </a:extLst>
          </p:cNvPr>
          <p:cNvSpPr/>
          <p:nvPr/>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a:solidFill>
                <a:schemeClr val="bg1"/>
              </a:solidFill>
            </a:endParaRPr>
          </a:p>
        </p:txBody>
      </p:sp>
      <p:sp>
        <p:nvSpPr>
          <p:cNvPr id="12" name="Text Placeholder 8">
            <a:extLst>
              <a:ext uri="{FF2B5EF4-FFF2-40B4-BE49-F238E27FC236}">
                <a16:creationId xmlns:a16="http://schemas.microsoft.com/office/drawing/2014/main" id="{4074C3BE-314B-470C-927B-DBC4A457D923}"/>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13" name="Title Placeholder 1">
            <a:extLst>
              <a:ext uri="{FF2B5EF4-FFF2-40B4-BE49-F238E27FC236}">
                <a16:creationId xmlns:a16="http://schemas.microsoft.com/office/drawing/2014/main" id="{E8EE9A28-CEAF-410C-B504-E930E2347F5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3433687523"/>
      </p:ext>
    </p:extLst>
  </p:cSld>
  <p:clrMapOvr>
    <a:masterClrMapping/>
  </p:clrMapOvr>
  <p:transition>
    <p:fade/>
  </p:transition>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p:cSld name="Qualifications 2 x 2">
    <p:spTree>
      <p:nvGrpSpPr>
        <p:cNvPr id="1" name=""/>
        <p:cNvGrpSpPr/>
        <p:nvPr/>
      </p:nvGrpSpPr>
      <p:grpSpPr>
        <a:xfrm>
          <a:off x="0" y="0"/>
          <a:ext cx="0" cy="0"/>
          <a:chOff x="0" y="0"/>
          <a:chExt cx="0" cy="0"/>
        </a:xfrm>
      </p:grpSpPr>
      <p:sp>
        <p:nvSpPr>
          <p:cNvPr id="4" name="Rectangle 3"/>
          <p:cNvSpPr/>
          <p:nvPr/>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a:solidFill>
                <a:schemeClr val="bg1"/>
              </a:solidFill>
            </a:endParaRPr>
          </a:p>
        </p:txBody>
      </p:sp>
      <p:sp>
        <p:nvSpPr>
          <p:cNvPr id="5" name="Rectangle 4"/>
          <p:cNvSpPr/>
          <p:nvPr/>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a:solidFill>
                <a:schemeClr val="bg1"/>
              </a:solidFill>
            </a:endParaRPr>
          </a:p>
        </p:txBody>
      </p:sp>
      <p:sp>
        <p:nvSpPr>
          <p:cNvPr id="7" name="Picture Placeholder 29"/>
          <p:cNvSpPr>
            <a:spLocks noGrp="1"/>
          </p:cNvSpPr>
          <p:nvPr>
            <p:ph type="pic" sz="quarter" idx="20" hasCustomPrompt="1"/>
          </p:nvPr>
        </p:nvSpPr>
        <p:spPr>
          <a:xfrm>
            <a:off x="10456702" y="1857892"/>
            <a:ext cx="124416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a:solidFill>
                  <a:schemeClr val="bg1"/>
                </a:solidFill>
              </a:rPr>
              <a:t>Co-brand</a:t>
            </a:r>
            <a:br>
              <a:rPr lang="en-US" sz="1200">
                <a:solidFill>
                  <a:schemeClr val="bg1"/>
                </a:solidFill>
              </a:rPr>
            </a:br>
            <a:r>
              <a:rPr lang="en-US" sz="1200">
                <a:solidFill>
                  <a:schemeClr val="bg1"/>
                </a:solidFill>
              </a:rPr>
              <a:t>Logo</a:t>
            </a:r>
          </a:p>
          <a:p>
            <a:endParaRPr lang="en-GB"/>
          </a:p>
        </p:txBody>
      </p:sp>
      <p:sp>
        <p:nvSpPr>
          <p:cNvPr id="12" name="Rectangle 11"/>
          <p:cNvSpPr/>
          <p:nvPr/>
        </p:nvSpPr>
        <p:spPr>
          <a:xfrm>
            <a:off x="504001" y="4103518"/>
            <a:ext cx="546894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a:solidFill>
                <a:schemeClr val="bg1"/>
              </a:solidFill>
            </a:endParaRPr>
          </a:p>
        </p:txBody>
      </p:sp>
      <p:sp>
        <p:nvSpPr>
          <p:cNvPr id="13" name="Rectangle 12"/>
          <p:cNvSpPr/>
          <p:nvPr/>
        </p:nvSpPr>
        <p:spPr>
          <a:xfrm>
            <a:off x="6246194"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a:solidFill>
                <a:schemeClr val="bg1"/>
              </a:solidFill>
            </a:endParaRPr>
          </a:p>
        </p:txBody>
      </p:sp>
      <p:sp>
        <p:nvSpPr>
          <p:cNvPr id="14" name="Picture Placeholder 29"/>
          <p:cNvSpPr>
            <a:spLocks noGrp="1"/>
          </p:cNvSpPr>
          <p:nvPr>
            <p:ph type="pic" sz="quarter" idx="24" hasCustomPrompt="1"/>
          </p:nvPr>
        </p:nvSpPr>
        <p:spPr>
          <a:xfrm>
            <a:off x="4754494" y="4249682"/>
            <a:ext cx="123938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a:solidFill>
                  <a:schemeClr val="bg1"/>
                </a:solidFill>
              </a:rPr>
              <a:t>Co-brand</a:t>
            </a:r>
            <a:br>
              <a:rPr lang="en-US" sz="1200">
                <a:solidFill>
                  <a:schemeClr val="bg1"/>
                </a:solidFill>
              </a:rPr>
            </a:br>
            <a:r>
              <a:rPr lang="en-US" sz="1200">
                <a:solidFill>
                  <a:schemeClr val="bg1"/>
                </a:solidFill>
              </a:rPr>
              <a:t>Logo</a:t>
            </a:r>
          </a:p>
          <a:p>
            <a:endParaRPr lang="en-GB"/>
          </a:p>
        </p:txBody>
      </p:sp>
      <p:sp>
        <p:nvSpPr>
          <p:cNvPr id="15" name="Picture Placeholder 29"/>
          <p:cNvSpPr>
            <a:spLocks noGrp="1"/>
          </p:cNvSpPr>
          <p:nvPr>
            <p:ph type="pic" sz="quarter" idx="25" hasCustomPrompt="1"/>
          </p:nvPr>
        </p:nvSpPr>
        <p:spPr>
          <a:xfrm>
            <a:off x="10454993" y="4249682"/>
            <a:ext cx="1244160"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a:solidFill>
                  <a:schemeClr val="bg1"/>
                </a:solidFill>
              </a:rPr>
              <a:t>Co-brand</a:t>
            </a:r>
            <a:br>
              <a:rPr lang="en-US" sz="1200">
                <a:solidFill>
                  <a:schemeClr val="bg1"/>
                </a:solidFill>
              </a:rPr>
            </a:br>
            <a:r>
              <a:rPr lang="en-US" sz="1200">
                <a:solidFill>
                  <a:schemeClr val="bg1"/>
                </a:solidFill>
              </a:rPr>
              <a:t>Logo</a:t>
            </a:r>
          </a:p>
          <a:p>
            <a:endParaRPr lang="en-GB"/>
          </a:p>
        </p:txBody>
      </p:sp>
      <p:sp>
        <p:nvSpPr>
          <p:cNvPr id="17" name="Picture Placeholder 29"/>
          <p:cNvSpPr>
            <a:spLocks noGrp="1"/>
          </p:cNvSpPr>
          <p:nvPr>
            <p:ph type="pic" sz="quarter" idx="19" hasCustomPrompt="1"/>
          </p:nvPr>
        </p:nvSpPr>
        <p:spPr>
          <a:xfrm>
            <a:off x="4769491" y="1857892"/>
            <a:ext cx="1210207"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a:solidFill>
                  <a:schemeClr val="bg1"/>
                </a:solidFill>
              </a:rPr>
              <a:t>Co-brand</a:t>
            </a:r>
            <a:br>
              <a:rPr lang="en-US" sz="1200">
                <a:solidFill>
                  <a:schemeClr val="bg1"/>
                </a:solidFill>
              </a:rPr>
            </a:br>
            <a:r>
              <a:rPr lang="en-US" sz="1200">
                <a:solidFill>
                  <a:schemeClr val="bg1"/>
                </a:solidFill>
              </a:rPr>
              <a:t>Logo</a:t>
            </a:r>
          </a:p>
          <a:p>
            <a:endParaRPr lang="en-GB"/>
          </a:p>
        </p:txBody>
      </p:sp>
      <p:sp>
        <p:nvSpPr>
          <p:cNvPr id="18" name="Rectangle 17">
            <a:extLst>
              <a:ext uri="{FF2B5EF4-FFF2-40B4-BE49-F238E27FC236}">
                <a16:creationId xmlns:a16="http://schemas.microsoft.com/office/drawing/2014/main" id="{A32462FA-7D20-4E6B-9335-5F0CC56925D0}"/>
              </a:ext>
            </a:extLst>
          </p:cNvPr>
          <p:cNvSpPr/>
          <p:nvPr/>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a:solidFill>
                <a:schemeClr val="bg1"/>
              </a:solidFill>
            </a:endParaRPr>
          </a:p>
        </p:txBody>
      </p:sp>
      <p:sp>
        <p:nvSpPr>
          <p:cNvPr id="19" name="Rectangle 18">
            <a:extLst>
              <a:ext uri="{FF2B5EF4-FFF2-40B4-BE49-F238E27FC236}">
                <a16:creationId xmlns:a16="http://schemas.microsoft.com/office/drawing/2014/main" id="{E5AF616D-3F67-4FD6-BC16-ABC13A0ACA22}"/>
              </a:ext>
            </a:extLst>
          </p:cNvPr>
          <p:cNvSpPr/>
          <p:nvPr/>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a:solidFill>
                <a:schemeClr val="bg1"/>
              </a:solidFill>
            </a:endParaRPr>
          </a:p>
        </p:txBody>
      </p:sp>
      <p:sp>
        <p:nvSpPr>
          <p:cNvPr id="20" name="Rectangle 19">
            <a:extLst>
              <a:ext uri="{FF2B5EF4-FFF2-40B4-BE49-F238E27FC236}">
                <a16:creationId xmlns:a16="http://schemas.microsoft.com/office/drawing/2014/main" id="{01986DCA-1B97-4EC9-A852-97E5340E26DC}"/>
              </a:ext>
            </a:extLst>
          </p:cNvPr>
          <p:cNvSpPr/>
          <p:nvPr/>
        </p:nvSpPr>
        <p:spPr>
          <a:xfrm>
            <a:off x="469899"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a:solidFill>
                <a:schemeClr val="bg1"/>
              </a:solidFill>
            </a:endParaRPr>
          </a:p>
        </p:txBody>
      </p:sp>
      <p:sp>
        <p:nvSpPr>
          <p:cNvPr id="21" name="Rectangle 20">
            <a:extLst>
              <a:ext uri="{FF2B5EF4-FFF2-40B4-BE49-F238E27FC236}">
                <a16:creationId xmlns:a16="http://schemas.microsoft.com/office/drawing/2014/main" id="{421E9D44-54F1-4CE7-8FDF-78DC08D29E3F}"/>
              </a:ext>
            </a:extLst>
          </p:cNvPr>
          <p:cNvSpPr/>
          <p:nvPr/>
        </p:nvSpPr>
        <p:spPr>
          <a:xfrm>
            <a:off x="6167796"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a:solidFill>
                <a:schemeClr val="bg1"/>
              </a:solidFill>
            </a:endParaRPr>
          </a:p>
        </p:txBody>
      </p:sp>
      <p:sp>
        <p:nvSpPr>
          <p:cNvPr id="22" name="Text Placeholder 8">
            <a:extLst>
              <a:ext uri="{FF2B5EF4-FFF2-40B4-BE49-F238E27FC236}">
                <a16:creationId xmlns:a16="http://schemas.microsoft.com/office/drawing/2014/main" id="{3CAAD7DA-8C87-4BD9-82C1-81D09B5A7A7B}"/>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23" name="Title Placeholder 1">
            <a:extLst>
              <a:ext uri="{FF2B5EF4-FFF2-40B4-BE49-F238E27FC236}">
                <a16:creationId xmlns:a16="http://schemas.microsoft.com/office/drawing/2014/main" id="{9957D34C-FCB8-47FD-97FA-BF6A4F7FEC37}"/>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
        <p:nvSpPr>
          <p:cNvPr id="24" name="Text Placeholder 8">
            <a:extLst>
              <a:ext uri="{FF2B5EF4-FFF2-40B4-BE49-F238E27FC236}">
                <a16:creationId xmlns:a16="http://schemas.microsoft.com/office/drawing/2014/main" id="{DE12908D-2FA0-48AB-B2FF-08FF43357198}"/>
              </a:ext>
            </a:extLst>
          </p:cNvPr>
          <p:cNvSpPr>
            <a:spLocks noGrp="1"/>
          </p:cNvSpPr>
          <p:nvPr>
            <p:ph type="body" sz="quarter" idx="17"/>
          </p:nvPr>
        </p:nvSpPr>
        <p:spPr>
          <a:xfrm>
            <a:off x="512874" y="1857892"/>
            <a:ext cx="5466824" cy="1695450"/>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5" name="Text Placeholder 8">
            <a:extLst>
              <a:ext uri="{FF2B5EF4-FFF2-40B4-BE49-F238E27FC236}">
                <a16:creationId xmlns:a16="http://schemas.microsoft.com/office/drawing/2014/main" id="{8DB1A9EF-276C-4FE9-B33D-E2267D9DB46B}"/>
              </a:ext>
            </a:extLst>
          </p:cNvPr>
          <p:cNvSpPr>
            <a:spLocks noGrp="1"/>
          </p:cNvSpPr>
          <p:nvPr>
            <p:ph type="body" sz="quarter" idx="26"/>
          </p:nvPr>
        </p:nvSpPr>
        <p:spPr>
          <a:xfrm>
            <a:off x="6246194" y="1857892"/>
            <a:ext cx="5466824" cy="1695450"/>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6" name="Text Placeholder 8">
            <a:extLst>
              <a:ext uri="{FF2B5EF4-FFF2-40B4-BE49-F238E27FC236}">
                <a16:creationId xmlns:a16="http://schemas.microsoft.com/office/drawing/2014/main" id="{C2A7C1E0-8314-4B78-902A-0828B984B279}"/>
              </a:ext>
            </a:extLst>
          </p:cNvPr>
          <p:cNvSpPr>
            <a:spLocks noGrp="1"/>
          </p:cNvSpPr>
          <p:nvPr>
            <p:ph type="body" sz="quarter" idx="27"/>
          </p:nvPr>
        </p:nvSpPr>
        <p:spPr>
          <a:xfrm>
            <a:off x="537297" y="4249681"/>
            <a:ext cx="5466824" cy="1695450"/>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7" name="Text Placeholder 8">
            <a:extLst>
              <a:ext uri="{FF2B5EF4-FFF2-40B4-BE49-F238E27FC236}">
                <a16:creationId xmlns:a16="http://schemas.microsoft.com/office/drawing/2014/main" id="{9057B8DE-1E5B-4E78-8FC1-456B14A880F7}"/>
              </a:ext>
            </a:extLst>
          </p:cNvPr>
          <p:cNvSpPr>
            <a:spLocks noGrp="1"/>
          </p:cNvSpPr>
          <p:nvPr>
            <p:ph type="body" sz="quarter" idx="28"/>
          </p:nvPr>
        </p:nvSpPr>
        <p:spPr>
          <a:xfrm>
            <a:off x="6246194" y="4249681"/>
            <a:ext cx="5466824" cy="1695450"/>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179719464"/>
      </p:ext>
    </p:extLst>
  </p:cSld>
  <p:clrMapOvr>
    <a:masterClrMapping/>
  </p:clrMapOvr>
  <p:transition>
    <p:fade/>
  </p:transition>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p:cSld name="3 column green line">
    <p:spTree>
      <p:nvGrpSpPr>
        <p:cNvPr id="1" name=""/>
        <p:cNvGrpSpPr/>
        <p:nvPr/>
      </p:nvGrpSpPr>
      <p:grpSpPr>
        <a:xfrm>
          <a:off x="0" y="0"/>
          <a:ext cx="0" cy="0"/>
          <a:chOff x="0" y="0"/>
          <a:chExt cx="0" cy="0"/>
        </a:xfrm>
      </p:grpSpPr>
      <p:sp>
        <p:nvSpPr>
          <p:cNvPr id="4" name="Rectangle 3"/>
          <p:cNvSpPr/>
          <p:nvPr/>
        </p:nvSpPr>
        <p:spPr>
          <a:xfrm>
            <a:off x="4320000"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5" name="Rectangle 4"/>
          <p:cNvSpPr/>
          <p:nvPr/>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6" name="Rectangle 5"/>
          <p:cNvSpPr/>
          <p:nvPr/>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1" name="Rectangle 10">
            <a:extLst>
              <a:ext uri="{FF2B5EF4-FFF2-40B4-BE49-F238E27FC236}">
                <a16:creationId xmlns:a16="http://schemas.microsoft.com/office/drawing/2014/main" id="{BCD5B122-EABE-4ECA-819A-54D0AA2130F9}"/>
              </a:ext>
            </a:extLst>
          </p:cNvPr>
          <p:cNvSpPr/>
          <p:nvPr/>
        </p:nvSpPr>
        <p:spPr>
          <a:xfrm>
            <a:off x="4278313"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12" name="Rectangle 11">
            <a:extLst>
              <a:ext uri="{FF2B5EF4-FFF2-40B4-BE49-F238E27FC236}">
                <a16:creationId xmlns:a16="http://schemas.microsoft.com/office/drawing/2014/main" id="{3FF78E2E-2B9E-4E32-8A54-BC55293CD3C9}"/>
              </a:ext>
            </a:extLst>
          </p:cNvPr>
          <p:cNvSpPr/>
          <p:nvPr/>
        </p:nvSpPr>
        <p:spPr>
          <a:xfrm>
            <a:off x="469900"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13" name="Rectangle 12">
            <a:extLst>
              <a:ext uri="{FF2B5EF4-FFF2-40B4-BE49-F238E27FC236}">
                <a16:creationId xmlns:a16="http://schemas.microsoft.com/office/drawing/2014/main" id="{6B0F314D-E019-4AD3-B954-818463FF0B9D}"/>
              </a:ext>
            </a:extLst>
          </p:cNvPr>
          <p:cNvSpPr/>
          <p:nvPr/>
        </p:nvSpPr>
        <p:spPr>
          <a:xfrm>
            <a:off x="8104176"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16" name="Text Placeholder 8">
            <a:extLst>
              <a:ext uri="{FF2B5EF4-FFF2-40B4-BE49-F238E27FC236}">
                <a16:creationId xmlns:a16="http://schemas.microsoft.com/office/drawing/2014/main" id="{E69DF469-1C05-4DC1-B6C9-2712D9E1B834}"/>
              </a:ext>
            </a:extLst>
          </p:cNvPr>
          <p:cNvSpPr>
            <a:spLocks noGrp="1"/>
          </p:cNvSpPr>
          <p:nvPr>
            <p:ph type="body" sz="quarter" idx="21"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17" name="Title Placeholder 1">
            <a:extLst>
              <a:ext uri="{FF2B5EF4-FFF2-40B4-BE49-F238E27FC236}">
                <a16:creationId xmlns:a16="http://schemas.microsoft.com/office/drawing/2014/main" id="{77DBFC5B-8E23-48FC-97C3-38FCFE62536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
        <p:nvSpPr>
          <p:cNvPr id="14" name="Text Placeholder 8">
            <a:extLst>
              <a:ext uri="{FF2B5EF4-FFF2-40B4-BE49-F238E27FC236}">
                <a16:creationId xmlns:a16="http://schemas.microsoft.com/office/drawing/2014/main" id="{F739EC70-7463-4AC3-840B-4FCA6DF39734}"/>
              </a:ext>
            </a:extLst>
          </p:cNvPr>
          <p:cNvSpPr>
            <a:spLocks noGrp="1"/>
          </p:cNvSpPr>
          <p:nvPr>
            <p:ph type="body" sz="quarter" idx="22"/>
          </p:nvPr>
        </p:nvSpPr>
        <p:spPr>
          <a:xfrm>
            <a:off x="512874" y="1857891"/>
            <a:ext cx="3584464" cy="3839303"/>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8">
            <a:extLst>
              <a:ext uri="{FF2B5EF4-FFF2-40B4-BE49-F238E27FC236}">
                <a16:creationId xmlns:a16="http://schemas.microsoft.com/office/drawing/2014/main" id="{A85F1297-532C-478B-8C8C-A7A406ADF2C4}"/>
              </a:ext>
            </a:extLst>
          </p:cNvPr>
          <p:cNvSpPr>
            <a:spLocks noGrp="1"/>
          </p:cNvSpPr>
          <p:nvPr>
            <p:ph type="body" sz="quarter" idx="23"/>
          </p:nvPr>
        </p:nvSpPr>
        <p:spPr>
          <a:xfrm>
            <a:off x="4325938" y="1861481"/>
            <a:ext cx="3584464" cy="3839303"/>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8" name="Text Placeholder 8">
            <a:extLst>
              <a:ext uri="{FF2B5EF4-FFF2-40B4-BE49-F238E27FC236}">
                <a16:creationId xmlns:a16="http://schemas.microsoft.com/office/drawing/2014/main" id="{72E6BFE1-0779-4417-985A-E1020673A1FF}"/>
              </a:ext>
            </a:extLst>
          </p:cNvPr>
          <p:cNvSpPr>
            <a:spLocks noGrp="1"/>
          </p:cNvSpPr>
          <p:nvPr>
            <p:ph type="body" sz="quarter" idx="24"/>
          </p:nvPr>
        </p:nvSpPr>
        <p:spPr>
          <a:xfrm>
            <a:off x="8148737" y="1857890"/>
            <a:ext cx="3584464" cy="3839303"/>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610295130"/>
      </p:ext>
    </p:extLst>
  </p:cSld>
  <p:clrMapOvr>
    <a:masterClrMapping/>
  </p:clrMapOvr>
  <p:transition>
    <p:fade/>
  </p:transition>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p:cSld name="3 picture and text">
    <p:spTree>
      <p:nvGrpSpPr>
        <p:cNvPr id="1" name=""/>
        <p:cNvGrpSpPr/>
        <p:nvPr/>
      </p:nvGrpSpPr>
      <p:grpSpPr>
        <a:xfrm>
          <a:off x="0" y="0"/>
          <a:ext cx="0" cy="0"/>
          <a:chOff x="0" y="0"/>
          <a:chExt cx="0" cy="0"/>
        </a:xfrm>
      </p:grpSpPr>
      <p:sp>
        <p:nvSpPr>
          <p:cNvPr id="4" name="Picture Placeholder 7"/>
          <p:cNvSpPr>
            <a:spLocks noGrp="1"/>
          </p:cNvSpPr>
          <p:nvPr>
            <p:ph type="pic" sz="quarter" idx="13"/>
          </p:nvPr>
        </p:nvSpPr>
        <p:spPr>
          <a:xfrm>
            <a:off x="501651" y="1674087"/>
            <a:ext cx="3695700" cy="1971675"/>
          </a:xfrm>
        </p:spPr>
        <p:txBody>
          <a:bodyPr/>
          <a:lstStyle/>
          <a:p>
            <a:r>
              <a:rPr lang="en-US" noProof="0"/>
              <a:t>Click icon to add picture</a:t>
            </a:r>
          </a:p>
        </p:txBody>
      </p:sp>
      <p:sp>
        <p:nvSpPr>
          <p:cNvPr id="5" name="Picture Placeholder 7"/>
          <p:cNvSpPr>
            <a:spLocks noGrp="1"/>
          </p:cNvSpPr>
          <p:nvPr>
            <p:ph type="pic" sz="quarter" idx="14"/>
          </p:nvPr>
        </p:nvSpPr>
        <p:spPr>
          <a:xfrm>
            <a:off x="8006398" y="1674087"/>
            <a:ext cx="3683953" cy="1971675"/>
          </a:xfrm>
        </p:spPr>
        <p:txBody>
          <a:bodyPr/>
          <a:lstStyle/>
          <a:p>
            <a:r>
              <a:rPr lang="en-US" noProof="0"/>
              <a:t>Click icon to add picture</a:t>
            </a:r>
          </a:p>
        </p:txBody>
      </p:sp>
      <p:sp>
        <p:nvSpPr>
          <p:cNvPr id="6" name="Picture Placeholder 7"/>
          <p:cNvSpPr>
            <a:spLocks noGrp="1"/>
          </p:cNvSpPr>
          <p:nvPr>
            <p:ph type="pic" sz="quarter" idx="15"/>
          </p:nvPr>
        </p:nvSpPr>
        <p:spPr>
          <a:xfrm>
            <a:off x="4273075" y="1674087"/>
            <a:ext cx="3657600" cy="1971675"/>
          </a:xfrm>
        </p:spPr>
        <p:txBody>
          <a:bodyPr/>
          <a:lstStyle/>
          <a:p>
            <a:r>
              <a:rPr lang="en-US" noProof="0"/>
              <a:t>Click icon to add picture</a:t>
            </a:r>
          </a:p>
        </p:txBody>
      </p:sp>
      <p:sp>
        <p:nvSpPr>
          <p:cNvPr id="9" name="Text Placeholder 18"/>
          <p:cNvSpPr>
            <a:spLocks noGrp="1"/>
          </p:cNvSpPr>
          <p:nvPr>
            <p:ph idx="1"/>
          </p:nvPr>
        </p:nvSpPr>
        <p:spPr>
          <a:xfrm>
            <a:off x="501651" y="3832225"/>
            <a:ext cx="3683949" cy="2095200"/>
          </a:xfrm>
          <a:prstGeom prst="rect">
            <a:avLst/>
          </a:prstGeom>
        </p:spPr>
        <p:txBody>
          <a:bodyPr vert="horz" lIns="0" tIns="0" rIns="0" bIns="0" rtlCol="0">
            <a:noAutofit/>
          </a:bodyPr>
          <a:lstStyle>
            <a:lvl1pPr marL="0" indent="0" algn="l">
              <a:buFontTx/>
              <a:buNone/>
              <a:defRPr/>
            </a:lvl1pPr>
            <a:lvl2pPr marL="139700" indent="-139700" algn="l">
              <a:buClrTx/>
              <a:buSzPct val="100000"/>
              <a:buFont typeface="Arial" panose="020B0604020202020204" pitchFamily="34" charset="0"/>
              <a:buChar char="•"/>
              <a:defRPr/>
            </a:lvl2pPr>
            <a:lvl3pPr marL="304800" indent="-139700" algn="l">
              <a:buClrTx/>
              <a:buSzPct val="100000"/>
              <a:buFont typeface="Arial" panose="020B0604020202020204" pitchFamily="34" charset="0"/>
              <a:buChar char="−"/>
              <a:defRPr/>
            </a:lvl3pPr>
            <a:lvl4pPr marL="469900" indent="-139700" algn="l">
              <a:buClrTx/>
              <a:buSzPct val="100000"/>
              <a:buFont typeface="Arial" panose="020B0604020202020204" pitchFamily="34" charset="0"/>
              <a:buChar char="◦"/>
              <a:defRPr/>
            </a:lvl4pPr>
            <a:lvl5pPr marL="635000" indent="-139700"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18"/>
          <p:cNvSpPr>
            <a:spLocks noGrp="1"/>
          </p:cNvSpPr>
          <p:nvPr>
            <p:ph idx="16"/>
          </p:nvPr>
        </p:nvSpPr>
        <p:spPr>
          <a:xfrm>
            <a:off x="4267200" y="3832225"/>
            <a:ext cx="3657600" cy="2095200"/>
          </a:xfrm>
          <a:prstGeom prst="rect">
            <a:avLst/>
          </a:prstGeom>
        </p:spPr>
        <p:txBody>
          <a:bodyPr vert="horz" lIns="0" tIns="0" rIns="0" bIns="0" rtlCol="0">
            <a:noAutofit/>
          </a:bodyPr>
          <a:lstStyle>
            <a:lvl1pPr marL="0" indent="0" algn="l">
              <a:buFontTx/>
              <a:buNone/>
              <a:defRPr/>
            </a:lvl1pPr>
            <a:lvl2pPr marL="139700" indent="-139700" algn="l">
              <a:buClrTx/>
              <a:buSzPct val="100000"/>
              <a:buFont typeface="Arial" panose="020B0604020202020204" pitchFamily="34" charset="0"/>
              <a:buChar char="•"/>
              <a:defRPr/>
            </a:lvl2pPr>
            <a:lvl3pPr marL="304800" indent="-139700" algn="l">
              <a:buClrTx/>
              <a:buSzPct val="100000"/>
              <a:buFont typeface="Arial" panose="020B0604020202020204" pitchFamily="34" charset="0"/>
              <a:buChar char="−"/>
              <a:defRPr/>
            </a:lvl3pPr>
            <a:lvl4pPr marL="469900" indent="-139700" algn="l">
              <a:buClrTx/>
              <a:buSzPct val="100000"/>
              <a:buFont typeface="Arial" panose="020B0604020202020204" pitchFamily="34" charset="0"/>
              <a:buChar char="◦"/>
              <a:defRPr/>
            </a:lvl4pPr>
            <a:lvl5pPr marL="635000" indent="-139700"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ext Placeholder 18"/>
          <p:cNvSpPr>
            <a:spLocks noGrp="1"/>
          </p:cNvSpPr>
          <p:nvPr>
            <p:ph idx="17"/>
          </p:nvPr>
        </p:nvSpPr>
        <p:spPr>
          <a:xfrm>
            <a:off x="8006398" y="3832225"/>
            <a:ext cx="3683953" cy="2095200"/>
          </a:xfrm>
          <a:prstGeom prst="rect">
            <a:avLst/>
          </a:prstGeom>
        </p:spPr>
        <p:txBody>
          <a:bodyPr vert="horz" lIns="0" tIns="0" rIns="0" bIns="0" rtlCol="0">
            <a:noAutofit/>
          </a:bodyPr>
          <a:lstStyle>
            <a:lvl1pPr marL="0" indent="0" algn="l">
              <a:buFontTx/>
              <a:buNone/>
              <a:defRPr/>
            </a:lvl1pPr>
            <a:lvl2pPr marL="139700" indent="-139700" algn="l">
              <a:buClrTx/>
              <a:buSzPct val="100000"/>
              <a:buFont typeface="Arial" panose="020B0604020202020204" pitchFamily="34" charset="0"/>
              <a:buChar char="•"/>
              <a:defRPr/>
            </a:lvl2pPr>
            <a:lvl3pPr marL="304800" indent="-139700" algn="l">
              <a:buClrTx/>
              <a:buSzPct val="100000"/>
              <a:buFont typeface="Arial" panose="020B0604020202020204" pitchFamily="34" charset="0"/>
              <a:buChar char="−"/>
              <a:defRPr/>
            </a:lvl3pPr>
            <a:lvl4pPr marL="469900" indent="-139700" algn="l">
              <a:buClrTx/>
              <a:buSzPct val="100000"/>
              <a:buFont typeface="Arial" panose="020B0604020202020204" pitchFamily="34" charset="0"/>
              <a:buChar char="◦"/>
              <a:defRPr/>
            </a:lvl4pPr>
            <a:lvl5pPr marL="635000" indent="-139700"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a:extLst>
              <a:ext uri="{FF2B5EF4-FFF2-40B4-BE49-F238E27FC236}">
                <a16:creationId xmlns:a16="http://schemas.microsoft.com/office/drawing/2014/main" id="{9F15AF63-D425-4D3F-B484-4B7A0F329F9A}"/>
              </a:ext>
            </a:extLst>
          </p:cNvPr>
          <p:cNvSpPr>
            <a:spLocks noGrp="1"/>
          </p:cNvSpPr>
          <p:nvPr>
            <p:ph type="body" sz="quarter" idx="18"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12" name="Title Placeholder 1">
            <a:extLst>
              <a:ext uri="{FF2B5EF4-FFF2-40B4-BE49-F238E27FC236}">
                <a16:creationId xmlns:a16="http://schemas.microsoft.com/office/drawing/2014/main" id="{F7002A92-1CF7-42F5-B761-7DB3C2CF11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3273237503"/>
      </p:ext>
    </p:extLst>
  </p:cSld>
  <p:clrMapOvr>
    <a:masterClrMapping/>
  </p:clrMapOvr>
  <p:transition>
    <p:fade/>
  </p:transition>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p:cSld name="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504000" y="2556000"/>
            <a:ext cx="2592000" cy="3394800"/>
          </a:xfrm>
        </p:spPr>
        <p:txBody>
          <a:bodyPr>
            <a:noAutofit/>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096836" y="2556000"/>
            <a:ext cx="2592000" cy="3394800"/>
          </a:xfrm>
        </p:spPr>
        <p:txBody>
          <a:bodyPr>
            <a:noAutofit/>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8279" y="2556000"/>
            <a:ext cx="2592000" cy="3394800"/>
          </a:xfrm>
        </p:spPr>
        <p:txBody>
          <a:bodyPr>
            <a:noAutofit/>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2557" y="2556000"/>
            <a:ext cx="2592000" cy="3394800"/>
          </a:xfrm>
        </p:spPr>
        <p:txBody>
          <a:bodyPr>
            <a:noAutofit/>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a:extLst>
              <a:ext uri="{FF2B5EF4-FFF2-40B4-BE49-F238E27FC236}">
                <a16:creationId xmlns:a16="http://schemas.microsoft.com/office/drawing/2014/main" id="{43B6715C-C932-49B3-880D-8C5710C8F99B}"/>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10" name="Title Placeholder 1">
            <a:extLst>
              <a:ext uri="{FF2B5EF4-FFF2-40B4-BE49-F238E27FC236}">
                <a16:creationId xmlns:a16="http://schemas.microsoft.com/office/drawing/2014/main" id="{6EA7B5E5-1F8D-43CD-9AD2-8B87181DC53D}"/>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2843883353"/>
      </p:ext>
    </p:extLst>
  </p:cSld>
  <p:clrMapOvr>
    <a:masterClrMapping/>
  </p:clrMapOvr>
  <p:transition>
    <p:fade/>
  </p:transition>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p:cSld name="Title, subtitle, 1 column text with charts">
    <p:spTree>
      <p:nvGrpSpPr>
        <p:cNvPr id="1" name=""/>
        <p:cNvGrpSpPr/>
        <p:nvPr/>
      </p:nvGrpSpPr>
      <p:grpSpPr>
        <a:xfrm>
          <a:off x="0" y="0"/>
          <a:ext cx="0" cy="0"/>
          <a:chOff x="0" y="0"/>
          <a:chExt cx="0" cy="0"/>
        </a:xfrm>
      </p:grpSpPr>
      <p:sp>
        <p:nvSpPr>
          <p:cNvPr id="10" name="Text Placeholder 18"/>
          <p:cNvSpPr>
            <a:spLocks noGrp="1"/>
          </p:cNvSpPr>
          <p:nvPr>
            <p:ph idx="1"/>
          </p:nvPr>
        </p:nvSpPr>
        <p:spPr>
          <a:xfrm>
            <a:off x="501650" y="1665289"/>
            <a:ext cx="5594351" cy="4716463"/>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8">
            <a:extLst>
              <a:ext uri="{FF2B5EF4-FFF2-40B4-BE49-F238E27FC236}">
                <a16:creationId xmlns:a16="http://schemas.microsoft.com/office/drawing/2014/main" id="{9939BF43-6ABE-4327-81AC-7892A0477322}"/>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6" name="Title Placeholder 1">
            <a:extLst>
              <a:ext uri="{FF2B5EF4-FFF2-40B4-BE49-F238E27FC236}">
                <a16:creationId xmlns:a16="http://schemas.microsoft.com/office/drawing/2014/main" id="{E4133C46-CE37-4404-B4D0-9DFA124106B1}"/>
              </a:ext>
            </a:extLst>
          </p:cNvPr>
          <p:cNvSpPr>
            <a:spLocks noGrp="1"/>
          </p:cNvSpPr>
          <p:nvPr>
            <p:ph type="title" hasCustomPrompt="1"/>
          </p:nvPr>
        </p:nvSpPr>
        <p:spPr>
          <a:xfrm>
            <a:off x="501650" y="317500"/>
            <a:ext cx="11188700" cy="334099"/>
          </a:xfrm>
          <a:prstGeom prst="rect">
            <a:avLst/>
          </a:prstGeom>
        </p:spPr>
        <p:txBody>
          <a:bodyPr vert="horz" lIns="0" tIns="0" rIns="0" bIns="0" rtlCol="0" anchor="ctr"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4052651917"/>
      </p:ext>
    </p:extLst>
  </p:cSld>
  <p:clrMapOvr>
    <a:masterClrMapping/>
  </p:clrMapOvr>
  <p:transition>
    <p:fade/>
  </p:transition>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p:cSld name="Title &amp; subtitle">
    <p:spTree>
      <p:nvGrpSpPr>
        <p:cNvPr id="1" name=""/>
        <p:cNvGrpSpPr/>
        <p:nvPr/>
      </p:nvGrpSpPr>
      <p:grpSpPr>
        <a:xfrm>
          <a:off x="0" y="0"/>
          <a:ext cx="0" cy="0"/>
          <a:chOff x="0" y="0"/>
          <a:chExt cx="0" cy="0"/>
        </a:xfrm>
      </p:grpSpPr>
      <p:sp>
        <p:nvSpPr>
          <p:cNvPr id="4" name="Text Placeholder 8">
            <a:extLst>
              <a:ext uri="{FF2B5EF4-FFF2-40B4-BE49-F238E27FC236}">
                <a16:creationId xmlns:a16="http://schemas.microsoft.com/office/drawing/2014/main" id="{D1AFA9E9-5EB8-42BF-B15A-3D95DDA547A4}"/>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200" b="0">
                <a:solidFill>
                  <a:srgbClr val="575757"/>
                </a:solidFill>
              </a:defRPr>
            </a:lvl1pPr>
          </a:lstStyle>
          <a:p>
            <a:pPr lvl="0"/>
            <a:r>
              <a:rPr lang="en-US"/>
              <a:t>Click to add subtitle</a:t>
            </a:r>
          </a:p>
        </p:txBody>
      </p:sp>
      <p:sp>
        <p:nvSpPr>
          <p:cNvPr id="5" name="Title Placeholder 1">
            <a:extLst>
              <a:ext uri="{FF2B5EF4-FFF2-40B4-BE49-F238E27FC236}">
                <a16:creationId xmlns:a16="http://schemas.microsoft.com/office/drawing/2014/main" id="{C3F5B0ED-A4CB-4D19-B6B8-CA9E1139E702}"/>
              </a:ext>
            </a:extLst>
          </p:cNvPr>
          <p:cNvSpPr>
            <a:spLocks noGrp="1"/>
          </p:cNvSpPr>
          <p:nvPr>
            <p:ph type="title" hasCustomPrompt="1"/>
          </p:nvPr>
        </p:nvSpPr>
        <p:spPr>
          <a:xfrm>
            <a:off x="501650" y="317500"/>
            <a:ext cx="11188700" cy="334099"/>
          </a:xfrm>
          <a:prstGeom prst="rect">
            <a:avLst/>
          </a:prstGeom>
        </p:spPr>
        <p:txBody>
          <a:bodyPr vert="horz" lIns="0" tIns="0" rIns="0" bIns="0" rtlCol="0" anchor="ctr"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891406711"/>
      </p:ext>
    </p:extLst>
  </p:cSld>
  <p:clrMapOvr>
    <a:masterClrMapping/>
  </p:clrMapOvr>
  <p:transition>
    <p:fade/>
  </p:transition>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F79D3799-9A6C-45EE-B3ED-0F77AAB658E9}"/>
              </a:ext>
            </a:extLst>
          </p:cNvPr>
          <p:cNvSpPr>
            <a:spLocks noGrp="1"/>
          </p:cNvSpPr>
          <p:nvPr>
            <p:ph type="title" hasCustomPrompt="1"/>
          </p:nvPr>
        </p:nvSpPr>
        <p:spPr>
          <a:xfrm>
            <a:off x="501650" y="317500"/>
            <a:ext cx="11188700" cy="334099"/>
          </a:xfrm>
          <a:prstGeom prst="rect">
            <a:avLst/>
          </a:prstGeom>
        </p:spPr>
        <p:txBody>
          <a:bodyPr vert="horz" lIns="0" tIns="0" rIns="0" bIns="0" rtlCol="0" anchor="ctr"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465853941"/>
      </p:ext>
    </p:extLst>
  </p:cSld>
  <p:clrMapOvr>
    <a:masterClrMapping/>
  </p:clrMapOvr>
  <p:transition>
    <p:fade/>
  </p:transition>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55002312"/>
      </p:ext>
    </p:extLst>
  </p:cSld>
  <p:clrMapOvr>
    <a:masterClrMapping/>
  </p:clrMapOvr>
  <p:transition>
    <p:fade/>
  </p:transition>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preserve="1">
  <p:cSld name="End slide ">
    <p:bg>
      <p:bgPr>
        <a:solidFill>
          <a:schemeClr val="bg1"/>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01652" y="4211955"/>
            <a:ext cx="8528936" cy="2169796"/>
          </a:xfrm>
        </p:spPr>
        <p:txBody>
          <a:bodyPr anchor="b" anchorCtr="0">
            <a:noAutofit/>
          </a:bodyPr>
          <a:lstStyle>
            <a:lvl1pPr>
              <a:lnSpc>
                <a:spcPct val="100000"/>
              </a:lnSpc>
              <a:spcAft>
                <a:spcPts val="600"/>
              </a:spcAft>
              <a:defRPr sz="900">
                <a:solidFill>
                  <a:schemeClr val="tx1"/>
                </a:solidFill>
              </a:defRPr>
            </a:lvl1pPr>
          </a:lstStyle>
          <a:p>
            <a:pPr lvl="0"/>
            <a:r>
              <a:rPr lang="en-US"/>
              <a:t>Click to edit Master text styles</a:t>
            </a:r>
          </a:p>
        </p:txBody>
      </p:sp>
      <p:sp>
        <p:nvSpPr>
          <p:cNvPr id="3" name="Picture Placeholder 2"/>
          <p:cNvSpPr>
            <a:spLocks noGrp="1"/>
          </p:cNvSpPr>
          <p:nvPr>
            <p:ph type="pic" sz="quarter" idx="14" hasCustomPrompt="1"/>
          </p:nvPr>
        </p:nvSpPr>
        <p:spPr>
          <a:xfrm>
            <a:off x="9370847" y="4211955"/>
            <a:ext cx="2319503" cy="1725448"/>
          </a:xfrm>
        </p:spPr>
        <p:txBody>
          <a:bodyPr anchor="ctr" anchorCtr="0"/>
          <a:lstStyle>
            <a:lvl1pPr algn="ctr">
              <a:defRPr sz="900">
                <a:solidFill>
                  <a:schemeClr val="bg1"/>
                </a:solidFill>
              </a:defRPr>
            </a:lvl1pPr>
          </a:lstStyle>
          <a:p>
            <a:r>
              <a:rPr lang="en-GB" sz="900"/>
              <a:t>Insert sponsorship mark here</a:t>
            </a:r>
            <a:endParaRPr lang="en-GB"/>
          </a:p>
        </p:txBody>
      </p:sp>
      <p:sp>
        <p:nvSpPr>
          <p:cNvPr id="8" name="Text Placeholder 7"/>
          <p:cNvSpPr>
            <a:spLocks noGrp="1"/>
          </p:cNvSpPr>
          <p:nvPr>
            <p:ph type="body" sz="quarter" idx="15"/>
          </p:nvPr>
        </p:nvSpPr>
        <p:spPr>
          <a:xfrm>
            <a:off x="9370850" y="6018028"/>
            <a:ext cx="2319501" cy="363722"/>
          </a:xfrm>
        </p:spPr>
        <p:txBody>
          <a:bodyPr anchor="b" anchorCtr="0">
            <a:noAutofit/>
          </a:bodyPr>
          <a:lstStyle>
            <a:lvl1pPr>
              <a:lnSpc>
                <a:spcPct val="100000"/>
              </a:lnSpc>
              <a:defRPr sz="950">
                <a:solidFill>
                  <a:schemeClr val="tx1"/>
                </a:solidFill>
              </a:defRPr>
            </a:lvl1pPr>
          </a:lstStyle>
          <a:p>
            <a:pPr lvl="0"/>
            <a:r>
              <a:rPr lang="en-US"/>
              <a:t>Click to edit Master text styles</a:t>
            </a:r>
          </a:p>
        </p:txBody>
      </p:sp>
      <p:grpSp>
        <p:nvGrpSpPr>
          <p:cNvPr id="20" name="Group 19">
            <a:extLst>
              <a:ext uri="{FF2B5EF4-FFF2-40B4-BE49-F238E27FC236}">
                <a16:creationId xmlns:a16="http://schemas.microsoft.com/office/drawing/2014/main" id="{8DBE0613-D0C6-405A-ACD6-58EF0477427B}"/>
              </a:ext>
            </a:extLst>
          </p:cNvPr>
          <p:cNvGrpSpPr>
            <a:grpSpLocks noChangeAspect="1"/>
          </p:cNvGrpSpPr>
          <p:nvPr/>
        </p:nvGrpSpPr>
        <p:grpSpPr>
          <a:xfrm>
            <a:off x="469900" y="457761"/>
            <a:ext cx="1998000" cy="374400"/>
            <a:chOff x="398463" y="404813"/>
            <a:chExt cx="1627187" cy="307976"/>
          </a:xfrm>
          <a:solidFill>
            <a:schemeClr val="tx1"/>
          </a:solidFill>
        </p:grpSpPr>
        <p:sp>
          <p:nvSpPr>
            <p:cNvPr id="21" name="Oval 5">
              <a:extLst>
                <a:ext uri="{FF2B5EF4-FFF2-40B4-BE49-F238E27FC236}">
                  <a16:creationId xmlns:a16="http://schemas.microsoft.com/office/drawing/2014/main" id="{FD362D39-3352-4BA0-AC51-553983A71CD1}"/>
                </a:ext>
              </a:extLst>
            </p:cNvPr>
            <p:cNvSpPr>
              <a:spLocks noChangeArrowheads="1"/>
            </p:cNvSpPr>
            <p:nvPr/>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2" name="Freeform 6">
              <a:extLst>
                <a:ext uri="{FF2B5EF4-FFF2-40B4-BE49-F238E27FC236}">
                  <a16:creationId xmlns:a16="http://schemas.microsoft.com/office/drawing/2014/main" id="{1156DAFF-F101-4061-AA75-F8EEDC00FC74}"/>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23" name="Rectangle 7">
              <a:extLst>
                <a:ext uri="{FF2B5EF4-FFF2-40B4-BE49-F238E27FC236}">
                  <a16:creationId xmlns:a16="http://schemas.microsoft.com/office/drawing/2014/main" id="{5667AB23-84F3-44E4-B904-5D4D3A9B3109}"/>
                </a:ext>
              </a:extLst>
            </p:cNvPr>
            <p:cNvSpPr>
              <a:spLocks noChangeArrowheads="1"/>
            </p:cNvSpPr>
            <p:nvPr/>
          </p:nvSpPr>
          <p:spPr bwMode="auto">
            <a:xfrm>
              <a:off x="906463" y="404813"/>
              <a:ext cx="74612" cy="303213"/>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24" name="Freeform 8">
              <a:extLst>
                <a:ext uri="{FF2B5EF4-FFF2-40B4-BE49-F238E27FC236}">
                  <a16:creationId xmlns:a16="http://schemas.microsoft.com/office/drawing/2014/main" id="{12CE4E7F-CB40-4545-80AF-423201F72F2E}"/>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25" name="Rectangle 9">
              <a:extLst>
                <a:ext uri="{FF2B5EF4-FFF2-40B4-BE49-F238E27FC236}">
                  <a16:creationId xmlns:a16="http://schemas.microsoft.com/office/drawing/2014/main" id="{A7B265B2-4EA1-416A-A272-49E48905C3E6}"/>
                </a:ext>
              </a:extLst>
            </p:cNvPr>
            <p:cNvSpPr>
              <a:spLocks noChangeArrowheads="1"/>
            </p:cNvSpPr>
            <p:nvPr/>
          </p:nvSpPr>
          <p:spPr bwMode="auto">
            <a:xfrm>
              <a:off x="1257300" y="482601"/>
              <a:ext cx="74612" cy="22542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26" name="Rectangle 10">
              <a:extLst>
                <a:ext uri="{FF2B5EF4-FFF2-40B4-BE49-F238E27FC236}">
                  <a16:creationId xmlns:a16="http://schemas.microsoft.com/office/drawing/2014/main" id="{3744CD22-C3A3-4D80-AB50-3E6D3483304C}"/>
                </a:ext>
              </a:extLst>
            </p:cNvPr>
            <p:cNvSpPr>
              <a:spLocks noChangeArrowheads="1"/>
            </p:cNvSpPr>
            <p:nvPr/>
          </p:nvSpPr>
          <p:spPr bwMode="auto">
            <a:xfrm>
              <a:off x="1257300" y="404813"/>
              <a:ext cx="74612" cy="508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7" name="Freeform 11">
              <a:extLst>
                <a:ext uri="{FF2B5EF4-FFF2-40B4-BE49-F238E27FC236}">
                  <a16:creationId xmlns:a16="http://schemas.microsoft.com/office/drawing/2014/main" id="{3046CB4E-F174-491D-9CAB-2A9115985705}"/>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28" name="Freeform 12">
              <a:extLst>
                <a:ext uri="{FF2B5EF4-FFF2-40B4-BE49-F238E27FC236}">
                  <a16:creationId xmlns:a16="http://schemas.microsoft.com/office/drawing/2014/main" id="{8B2D79F2-05A8-4E1C-A4D8-725E52963024}"/>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29" name="Freeform 13">
              <a:extLst>
                <a:ext uri="{FF2B5EF4-FFF2-40B4-BE49-F238E27FC236}">
                  <a16:creationId xmlns:a16="http://schemas.microsoft.com/office/drawing/2014/main" id="{9EA13742-485A-4EC3-BF90-9FD12F905B12}"/>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30" name="Freeform 14">
              <a:extLst>
                <a:ext uri="{FF2B5EF4-FFF2-40B4-BE49-F238E27FC236}">
                  <a16:creationId xmlns:a16="http://schemas.microsoft.com/office/drawing/2014/main" id="{5D44DAC1-76F0-42F6-93C9-61B9C3054D66}"/>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grpSp>
    </p:spTree>
    <p:extLst>
      <p:ext uri="{BB962C8B-B14F-4D97-AF65-F5344CB8AC3E}">
        <p14:creationId xmlns:p14="http://schemas.microsoft.com/office/powerpoint/2010/main" val="3229675190"/>
      </p:ext>
    </p:extLst>
  </p:cSld>
  <p:clrMapOvr>
    <a:masterClrMapping/>
  </p:clrMapOvr>
  <p:hf hdr="0" dt="0"/>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preserve="1">
  <p:cSld name="End slide Black">
    <p:bg>
      <p:bgPr>
        <a:solidFill>
          <a:schemeClr val="tx1"/>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01652" y="4211955"/>
            <a:ext cx="8528936" cy="2169796"/>
          </a:xfrm>
        </p:spPr>
        <p:txBody>
          <a:bodyPr anchor="b" anchorCtr="0">
            <a:noAutofit/>
          </a:bodyPr>
          <a:lstStyle>
            <a:lvl1pPr>
              <a:lnSpc>
                <a:spcPct val="100000"/>
              </a:lnSpc>
              <a:spcAft>
                <a:spcPts val="600"/>
              </a:spcAft>
              <a:defRPr sz="900">
                <a:solidFill>
                  <a:schemeClr val="bg1"/>
                </a:solidFill>
              </a:defRPr>
            </a:lvl1pPr>
          </a:lstStyle>
          <a:p>
            <a:pPr lvl="0"/>
            <a:r>
              <a:rPr lang="en-US"/>
              <a:t>Click to edit Master text styles</a:t>
            </a:r>
          </a:p>
        </p:txBody>
      </p:sp>
      <p:sp>
        <p:nvSpPr>
          <p:cNvPr id="3" name="Picture Placeholder 2"/>
          <p:cNvSpPr>
            <a:spLocks noGrp="1"/>
          </p:cNvSpPr>
          <p:nvPr>
            <p:ph type="pic" sz="quarter" idx="14" hasCustomPrompt="1"/>
          </p:nvPr>
        </p:nvSpPr>
        <p:spPr>
          <a:xfrm>
            <a:off x="9370847" y="4211955"/>
            <a:ext cx="2319503" cy="1725448"/>
          </a:xfrm>
        </p:spPr>
        <p:txBody>
          <a:bodyPr anchor="ctr" anchorCtr="0"/>
          <a:lstStyle>
            <a:lvl1pPr algn="ctr">
              <a:defRPr sz="900">
                <a:solidFill>
                  <a:schemeClr val="bg1"/>
                </a:solidFill>
              </a:defRPr>
            </a:lvl1pPr>
          </a:lstStyle>
          <a:p>
            <a:r>
              <a:rPr lang="en-GB" sz="900"/>
              <a:t>Insert sponsorship mark here</a:t>
            </a:r>
            <a:endParaRPr lang="en-GB"/>
          </a:p>
        </p:txBody>
      </p:sp>
      <p:sp>
        <p:nvSpPr>
          <p:cNvPr id="8" name="Text Placeholder 7"/>
          <p:cNvSpPr>
            <a:spLocks noGrp="1"/>
          </p:cNvSpPr>
          <p:nvPr>
            <p:ph type="body" sz="quarter" idx="15"/>
          </p:nvPr>
        </p:nvSpPr>
        <p:spPr>
          <a:xfrm>
            <a:off x="9370850" y="6018028"/>
            <a:ext cx="2319501" cy="363722"/>
          </a:xfrm>
        </p:spPr>
        <p:txBody>
          <a:bodyPr anchor="b" anchorCtr="0">
            <a:noAutofit/>
          </a:bodyPr>
          <a:lstStyle>
            <a:lvl1pPr>
              <a:lnSpc>
                <a:spcPct val="100000"/>
              </a:lnSpc>
              <a:defRPr sz="950">
                <a:solidFill>
                  <a:schemeClr val="bg1"/>
                </a:solidFill>
              </a:defRPr>
            </a:lvl1pPr>
          </a:lstStyle>
          <a:p>
            <a:pPr lvl="0"/>
            <a:r>
              <a:rPr lang="en-US"/>
              <a:t>Click to edit Master text styles</a:t>
            </a:r>
          </a:p>
        </p:txBody>
      </p:sp>
      <p:grpSp>
        <p:nvGrpSpPr>
          <p:cNvPr id="20" name="Group 19">
            <a:extLst>
              <a:ext uri="{FF2B5EF4-FFF2-40B4-BE49-F238E27FC236}">
                <a16:creationId xmlns:a16="http://schemas.microsoft.com/office/drawing/2014/main" id="{8DBE0613-D0C6-405A-ACD6-58EF0477427B}"/>
              </a:ext>
            </a:extLst>
          </p:cNvPr>
          <p:cNvGrpSpPr>
            <a:grpSpLocks noChangeAspect="1"/>
          </p:cNvGrpSpPr>
          <p:nvPr/>
        </p:nvGrpSpPr>
        <p:grpSpPr>
          <a:xfrm>
            <a:off x="469900" y="457761"/>
            <a:ext cx="1998000" cy="374400"/>
            <a:chOff x="398463" y="404813"/>
            <a:chExt cx="1627187" cy="307976"/>
          </a:xfrm>
          <a:solidFill>
            <a:schemeClr val="tx1"/>
          </a:solidFill>
        </p:grpSpPr>
        <p:sp>
          <p:nvSpPr>
            <p:cNvPr id="21" name="Oval 5">
              <a:extLst>
                <a:ext uri="{FF2B5EF4-FFF2-40B4-BE49-F238E27FC236}">
                  <a16:creationId xmlns:a16="http://schemas.microsoft.com/office/drawing/2014/main" id="{FD362D39-3352-4BA0-AC51-553983A71CD1}"/>
                </a:ext>
              </a:extLst>
            </p:cNvPr>
            <p:cNvSpPr>
              <a:spLocks noChangeArrowheads="1"/>
            </p:cNvSpPr>
            <p:nvPr/>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2" name="Freeform 6">
              <a:extLst>
                <a:ext uri="{FF2B5EF4-FFF2-40B4-BE49-F238E27FC236}">
                  <a16:creationId xmlns:a16="http://schemas.microsoft.com/office/drawing/2014/main" id="{1156DAFF-F101-4061-AA75-F8EEDC00FC74}"/>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3" name="Rectangle 7">
              <a:extLst>
                <a:ext uri="{FF2B5EF4-FFF2-40B4-BE49-F238E27FC236}">
                  <a16:creationId xmlns:a16="http://schemas.microsoft.com/office/drawing/2014/main" id="{5667AB23-84F3-44E4-B904-5D4D3A9B3109}"/>
                </a:ext>
              </a:extLst>
            </p:cNvPr>
            <p:cNvSpPr>
              <a:spLocks noChangeArrowheads="1"/>
            </p:cNvSpPr>
            <p:nvPr/>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4" name="Freeform 8">
              <a:extLst>
                <a:ext uri="{FF2B5EF4-FFF2-40B4-BE49-F238E27FC236}">
                  <a16:creationId xmlns:a16="http://schemas.microsoft.com/office/drawing/2014/main" id="{12CE4E7F-CB40-4545-80AF-423201F72F2E}"/>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5" name="Rectangle 9">
              <a:extLst>
                <a:ext uri="{FF2B5EF4-FFF2-40B4-BE49-F238E27FC236}">
                  <a16:creationId xmlns:a16="http://schemas.microsoft.com/office/drawing/2014/main" id="{A7B265B2-4EA1-416A-A272-49E48905C3E6}"/>
                </a:ext>
              </a:extLst>
            </p:cNvPr>
            <p:cNvSpPr>
              <a:spLocks noChangeArrowheads="1"/>
            </p:cNvSpPr>
            <p:nvPr/>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6" name="Rectangle 10">
              <a:extLst>
                <a:ext uri="{FF2B5EF4-FFF2-40B4-BE49-F238E27FC236}">
                  <a16:creationId xmlns:a16="http://schemas.microsoft.com/office/drawing/2014/main" id="{3744CD22-C3A3-4D80-AB50-3E6D3483304C}"/>
                </a:ext>
              </a:extLst>
            </p:cNvPr>
            <p:cNvSpPr>
              <a:spLocks noChangeArrowheads="1"/>
            </p:cNvSpPr>
            <p:nvPr/>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7" name="Freeform 11">
              <a:extLst>
                <a:ext uri="{FF2B5EF4-FFF2-40B4-BE49-F238E27FC236}">
                  <a16:creationId xmlns:a16="http://schemas.microsoft.com/office/drawing/2014/main" id="{3046CB4E-F174-491D-9CAB-2A9115985705}"/>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8" name="Freeform 12">
              <a:extLst>
                <a:ext uri="{FF2B5EF4-FFF2-40B4-BE49-F238E27FC236}">
                  <a16:creationId xmlns:a16="http://schemas.microsoft.com/office/drawing/2014/main" id="{8B2D79F2-05A8-4E1C-A4D8-725E52963024}"/>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9" name="Freeform 13">
              <a:extLst>
                <a:ext uri="{FF2B5EF4-FFF2-40B4-BE49-F238E27FC236}">
                  <a16:creationId xmlns:a16="http://schemas.microsoft.com/office/drawing/2014/main" id="{9EA13742-485A-4EC3-BF90-9FD12F905B12}"/>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0" name="Freeform 14">
              <a:extLst>
                <a:ext uri="{FF2B5EF4-FFF2-40B4-BE49-F238E27FC236}">
                  <a16:creationId xmlns:a16="http://schemas.microsoft.com/office/drawing/2014/main" id="{5D44DAC1-76F0-42F6-93C9-61B9C3054D66}"/>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3553300791"/>
      </p:ext>
    </p:extLst>
  </p:cSld>
  <p:clrMapOvr>
    <a:masterClrMapping/>
  </p:clrMapOvr>
  <p:hf hdr="0" dt="0"/>
</p:sldLayout>
</file>

<file path=ppt/slideLayouts/slideLayout144.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457201" y="6365848"/>
            <a:ext cx="4490721" cy="273050"/>
          </a:xfrm>
          <a:prstGeom prst="rect">
            <a:avLst/>
          </a:prstGeom>
        </p:spPr>
        <p:txBody>
          <a:bodyPr anchor="t">
            <a:noAutofit/>
          </a:bodyPr>
          <a:lstStyle>
            <a:lvl1pPr>
              <a:spcAft>
                <a:spcPts val="0"/>
              </a:spcAft>
              <a:defRPr sz="1400" b="1">
                <a:solidFill>
                  <a:schemeClr val="tx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7" name="Group 26">
            <a:extLst>
              <a:ext uri="{FF2B5EF4-FFF2-40B4-BE49-F238E27FC236}">
                <a16:creationId xmlns:a16="http://schemas.microsoft.com/office/drawing/2014/main" id="{A01EE57E-4C1B-4ECF-94C5-14A453751EA1}"/>
              </a:ext>
            </a:extLst>
          </p:cNvPr>
          <p:cNvGrpSpPr>
            <a:grpSpLocks noChangeAspect="1"/>
          </p:cNvGrpSpPr>
          <p:nvPr userDrawn="1"/>
        </p:nvGrpSpPr>
        <p:grpSpPr>
          <a:xfrm>
            <a:off x="460541" y="344137"/>
            <a:ext cx="1819109" cy="345828"/>
            <a:chOff x="398463" y="404813"/>
            <a:chExt cx="1627187" cy="307976"/>
          </a:xfrm>
          <a:solidFill>
            <a:schemeClr val="tx1"/>
          </a:solidFill>
        </p:grpSpPr>
        <p:sp>
          <p:nvSpPr>
            <p:cNvPr id="28" name="Oval 5">
              <a:extLst>
                <a:ext uri="{FF2B5EF4-FFF2-40B4-BE49-F238E27FC236}">
                  <a16:creationId xmlns:a16="http://schemas.microsoft.com/office/drawing/2014/main" id="{848B10DB-7BA0-47A6-A2BF-E43FDE325327}"/>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9" name="Freeform 6">
              <a:extLst>
                <a:ext uri="{FF2B5EF4-FFF2-40B4-BE49-F238E27FC236}">
                  <a16:creationId xmlns:a16="http://schemas.microsoft.com/office/drawing/2014/main" id="{B690FCB5-02B0-42C1-A71D-2F5ABCA25FF7}"/>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3" name="Rectangle 7">
              <a:extLst>
                <a:ext uri="{FF2B5EF4-FFF2-40B4-BE49-F238E27FC236}">
                  <a16:creationId xmlns:a16="http://schemas.microsoft.com/office/drawing/2014/main" id="{358223E3-2772-41EC-BDC5-F0327F14B288}"/>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4" name="Freeform 8">
              <a:extLst>
                <a:ext uri="{FF2B5EF4-FFF2-40B4-BE49-F238E27FC236}">
                  <a16:creationId xmlns:a16="http://schemas.microsoft.com/office/drawing/2014/main" id="{60E75CE7-1268-47E9-A585-16E350CB0979}"/>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5" name="Rectangle 9">
              <a:extLst>
                <a:ext uri="{FF2B5EF4-FFF2-40B4-BE49-F238E27FC236}">
                  <a16:creationId xmlns:a16="http://schemas.microsoft.com/office/drawing/2014/main" id="{BF8B8A80-FD9A-43B9-A936-A0BE1CAD8037}"/>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6" name="Rectangle 10">
              <a:extLst>
                <a:ext uri="{FF2B5EF4-FFF2-40B4-BE49-F238E27FC236}">
                  <a16:creationId xmlns:a16="http://schemas.microsoft.com/office/drawing/2014/main" id="{5DA18E48-2689-422E-A84C-ECB5B61A0D29}"/>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7" name="Freeform 11">
              <a:extLst>
                <a:ext uri="{FF2B5EF4-FFF2-40B4-BE49-F238E27FC236}">
                  <a16:creationId xmlns:a16="http://schemas.microsoft.com/office/drawing/2014/main" id="{D9316E24-7A8A-4FCF-B2C4-4EE40E3BA994}"/>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8" name="Freeform 12">
              <a:extLst>
                <a:ext uri="{FF2B5EF4-FFF2-40B4-BE49-F238E27FC236}">
                  <a16:creationId xmlns:a16="http://schemas.microsoft.com/office/drawing/2014/main" id="{76354CE9-D577-46E8-886D-1BBB079BE4DC}"/>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9" name="Freeform 13">
              <a:extLst>
                <a:ext uri="{FF2B5EF4-FFF2-40B4-BE49-F238E27FC236}">
                  <a16:creationId xmlns:a16="http://schemas.microsoft.com/office/drawing/2014/main" id="{2232419E-4011-4B15-A744-7F8FCDD1F558}"/>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40" name="Freeform 14">
              <a:extLst>
                <a:ext uri="{FF2B5EF4-FFF2-40B4-BE49-F238E27FC236}">
                  <a16:creationId xmlns:a16="http://schemas.microsoft.com/office/drawing/2014/main" id="{2F957E66-C402-4A51-A806-6052AEAFC8F2}"/>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grpSp>
      <p:sp>
        <p:nvSpPr>
          <p:cNvPr id="44" name="Picture Placeholder 8">
            <a:extLst>
              <a:ext uri="{FF2B5EF4-FFF2-40B4-BE49-F238E27FC236}">
                <a16:creationId xmlns:a16="http://schemas.microsoft.com/office/drawing/2014/main" id="{932C736B-20BB-4603-9DD1-FEB85AD9DC39}"/>
              </a:ext>
            </a:extLst>
          </p:cNvPr>
          <p:cNvSpPr>
            <a:spLocks noGrp="1"/>
          </p:cNvSpPr>
          <p:nvPr>
            <p:ph type="pic" sz="quarter" idx="11"/>
          </p:nvPr>
        </p:nvSpPr>
        <p:spPr>
          <a:xfrm>
            <a:off x="3319272" y="688848"/>
            <a:ext cx="5562600" cy="5556504"/>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2298306120"/>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solidFill>
          <a:schemeClr val="tx1"/>
        </a:solidFill>
        <a:effectLst/>
      </p:bgPr>
    </p:bg>
    <p:spTree>
      <p:nvGrpSpPr>
        <p:cNvPr id="1" name=""/>
        <p:cNvGrpSpPr/>
        <p:nvPr/>
      </p:nvGrpSpPr>
      <p:grpSpPr>
        <a:xfrm>
          <a:off x="0" y="0"/>
          <a:ext cx="0" cy="0"/>
          <a:chOff x="0" y="0"/>
          <a:chExt cx="0" cy="0"/>
        </a:xfrm>
      </p:grpSpPr>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463296" y="6365848"/>
            <a:ext cx="4446269" cy="273050"/>
          </a:xfrm>
          <a:prstGeom prst="rect">
            <a:avLst/>
          </a:prstGeom>
        </p:spPr>
        <p:txBody>
          <a:bodyPr anchor="t">
            <a:noAutofit/>
          </a:bodyPr>
          <a:lstStyle>
            <a:lvl1pPr>
              <a:spcAft>
                <a:spcPts val="0"/>
              </a:spcAft>
              <a:defRPr sz="1400" b="1">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7" name="Group 26">
            <a:extLst>
              <a:ext uri="{FF2B5EF4-FFF2-40B4-BE49-F238E27FC236}">
                <a16:creationId xmlns:a16="http://schemas.microsoft.com/office/drawing/2014/main" id="{B6F50CF5-77BF-459B-9A79-3C4CC22A0F3A}"/>
              </a:ext>
            </a:extLst>
          </p:cNvPr>
          <p:cNvGrpSpPr/>
          <p:nvPr userDrawn="1"/>
        </p:nvGrpSpPr>
        <p:grpSpPr>
          <a:xfrm>
            <a:off x="463296" y="341312"/>
            <a:ext cx="1819656" cy="347472"/>
            <a:chOff x="398463" y="404813"/>
            <a:chExt cx="1627187" cy="307976"/>
          </a:xfrm>
          <a:solidFill>
            <a:schemeClr val="bg1"/>
          </a:solidFill>
        </p:grpSpPr>
        <p:sp>
          <p:nvSpPr>
            <p:cNvPr id="28" name="Oval 5">
              <a:extLst>
                <a:ext uri="{FF2B5EF4-FFF2-40B4-BE49-F238E27FC236}">
                  <a16:creationId xmlns:a16="http://schemas.microsoft.com/office/drawing/2014/main" id="{E9128BED-07B9-451E-B858-7CC1141471B6}"/>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29" name="Freeform 6">
              <a:extLst>
                <a:ext uri="{FF2B5EF4-FFF2-40B4-BE49-F238E27FC236}">
                  <a16:creationId xmlns:a16="http://schemas.microsoft.com/office/drawing/2014/main" id="{C68196BA-7D11-4539-BDF9-983E22D34232}"/>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4" name="Rectangle 7">
              <a:extLst>
                <a:ext uri="{FF2B5EF4-FFF2-40B4-BE49-F238E27FC236}">
                  <a16:creationId xmlns:a16="http://schemas.microsoft.com/office/drawing/2014/main" id="{42AF1C77-6287-4499-B04A-87B27165DE90}"/>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5" name="Freeform 8">
              <a:extLst>
                <a:ext uri="{FF2B5EF4-FFF2-40B4-BE49-F238E27FC236}">
                  <a16:creationId xmlns:a16="http://schemas.microsoft.com/office/drawing/2014/main" id="{25579AED-BEB3-43B3-8ED1-4F00DD4BD00F}"/>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6" name="Rectangle 9">
              <a:extLst>
                <a:ext uri="{FF2B5EF4-FFF2-40B4-BE49-F238E27FC236}">
                  <a16:creationId xmlns:a16="http://schemas.microsoft.com/office/drawing/2014/main" id="{E45E9D0B-F5C0-4893-92F0-D69A666C1B0B}"/>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7" name="Rectangle 10">
              <a:extLst>
                <a:ext uri="{FF2B5EF4-FFF2-40B4-BE49-F238E27FC236}">
                  <a16:creationId xmlns:a16="http://schemas.microsoft.com/office/drawing/2014/main" id="{DE5C210F-0B06-4949-8E4D-64301D93E9D9}"/>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8" name="Freeform 11">
              <a:extLst>
                <a:ext uri="{FF2B5EF4-FFF2-40B4-BE49-F238E27FC236}">
                  <a16:creationId xmlns:a16="http://schemas.microsoft.com/office/drawing/2014/main" id="{F24B8B3C-D0AE-4485-8A30-2C7813EFDEE1}"/>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9" name="Freeform 12">
              <a:extLst>
                <a:ext uri="{FF2B5EF4-FFF2-40B4-BE49-F238E27FC236}">
                  <a16:creationId xmlns:a16="http://schemas.microsoft.com/office/drawing/2014/main" id="{0DD172EE-B893-46D5-9A64-6715E431296D}"/>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50" name="Freeform 13">
              <a:extLst>
                <a:ext uri="{FF2B5EF4-FFF2-40B4-BE49-F238E27FC236}">
                  <a16:creationId xmlns:a16="http://schemas.microsoft.com/office/drawing/2014/main" id="{41641FDD-35E1-4F42-B99C-FFA6812569B0}"/>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51" name="Freeform 14">
              <a:extLst>
                <a:ext uri="{FF2B5EF4-FFF2-40B4-BE49-F238E27FC236}">
                  <a16:creationId xmlns:a16="http://schemas.microsoft.com/office/drawing/2014/main" id="{DFE30DEA-FA20-4812-875C-D70A3CA3F5F2}"/>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grpSp>
      <p:sp>
        <p:nvSpPr>
          <p:cNvPr id="53" name="Title 1">
            <a:extLst>
              <a:ext uri="{FF2B5EF4-FFF2-40B4-BE49-F238E27FC236}">
                <a16:creationId xmlns:a16="http://schemas.microsoft.com/office/drawing/2014/main" id="{647FBB06-57A1-478F-8BCE-57D05265516A}"/>
              </a:ext>
            </a:extLst>
          </p:cNvPr>
          <p:cNvSpPr>
            <a:spLocks noGrp="1"/>
          </p:cNvSpPr>
          <p:nvPr>
            <p:ph type="ctrTitle"/>
          </p:nvPr>
        </p:nvSpPr>
        <p:spPr bwMode="gray">
          <a:xfrm>
            <a:off x="463296" y="5186209"/>
            <a:ext cx="4446269" cy="895983"/>
          </a:xfrm>
          <a:prstGeom prst="rect">
            <a:avLst/>
          </a:prstGeom>
        </p:spPr>
        <p:txBody>
          <a:bodyPr anchor="b" anchorCtr="0">
            <a:noAutofit/>
          </a:bodyPr>
          <a:lstStyle>
            <a:lvl1pPr algn="l">
              <a:lnSpc>
                <a:spcPts val="3200"/>
              </a:lnSpc>
              <a:defRPr sz="3200" b="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p>
        </p:txBody>
      </p:sp>
      <p:sp>
        <p:nvSpPr>
          <p:cNvPr id="17" name="Picture Placeholder 8">
            <a:extLst>
              <a:ext uri="{FF2B5EF4-FFF2-40B4-BE49-F238E27FC236}">
                <a16:creationId xmlns:a16="http://schemas.microsoft.com/office/drawing/2014/main" id="{AA5D9D6B-8AE5-40BD-B06B-DB5F7F3841FC}"/>
              </a:ext>
            </a:extLst>
          </p:cNvPr>
          <p:cNvSpPr>
            <a:spLocks noGrp="1"/>
          </p:cNvSpPr>
          <p:nvPr>
            <p:ph type="pic" sz="quarter" idx="11"/>
          </p:nvPr>
        </p:nvSpPr>
        <p:spPr>
          <a:xfrm>
            <a:off x="3316942" y="688848"/>
            <a:ext cx="5562600" cy="5556504"/>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3641988759"/>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age Image">
    <p:bg bwMode="gray">
      <p:bgPr>
        <a:solidFill>
          <a:schemeClr val="tx1"/>
        </a:solidFill>
        <a:effectLst/>
      </p:bgPr>
    </p:bg>
    <p:spTree>
      <p:nvGrpSpPr>
        <p:cNvPr id="1" name=""/>
        <p:cNvGrpSpPr/>
        <p:nvPr/>
      </p:nvGrpSpPr>
      <p:grpSpPr>
        <a:xfrm>
          <a:off x="0" y="0"/>
          <a:ext cx="0" cy="0"/>
          <a:chOff x="0" y="0"/>
          <a:chExt cx="0" cy="0"/>
        </a:xfrm>
      </p:grpSpPr>
      <p:sp>
        <p:nvSpPr>
          <p:cNvPr id="17" name="Picture Placeholder 8">
            <a:extLst>
              <a:ext uri="{FF2B5EF4-FFF2-40B4-BE49-F238E27FC236}">
                <a16:creationId xmlns:a16="http://schemas.microsoft.com/office/drawing/2014/main" id="{DEF77F0F-DE6A-48C9-92BD-013174DD643C}"/>
              </a:ext>
            </a:extLst>
          </p:cNvPr>
          <p:cNvSpPr>
            <a:spLocks noGrp="1"/>
          </p:cNvSpPr>
          <p:nvPr>
            <p:ph type="pic" sz="quarter" idx="11"/>
          </p:nvPr>
        </p:nvSpPr>
        <p:spPr>
          <a:xfrm>
            <a:off x="0" y="0"/>
            <a:ext cx="12192000" cy="6858000"/>
          </a:xfrm>
          <a:prstGeom prst="rect">
            <a:avLst/>
          </a:prstGeom>
        </p:spPr>
        <p:txBody>
          <a:bodyPr/>
          <a:lstStyle>
            <a:lvl1pPr>
              <a:defRPr>
                <a:solidFill>
                  <a:schemeClr val="bg1"/>
                </a:solidFill>
              </a:defRPr>
            </a:lvl1pPr>
          </a:lstStyle>
          <a:p>
            <a:r>
              <a:rPr lang="en-US" noProof="0"/>
              <a:t>Click icon to add picture</a:t>
            </a:r>
          </a:p>
        </p:txBody>
      </p:sp>
      <p:sp>
        <p:nvSpPr>
          <p:cNvPr id="28" name="Text Placeholder 4">
            <a:extLst>
              <a:ext uri="{FF2B5EF4-FFF2-40B4-BE49-F238E27FC236}">
                <a16:creationId xmlns:a16="http://schemas.microsoft.com/office/drawing/2014/main" id="{7843742C-26CB-411F-8564-50309241988E}"/>
              </a:ext>
            </a:extLst>
          </p:cNvPr>
          <p:cNvSpPr>
            <a:spLocks noGrp="1"/>
          </p:cNvSpPr>
          <p:nvPr>
            <p:ph type="body" sz="quarter" idx="10"/>
          </p:nvPr>
        </p:nvSpPr>
        <p:spPr>
          <a:xfrm>
            <a:off x="463296" y="6364224"/>
            <a:ext cx="4446269" cy="273050"/>
          </a:xfrm>
          <a:prstGeom prst="rect">
            <a:avLst/>
          </a:prstGeom>
        </p:spPr>
        <p:txBody>
          <a:bodyPr anchor="t">
            <a:noAutofit/>
          </a:bodyPr>
          <a:lstStyle>
            <a:lvl1pPr>
              <a:spcAft>
                <a:spcPts val="0"/>
              </a:spcAft>
              <a:defRPr sz="1400" b="1">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29" name="Title 1">
            <a:extLst>
              <a:ext uri="{FF2B5EF4-FFF2-40B4-BE49-F238E27FC236}">
                <a16:creationId xmlns:a16="http://schemas.microsoft.com/office/drawing/2014/main" id="{A7C729B7-24CD-4887-BCB2-9B9E69736AAE}"/>
              </a:ext>
            </a:extLst>
          </p:cNvPr>
          <p:cNvSpPr>
            <a:spLocks noGrp="1"/>
          </p:cNvSpPr>
          <p:nvPr>
            <p:ph type="ctrTitle"/>
          </p:nvPr>
        </p:nvSpPr>
        <p:spPr bwMode="gray">
          <a:xfrm>
            <a:off x="463296" y="5186209"/>
            <a:ext cx="4446269" cy="895983"/>
          </a:xfrm>
          <a:prstGeom prst="rect">
            <a:avLst/>
          </a:prstGeom>
        </p:spPr>
        <p:txBody>
          <a:bodyPr anchor="b" anchorCtr="0">
            <a:noAutofit/>
          </a:bodyPr>
          <a:lstStyle>
            <a:lvl1pPr algn="l">
              <a:lnSpc>
                <a:spcPts val="3200"/>
              </a:lnSpc>
              <a:defRPr sz="3200" b="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p>
        </p:txBody>
      </p:sp>
      <p:cxnSp>
        <p:nvCxnSpPr>
          <p:cNvPr id="5" name="Straight Connector 4">
            <a:extLst>
              <a:ext uri="{FF2B5EF4-FFF2-40B4-BE49-F238E27FC236}">
                <a16:creationId xmlns:a16="http://schemas.microsoft.com/office/drawing/2014/main" id="{CB5451A9-3E6A-4737-92D0-C9DAA534DA04}"/>
              </a:ext>
            </a:extLst>
          </p:cNvPr>
          <p:cNvCxnSpPr/>
          <p:nvPr userDrawn="1"/>
        </p:nvCxnSpPr>
        <p:spPr>
          <a:xfrm flipV="1">
            <a:off x="0" y="0"/>
            <a:ext cx="12192000" cy="6858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A2ADDA35-0590-4771-9879-88CE0238551F}"/>
              </a:ext>
            </a:extLst>
          </p:cNvPr>
          <p:cNvGrpSpPr/>
          <p:nvPr userDrawn="1"/>
        </p:nvGrpSpPr>
        <p:grpSpPr>
          <a:xfrm>
            <a:off x="463296" y="341312"/>
            <a:ext cx="1819656" cy="347472"/>
            <a:chOff x="398463" y="404813"/>
            <a:chExt cx="1627187" cy="307976"/>
          </a:xfrm>
          <a:solidFill>
            <a:schemeClr val="bg1"/>
          </a:solidFill>
        </p:grpSpPr>
        <p:sp>
          <p:nvSpPr>
            <p:cNvPr id="19" name="Oval 5">
              <a:extLst>
                <a:ext uri="{FF2B5EF4-FFF2-40B4-BE49-F238E27FC236}">
                  <a16:creationId xmlns:a16="http://schemas.microsoft.com/office/drawing/2014/main" id="{3FD17B1A-A918-439D-AFAD-ECE9421735FC}"/>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20" name="Freeform 6">
              <a:extLst>
                <a:ext uri="{FF2B5EF4-FFF2-40B4-BE49-F238E27FC236}">
                  <a16:creationId xmlns:a16="http://schemas.microsoft.com/office/drawing/2014/main" id="{79359716-9ACF-4041-A7F0-2E04E36D8614}"/>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21" name="Rectangle 7">
              <a:extLst>
                <a:ext uri="{FF2B5EF4-FFF2-40B4-BE49-F238E27FC236}">
                  <a16:creationId xmlns:a16="http://schemas.microsoft.com/office/drawing/2014/main" id="{EE3C6AB2-FF26-4D74-983F-E8C9540B703E}"/>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22" name="Freeform 8">
              <a:extLst>
                <a:ext uri="{FF2B5EF4-FFF2-40B4-BE49-F238E27FC236}">
                  <a16:creationId xmlns:a16="http://schemas.microsoft.com/office/drawing/2014/main" id="{B600C838-AB18-404F-AF64-5BE6309AC231}"/>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23" name="Rectangle 9">
              <a:extLst>
                <a:ext uri="{FF2B5EF4-FFF2-40B4-BE49-F238E27FC236}">
                  <a16:creationId xmlns:a16="http://schemas.microsoft.com/office/drawing/2014/main" id="{37EF79B8-3321-4A68-A438-F7CA9AB20D0A}"/>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24" name="Rectangle 10">
              <a:extLst>
                <a:ext uri="{FF2B5EF4-FFF2-40B4-BE49-F238E27FC236}">
                  <a16:creationId xmlns:a16="http://schemas.microsoft.com/office/drawing/2014/main" id="{9EB266B0-2723-40E9-BD24-9B88F113710A}"/>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25" name="Freeform 11">
              <a:extLst>
                <a:ext uri="{FF2B5EF4-FFF2-40B4-BE49-F238E27FC236}">
                  <a16:creationId xmlns:a16="http://schemas.microsoft.com/office/drawing/2014/main" id="{90C5C28F-BB95-44AD-9700-55D9AE2BE2B7}"/>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26" name="Freeform 12">
              <a:extLst>
                <a:ext uri="{FF2B5EF4-FFF2-40B4-BE49-F238E27FC236}">
                  <a16:creationId xmlns:a16="http://schemas.microsoft.com/office/drawing/2014/main" id="{42500885-66FF-4752-A3E1-7C0FA9778A82}"/>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27" name="Freeform 13">
              <a:extLst>
                <a:ext uri="{FF2B5EF4-FFF2-40B4-BE49-F238E27FC236}">
                  <a16:creationId xmlns:a16="http://schemas.microsoft.com/office/drawing/2014/main" id="{165DB8AE-A24F-4086-963B-1C7F379D2166}"/>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1" name="Freeform 14">
              <a:extLst>
                <a:ext uri="{FF2B5EF4-FFF2-40B4-BE49-F238E27FC236}">
                  <a16:creationId xmlns:a16="http://schemas.microsoft.com/office/drawing/2014/main" id="{282083A4-2C11-43E4-9516-9622E1E74D98}"/>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grpSp>
    </p:spTree>
    <p:extLst>
      <p:ext uri="{BB962C8B-B14F-4D97-AF65-F5344CB8AC3E}">
        <p14:creationId xmlns:p14="http://schemas.microsoft.com/office/powerpoint/2010/main" val="2896689801"/>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ith text">
    <p:bg bwMode="gray">
      <p:bgPr>
        <a:solidFill>
          <a:schemeClr val="bg1"/>
        </a:solidFill>
        <a:effectLst/>
      </p:bgPr>
    </p:bg>
    <p:spTree>
      <p:nvGrpSpPr>
        <p:cNvPr id="1" name=""/>
        <p:cNvGrpSpPr/>
        <p:nvPr/>
      </p:nvGrpSpPr>
      <p:grpSpPr>
        <a:xfrm>
          <a:off x="0" y="0"/>
          <a:ext cx="0" cy="0"/>
          <a:chOff x="0" y="0"/>
          <a:chExt cx="0" cy="0"/>
        </a:xfrm>
      </p:grpSpPr>
      <p:sp>
        <p:nvSpPr>
          <p:cNvPr id="17" name="Picture Placeholder 8">
            <a:extLst>
              <a:ext uri="{FF2B5EF4-FFF2-40B4-BE49-F238E27FC236}">
                <a16:creationId xmlns:a16="http://schemas.microsoft.com/office/drawing/2014/main" id="{8B9DDECB-90E6-4132-BCD8-24EBC3764DB9}"/>
              </a:ext>
            </a:extLst>
          </p:cNvPr>
          <p:cNvSpPr>
            <a:spLocks noGrp="1"/>
          </p:cNvSpPr>
          <p:nvPr>
            <p:ph type="pic" sz="quarter" idx="11"/>
          </p:nvPr>
        </p:nvSpPr>
        <p:spPr>
          <a:xfrm>
            <a:off x="3724289" y="688848"/>
            <a:ext cx="5562600" cy="5556504"/>
          </a:xfrm>
          <a:prstGeom prst="rect">
            <a:avLst/>
          </a:prstGeom>
        </p:spPr>
        <p:txBody>
          <a:bodyPr/>
          <a:lstStyle/>
          <a:p>
            <a:r>
              <a:rPr lang="en-US" noProof="0"/>
              <a:t>Click icon to add picture</a:t>
            </a:r>
          </a:p>
        </p:txBody>
      </p:sp>
      <p:grpSp>
        <p:nvGrpSpPr>
          <p:cNvPr id="18" name="Group 17">
            <a:extLst>
              <a:ext uri="{FF2B5EF4-FFF2-40B4-BE49-F238E27FC236}">
                <a16:creationId xmlns:a16="http://schemas.microsoft.com/office/drawing/2014/main" id="{C68220B9-53D3-434F-999D-90F07DAA2325}"/>
              </a:ext>
            </a:extLst>
          </p:cNvPr>
          <p:cNvGrpSpPr>
            <a:grpSpLocks noChangeAspect="1"/>
          </p:cNvGrpSpPr>
          <p:nvPr userDrawn="1"/>
        </p:nvGrpSpPr>
        <p:grpSpPr>
          <a:xfrm>
            <a:off x="460541" y="344137"/>
            <a:ext cx="1819109" cy="345828"/>
            <a:chOff x="398463" y="404813"/>
            <a:chExt cx="1627187" cy="307976"/>
          </a:xfrm>
          <a:solidFill>
            <a:schemeClr val="tx1"/>
          </a:solidFill>
        </p:grpSpPr>
        <p:sp>
          <p:nvSpPr>
            <p:cNvPr id="19" name="Oval 5">
              <a:extLst>
                <a:ext uri="{FF2B5EF4-FFF2-40B4-BE49-F238E27FC236}">
                  <a16:creationId xmlns:a16="http://schemas.microsoft.com/office/drawing/2014/main" id="{8B229135-140E-4C82-9088-DB80D93F74F4}"/>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0" name="Freeform 6">
              <a:extLst>
                <a:ext uri="{FF2B5EF4-FFF2-40B4-BE49-F238E27FC236}">
                  <a16:creationId xmlns:a16="http://schemas.microsoft.com/office/drawing/2014/main" id="{C0B69BD4-36A4-4DB1-B5FD-89FB06A52E69}"/>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1" name="Rectangle 7">
              <a:extLst>
                <a:ext uri="{FF2B5EF4-FFF2-40B4-BE49-F238E27FC236}">
                  <a16:creationId xmlns:a16="http://schemas.microsoft.com/office/drawing/2014/main" id="{49F4DC4F-9DBA-44B7-B892-0083CA88927E}"/>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2" name="Freeform 8">
              <a:extLst>
                <a:ext uri="{FF2B5EF4-FFF2-40B4-BE49-F238E27FC236}">
                  <a16:creationId xmlns:a16="http://schemas.microsoft.com/office/drawing/2014/main" id="{67D5F0A5-5E6C-4963-9090-4DAF5F01D2A3}"/>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3" name="Rectangle 9">
              <a:extLst>
                <a:ext uri="{FF2B5EF4-FFF2-40B4-BE49-F238E27FC236}">
                  <a16:creationId xmlns:a16="http://schemas.microsoft.com/office/drawing/2014/main" id="{22C7545E-5780-4586-9808-699BCCFD7CE9}"/>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4" name="Rectangle 10">
              <a:extLst>
                <a:ext uri="{FF2B5EF4-FFF2-40B4-BE49-F238E27FC236}">
                  <a16:creationId xmlns:a16="http://schemas.microsoft.com/office/drawing/2014/main" id="{489CD93F-3551-40B6-A00B-6CC2A8F5F4EE}"/>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5" name="Freeform 11">
              <a:extLst>
                <a:ext uri="{FF2B5EF4-FFF2-40B4-BE49-F238E27FC236}">
                  <a16:creationId xmlns:a16="http://schemas.microsoft.com/office/drawing/2014/main" id="{B6557C16-D6D6-4B71-81E6-ADCF6CEB19B7}"/>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6" name="Freeform 12">
              <a:extLst>
                <a:ext uri="{FF2B5EF4-FFF2-40B4-BE49-F238E27FC236}">
                  <a16:creationId xmlns:a16="http://schemas.microsoft.com/office/drawing/2014/main" id="{E187CACC-821A-4265-91F5-84823A98F3C5}"/>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9" name="Freeform 13">
              <a:extLst>
                <a:ext uri="{FF2B5EF4-FFF2-40B4-BE49-F238E27FC236}">
                  <a16:creationId xmlns:a16="http://schemas.microsoft.com/office/drawing/2014/main" id="{31AAFBBA-1DE2-4D95-9B71-B343B1065043}"/>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40" name="Freeform 14">
              <a:extLst>
                <a:ext uri="{FF2B5EF4-FFF2-40B4-BE49-F238E27FC236}">
                  <a16:creationId xmlns:a16="http://schemas.microsoft.com/office/drawing/2014/main" id="{D7679E8F-E1FF-41C4-93DF-F6A97D92D117}"/>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grpSp>
      <p:sp>
        <p:nvSpPr>
          <p:cNvPr id="41" name="Title 1">
            <a:extLst>
              <a:ext uri="{FF2B5EF4-FFF2-40B4-BE49-F238E27FC236}">
                <a16:creationId xmlns:a16="http://schemas.microsoft.com/office/drawing/2014/main" id="{70F15D73-40F4-4F95-9E2A-7A67F615DB4A}"/>
              </a:ext>
            </a:extLst>
          </p:cNvPr>
          <p:cNvSpPr>
            <a:spLocks noGrp="1"/>
          </p:cNvSpPr>
          <p:nvPr>
            <p:ph type="ctrTitle"/>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p>
        </p:txBody>
      </p:sp>
      <p:sp>
        <p:nvSpPr>
          <p:cNvPr id="44" name="Text Placeholder 4">
            <a:extLst>
              <a:ext uri="{FF2B5EF4-FFF2-40B4-BE49-F238E27FC236}">
                <a16:creationId xmlns:a16="http://schemas.microsoft.com/office/drawing/2014/main" id="{E65ED79E-D6FD-4D90-9073-C8776CB6AD10}"/>
              </a:ext>
            </a:extLst>
          </p:cNvPr>
          <p:cNvSpPr>
            <a:spLocks noGrp="1"/>
          </p:cNvSpPr>
          <p:nvPr>
            <p:ph type="body" sz="quarter" idx="10"/>
          </p:nvPr>
        </p:nvSpPr>
        <p:spPr>
          <a:xfrm>
            <a:off x="457201" y="6365848"/>
            <a:ext cx="4490721" cy="273050"/>
          </a:xfrm>
          <a:prstGeom prst="rect">
            <a:avLst/>
          </a:prstGeom>
        </p:spPr>
        <p:txBody>
          <a:bodyPr anchor="t">
            <a:noAutofit/>
          </a:bodyPr>
          <a:lstStyle>
            <a:lvl1pPr>
              <a:spcAft>
                <a:spcPts val="0"/>
              </a:spcAft>
              <a:defRPr sz="1400" b="1">
                <a:solidFill>
                  <a:schemeClr val="tx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Tree>
    <p:extLst>
      <p:ext uri="{BB962C8B-B14F-4D97-AF65-F5344CB8AC3E}">
        <p14:creationId xmlns:p14="http://schemas.microsoft.com/office/powerpoint/2010/main" val="1224588850"/>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3296" y="1724001"/>
            <a:ext cx="11271504" cy="1592403"/>
          </a:xfrm>
          <a:prstGeom prst="rect">
            <a:avLst/>
          </a:prstGeom>
        </p:spPr>
        <p:txBody>
          <a:bodyPr anchor="b"/>
          <a:lstStyle>
            <a:lvl1pPr>
              <a:lnSpc>
                <a:spcPct val="95000"/>
              </a:lnSpc>
              <a:defRPr sz="3600" b="1">
                <a:solidFill>
                  <a:schemeClr val="tx1"/>
                </a:solidFill>
                <a:latin typeface="+mj-lt"/>
                <a:ea typeface="Open Sans" panose="020B0606030504020204" pitchFamily="34" charset="0"/>
                <a:cs typeface="Calibri" panose="020F050202020403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3296" y="3471532"/>
            <a:ext cx="11271504" cy="1566532"/>
          </a:xfrm>
        </p:spPr>
        <p:txBody>
          <a:bodyPr lIns="0" tIns="0" rIns="0" bIns="0">
            <a:noAutofit/>
          </a:bodyPr>
          <a:lstStyle>
            <a:lvl1pPr marL="0" indent="0">
              <a:lnSpc>
                <a:spcPct val="95000"/>
              </a:lnSpc>
              <a:spcAft>
                <a:spcPts val="0"/>
              </a:spcAft>
              <a:buNone/>
              <a:defRPr sz="3600">
                <a:solidFill>
                  <a:schemeClr val="tx1"/>
                </a:solidFill>
                <a:latin typeface="+mn-lt"/>
                <a:cs typeface="Calibri" panose="020F050202020403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1921706220"/>
      </p:ext>
    </p:extLst>
  </p:cSld>
  <p:clrMapOvr>
    <a:masterClrMapping/>
  </p:clrMapOvr>
  <p:transition>
    <p:fade/>
  </p:transition>
  <p:extLst>
    <p:ext uri="{DCECCB84-F9BA-43D5-87BE-67443E8EF086}">
      <p15:sldGuideLst xmlns:p15="http://schemas.microsoft.com/office/powerpoint/2012/main"/>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Sp="0" preserve="1">
  <p:cSld name="Divider - Deloitte green accent 4">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1" y="1726936"/>
            <a:ext cx="11264900"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1" y="3474720"/>
            <a:ext cx="11264900" cy="1566532"/>
          </a:xfrm>
        </p:spPr>
        <p:txBody>
          <a:bodyPr lIns="0" tIns="0" rIns="0" bIns="0">
            <a:noAutofit/>
          </a:bodyPr>
          <a:lstStyle>
            <a:lvl1pPr marL="0" indent="0">
              <a:lnSpc>
                <a:spcPct val="95000"/>
              </a:lnSpc>
              <a:spcAft>
                <a:spcPts val="0"/>
              </a:spcAft>
              <a:buNone/>
              <a:defRPr sz="3600">
                <a:solidFill>
                  <a:schemeClr val="bg1"/>
                </a:solidFill>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Click to edit Master text styles</a:t>
            </a:r>
          </a:p>
        </p:txBody>
      </p:sp>
      <p:sp>
        <p:nvSpPr>
          <p:cNvPr id="8" name="Copyright">
            <a:extLst>
              <a:ext uri="{FF2B5EF4-FFF2-40B4-BE49-F238E27FC236}">
                <a16:creationId xmlns:a16="http://schemas.microsoft.com/office/drawing/2014/main" id="{CA24B28E-5B13-4779-8D72-C52A20B99FE7}"/>
              </a:ext>
            </a:extLst>
          </p:cNvPr>
          <p:cNvSpPr txBox="1"/>
          <p:nvPr userDrawn="1"/>
        </p:nvSpPr>
        <p:spPr>
          <a:xfrm>
            <a:off x="501649" y="6519673"/>
            <a:ext cx="5355168" cy="207749"/>
          </a:xfrm>
          <a:prstGeom prst="rect">
            <a:avLst/>
          </a:prstGeom>
          <a:noFill/>
        </p:spPr>
        <p:txBody>
          <a:bodyPr wrap="square" lIns="0" tIns="0" rIns="0" bIns="0" rtlCol="0">
            <a:spAutoFit/>
          </a:bodyPr>
          <a:lstStyle/>
          <a:p>
            <a:pPr marL="0" indent="0">
              <a:spcBef>
                <a:spcPts val="450"/>
              </a:spcBef>
              <a:buSzPct val="100000"/>
              <a:buFont typeface="Arial"/>
              <a:buNone/>
            </a:pPr>
            <a:r>
              <a:rPr lang="en-US" sz="675" noProof="0">
                <a:solidFill>
                  <a:schemeClr val="bg1"/>
                </a:solidFill>
                <a:latin typeface="Calibri" panose="020F0502020204030204" pitchFamily="34" charset="0"/>
                <a:cs typeface="Calibri" panose="020F0502020204030204" pitchFamily="34" charset="0"/>
              </a:rPr>
              <a:t>Member firms and DTTL: Insert appropriate copyright</a:t>
            </a:r>
            <a:br>
              <a:rPr lang="en-US" sz="675" noProof="0">
                <a:solidFill>
                  <a:schemeClr val="bg1"/>
                </a:solidFill>
                <a:latin typeface="Calibri" panose="020F0502020204030204" pitchFamily="34" charset="0"/>
                <a:cs typeface="Calibri" panose="020F0502020204030204" pitchFamily="34" charset="0"/>
              </a:rPr>
            </a:br>
            <a:r>
              <a:rPr lang="en-US" sz="675"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3" name="CaseCode">
            <a:extLst>
              <a:ext uri="{FF2B5EF4-FFF2-40B4-BE49-F238E27FC236}">
                <a16:creationId xmlns:a16="http://schemas.microsoft.com/office/drawing/2014/main" id="{D39A514A-409D-470C-AE9C-EFB16BDA8C83}"/>
              </a:ext>
            </a:extLst>
          </p:cNvPr>
          <p:cNvSpPr txBox="1"/>
          <p:nvPr userDrawn="1"/>
        </p:nvSpPr>
        <p:spPr>
          <a:xfrm>
            <a:off x="6335184" y="6519673"/>
            <a:ext cx="4896560" cy="207749"/>
          </a:xfrm>
          <a:prstGeom prst="rect">
            <a:avLst/>
          </a:prstGeom>
          <a:noFill/>
        </p:spPr>
        <p:txBody>
          <a:bodyPr wrap="square" lIns="0" tIns="0" rIns="0" bIns="0" rtlCol="0">
            <a:spAutoFit/>
          </a:bodyPr>
          <a:lstStyle/>
          <a:p>
            <a:pPr marL="0" indent="0" algn="r">
              <a:spcBef>
                <a:spcPts val="0"/>
              </a:spcBef>
              <a:buSzPct val="100000"/>
              <a:buFont typeface="Arial"/>
              <a:buNone/>
            </a:pPr>
            <a:r>
              <a:rPr lang="en-US" sz="675" noProof="0">
                <a:solidFill>
                  <a:schemeClr val="bg1"/>
                </a:solidFill>
                <a:latin typeface="Calibri" panose="020F0502020204030204" pitchFamily="34" charset="0"/>
                <a:cs typeface="Calibri" panose="020F0502020204030204" pitchFamily="34" charset="0"/>
              </a:rPr>
              <a:t>Presentation title</a:t>
            </a:r>
            <a:br>
              <a:rPr lang="en-US" sz="675" noProof="0">
                <a:solidFill>
                  <a:schemeClr val="bg1"/>
                </a:solidFill>
                <a:latin typeface="Calibri" panose="020F0502020204030204" pitchFamily="34" charset="0"/>
                <a:cs typeface="Calibri" panose="020F0502020204030204" pitchFamily="34" charset="0"/>
              </a:rPr>
            </a:br>
            <a:r>
              <a:rPr lang="en-US" sz="675"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4" name="TextBox 13">
            <a:extLst>
              <a:ext uri="{FF2B5EF4-FFF2-40B4-BE49-F238E27FC236}">
                <a16:creationId xmlns:a16="http://schemas.microsoft.com/office/drawing/2014/main" id="{72A5EC33-1574-4E3A-89DA-3EC00A69C870}"/>
              </a:ext>
            </a:extLst>
          </p:cNvPr>
          <p:cNvSpPr txBox="1"/>
          <p:nvPr userDrawn="1"/>
        </p:nvSpPr>
        <p:spPr>
          <a:xfrm>
            <a:off x="11426826" y="6519673"/>
            <a:ext cx="307975" cy="103875"/>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675"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675" noProof="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40922361"/>
      </p:ext>
    </p:extLst>
  </p:cSld>
  <p:clrMapOvr>
    <a:masterClrMapping/>
  </p:clrMapOvr>
  <p:transition>
    <p:fade/>
  </p:transition>
  <p:extLst>
    <p:ext uri="{DCECCB84-F9BA-43D5-87BE-67443E8EF086}">
      <p15:sldGuideLst xmlns:p15="http://schemas.microsoft.com/office/powerpoint/2012/main"/>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preserve="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1" y="1728217"/>
            <a:ext cx="11264900"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1" y="3474720"/>
            <a:ext cx="11264900" cy="1566532"/>
          </a:xfrm>
        </p:spPr>
        <p:txBody>
          <a:bodyPr lIns="0" tIns="0" rIns="0" bIns="0">
            <a:noAutofit/>
          </a:bodyPr>
          <a:lstStyle>
            <a:lvl1pPr marL="0" indent="0">
              <a:lnSpc>
                <a:spcPct val="95000"/>
              </a:lnSpc>
              <a:spcAft>
                <a:spcPts val="0"/>
              </a:spcAft>
              <a:buNone/>
              <a:defRPr sz="3600">
                <a:solidFill>
                  <a:schemeClr val="bg1"/>
                </a:solidFill>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Click to edit Master text styles</a:t>
            </a:r>
          </a:p>
        </p:txBody>
      </p:sp>
      <p:sp>
        <p:nvSpPr>
          <p:cNvPr id="13" name="Copyright">
            <a:extLst>
              <a:ext uri="{FF2B5EF4-FFF2-40B4-BE49-F238E27FC236}">
                <a16:creationId xmlns:a16="http://schemas.microsoft.com/office/drawing/2014/main" id="{1DC4A35C-6E5F-4D1C-8973-1C29CBAF765E}"/>
              </a:ext>
            </a:extLst>
          </p:cNvPr>
          <p:cNvSpPr txBox="1"/>
          <p:nvPr userDrawn="1"/>
        </p:nvSpPr>
        <p:spPr>
          <a:xfrm>
            <a:off x="501649" y="6519673"/>
            <a:ext cx="5355168" cy="207749"/>
          </a:xfrm>
          <a:prstGeom prst="rect">
            <a:avLst/>
          </a:prstGeom>
          <a:noFill/>
        </p:spPr>
        <p:txBody>
          <a:bodyPr wrap="square" lIns="0" tIns="0" rIns="0" bIns="0" rtlCol="0">
            <a:spAutoFit/>
          </a:bodyPr>
          <a:lstStyle/>
          <a:p>
            <a:pPr marL="0" indent="0">
              <a:spcBef>
                <a:spcPts val="450"/>
              </a:spcBef>
              <a:buSzPct val="100000"/>
              <a:buFont typeface="Arial"/>
              <a:buNone/>
            </a:pPr>
            <a:r>
              <a:rPr lang="en-US" sz="675" noProof="0">
                <a:solidFill>
                  <a:schemeClr val="bg1"/>
                </a:solidFill>
                <a:latin typeface="Calibri" panose="020F0502020204030204" pitchFamily="34" charset="0"/>
                <a:cs typeface="Calibri" panose="020F0502020204030204" pitchFamily="34" charset="0"/>
              </a:rPr>
              <a:t>Member firms and DTTL: Insert appropriate copyright</a:t>
            </a:r>
            <a:br>
              <a:rPr lang="en-US" sz="675" noProof="0">
                <a:solidFill>
                  <a:schemeClr val="bg1"/>
                </a:solidFill>
                <a:latin typeface="Calibri" panose="020F0502020204030204" pitchFamily="34" charset="0"/>
                <a:cs typeface="Calibri" panose="020F0502020204030204" pitchFamily="34" charset="0"/>
              </a:rPr>
            </a:br>
            <a:r>
              <a:rPr lang="en-US" sz="675"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4" name="CaseCode">
            <a:extLst>
              <a:ext uri="{FF2B5EF4-FFF2-40B4-BE49-F238E27FC236}">
                <a16:creationId xmlns:a16="http://schemas.microsoft.com/office/drawing/2014/main" id="{5B6818A1-3235-4413-9665-6D922B35C666}"/>
              </a:ext>
            </a:extLst>
          </p:cNvPr>
          <p:cNvSpPr txBox="1"/>
          <p:nvPr userDrawn="1"/>
        </p:nvSpPr>
        <p:spPr>
          <a:xfrm>
            <a:off x="6335184" y="6519673"/>
            <a:ext cx="4896560" cy="207749"/>
          </a:xfrm>
          <a:prstGeom prst="rect">
            <a:avLst/>
          </a:prstGeom>
          <a:noFill/>
        </p:spPr>
        <p:txBody>
          <a:bodyPr wrap="square" lIns="0" tIns="0" rIns="0" bIns="0" rtlCol="0">
            <a:spAutoFit/>
          </a:bodyPr>
          <a:lstStyle/>
          <a:p>
            <a:pPr marL="0" indent="0" algn="r">
              <a:spcBef>
                <a:spcPts val="0"/>
              </a:spcBef>
              <a:buSzPct val="100000"/>
              <a:buFont typeface="Arial"/>
              <a:buNone/>
            </a:pPr>
            <a:r>
              <a:rPr lang="en-US" sz="675" noProof="0">
                <a:solidFill>
                  <a:schemeClr val="bg1"/>
                </a:solidFill>
                <a:latin typeface="Calibri" panose="020F0502020204030204" pitchFamily="34" charset="0"/>
                <a:cs typeface="Calibri" panose="020F0502020204030204" pitchFamily="34" charset="0"/>
              </a:rPr>
              <a:t>Presentation title</a:t>
            </a:r>
            <a:br>
              <a:rPr lang="en-US" sz="675" noProof="0">
                <a:solidFill>
                  <a:schemeClr val="bg1"/>
                </a:solidFill>
                <a:latin typeface="Calibri" panose="020F0502020204030204" pitchFamily="34" charset="0"/>
                <a:cs typeface="Calibri" panose="020F0502020204030204" pitchFamily="34" charset="0"/>
              </a:rPr>
            </a:br>
            <a:r>
              <a:rPr lang="en-US" sz="675"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5" name="TextBox 14">
            <a:extLst>
              <a:ext uri="{FF2B5EF4-FFF2-40B4-BE49-F238E27FC236}">
                <a16:creationId xmlns:a16="http://schemas.microsoft.com/office/drawing/2014/main" id="{CA87CE22-99C8-4AA1-B80A-420B68B7E283}"/>
              </a:ext>
            </a:extLst>
          </p:cNvPr>
          <p:cNvSpPr txBox="1"/>
          <p:nvPr userDrawn="1"/>
        </p:nvSpPr>
        <p:spPr>
          <a:xfrm>
            <a:off x="11426826" y="6519673"/>
            <a:ext cx="307975" cy="103875"/>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675"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675" noProof="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58866863"/>
      </p:ext>
    </p:extLst>
  </p:cSld>
  <p:clrMapOvr>
    <a:masterClrMapping/>
  </p:clrMapOvr>
  <p:transition>
    <p:fade/>
  </p:transition>
  <p:extLst>
    <p:ext uri="{DCECCB84-F9BA-43D5-87BE-67443E8EF086}">
      <p15:sldGuideLst xmlns:p15="http://schemas.microsoft.com/office/powerpoint/2012/main"/>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accent 1">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3296" y="1728217"/>
            <a:ext cx="11271504"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3296" y="3474720"/>
            <a:ext cx="11271504" cy="1566532"/>
          </a:xfrm>
        </p:spPr>
        <p:txBody>
          <a:bodyPr lIns="0" tIns="0" rIns="0" bIns="0">
            <a:noAutofit/>
          </a:bodyPr>
          <a:lstStyle>
            <a:lvl1pPr marL="0" indent="0">
              <a:lnSpc>
                <a:spcPct val="95000"/>
              </a:lnSpc>
              <a:spcAft>
                <a:spcPts val="0"/>
              </a:spcAft>
              <a:buNone/>
              <a:defRPr sz="3600">
                <a:solidFill>
                  <a:schemeClr val="bg1"/>
                </a:solidFill>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Click to edit Master text styles</a:t>
            </a:r>
          </a:p>
        </p:txBody>
      </p:sp>
      <p:sp>
        <p:nvSpPr>
          <p:cNvPr id="10" name="Copyright">
            <a:extLst>
              <a:ext uri="{FF2B5EF4-FFF2-40B4-BE49-F238E27FC236}">
                <a16:creationId xmlns:a16="http://schemas.microsoft.com/office/drawing/2014/main" id="{04AF6108-47E9-489A-A28A-88A6C754FB38}"/>
              </a:ext>
            </a:extLst>
          </p:cNvPr>
          <p:cNvSpPr txBox="1"/>
          <p:nvPr userDrawn="1"/>
        </p:nvSpPr>
        <p:spPr>
          <a:xfrm>
            <a:off x="501649" y="6519673"/>
            <a:ext cx="5355168" cy="207749"/>
          </a:xfrm>
          <a:prstGeom prst="rect">
            <a:avLst/>
          </a:prstGeom>
          <a:noFill/>
        </p:spPr>
        <p:txBody>
          <a:bodyPr wrap="square" lIns="0" tIns="0" rIns="0" bIns="0" rtlCol="0">
            <a:spAutoFit/>
          </a:bodyPr>
          <a:lstStyle/>
          <a:p>
            <a:pPr marL="0" indent="0">
              <a:spcBef>
                <a:spcPts val="450"/>
              </a:spcBef>
              <a:buSzPct val="100000"/>
              <a:buFont typeface="Arial"/>
              <a:buNone/>
            </a:pPr>
            <a:r>
              <a:rPr lang="en-US" sz="675" noProof="0">
                <a:solidFill>
                  <a:schemeClr val="bg1"/>
                </a:solidFill>
                <a:latin typeface="Calibri" panose="020F0502020204030204" pitchFamily="34" charset="0"/>
                <a:cs typeface="Calibri" panose="020F0502020204030204" pitchFamily="34" charset="0"/>
              </a:rPr>
              <a:t>Member firms and DTTL: Insert appropriate copyright</a:t>
            </a:r>
            <a:br>
              <a:rPr lang="en-US" sz="675" noProof="0">
                <a:solidFill>
                  <a:schemeClr val="bg1"/>
                </a:solidFill>
                <a:latin typeface="Calibri" panose="020F0502020204030204" pitchFamily="34" charset="0"/>
                <a:cs typeface="Calibri" panose="020F0502020204030204" pitchFamily="34" charset="0"/>
              </a:rPr>
            </a:br>
            <a:r>
              <a:rPr lang="en-US" sz="675"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1" name="CaseCode">
            <a:extLst>
              <a:ext uri="{FF2B5EF4-FFF2-40B4-BE49-F238E27FC236}">
                <a16:creationId xmlns:a16="http://schemas.microsoft.com/office/drawing/2014/main" id="{8980A458-ABD9-40B8-8C0D-269072CDB94F}"/>
              </a:ext>
            </a:extLst>
          </p:cNvPr>
          <p:cNvSpPr txBox="1"/>
          <p:nvPr userDrawn="1"/>
        </p:nvSpPr>
        <p:spPr>
          <a:xfrm>
            <a:off x="6335184" y="6519673"/>
            <a:ext cx="4896560" cy="207749"/>
          </a:xfrm>
          <a:prstGeom prst="rect">
            <a:avLst/>
          </a:prstGeom>
          <a:noFill/>
        </p:spPr>
        <p:txBody>
          <a:bodyPr wrap="square" lIns="0" tIns="0" rIns="0" bIns="0" rtlCol="0">
            <a:spAutoFit/>
          </a:bodyPr>
          <a:lstStyle/>
          <a:p>
            <a:pPr marL="0" indent="0" algn="r">
              <a:spcBef>
                <a:spcPts val="0"/>
              </a:spcBef>
              <a:buSzPct val="100000"/>
              <a:buFont typeface="Arial"/>
              <a:buNone/>
            </a:pPr>
            <a:r>
              <a:rPr lang="en-US" sz="675" noProof="0">
                <a:solidFill>
                  <a:schemeClr val="bg1"/>
                </a:solidFill>
                <a:latin typeface="Calibri" panose="020F0502020204030204" pitchFamily="34" charset="0"/>
                <a:cs typeface="Calibri" panose="020F0502020204030204" pitchFamily="34" charset="0"/>
              </a:rPr>
              <a:t>Presentation title</a:t>
            </a:r>
            <a:br>
              <a:rPr lang="en-US" sz="675" noProof="0">
                <a:solidFill>
                  <a:schemeClr val="bg1"/>
                </a:solidFill>
                <a:latin typeface="Calibri" panose="020F0502020204030204" pitchFamily="34" charset="0"/>
                <a:cs typeface="Calibri" panose="020F0502020204030204" pitchFamily="34" charset="0"/>
              </a:rPr>
            </a:br>
            <a:r>
              <a:rPr lang="en-US" sz="675"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2" name="TextBox 11">
            <a:extLst>
              <a:ext uri="{FF2B5EF4-FFF2-40B4-BE49-F238E27FC236}">
                <a16:creationId xmlns:a16="http://schemas.microsoft.com/office/drawing/2014/main" id="{071386E3-7822-4155-91DC-3E38D96ED6CE}"/>
              </a:ext>
            </a:extLst>
          </p:cNvPr>
          <p:cNvSpPr txBox="1"/>
          <p:nvPr userDrawn="1"/>
        </p:nvSpPr>
        <p:spPr>
          <a:xfrm>
            <a:off x="11426826" y="6519673"/>
            <a:ext cx="307975" cy="103875"/>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675"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675" noProof="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58544448"/>
      </p:ext>
    </p:extLst>
  </p:cSld>
  <p:clrMapOvr>
    <a:masterClrMapping/>
  </p:clrMapOvr>
  <p:transition>
    <p:fade/>
  </p:transition>
  <p:extLst>
    <p:ext uri="{DCECCB84-F9BA-43D5-87BE-67443E8EF086}">
      <p15:sldGuideLst xmlns:p15="http://schemas.microsoft.com/office/powerpoint/2012/main"/>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accent 2">
    <p:bg bwMode="gray">
      <p:bgPr>
        <a:solidFill>
          <a:schemeClr val="accent2"/>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3296" y="1728217"/>
            <a:ext cx="11227056"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3296" y="3474720"/>
            <a:ext cx="11227056" cy="1566532"/>
          </a:xfrm>
        </p:spPr>
        <p:txBody>
          <a:bodyPr lIns="0" tIns="0" rIns="0" bIns="0">
            <a:noAutofit/>
          </a:bodyPr>
          <a:lstStyle>
            <a:lvl1pPr marL="0" indent="0">
              <a:lnSpc>
                <a:spcPct val="95000"/>
              </a:lnSpc>
              <a:spcAft>
                <a:spcPts val="0"/>
              </a:spcAft>
              <a:buNone/>
              <a:defRPr sz="3600">
                <a:solidFill>
                  <a:schemeClr val="bg1"/>
                </a:solidFill>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Click to edit Master text styles</a:t>
            </a:r>
          </a:p>
        </p:txBody>
      </p:sp>
      <p:sp>
        <p:nvSpPr>
          <p:cNvPr id="10" name="Copyright">
            <a:extLst>
              <a:ext uri="{FF2B5EF4-FFF2-40B4-BE49-F238E27FC236}">
                <a16:creationId xmlns:a16="http://schemas.microsoft.com/office/drawing/2014/main" id="{484F29FA-0A46-4792-A45E-5DE1B223E09B}"/>
              </a:ext>
            </a:extLst>
          </p:cNvPr>
          <p:cNvSpPr txBox="1"/>
          <p:nvPr userDrawn="1"/>
        </p:nvSpPr>
        <p:spPr>
          <a:xfrm>
            <a:off x="501649" y="6519673"/>
            <a:ext cx="5355168" cy="207749"/>
          </a:xfrm>
          <a:prstGeom prst="rect">
            <a:avLst/>
          </a:prstGeom>
          <a:noFill/>
        </p:spPr>
        <p:txBody>
          <a:bodyPr wrap="square" lIns="0" tIns="0" rIns="0" bIns="0" rtlCol="0">
            <a:spAutoFit/>
          </a:bodyPr>
          <a:lstStyle/>
          <a:p>
            <a:pPr marL="0" indent="0">
              <a:spcBef>
                <a:spcPts val="450"/>
              </a:spcBef>
              <a:buSzPct val="100000"/>
              <a:buFont typeface="Arial"/>
              <a:buNone/>
            </a:pPr>
            <a:r>
              <a:rPr lang="en-US" sz="675" noProof="0">
                <a:solidFill>
                  <a:schemeClr val="bg1"/>
                </a:solidFill>
                <a:latin typeface="Calibri" panose="020F0502020204030204" pitchFamily="34" charset="0"/>
                <a:cs typeface="Calibri" panose="020F0502020204030204" pitchFamily="34" charset="0"/>
              </a:rPr>
              <a:t>Member firms and DTTL: Insert appropriate copyright</a:t>
            </a:r>
            <a:br>
              <a:rPr lang="en-US" sz="675" noProof="0">
                <a:solidFill>
                  <a:schemeClr val="bg1"/>
                </a:solidFill>
                <a:latin typeface="Calibri" panose="020F0502020204030204" pitchFamily="34" charset="0"/>
                <a:cs typeface="Calibri" panose="020F0502020204030204" pitchFamily="34" charset="0"/>
              </a:rPr>
            </a:br>
            <a:r>
              <a:rPr lang="en-US" sz="675"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1" name="CaseCode">
            <a:extLst>
              <a:ext uri="{FF2B5EF4-FFF2-40B4-BE49-F238E27FC236}">
                <a16:creationId xmlns:a16="http://schemas.microsoft.com/office/drawing/2014/main" id="{12BDD3ED-029E-4AC9-80CA-D3A2FBE9A5AF}"/>
              </a:ext>
            </a:extLst>
          </p:cNvPr>
          <p:cNvSpPr txBox="1"/>
          <p:nvPr userDrawn="1"/>
        </p:nvSpPr>
        <p:spPr>
          <a:xfrm>
            <a:off x="6335184" y="6519673"/>
            <a:ext cx="4896560" cy="207749"/>
          </a:xfrm>
          <a:prstGeom prst="rect">
            <a:avLst/>
          </a:prstGeom>
          <a:noFill/>
        </p:spPr>
        <p:txBody>
          <a:bodyPr wrap="square" lIns="0" tIns="0" rIns="0" bIns="0" rtlCol="0">
            <a:spAutoFit/>
          </a:bodyPr>
          <a:lstStyle/>
          <a:p>
            <a:pPr marL="0" indent="0" algn="r">
              <a:spcBef>
                <a:spcPts val="0"/>
              </a:spcBef>
              <a:buSzPct val="100000"/>
              <a:buFont typeface="Arial"/>
              <a:buNone/>
            </a:pPr>
            <a:r>
              <a:rPr lang="en-US" sz="675" noProof="0">
                <a:solidFill>
                  <a:schemeClr val="bg1"/>
                </a:solidFill>
                <a:latin typeface="Calibri" panose="020F0502020204030204" pitchFamily="34" charset="0"/>
                <a:cs typeface="Calibri" panose="020F0502020204030204" pitchFamily="34" charset="0"/>
              </a:rPr>
              <a:t>Presentation title</a:t>
            </a:r>
            <a:br>
              <a:rPr lang="en-US" sz="675" noProof="0">
                <a:solidFill>
                  <a:schemeClr val="bg1"/>
                </a:solidFill>
                <a:latin typeface="Calibri" panose="020F0502020204030204" pitchFamily="34" charset="0"/>
                <a:cs typeface="Calibri" panose="020F0502020204030204" pitchFamily="34" charset="0"/>
              </a:rPr>
            </a:br>
            <a:r>
              <a:rPr lang="en-US" sz="675"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2" name="TextBox 11">
            <a:extLst>
              <a:ext uri="{FF2B5EF4-FFF2-40B4-BE49-F238E27FC236}">
                <a16:creationId xmlns:a16="http://schemas.microsoft.com/office/drawing/2014/main" id="{A6895299-9295-492F-8C31-9744F3FB7A06}"/>
              </a:ext>
            </a:extLst>
          </p:cNvPr>
          <p:cNvSpPr txBox="1"/>
          <p:nvPr userDrawn="1"/>
        </p:nvSpPr>
        <p:spPr>
          <a:xfrm>
            <a:off x="11426826" y="6519673"/>
            <a:ext cx="307975" cy="103875"/>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675"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675" noProof="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28129015"/>
      </p:ext>
    </p:extLst>
  </p:cSld>
  <p:clrMapOvr>
    <a:masterClrMapping/>
  </p:clrMapOvr>
  <p:transition>
    <p:fade/>
  </p:transition>
  <p:extLst>
    <p:ext uri="{DCECCB84-F9BA-43D5-87BE-67443E8EF086}">
      <p15:sldGuideLst xmlns:p15="http://schemas.microsoft.com/office/powerpoint/2012/main"/>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accent 3">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3296" y="1728217"/>
            <a:ext cx="11227056"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3296" y="3474720"/>
            <a:ext cx="11227056" cy="1566532"/>
          </a:xfrm>
        </p:spPr>
        <p:txBody>
          <a:bodyPr lIns="0" tIns="0" rIns="0" bIns="0">
            <a:noAutofit/>
          </a:bodyPr>
          <a:lstStyle>
            <a:lvl1pPr marL="0" indent="0">
              <a:lnSpc>
                <a:spcPct val="95000"/>
              </a:lnSpc>
              <a:spcAft>
                <a:spcPts val="0"/>
              </a:spcAft>
              <a:buNone/>
              <a:defRPr sz="3600">
                <a:solidFill>
                  <a:schemeClr val="bg1"/>
                </a:solidFill>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Click to edit Master text styles</a:t>
            </a:r>
          </a:p>
        </p:txBody>
      </p:sp>
      <p:sp>
        <p:nvSpPr>
          <p:cNvPr id="7" name="Copyright">
            <a:extLst>
              <a:ext uri="{FF2B5EF4-FFF2-40B4-BE49-F238E27FC236}">
                <a16:creationId xmlns:a16="http://schemas.microsoft.com/office/drawing/2014/main" id="{EC93E963-CFD3-43A9-AE1B-F08B522B4130}"/>
              </a:ext>
            </a:extLst>
          </p:cNvPr>
          <p:cNvSpPr txBox="1"/>
          <p:nvPr userDrawn="1"/>
        </p:nvSpPr>
        <p:spPr>
          <a:xfrm>
            <a:off x="501649" y="6519673"/>
            <a:ext cx="5355168" cy="207749"/>
          </a:xfrm>
          <a:prstGeom prst="rect">
            <a:avLst/>
          </a:prstGeom>
          <a:noFill/>
        </p:spPr>
        <p:txBody>
          <a:bodyPr wrap="square" lIns="0" tIns="0" rIns="0" bIns="0" rtlCol="0">
            <a:spAutoFit/>
          </a:bodyPr>
          <a:lstStyle/>
          <a:p>
            <a:pPr marL="0" indent="0">
              <a:spcBef>
                <a:spcPts val="450"/>
              </a:spcBef>
              <a:buSzPct val="100000"/>
              <a:buFont typeface="Arial"/>
              <a:buNone/>
            </a:pPr>
            <a:r>
              <a:rPr lang="en-US" sz="675" noProof="0">
                <a:solidFill>
                  <a:schemeClr val="bg1"/>
                </a:solidFill>
                <a:latin typeface="Calibri" panose="020F0502020204030204" pitchFamily="34" charset="0"/>
                <a:cs typeface="Calibri" panose="020F0502020204030204" pitchFamily="34" charset="0"/>
              </a:rPr>
              <a:t>Member firms and DTTL: Insert appropriate copyright</a:t>
            </a:r>
            <a:br>
              <a:rPr lang="en-US" sz="675" noProof="0">
                <a:solidFill>
                  <a:schemeClr val="bg1"/>
                </a:solidFill>
                <a:latin typeface="Calibri" panose="020F0502020204030204" pitchFamily="34" charset="0"/>
                <a:cs typeface="Calibri" panose="020F0502020204030204" pitchFamily="34" charset="0"/>
              </a:rPr>
            </a:br>
            <a:r>
              <a:rPr lang="en-US" sz="675"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8" name="CaseCode">
            <a:extLst>
              <a:ext uri="{FF2B5EF4-FFF2-40B4-BE49-F238E27FC236}">
                <a16:creationId xmlns:a16="http://schemas.microsoft.com/office/drawing/2014/main" id="{791BE9BD-85F6-497E-A8D6-CBFF87927B15}"/>
              </a:ext>
            </a:extLst>
          </p:cNvPr>
          <p:cNvSpPr txBox="1"/>
          <p:nvPr userDrawn="1"/>
        </p:nvSpPr>
        <p:spPr>
          <a:xfrm>
            <a:off x="6335184" y="6519673"/>
            <a:ext cx="4896560" cy="207749"/>
          </a:xfrm>
          <a:prstGeom prst="rect">
            <a:avLst/>
          </a:prstGeom>
          <a:noFill/>
        </p:spPr>
        <p:txBody>
          <a:bodyPr wrap="square" lIns="0" tIns="0" rIns="0" bIns="0" rtlCol="0">
            <a:spAutoFit/>
          </a:bodyPr>
          <a:lstStyle/>
          <a:p>
            <a:pPr marL="0" indent="0" algn="r">
              <a:spcBef>
                <a:spcPts val="0"/>
              </a:spcBef>
              <a:buSzPct val="100000"/>
              <a:buFont typeface="Arial"/>
              <a:buNone/>
            </a:pPr>
            <a:r>
              <a:rPr lang="en-US" sz="675" noProof="0">
                <a:solidFill>
                  <a:schemeClr val="bg1"/>
                </a:solidFill>
                <a:latin typeface="Calibri" panose="020F0502020204030204" pitchFamily="34" charset="0"/>
                <a:cs typeface="Calibri" panose="020F0502020204030204" pitchFamily="34" charset="0"/>
              </a:rPr>
              <a:t>Presentation title</a:t>
            </a:r>
            <a:br>
              <a:rPr lang="en-US" sz="675" noProof="0">
                <a:solidFill>
                  <a:schemeClr val="bg1"/>
                </a:solidFill>
                <a:latin typeface="Calibri" panose="020F0502020204030204" pitchFamily="34" charset="0"/>
                <a:cs typeface="Calibri" panose="020F0502020204030204" pitchFamily="34" charset="0"/>
              </a:rPr>
            </a:br>
            <a:r>
              <a:rPr lang="en-US" sz="675"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9" name="TextBox 8">
            <a:extLst>
              <a:ext uri="{FF2B5EF4-FFF2-40B4-BE49-F238E27FC236}">
                <a16:creationId xmlns:a16="http://schemas.microsoft.com/office/drawing/2014/main" id="{AB538D13-8CB9-4EE1-BCA9-24557BC4F2B2}"/>
              </a:ext>
            </a:extLst>
          </p:cNvPr>
          <p:cNvSpPr txBox="1"/>
          <p:nvPr userDrawn="1"/>
        </p:nvSpPr>
        <p:spPr>
          <a:xfrm>
            <a:off x="11426826" y="6519673"/>
            <a:ext cx="307975" cy="103875"/>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675"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675" noProof="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28868748"/>
      </p:ext>
    </p:extLst>
  </p:cSld>
  <p:clrMapOvr>
    <a:masterClrMapping/>
  </p:clrMapOvr>
  <p:transition>
    <p:fade/>
  </p:transition>
  <p:extLst>
    <p:ext uri="{DCECCB84-F9BA-43D5-87BE-67443E8EF086}">
      <p15:sldGuideLst xmlns:p15="http://schemas.microsoft.com/office/powerpoint/2012/main"/>
    </p:ext>
  </p:extLst>
</p:sldLayout>
</file>

<file path=ppt/slideLayouts/slideLayout154.xml><?xml version="1.0" encoding="utf-8"?>
<p:sldLayout xmlns:a="http://schemas.openxmlformats.org/drawingml/2006/main" xmlns:r="http://schemas.openxmlformats.org/officeDocument/2006/relationships" xmlns:p="http://schemas.openxmlformats.org/presentationml/2006/main" showMasterSp="0" preserve="1" userDrawn="1">
  <p:cSld name="Key statement green accent 2">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63297" y="1714500"/>
            <a:ext cx="9323916" cy="4648200"/>
          </a:xfrm>
          <a:prstGeom prst="rect">
            <a:avLst/>
          </a:prstGeom>
        </p:spPr>
        <p:txBody>
          <a:bodyPr>
            <a:noAutofit/>
          </a:bodyPr>
          <a:lstStyle>
            <a:lvl1pPr>
              <a:spcBef>
                <a:spcPts val="3600"/>
              </a:spcBef>
              <a:defRPr sz="3600">
                <a:solidFill>
                  <a:schemeClr val="bg1"/>
                </a:solidFill>
              </a:defRPr>
            </a:lvl1pPr>
            <a:lvl2pPr marL="457189" indent="-457189">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a:t>Click to edit Master text styles</a:t>
            </a:r>
          </a:p>
        </p:txBody>
      </p:sp>
      <p:sp>
        <p:nvSpPr>
          <p:cNvPr id="9" name="Copyright">
            <a:extLst>
              <a:ext uri="{FF2B5EF4-FFF2-40B4-BE49-F238E27FC236}">
                <a16:creationId xmlns:a16="http://schemas.microsoft.com/office/drawing/2014/main" id="{08E5BA7E-93C2-43A2-9267-44AEA65B95C5}"/>
              </a:ext>
            </a:extLst>
          </p:cNvPr>
          <p:cNvSpPr txBox="1"/>
          <p:nvPr userDrawn="1"/>
        </p:nvSpPr>
        <p:spPr>
          <a:xfrm>
            <a:off x="501649" y="6519673"/>
            <a:ext cx="5355168" cy="207749"/>
          </a:xfrm>
          <a:prstGeom prst="rect">
            <a:avLst/>
          </a:prstGeom>
          <a:noFill/>
        </p:spPr>
        <p:txBody>
          <a:bodyPr wrap="square" lIns="0" tIns="0" rIns="0" bIns="0" rtlCol="0">
            <a:spAutoFit/>
          </a:bodyPr>
          <a:lstStyle/>
          <a:p>
            <a:pPr marL="0" indent="0">
              <a:spcBef>
                <a:spcPts val="450"/>
              </a:spcBef>
              <a:buSzPct val="100000"/>
              <a:buFont typeface="Arial"/>
              <a:buNone/>
            </a:pPr>
            <a:r>
              <a:rPr lang="en-US" sz="675" noProof="0">
                <a:solidFill>
                  <a:schemeClr val="bg1"/>
                </a:solidFill>
                <a:latin typeface="Calibri" panose="020F0502020204030204" pitchFamily="34" charset="0"/>
                <a:cs typeface="Calibri" panose="020F0502020204030204" pitchFamily="34" charset="0"/>
              </a:rPr>
              <a:t>Member firms and DTTL: Insert appropriate copyright</a:t>
            </a:r>
            <a:br>
              <a:rPr lang="en-US" sz="675" noProof="0">
                <a:solidFill>
                  <a:schemeClr val="bg1"/>
                </a:solidFill>
                <a:latin typeface="Calibri" panose="020F0502020204030204" pitchFamily="34" charset="0"/>
                <a:cs typeface="Calibri" panose="020F0502020204030204" pitchFamily="34" charset="0"/>
              </a:rPr>
            </a:br>
            <a:r>
              <a:rPr lang="en-US" sz="675"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0" name="CaseCode">
            <a:extLst>
              <a:ext uri="{FF2B5EF4-FFF2-40B4-BE49-F238E27FC236}">
                <a16:creationId xmlns:a16="http://schemas.microsoft.com/office/drawing/2014/main" id="{015C4658-A753-4EFC-B4C9-8CC1413F742B}"/>
              </a:ext>
            </a:extLst>
          </p:cNvPr>
          <p:cNvSpPr txBox="1"/>
          <p:nvPr userDrawn="1"/>
        </p:nvSpPr>
        <p:spPr>
          <a:xfrm>
            <a:off x="6335184" y="6519673"/>
            <a:ext cx="4896560" cy="207749"/>
          </a:xfrm>
          <a:prstGeom prst="rect">
            <a:avLst/>
          </a:prstGeom>
          <a:noFill/>
        </p:spPr>
        <p:txBody>
          <a:bodyPr wrap="square" lIns="0" tIns="0" rIns="0" bIns="0" rtlCol="0">
            <a:spAutoFit/>
          </a:bodyPr>
          <a:lstStyle/>
          <a:p>
            <a:pPr marL="0" indent="0" algn="r">
              <a:spcBef>
                <a:spcPts val="0"/>
              </a:spcBef>
              <a:buSzPct val="100000"/>
              <a:buFont typeface="Arial"/>
              <a:buNone/>
            </a:pPr>
            <a:r>
              <a:rPr lang="en-US" sz="675" noProof="0">
                <a:solidFill>
                  <a:schemeClr val="bg1"/>
                </a:solidFill>
                <a:latin typeface="Calibri" panose="020F0502020204030204" pitchFamily="34" charset="0"/>
                <a:cs typeface="Calibri" panose="020F0502020204030204" pitchFamily="34" charset="0"/>
              </a:rPr>
              <a:t>Presentation title</a:t>
            </a:r>
            <a:br>
              <a:rPr lang="en-US" sz="675" noProof="0">
                <a:solidFill>
                  <a:schemeClr val="bg1"/>
                </a:solidFill>
                <a:latin typeface="Calibri" panose="020F0502020204030204" pitchFamily="34" charset="0"/>
                <a:cs typeface="Calibri" panose="020F0502020204030204" pitchFamily="34" charset="0"/>
              </a:rPr>
            </a:br>
            <a:r>
              <a:rPr lang="en-US" sz="675"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1" name="TextBox 10">
            <a:extLst>
              <a:ext uri="{FF2B5EF4-FFF2-40B4-BE49-F238E27FC236}">
                <a16:creationId xmlns:a16="http://schemas.microsoft.com/office/drawing/2014/main" id="{DEC3538D-DEF3-427C-A22B-D6DED4B4F939}"/>
              </a:ext>
            </a:extLst>
          </p:cNvPr>
          <p:cNvSpPr txBox="1"/>
          <p:nvPr userDrawn="1"/>
        </p:nvSpPr>
        <p:spPr>
          <a:xfrm>
            <a:off x="11426826" y="6519673"/>
            <a:ext cx="307975" cy="103875"/>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675"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675" noProof="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78291208"/>
      </p:ext>
    </p:extLst>
  </p:cSld>
  <p:clrMapOvr>
    <a:masterClrMapping/>
  </p:clrMapOvr>
  <p:transition>
    <p:fade/>
  </p:transition>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Sp="0" preserve="1" userDrawn="1">
  <p:cSld name="Key statement Green Accent 4">
    <p:bg>
      <p:bgPr>
        <a:solidFill>
          <a:schemeClr val="accent4"/>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63296" y="1714500"/>
            <a:ext cx="9341104" cy="4648200"/>
          </a:xfrm>
          <a:prstGeom prst="rect">
            <a:avLst/>
          </a:prstGeom>
        </p:spPr>
        <p:txBody>
          <a:bodyPr>
            <a:noAutofit/>
          </a:bodyPr>
          <a:lstStyle>
            <a:lvl1pPr>
              <a:spcBef>
                <a:spcPts val="3600"/>
              </a:spcBef>
              <a:defRPr sz="3600">
                <a:solidFill>
                  <a:schemeClr val="bg1"/>
                </a:solidFill>
              </a:defRPr>
            </a:lvl1pPr>
            <a:lvl2pPr marL="457189" indent="-457189">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a:t>Click to edit Master text styles</a:t>
            </a:r>
          </a:p>
        </p:txBody>
      </p:sp>
      <p:sp>
        <p:nvSpPr>
          <p:cNvPr id="9" name="Copyright">
            <a:extLst>
              <a:ext uri="{FF2B5EF4-FFF2-40B4-BE49-F238E27FC236}">
                <a16:creationId xmlns:a16="http://schemas.microsoft.com/office/drawing/2014/main" id="{42B478C9-B5DA-40CF-85B5-B8255333DF59}"/>
              </a:ext>
            </a:extLst>
          </p:cNvPr>
          <p:cNvSpPr txBox="1"/>
          <p:nvPr userDrawn="1"/>
        </p:nvSpPr>
        <p:spPr>
          <a:xfrm>
            <a:off x="501649" y="6519673"/>
            <a:ext cx="5355168" cy="207749"/>
          </a:xfrm>
          <a:prstGeom prst="rect">
            <a:avLst/>
          </a:prstGeom>
          <a:noFill/>
        </p:spPr>
        <p:txBody>
          <a:bodyPr wrap="square" lIns="0" tIns="0" rIns="0" bIns="0" rtlCol="0">
            <a:spAutoFit/>
          </a:bodyPr>
          <a:lstStyle/>
          <a:p>
            <a:pPr marL="0" indent="0">
              <a:spcBef>
                <a:spcPts val="450"/>
              </a:spcBef>
              <a:buSzPct val="100000"/>
              <a:buFont typeface="Arial"/>
              <a:buNone/>
            </a:pPr>
            <a:r>
              <a:rPr lang="en-US" sz="675" noProof="0">
                <a:solidFill>
                  <a:schemeClr val="bg1"/>
                </a:solidFill>
                <a:latin typeface="Calibri" panose="020F0502020204030204" pitchFamily="34" charset="0"/>
                <a:cs typeface="Calibri" panose="020F0502020204030204" pitchFamily="34" charset="0"/>
              </a:rPr>
              <a:t>Member firms and DTTL: Insert appropriate copyright</a:t>
            </a:r>
            <a:br>
              <a:rPr lang="en-US" sz="675" noProof="0">
                <a:solidFill>
                  <a:schemeClr val="bg1"/>
                </a:solidFill>
                <a:latin typeface="Calibri" panose="020F0502020204030204" pitchFamily="34" charset="0"/>
                <a:cs typeface="Calibri" panose="020F0502020204030204" pitchFamily="34" charset="0"/>
              </a:rPr>
            </a:br>
            <a:r>
              <a:rPr lang="en-US" sz="675"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0" name="CaseCode">
            <a:extLst>
              <a:ext uri="{FF2B5EF4-FFF2-40B4-BE49-F238E27FC236}">
                <a16:creationId xmlns:a16="http://schemas.microsoft.com/office/drawing/2014/main" id="{13465439-7954-4F6D-A5BA-2445764B064C}"/>
              </a:ext>
            </a:extLst>
          </p:cNvPr>
          <p:cNvSpPr txBox="1"/>
          <p:nvPr userDrawn="1"/>
        </p:nvSpPr>
        <p:spPr>
          <a:xfrm>
            <a:off x="6335184" y="6519673"/>
            <a:ext cx="4896560" cy="207749"/>
          </a:xfrm>
          <a:prstGeom prst="rect">
            <a:avLst/>
          </a:prstGeom>
          <a:noFill/>
        </p:spPr>
        <p:txBody>
          <a:bodyPr wrap="square" lIns="0" tIns="0" rIns="0" bIns="0" rtlCol="0">
            <a:spAutoFit/>
          </a:bodyPr>
          <a:lstStyle/>
          <a:p>
            <a:pPr marL="0" indent="0" algn="r">
              <a:spcBef>
                <a:spcPts val="0"/>
              </a:spcBef>
              <a:buSzPct val="100000"/>
              <a:buFont typeface="Arial"/>
              <a:buNone/>
            </a:pPr>
            <a:r>
              <a:rPr lang="en-US" sz="675" noProof="0">
                <a:solidFill>
                  <a:schemeClr val="bg1"/>
                </a:solidFill>
                <a:latin typeface="Calibri" panose="020F0502020204030204" pitchFamily="34" charset="0"/>
                <a:cs typeface="Calibri" panose="020F0502020204030204" pitchFamily="34" charset="0"/>
              </a:rPr>
              <a:t>Presentation title</a:t>
            </a:r>
            <a:br>
              <a:rPr lang="en-US" sz="675" noProof="0">
                <a:solidFill>
                  <a:schemeClr val="bg1"/>
                </a:solidFill>
                <a:latin typeface="Calibri" panose="020F0502020204030204" pitchFamily="34" charset="0"/>
                <a:cs typeface="Calibri" panose="020F0502020204030204" pitchFamily="34" charset="0"/>
              </a:rPr>
            </a:br>
            <a:r>
              <a:rPr lang="en-US" sz="675"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1" name="TextBox 10">
            <a:extLst>
              <a:ext uri="{FF2B5EF4-FFF2-40B4-BE49-F238E27FC236}">
                <a16:creationId xmlns:a16="http://schemas.microsoft.com/office/drawing/2014/main" id="{5B993EBE-E0B6-4868-AEFF-D7DAD2DDC7E4}"/>
              </a:ext>
            </a:extLst>
          </p:cNvPr>
          <p:cNvSpPr txBox="1"/>
          <p:nvPr userDrawn="1"/>
        </p:nvSpPr>
        <p:spPr>
          <a:xfrm>
            <a:off x="11426826" y="6519673"/>
            <a:ext cx="307975" cy="103875"/>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675"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675" noProof="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61796977"/>
      </p:ext>
    </p:extLst>
  </p:cSld>
  <p:clrMapOvr>
    <a:masterClrMapping/>
  </p:clrMapOvr>
  <p:transition>
    <p:fade/>
  </p:transition>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Sp="0" preserve="1" userDrawn="1">
  <p:cSld name="Key statement teal">
    <p:bg>
      <p:bgPr>
        <a:solidFill>
          <a:schemeClr val="accent5"/>
        </a:solidFill>
        <a:effectLst/>
      </p:bgPr>
    </p:bg>
    <p:spTree>
      <p:nvGrpSpPr>
        <p:cNvPr id="1" name=""/>
        <p:cNvGrpSpPr/>
        <p:nvPr/>
      </p:nvGrpSpPr>
      <p:grpSpPr>
        <a:xfrm>
          <a:off x="0" y="0"/>
          <a:ext cx="0" cy="0"/>
          <a:chOff x="0" y="0"/>
          <a:chExt cx="0" cy="0"/>
        </a:xfrm>
      </p:grpSpPr>
      <p:sp>
        <p:nvSpPr>
          <p:cNvPr id="17" name="Text Placeholder 3"/>
          <p:cNvSpPr>
            <a:spLocks noGrp="1"/>
          </p:cNvSpPr>
          <p:nvPr>
            <p:ph type="body" sz="quarter" idx="10"/>
          </p:nvPr>
        </p:nvSpPr>
        <p:spPr>
          <a:xfrm>
            <a:off x="463296" y="1719073"/>
            <a:ext cx="9341104" cy="4643628"/>
          </a:xfrm>
          <a:prstGeom prst="rect">
            <a:avLst/>
          </a:prstGeom>
        </p:spPr>
        <p:txBody>
          <a:bodyPr>
            <a:noAutofit/>
          </a:bodyPr>
          <a:lstStyle>
            <a:lvl1pPr>
              <a:spcBef>
                <a:spcPts val="3600"/>
              </a:spcBef>
              <a:defRPr sz="3600">
                <a:solidFill>
                  <a:schemeClr val="bg1"/>
                </a:solidFill>
              </a:defRPr>
            </a:lvl1pPr>
            <a:lvl2pPr marL="457189" indent="-457189">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a:t>Click to edit Master text styles</a:t>
            </a:r>
          </a:p>
        </p:txBody>
      </p:sp>
      <p:sp>
        <p:nvSpPr>
          <p:cNvPr id="9" name="Copyright">
            <a:extLst>
              <a:ext uri="{FF2B5EF4-FFF2-40B4-BE49-F238E27FC236}">
                <a16:creationId xmlns:a16="http://schemas.microsoft.com/office/drawing/2014/main" id="{D9D178A5-CCC4-4A46-8C47-9A140D4A5CA1}"/>
              </a:ext>
            </a:extLst>
          </p:cNvPr>
          <p:cNvSpPr txBox="1"/>
          <p:nvPr userDrawn="1"/>
        </p:nvSpPr>
        <p:spPr>
          <a:xfrm>
            <a:off x="501649" y="6519673"/>
            <a:ext cx="5355168" cy="207749"/>
          </a:xfrm>
          <a:prstGeom prst="rect">
            <a:avLst/>
          </a:prstGeom>
          <a:noFill/>
        </p:spPr>
        <p:txBody>
          <a:bodyPr wrap="square" lIns="0" tIns="0" rIns="0" bIns="0" rtlCol="0">
            <a:spAutoFit/>
          </a:bodyPr>
          <a:lstStyle/>
          <a:p>
            <a:pPr marL="0" indent="0">
              <a:spcBef>
                <a:spcPts val="450"/>
              </a:spcBef>
              <a:buSzPct val="100000"/>
              <a:buFont typeface="Arial"/>
              <a:buNone/>
            </a:pPr>
            <a:r>
              <a:rPr lang="en-US" sz="675" noProof="0">
                <a:solidFill>
                  <a:schemeClr val="bg1"/>
                </a:solidFill>
                <a:latin typeface="Calibri" panose="020F0502020204030204" pitchFamily="34" charset="0"/>
                <a:cs typeface="Calibri" panose="020F0502020204030204" pitchFamily="34" charset="0"/>
              </a:rPr>
              <a:t>Member firms and DTTL: Insert appropriate copyright</a:t>
            </a:r>
            <a:br>
              <a:rPr lang="en-US" sz="675" noProof="0">
                <a:solidFill>
                  <a:schemeClr val="bg1"/>
                </a:solidFill>
                <a:latin typeface="Calibri" panose="020F0502020204030204" pitchFamily="34" charset="0"/>
                <a:cs typeface="Calibri" panose="020F0502020204030204" pitchFamily="34" charset="0"/>
              </a:rPr>
            </a:br>
            <a:r>
              <a:rPr lang="en-US" sz="675"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0" name="CaseCode">
            <a:extLst>
              <a:ext uri="{FF2B5EF4-FFF2-40B4-BE49-F238E27FC236}">
                <a16:creationId xmlns:a16="http://schemas.microsoft.com/office/drawing/2014/main" id="{70B3F7DA-818B-4D8B-B857-2D625878F36E}"/>
              </a:ext>
            </a:extLst>
          </p:cNvPr>
          <p:cNvSpPr txBox="1"/>
          <p:nvPr userDrawn="1"/>
        </p:nvSpPr>
        <p:spPr>
          <a:xfrm>
            <a:off x="6335184" y="6519673"/>
            <a:ext cx="4896560" cy="207749"/>
          </a:xfrm>
          <a:prstGeom prst="rect">
            <a:avLst/>
          </a:prstGeom>
          <a:noFill/>
        </p:spPr>
        <p:txBody>
          <a:bodyPr wrap="square" lIns="0" tIns="0" rIns="0" bIns="0" rtlCol="0">
            <a:spAutoFit/>
          </a:bodyPr>
          <a:lstStyle/>
          <a:p>
            <a:pPr marL="0" indent="0" algn="r">
              <a:spcBef>
                <a:spcPts val="0"/>
              </a:spcBef>
              <a:buSzPct val="100000"/>
              <a:buFont typeface="Arial"/>
              <a:buNone/>
            </a:pPr>
            <a:r>
              <a:rPr lang="en-US" sz="675" noProof="0">
                <a:solidFill>
                  <a:schemeClr val="bg1"/>
                </a:solidFill>
                <a:latin typeface="Calibri" panose="020F0502020204030204" pitchFamily="34" charset="0"/>
                <a:cs typeface="Calibri" panose="020F0502020204030204" pitchFamily="34" charset="0"/>
              </a:rPr>
              <a:t>Presentation title</a:t>
            </a:r>
            <a:br>
              <a:rPr lang="en-US" sz="675" noProof="0">
                <a:solidFill>
                  <a:schemeClr val="bg1"/>
                </a:solidFill>
                <a:latin typeface="Calibri" panose="020F0502020204030204" pitchFamily="34" charset="0"/>
                <a:cs typeface="Calibri" panose="020F0502020204030204" pitchFamily="34" charset="0"/>
              </a:rPr>
            </a:br>
            <a:r>
              <a:rPr lang="en-US" sz="675"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1" name="TextBox 10">
            <a:extLst>
              <a:ext uri="{FF2B5EF4-FFF2-40B4-BE49-F238E27FC236}">
                <a16:creationId xmlns:a16="http://schemas.microsoft.com/office/drawing/2014/main" id="{4106B75E-593B-4DBE-A922-1C55C945A5EC}"/>
              </a:ext>
            </a:extLst>
          </p:cNvPr>
          <p:cNvSpPr txBox="1"/>
          <p:nvPr userDrawn="1"/>
        </p:nvSpPr>
        <p:spPr>
          <a:xfrm>
            <a:off x="11426826" y="6519673"/>
            <a:ext cx="307975" cy="103875"/>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675"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675" noProof="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96877603"/>
      </p:ext>
    </p:extLst>
  </p:cSld>
  <p:clrMapOvr>
    <a:masterClrMapping/>
  </p:clrMapOvr>
  <p:transition>
    <p:fade/>
  </p:transition>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preserve="1" userDrawn="1">
  <p:cSld name="Key statement black">
    <p:bg>
      <p:bgPr>
        <a:solidFill>
          <a:schemeClr val="tx1"/>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63296" y="1719073"/>
            <a:ext cx="9341104" cy="4643628"/>
          </a:xfrm>
          <a:prstGeom prst="rect">
            <a:avLst/>
          </a:prstGeom>
        </p:spPr>
        <p:txBody>
          <a:bodyPr>
            <a:noAutofit/>
          </a:bodyPr>
          <a:lstStyle>
            <a:lvl1pPr>
              <a:spcBef>
                <a:spcPts val="3600"/>
              </a:spcBef>
              <a:defRPr sz="3600">
                <a:solidFill>
                  <a:schemeClr val="bg1"/>
                </a:solidFill>
              </a:defRPr>
            </a:lvl1pPr>
            <a:lvl2pPr marL="457189" indent="-457189">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a:t>Click to edit Master text styles</a:t>
            </a:r>
          </a:p>
        </p:txBody>
      </p:sp>
      <p:sp>
        <p:nvSpPr>
          <p:cNvPr id="9" name="Copyright">
            <a:extLst>
              <a:ext uri="{FF2B5EF4-FFF2-40B4-BE49-F238E27FC236}">
                <a16:creationId xmlns:a16="http://schemas.microsoft.com/office/drawing/2014/main" id="{8A445E98-0101-4641-B761-F6EC62A4C1F9}"/>
              </a:ext>
            </a:extLst>
          </p:cNvPr>
          <p:cNvSpPr txBox="1"/>
          <p:nvPr userDrawn="1"/>
        </p:nvSpPr>
        <p:spPr>
          <a:xfrm>
            <a:off x="501649" y="6519673"/>
            <a:ext cx="5355168" cy="207749"/>
          </a:xfrm>
          <a:prstGeom prst="rect">
            <a:avLst/>
          </a:prstGeom>
          <a:noFill/>
        </p:spPr>
        <p:txBody>
          <a:bodyPr wrap="square" lIns="0" tIns="0" rIns="0" bIns="0" rtlCol="0">
            <a:spAutoFit/>
          </a:bodyPr>
          <a:lstStyle/>
          <a:p>
            <a:pPr marL="0" indent="0">
              <a:spcBef>
                <a:spcPts val="450"/>
              </a:spcBef>
              <a:buSzPct val="100000"/>
              <a:buFont typeface="Arial"/>
              <a:buNone/>
            </a:pPr>
            <a:r>
              <a:rPr lang="en-US" sz="675" noProof="0">
                <a:solidFill>
                  <a:schemeClr val="bg1"/>
                </a:solidFill>
                <a:latin typeface="Calibri" panose="020F0502020204030204" pitchFamily="34" charset="0"/>
                <a:cs typeface="Calibri" panose="020F0502020204030204" pitchFamily="34" charset="0"/>
              </a:rPr>
              <a:t>Member firms and DTTL: Insert appropriate copyright</a:t>
            </a:r>
            <a:br>
              <a:rPr lang="en-US" sz="675" noProof="0">
                <a:solidFill>
                  <a:schemeClr val="bg1"/>
                </a:solidFill>
                <a:latin typeface="Calibri" panose="020F0502020204030204" pitchFamily="34" charset="0"/>
                <a:cs typeface="Calibri" panose="020F0502020204030204" pitchFamily="34" charset="0"/>
              </a:rPr>
            </a:br>
            <a:r>
              <a:rPr lang="en-US" sz="675"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0" name="CaseCode">
            <a:extLst>
              <a:ext uri="{FF2B5EF4-FFF2-40B4-BE49-F238E27FC236}">
                <a16:creationId xmlns:a16="http://schemas.microsoft.com/office/drawing/2014/main" id="{8E6546D8-000E-40B0-BE69-23BCCEC818E9}"/>
              </a:ext>
            </a:extLst>
          </p:cNvPr>
          <p:cNvSpPr txBox="1"/>
          <p:nvPr userDrawn="1"/>
        </p:nvSpPr>
        <p:spPr>
          <a:xfrm>
            <a:off x="6335184" y="6519673"/>
            <a:ext cx="4896560" cy="207749"/>
          </a:xfrm>
          <a:prstGeom prst="rect">
            <a:avLst/>
          </a:prstGeom>
          <a:noFill/>
        </p:spPr>
        <p:txBody>
          <a:bodyPr wrap="square" lIns="0" tIns="0" rIns="0" bIns="0" rtlCol="0">
            <a:spAutoFit/>
          </a:bodyPr>
          <a:lstStyle/>
          <a:p>
            <a:pPr marL="0" indent="0" algn="r">
              <a:spcBef>
                <a:spcPts val="0"/>
              </a:spcBef>
              <a:buSzPct val="100000"/>
              <a:buFont typeface="Arial"/>
              <a:buNone/>
            </a:pPr>
            <a:r>
              <a:rPr lang="en-US" sz="675" noProof="0">
                <a:solidFill>
                  <a:schemeClr val="bg1"/>
                </a:solidFill>
                <a:latin typeface="Calibri" panose="020F0502020204030204" pitchFamily="34" charset="0"/>
                <a:cs typeface="Calibri" panose="020F0502020204030204" pitchFamily="34" charset="0"/>
              </a:rPr>
              <a:t>Presentation title</a:t>
            </a:r>
            <a:br>
              <a:rPr lang="en-US" sz="675" noProof="0">
                <a:solidFill>
                  <a:schemeClr val="bg1"/>
                </a:solidFill>
                <a:latin typeface="Calibri" panose="020F0502020204030204" pitchFamily="34" charset="0"/>
                <a:cs typeface="Calibri" panose="020F0502020204030204" pitchFamily="34" charset="0"/>
              </a:rPr>
            </a:br>
            <a:r>
              <a:rPr lang="en-US" sz="675"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1" name="TextBox 10">
            <a:extLst>
              <a:ext uri="{FF2B5EF4-FFF2-40B4-BE49-F238E27FC236}">
                <a16:creationId xmlns:a16="http://schemas.microsoft.com/office/drawing/2014/main" id="{C7761B44-F344-440B-8939-9E878C81D0CA}"/>
              </a:ext>
            </a:extLst>
          </p:cNvPr>
          <p:cNvSpPr txBox="1"/>
          <p:nvPr userDrawn="1"/>
        </p:nvSpPr>
        <p:spPr>
          <a:xfrm>
            <a:off x="11426826" y="6519673"/>
            <a:ext cx="307975" cy="103875"/>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675"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675" noProof="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99663867"/>
      </p:ext>
    </p:extLst>
  </p:cSld>
  <p:clrMapOvr>
    <a:masterClrMapping/>
  </p:clrMapOvr>
  <p:transition>
    <p:fade/>
  </p:transition>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p:cSld name="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75488" y="1719072"/>
            <a:ext cx="9328912" cy="4643628"/>
          </a:xfrm>
          <a:prstGeom prst="rect">
            <a:avLst/>
          </a:prstGeom>
        </p:spPr>
        <p:txBody>
          <a:bodyPr>
            <a:noAutofit/>
          </a:bodyPr>
          <a:lstStyle>
            <a:lvl1pPr marL="0" indent="0" algn="l">
              <a:spcBef>
                <a:spcPts val="2700"/>
              </a:spcBef>
              <a:buFontTx/>
              <a:buNone/>
              <a:defRPr sz="3600">
                <a:solidFill>
                  <a:schemeClr val="tx1"/>
                </a:solidFill>
              </a:defRPr>
            </a:lvl1pPr>
            <a:lvl2pPr marL="342900" indent="-342900">
              <a:defRPr sz="2250">
                <a:solidFill>
                  <a:schemeClr val="bg2"/>
                </a:solidFill>
              </a:defRPr>
            </a:lvl2pPr>
            <a:lvl3pPr>
              <a:defRPr sz="2250">
                <a:solidFill>
                  <a:schemeClr val="bg2"/>
                </a:solidFill>
              </a:defRPr>
            </a:lvl3pPr>
            <a:lvl4pPr>
              <a:defRPr sz="2250">
                <a:solidFill>
                  <a:schemeClr val="bg2"/>
                </a:solidFill>
              </a:defRPr>
            </a:lvl4pPr>
            <a:lvl5pPr>
              <a:defRPr sz="2250">
                <a:solidFill>
                  <a:schemeClr val="bg2"/>
                </a:solidFill>
              </a:defRPr>
            </a:lvl5pPr>
          </a:lstStyle>
          <a:p>
            <a:pPr lvl="0"/>
            <a:r>
              <a:rPr lang="en-US" noProof="0"/>
              <a:t>Click to edit Master text styles</a:t>
            </a:r>
          </a:p>
        </p:txBody>
      </p:sp>
    </p:spTree>
    <p:extLst>
      <p:ext uri="{BB962C8B-B14F-4D97-AF65-F5344CB8AC3E}">
        <p14:creationId xmlns:p14="http://schemas.microsoft.com/office/powerpoint/2010/main" val="122198586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p:cSld name="Title &amp; 1 column text">
    <p:spTree>
      <p:nvGrpSpPr>
        <p:cNvPr id="1" name=""/>
        <p:cNvGrpSpPr/>
        <p:nvPr/>
      </p:nvGrpSpPr>
      <p:grpSpPr>
        <a:xfrm>
          <a:off x="0" y="0"/>
          <a:ext cx="0" cy="0"/>
          <a:chOff x="0" y="0"/>
          <a:chExt cx="0" cy="0"/>
        </a:xfrm>
      </p:grpSpPr>
      <p:sp>
        <p:nvSpPr>
          <p:cNvPr id="14" name="Text Placeholder 18"/>
          <p:cNvSpPr>
            <a:spLocks noGrp="1"/>
          </p:cNvSpPr>
          <p:nvPr>
            <p:ph idx="1"/>
          </p:nvPr>
        </p:nvSpPr>
        <p:spPr>
          <a:xfrm>
            <a:off x="463296" y="1714500"/>
            <a:ext cx="11277600" cy="4648200"/>
          </a:xfrm>
          <a:prstGeom prst="rect">
            <a:avLst/>
          </a:prstGeom>
        </p:spPr>
        <p:txBody>
          <a:bodyPr vert="horz" lIns="0" tIns="0" rIns="0" bIns="0" rtlCol="0">
            <a:noAutofit/>
          </a:bodyPr>
          <a:lstStyle>
            <a:lvl1pPr marL="0" indent="0" algn="l">
              <a:buFontTx/>
              <a:buNone/>
              <a:defRPr sz="1300">
                <a:latin typeface="+mn-lt"/>
              </a:defRPr>
            </a:lvl1pPr>
            <a:lvl2pPr marL="104775" indent="-104775" algn="l">
              <a:buClrTx/>
              <a:buSzPct val="100000"/>
              <a:buFont typeface="Arial" panose="020B0604020202020204" pitchFamily="34" charset="0"/>
              <a:buChar char="•"/>
              <a:defRPr sz="1300">
                <a:latin typeface="+mj-lt"/>
              </a:defRPr>
            </a:lvl2pPr>
            <a:lvl3pPr marL="228600" indent="-104775" algn="l">
              <a:buClrTx/>
              <a:buSzPct val="100000"/>
              <a:buFont typeface="Arial" panose="020B0604020202020204" pitchFamily="34" charset="0"/>
              <a:buChar char="−"/>
              <a:defRPr sz="1300">
                <a:latin typeface="+mn-lt"/>
              </a:defRPr>
            </a:lvl3pPr>
            <a:lvl4pPr marL="352425" indent="-104775" algn="l">
              <a:buClrTx/>
              <a:buSzPct val="100000"/>
              <a:buFont typeface="Arial" panose="020B0604020202020204" pitchFamily="34" charset="0"/>
              <a:buChar char="◦"/>
              <a:defRPr sz="1300">
                <a:latin typeface="+mn-lt"/>
              </a:defRPr>
            </a:lvl4pPr>
            <a:lvl5pPr marL="476250" indent="-104775" algn="l">
              <a:buClrTx/>
              <a:buSzPct val="100000"/>
              <a:buFont typeface="Arial" panose="020B0604020202020204" pitchFamily="34" charset="0"/>
              <a:buChar char="−"/>
              <a:defRPr sz="13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noProof="0"/>
          </a:p>
        </p:txBody>
      </p:sp>
      <p:sp>
        <p:nvSpPr>
          <p:cNvPr id="4" name="Title Placeholder 1">
            <a:extLst>
              <a:ext uri="{FF2B5EF4-FFF2-40B4-BE49-F238E27FC236}">
                <a16:creationId xmlns:a16="http://schemas.microsoft.com/office/drawing/2014/main" id="{A1AF4B88-9BDB-4994-AE11-3A74CC55FE51}"/>
              </a:ext>
            </a:extLst>
          </p:cNvPr>
          <p:cNvSpPr>
            <a:spLocks noGrp="1"/>
          </p:cNvSpPr>
          <p:nvPr>
            <p:ph type="title" hasCustomPrompt="1"/>
          </p:nvPr>
        </p:nvSpPr>
        <p:spPr>
          <a:xfrm>
            <a:off x="463296" y="347473"/>
            <a:ext cx="11277600" cy="698501"/>
          </a:xfrm>
          <a:prstGeom prst="rect">
            <a:avLst/>
          </a:prstGeom>
        </p:spPr>
        <p:txBody>
          <a:bodyPr vert="horz" lIns="0" tIns="0" rIns="0" bIns="0" rtlCol="0" anchor="t" anchorCtr="0">
            <a:noAutofit/>
          </a:bodyPr>
          <a:lstStyle>
            <a:lvl1pPr>
              <a:defRPr sz="2100"/>
            </a:lvl1pPr>
          </a:lstStyle>
          <a:p>
            <a:r>
              <a:rPr lang="en-US"/>
              <a:t>Click to add title</a:t>
            </a:r>
          </a:p>
        </p:txBody>
      </p:sp>
    </p:spTree>
    <p:extLst>
      <p:ext uri="{BB962C8B-B14F-4D97-AF65-F5344CB8AC3E}">
        <p14:creationId xmlns:p14="http://schemas.microsoft.com/office/powerpoint/2010/main" val="2795276865"/>
      </p:ext>
    </p:extLst>
  </p:cSld>
  <p:clrMapOvr>
    <a:masterClrMapping/>
  </p:clrMapOvr>
  <p:transition>
    <p:fade/>
  </p:transition>
  <p:hf hdr="0" dt="0"/>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463296" y="1714500"/>
            <a:ext cx="9341104" cy="4648200"/>
          </a:xfrm>
          <a:prstGeom prst="rect">
            <a:avLst/>
          </a:prstGeom>
        </p:spPr>
        <p:txBody>
          <a:bodyPr>
            <a:noAutofit/>
          </a:bodyPr>
          <a:lstStyle>
            <a:lvl1pPr marL="0" indent="0" algn="l">
              <a:buFontTx/>
              <a:buNone/>
              <a:tabLst>
                <a:tab pos="5047060" algn="r"/>
              </a:tabLst>
              <a:defRPr sz="1300">
                <a:latin typeface="+mn-lt"/>
              </a:defRPr>
            </a:lvl1pPr>
            <a:lvl2pPr marL="104775" indent="-104775" algn="l">
              <a:buClrTx/>
              <a:buSzPct val="100000"/>
              <a:buFont typeface="Arial" panose="020B0604020202020204" pitchFamily="34" charset="0"/>
              <a:buChar char="•"/>
              <a:tabLst>
                <a:tab pos="5047060" algn="r"/>
              </a:tabLst>
              <a:defRPr sz="1300">
                <a:latin typeface="+mj-lt"/>
              </a:defRPr>
            </a:lvl2pPr>
            <a:lvl3pPr marL="228600" indent="-104775" algn="l">
              <a:buClrTx/>
              <a:buSzPct val="100000"/>
              <a:buFont typeface="Arial" panose="020B0604020202020204" pitchFamily="34" charset="0"/>
              <a:buChar char="−"/>
              <a:tabLst>
                <a:tab pos="5047060" algn="r"/>
              </a:tabLst>
              <a:defRPr sz="1300">
                <a:latin typeface="+mn-lt"/>
              </a:defRPr>
            </a:lvl3pPr>
            <a:lvl4pPr marL="352425" indent="-104775" algn="l">
              <a:buClrTx/>
              <a:buSzPct val="100000"/>
              <a:buFont typeface="Arial" panose="020B0604020202020204" pitchFamily="34" charset="0"/>
              <a:buChar char="◦"/>
              <a:tabLst>
                <a:tab pos="5047060" algn="r"/>
              </a:tabLst>
              <a:defRPr sz="1300">
                <a:latin typeface="+mn-lt"/>
              </a:defRPr>
            </a:lvl4pPr>
            <a:lvl5pPr marL="476250" indent="-104775" algn="l">
              <a:buClrTx/>
              <a:buSzPct val="100000"/>
              <a:buFont typeface="Arial" panose="020B0604020202020204" pitchFamily="34" charset="0"/>
              <a:buChar char="−"/>
              <a:tabLst>
                <a:tab pos="3771900" algn="r"/>
              </a:tabLst>
              <a:defRPr sz="1300" baseline="0">
                <a:latin typeface="+mn-lt"/>
              </a:defRPr>
            </a:lvl5pPr>
            <a:lvl6pPr>
              <a:tabLst>
                <a:tab pos="5047060" algn="r"/>
              </a:tabLst>
              <a:defRPr/>
            </a:lvl6pPr>
            <a:lvl7pPr>
              <a:tabLst>
                <a:tab pos="5047060" algn="r"/>
              </a:tabLst>
              <a:defRPr/>
            </a:lvl7pPr>
            <a:lvl8pPr>
              <a:tabLst>
                <a:tab pos="5047060" algn="r"/>
              </a:tabLst>
              <a:defRPr/>
            </a:lvl8pPr>
            <a:lvl9pPr>
              <a:tabLst>
                <a:tab pos="5047060" algn="r"/>
              </a:tabLs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Placeholder 1"/>
          <p:cNvSpPr>
            <a:spLocks noGrp="1"/>
          </p:cNvSpPr>
          <p:nvPr>
            <p:ph type="title" hasCustomPrompt="1"/>
          </p:nvPr>
        </p:nvSpPr>
        <p:spPr>
          <a:xfrm>
            <a:off x="463296" y="347473"/>
            <a:ext cx="11180232" cy="698501"/>
          </a:xfrm>
          <a:prstGeom prst="rect">
            <a:avLst/>
          </a:prstGeom>
        </p:spPr>
        <p:txBody>
          <a:bodyPr vert="horz" lIns="0" tIns="0" rIns="0" bIns="0" rtlCol="0" anchor="t" anchorCtr="0">
            <a:noAutofit/>
          </a:bodyPr>
          <a:lstStyle>
            <a:lvl1pPr>
              <a:defRPr sz="2100"/>
            </a:lvl1pPr>
          </a:lstStyle>
          <a:p>
            <a:r>
              <a:rPr lang="en-US"/>
              <a:t>Click to add title</a:t>
            </a:r>
          </a:p>
        </p:txBody>
      </p:sp>
    </p:spTree>
    <p:extLst>
      <p:ext uri="{BB962C8B-B14F-4D97-AF65-F5344CB8AC3E}">
        <p14:creationId xmlns:p14="http://schemas.microsoft.com/office/powerpoint/2010/main" val="3590297634"/>
      </p:ext>
    </p:extLst>
  </p:cSld>
  <p:clrMapOvr>
    <a:masterClrMapping/>
  </p:clrMapOvr>
  <p:transition>
    <p:fade/>
  </p:transition>
  <p:hf hdr="0" dt="0"/>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preserve="1">
  <p:cSld name="Letter Layout">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8933144" y="345584"/>
            <a:ext cx="2804160" cy="1027760"/>
          </a:xfrm>
        </p:spPr>
        <p:txBody>
          <a:bodyPr>
            <a:noAutofit/>
          </a:bodyPr>
          <a:lstStyle>
            <a:lvl1pPr>
              <a:spcBef>
                <a:spcPts val="139"/>
              </a:spcBef>
              <a:defRPr sz="900">
                <a:solidFill>
                  <a:schemeClr val="tx1"/>
                </a:solidFill>
              </a:defRPr>
            </a:lvl1pPr>
            <a:lvl2pPr>
              <a:defRPr sz="727">
                <a:solidFill>
                  <a:schemeClr val="tx2"/>
                </a:solidFill>
              </a:defRPr>
            </a:lvl2pPr>
            <a:lvl3pPr>
              <a:defRPr sz="727">
                <a:solidFill>
                  <a:schemeClr val="tx2"/>
                </a:solidFill>
              </a:defRPr>
            </a:lvl3pPr>
            <a:lvl4pPr>
              <a:defRPr sz="692">
                <a:solidFill>
                  <a:schemeClr val="tx2"/>
                </a:solidFill>
              </a:defRPr>
            </a:lvl4pPr>
            <a:lvl5pPr>
              <a:defRPr sz="692">
                <a:solidFill>
                  <a:schemeClr val="tx2"/>
                </a:solidFill>
              </a:defRPr>
            </a:lvl5pPr>
          </a:lstStyle>
          <a:p>
            <a:pPr lvl="0"/>
            <a:r>
              <a:rPr lang="en-US"/>
              <a:t>Click to edit Master text styles</a:t>
            </a:r>
          </a:p>
        </p:txBody>
      </p:sp>
      <p:sp>
        <p:nvSpPr>
          <p:cNvPr id="7" name="Text Placeholder 6"/>
          <p:cNvSpPr>
            <a:spLocks noGrp="1"/>
          </p:cNvSpPr>
          <p:nvPr>
            <p:ph type="body" sz="quarter" idx="11"/>
          </p:nvPr>
        </p:nvSpPr>
        <p:spPr>
          <a:xfrm>
            <a:off x="463296" y="1714500"/>
            <a:ext cx="3549904" cy="4648200"/>
          </a:xfrm>
        </p:spPr>
        <p:txBody>
          <a:bodyPr>
            <a:noAutofit/>
          </a:bodyPr>
          <a:lstStyle>
            <a:lvl1pPr>
              <a:spcBef>
                <a:spcPts val="0"/>
              </a:spcBef>
              <a:spcAft>
                <a:spcPts val="416"/>
              </a:spcAft>
              <a:defRPr sz="1300"/>
            </a:lvl1pPr>
            <a:lvl2pPr>
              <a:spcBef>
                <a:spcPts val="208"/>
              </a:spcBef>
              <a:defRPr/>
            </a:lvl2pPr>
            <a:lvl3pPr>
              <a:spcBef>
                <a:spcPts val="208"/>
              </a:spcBef>
              <a:defRPr/>
            </a:lvl3pPr>
            <a:lvl4pPr>
              <a:spcBef>
                <a:spcPts val="208"/>
              </a:spcBef>
              <a:defRPr/>
            </a:lvl4pPr>
            <a:lvl5pPr>
              <a:spcBef>
                <a:spcPts val="208"/>
              </a:spcBef>
              <a:defRPr/>
            </a:lvl5pPr>
          </a:lstStyle>
          <a:p>
            <a:pPr lvl="0"/>
            <a:r>
              <a:rPr lang="en-US"/>
              <a:t>Click to edit Master text styles</a:t>
            </a:r>
          </a:p>
        </p:txBody>
      </p:sp>
      <p:sp>
        <p:nvSpPr>
          <p:cNvPr id="9" name="Text Placeholder 8"/>
          <p:cNvSpPr>
            <a:spLocks noGrp="1"/>
          </p:cNvSpPr>
          <p:nvPr>
            <p:ph type="body" sz="quarter" idx="12"/>
          </p:nvPr>
        </p:nvSpPr>
        <p:spPr>
          <a:xfrm>
            <a:off x="4318000" y="1719073"/>
            <a:ext cx="7416801" cy="4643628"/>
          </a:xfrm>
        </p:spPr>
        <p:txBody>
          <a:bodyPr>
            <a:noAutofit/>
          </a:bodyPr>
          <a:lstStyle>
            <a:lvl1pPr marL="0" indent="0" algn="l">
              <a:spcBef>
                <a:spcPts val="1247"/>
              </a:spcBef>
              <a:buFontTx/>
              <a:buNone/>
              <a:defRPr sz="1300"/>
            </a:lvl1pPr>
            <a:lvl2pPr marL="104775" indent="-104775" algn="l">
              <a:buClrTx/>
              <a:buSzPct val="100000"/>
              <a:buFont typeface="Arial" panose="020B0604020202020204" pitchFamily="34" charset="0"/>
              <a:buChar char="•"/>
              <a:defRPr sz="1300"/>
            </a:lvl2pPr>
            <a:lvl3pPr marL="228600" indent="-104775" algn="l">
              <a:buClrTx/>
              <a:buSzPct val="100000"/>
              <a:buFont typeface="Arial" panose="020B0604020202020204" pitchFamily="34" charset="0"/>
              <a:buChar char="−"/>
              <a:defRPr sz="1300"/>
            </a:lvl3pPr>
            <a:lvl4pPr marL="352425" indent="-104775" algn="l">
              <a:buClrTx/>
              <a:buSzPct val="100000"/>
              <a:buFont typeface="Arial" panose="020B0604020202020204" pitchFamily="34" charset="0"/>
              <a:buChar char="◦"/>
              <a:defRPr sz="1300"/>
            </a:lvl4pPr>
            <a:lvl5pPr marL="476250" indent="-104775" algn="l">
              <a:buClrTx/>
              <a:buSzPct val="100000"/>
              <a:buFont typeface="Arial" panose="020B0604020202020204" pitchFamily="34" charset="0"/>
              <a:buChar char="−"/>
              <a:defRPr sz="13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noProof="0"/>
          </a:p>
        </p:txBody>
      </p:sp>
      <p:grpSp>
        <p:nvGrpSpPr>
          <p:cNvPr id="16" name="Group 15">
            <a:extLst>
              <a:ext uri="{FF2B5EF4-FFF2-40B4-BE49-F238E27FC236}">
                <a16:creationId xmlns:a16="http://schemas.microsoft.com/office/drawing/2014/main" id="{8D879EE2-D803-4CB2-AF00-F24E09224D10}"/>
              </a:ext>
            </a:extLst>
          </p:cNvPr>
          <p:cNvGrpSpPr>
            <a:grpSpLocks noChangeAspect="1"/>
          </p:cNvGrpSpPr>
          <p:nvPr userDrawn="1"/>
        </p:nvGrpSpPr>
        <p:grpSpPr>
          <a:xfrm>
            <a:off x="460541" y="344137"/>
            <a:ext cx="1819109" cy="345828"/>
            <a:chOff x="398463" y="404813"/>
            <a:chExt cx="1627187" cy="307976"/>
          </a:xfrm>
          <a:solidFill>
            <a:schemeClr val="tx1"/>
          </a:solidFill>
        </p:grpSpPr>
        <p:sp>
          <p:nvSpPr>
            <p:cNvPr id="17" name="Oval 5">
              <a:extLst>
                <a:ext uri="{FF2B5EF4-FFF2-40B4-BE49-F238E27FC236}">
                  <a16:creationId xmlns:a16="http://schemas.microsoft.com/office/drawing/2014/main" id="{D45CA835-378D-4289-9657-CD3C1D614351}"/>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18" name="Freeform 6">
              <a:extLst>
                <a:ext uri="{FF2B5EF4-FFF2-40B4-BE49-F238E27FC236}">
                  <a16:creationId xmlns:a16="http://schemas.microsoft.com/office/drawing/2014/main" id="{D3810899-A11C-413B-8CBC-D3CFBE3CD80B}"/>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19" name="Rectangle 7">
              <a:extLst>
                <a:ext uri="{FF2B5EF4-FFF2-40B4-BE49-F238E27FC236}">
                  <a16:creationId xmlns:a16="http://schemas.microsoft.com/office/drawing/2014/main" id="{A104677E-C9A9-43FD-9636-282AA4967CC8}"/>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0" name="Freeform 8">
              <a:extLst>
                <a:ext uri="{FF2B5EF4-FFF2-40B4-BE49-F238E27FC236}">
                  <a16:creationId xmlns:a16="http://schemas.microsoft.com/office/drawing/2014/main" id="{33CAB285-FAC0-4F34-8146-267CBA1B5D98}"/>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1" name="Rectangle 9">
              <a:extLst>
                <a:ext uri="{FF2B5EF4-FFF2-40B4-BE49-F238E27FC236}">
                  <a16:creationId xmlns:a16="http://schemas.microsoft.com/office/drawing/2014/main" id="{16082ED9-88C5-4736-942C-C7E3CCCA1BEA}"/>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2" name="Rectangle 10">
              <a:extLst>
                <a:ext uri="{FF2B5EF4-FFF2-40B4-BE49-F238E27FC236}">
                  <a16:creationId xmlns:a16="http://schemas.microsoft.com/office/drawing/2014/main" id="{E1E6C516-6C1B-4A02-BB05-4F831D78ECF5}"/>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3" name="Freeform 11">
              <a:extLst>
                <a:ext uri="{FF2B5EF4-FFF2-40B4-BE49-F238E27FC236}">
                  <a16:creationId xmlns:a16="http://schemas.microsoft.com/office/drawing/2014/main" id="{DA6EFC15-17CF-407E-9776-DF518801DEE6}"/>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4" name="Freeform 12">
              <a:extLst>
                <a:ext uri="{FF2B5EF4-FFF2-40B4-BE49-F238E27FC236}">
                  <a16:creationId xmlns:a16="http://schemas.microsoft.com/office/drawing/2014/main" id="{032EBC75-0AB2-4438-90A3-70694DE0F425}"/>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5" name="Freeform 13">
              <a:extLst>
                <a:ext uri="{FF2B5EF4-FFF2-40B4-BE49-F238E27FC236}">
                  <a16:creationId xmlns:a16="http://schemas.microsoft.com/office/drawing/2014/main" id="{FC22A38A-F53A-4006-98CB-F2CD2E27610D}"/>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6" name="Freeform 14">
              <a:extLst>
                <a:ext uri="{FF2B5EF4-FFF2-40B4-BE49-F238E27FC236}">
                  <a16:creationId xmlns:a16="http://schemas.microsoft.com/office/drawing/2014/main" id="{69265903-DE87-4699-A08F-FA3C1B52FB39}"/>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grpSp>
    </p:spTree>
    <p:extLst>
      <p:ext uri="{BB962C8B-B14F-4D97-AF65-F5344CB8AC3E}">
        <p14:creationId xmlns:p14="http://schemas.microsoft.com/office/powerpoint/2010/main" val="3428686534"/>
      </p:ext>
    </p:extLst>
  </p:cSld>
  <p:clrMapOvr>
    <a:masterClrMapping/>
  </p:clrMapOvr>
  <p:transition>
    <p:fade/>
  </p:transition>
  <p:hf hdr="0" dt="0"/>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p:cSld name="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463295" y="347472"/>
            <a:ext cx="11228832" cy="698500"/>
          </a:xfrm>
          <a:prstGeom prst="rect">
            <a:avLst/>
          </a:prstGeom>
        </p:spPr>
        <p:txBody>
          <a:bodyPr vert="horz" lIns="0" tIns="0" rIns="0" bIns="0" rtlCol="0" anchor="t" anchorCtr="0">
            <a:noAutofit/>
          </a:bodyPr>
          <a:lstStyle>
            <a:lvl1pPr>
              <a:defRPr sz="2100"/>
            </a:lvl1pPr>
          </a:lstStyle>
          <a:p>
            <a:r>
              <a:rPr lang="en-US" noProof="0"/>
              <a:t>Click to add title</a:t>
            </a:r>
          </a:p>
        </p:txBody>
      </p:sp>
      <p:sp>
        <p:nvSpPr>
          <p:cNvPr id="5" name="Picture Placeholder 9"/>
          <p:cNvSpPr>
            <a:spLocks noGrp="1"/>
          </p:cNvSpPr>
          <p:nvPr>
            <p:ph type="pic" sz="quarter" idx="15"/>
          </p:nvPr>
        </p:nvSpPr>
        <p:spPr>
          <a:xfrm>
            <a:off x="5450351" y="1714500"/>
            <a:ext cx="6240000" cy="4648200"/>
          </a:xfrm>
        </p:spPr>
        <p:txBody>
          <a:bodyPr>
            <a:noAutofit/>
          </a:bodyPr>
          <a:lstStyle>
            <a:lvl1pPr>
              <a:defRPr sz="1300"/>
            </a:lvl1pPr>
          </a:lstStyle>
          <a:p>
            <a:r>
              <a:rPr lang="en-US" noProof="0"/>
              <a:t>Click icon to add picture</a:t>
            </a:r>
          </a:p>
        </p:txBody>
      </p:sp>
      <p:sp>
        <p:nvSpPr>
          <p:cNvPr id="6" name="Content Placeholder 3"/>
          <p:cNvSpPr>
            <a:spLocks noGrp="1"/>
          </p:cNvSpPr>
          <p:nvPr>
            <p:ph sz="quarter" idx="10"/>
          </p:nvPr>
        </p:nvSpPr>
        <p:spPr>
          <a:xfrm>
            <a:off x="463296" y="1714500"/>
            <a:ext cx="4413504" cy="4648200"/>
          </a:xfrm>
          <a:prstGeom prst="rect">
            <a:avLst/>
          </a:prstGeom>
        </p:spPr>
        <p:txBody>
          <a:bodyPr>
            <a:noAutofit/>
          </a:bodyPr>
          <a:lstStyle>
            <a:lvl1pPr marL="0" indent="0" algn="l">
              <a:buFontTx/>
              <a:buNone/>
              <a:tabLst>
                <a:tab pos="3771900" algn="r"/>
              </a:tabLst>
              <a:defRPr sz="1300">
                <a:latin typeface="+mn-lt"/>
              </a:defRPr>
            </a:lvl1pPr>
            <a:lvl2pPr marL="104775" indent="-104775" algn="l">
              <a:buClrTx/>
              <a:buSzPct val="100000"/>
              <a:buFont typeface="Arial" panose="020B0604020202020204" pitchFamily="34" charset="0"/>
              <a:buChar char="•"/>
              <a:tabLst>
                <a:tab pos="3771900" algn="r"/>
              </a:tabLst>
              <a:defRPr sz="1300">
                <a:latin typeface="+mj-lt"/>
              </a:defRPr>
            </a:lvl2pPr>
            <a:lvl3pPr marL="228600" indent="-104775" algn="l">
              <a:buClrTx/>
              <a:buSzPct val="100000"/>
              <a:buFont typeface="Arial" panose="020B0604020202020204" pitchFamily="34" charset="0"/>
              <a:buChar char="−"/>
              <a:tabLst>
                <a:tab pos="3771900" algn="r"/>
              </a:tabLst>
              <a:defRPr sz="1300">
                <a:latin typeface="+mn-lt"/>
              </a:defRPr>
            </a:lvl3pPr>
            <a:lvl4pPr marL="352425" indent="-104775" algn="l">
              <a:buClrTx/>
              <a:buSzPct val="100000"/>
              <a:buFont typeface="Arial" panose="020B0604020202020204" pitchFamily="34" charset="0"/>
              <a:buChar char="◦"/>
              <a:tabLst>
                <a:tab pos="3771900" algn="r"/>
              </a:tabLst>
              <a:defRPr sz="1300">
                <a:latin typeface="+mn-lt"/>
              </a:defRPr>
            </a:lvl4pPr>
            <a:lvl5pPr marL="476250" indent="-104775" algn="l">
              <a:buClrTx/>
              <a:buSzPct val="100000"/>
              <a:buFont typeface="Arial" panose="020B0604020202020204" pitchFamily="34" charset="0"/>
              <a:buChar char="−"/>
              <a:tabLst>
                <a:tab pos="3771900" algn="r"/>
              </a:tabLst>
              <a:defRPr sz="1300" baseline="0">
                <a:latin typeface="+mn-lt"/>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547260775"/>
      </p:ext>
    </p:extLst>
  </p:cSld>
  <p:clrMapOvr>
    <a:masterClrMapping/>
  </p:clrMapOvr>
  <p:transition>
    <p:fade/>
  </p:transition>
  <p:hf hdr="0" dt="0"/>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p:cSld name="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463296" y="1719072"/>
            <a:ext cx="5480304" cy="4643628"/>
          </a:xfrm>
          <a:prstGeom prst="rect">
            <a:avLst/>
          </a:prstGeom>
        </p:spPr>
        <p:txBody>
          <a:bodyPr>
            <a:noAutofit/>
          </a:bodyPr>
          <a:lstStyle>
            <a:lvl1pPr marL="0" indent="0" algn="l">
              <a:buFontTx/>
              <a:buNone/>
              <a:tabLst>
                <a:tab pos="3771900" algn="r"/>
              </a:tabLst>
              <a:defRPr sz="1300"/>
            </a:lvl1pPr>
            <a:lvl2pPr marL="104775" indent="-104775" algn="l">
              <a:buClrTx/>
              <a:buSzPct val="100000"/>
              <a:buFont typeface="Arial" panose="020B0604020202020204" pitchFamily="34" charset="0"/>
              <a:buChar char="•"/>
              <a:tabLst>
                <a:tab pos="3771900" algn="r"/>
              </a:tabLst>
              <a:defRPr sz="1300"/>
            </a:lvl2pPr>
            <a:lvl3pPr marL="228600" indent="-104775" algn="l">
              <a:buClrTx/>
              <a:buSzPct val="100000"/>
              <a:buFont typeface="Arial" panose="020B0604020202020204" pitchFamily="34" charset="0"/>
              <a:buChar char="−"/>
              <a:tabLst>
                <a:tab pos="3771900" algn="r"/>
              </a:tabLst>
              <a:defRPr sz="1300"/>
            </a:lvl3pPr>
            <a:lvl4pPr marL="352425" indent="-104775" algn="l">
              <a:buClrTx/>
              <a:buSzPct val="100000"/>
              <a:buFont typeface="Arial" panose="020B0604020202020204" pitchFamily="34" charset="0"/>
              <a:buChar char="◦"/>
              <a:tabLst>
                <a:tab pos="3771900" algn="r"/>
              </a:tabLst>
              <a:defRPr sz="1300"/>
            </a:lvl4pPr>
            <a:lvl5pPr marL="476250" indent="-104775" algn="l">
              <a:buClrTx/>
              <a:buSzPct val="100000"/>
              <a:buFont typeface="Arial" panose="020B0604020202020204" pitchFamily="34" charset="0"/>
              <a:buChar char="−"/>
              <a:tabLst>
                <a:tab pos="3771900" algn="r"/>
              </a:tabLst>
              <a:defRPr sz="1300"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p:nvPr>
        </p:nvSpPr>
        <p:spPr>
          <a:xfrm>
            <a:off x="6248404" y="1719072"/>
            <a:ext cx="5486397" cy="4643628"/>
          </a:xfrm>
          <a:prstGeom prst="rect">
            <a:avLst/>
          </a:prstGeom>
        </p:spPr>
        <p:txBody>
          <a:bodyPr>
            <a:noAutofit/>
          </a:bodyPr>
          <a:lstStyle>
            <a:lvl1pPr marL="0" indent="0" algn="l">
              <a:buFontTx/>
              <a:buNone/>
              <a:tabLst>
                <a:tab pos="3771900" algn="r"/>
              </a:tabLst>
              <a:defRPr sz="1300"/>
            </a:lvl1pPr>
            <a:lvl2pPr marL="104775" indent="-104775" algn="l">
              <a:buClrTx/>
              <a:buSzPct val="100000"/>
              <a:buFont typeface="Arial" panose="020B0604020202020204" pitchFamily="34" charset="0"/>
              <a:buChar char="•"/>
              <a:tabLst>
                <a:tab pos="3771900" algn="r"/>
              </a:tabLst>
              <a:defRPr sz="1300"/>
            </a:lvl2pPr>
            <a:lvl3pPr marL="228600" indent="-104775" algn="l">
              <a:buClrTx/>
              <a:buSzPct val="100000"/>
              <a:buFont typeface="Arial" panose="020B0604020202020204" pitchFamily="34" charset="0"/>
              <a:buChar char="−"/>
              <a:tabLst>
                <a:tab pos="3771900" algn="r"/>
              </a:tabLst>
              <a:defRPr sz="1300"/>
            </a:lvl3pPr>
            <a:lvl4pPr marL="352425" indent="-104775" algn="l">
              <a:buClrTx/>
              <a:buSzPct val="100000"/>
              <a:buFont typeface="Arial" panose="020B0604020202020204" pitchFamily="34" charset="0"/>
              <a:buChar char="◦"/>
              <a:tabLst>
                <a:tab pos="3771900" algn="r"/>
              </a:tabLst>
              <a:defRPr sz="1300"/>
            </a:lvl4pPr>
            <a:lvl5pPr marL="476250" indent="-104775" algn="l">
              <a:buClrTx/>
              <a:buSzPct val="100000"/>
              <a:buFont typeface="Arial" panose="020B0604020202020204" pitchFamily="34" charset="0"/>
              <a:buChar char="−"/>
              <a:tabLst>
                <a:tab pos="3771900" algn="r"/>
              </a:tabLst>
              <a:defRPr sz="1300"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a:extLst>
              <a:ext uri="{FF2B5EF4-FFF2-40B4-BE49-F238E27FC236}">
                <a16:creationId xmlns:a16="http://schemas.microsoft.com/office/drawing/2014/main" id="{8A9CD2DA-AA83-4DCB-8501-DE5878CC0B8A}"/>
              </a:ext>
            </a:extLst>
          </p:cNvPr>
          <p:cNvSpPr>
            <a:spLocks noGrp="1"/>
          </p:cNvSpPr>
          <p:nvPr>
            <p:ph type="body" sz="quarter" idx="13"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7" name="Title Placeholder 1">
            <a:extLst>
              <a:ext uri="{FF2B5EF4-FFF2-40B4-BE49-F238E27FC236}">
                <a16:creationId xmlns:a16="http://schemas.microsoft.com/office/drawing/2014/main" id="{6559CC6F-6478-4902-A4D5-F8FB6538D285}"/>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Tree>
    <p:extLst>
      <p:ext uri="{BB962C8B-B14F-4D97-AF65-F5344CB8AC3E}">
        <p14:creationId xmlns:p14="http://schemas.microsoft.com/office/powerpoint/2010/main" val="2089162474"/>
      </p:ext>
    </p:extLst>
  </p:cSld>
  <p:clrMapOvr>
    <a:masterClrMapping/>
  </p:clrMapOvr>
  <p:transition>
    <p:fade/>
  </p:transition>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sp>
        <p:nvSpPr>
          <p:cNvPr id="21" name="Text Placeholder 8">
            <a:extLst>
              <a:ext uri="{FF2B5EF4-FFF2-40B4-BE49-F238E27FC236}">
                <a16:creationId xmlns:a16="http://schemas.microsoft.com/office/drawing/2014/main" id="{59A021DD-F549-41C3-B366-CFCBDD85997E}"/>
              </a:ext>
            </a:extLst>
          </p:cNvPr>
          <p:cNvSpPr>
            <a:spLocks noGrp="1"/>
          </p:cNvSpPr>
          <p:nvPr>
            <p:ph type="body" sz="quarter" idx="13"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22" name="Title Placeholder 1">
            <a:extLst>
              <a:ext uri="{FF2B5EF4-FFF2-40B4-BE49-F238E27FC236}">
                <a16:creationId xmlns:a16="http://schemas.microsoft.com/office/drawing/2014/main" id="{ECC1F342-3C5A-4884-B063-1F96DE727F31}"/>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
        <p:nvSpPr>
          <p:cNvPr id="23" name="Content Placeholder 3">
            <a:extLst>
              <a:ext uri="{FF2B5EF4-FFF2-40B4-BE49-F238E27FC236}">
                <a16:creationId xmlns:a16="http://schemas.microsoft.com/office/drawing/2014/main" id="{BFED540D-3BF1-4047-9D69-9C3EB9B94551}"/>
              </a:ext>
            </a:extLst>
          </p:cNvPr>
          <p:cNvSpPr>
            <a:spLocks noGrp="1"/>
          </p:cNvSpPr>
          <p:nvPr>
            <p:ph sz="quarter" idx="10"/>
          </p:nvPr>
        </p:nvSpPr>
        <p:spPr>
          <a:xfrm>
            <a:off x="463296" y="1719072"/>
            <a:ext cx="5480304" cy="4643628"/>
          </a:xfrm>
          <a:prstGeom prst="rect">
            <a:avLst/>
          </a:prstGeom>
        </p:spPr>
        <p:txBody>
          <a:bodyPr>
            <a:noAutofit/>
          </a:bodyPr>
          <a:lstStyle>
            <a:lvl1pPr marL="0" indent="0" algn="l">
              <a:buFontTx/>
              <a:buNone/>
              <a:tabLst>
                <a:tab pos="3771900" algn="r"/>
              </a:tabLst>
              <a:defRPr sz="1300"/>
            </a:lvl1pPr>
            <a:lvl2pPr marL="104775" indent="-104775" algn="l">
              <a:buClrTx/>
              <a:buSzPct val="100000"/>
              <a:buFont typeface="Arial" panose="020B0604020202020204" pitchFamily="34" charset="0"/>
              <a:buChar char="•"/>
              <a:tabLst>
                <a:tab pos="3771900" algn="r"/>
              </a:tabLst>
              <a:defRPr sz="1300"/>
            </a:lvl2pPr>
            <a:lvl3pPr marL="228600" indent="-104775" algn="l">
              <a:buClrTx/>
              <a:buSzPct val="100000"/>
              <a:buFont typeface="Arial" panose="020B0604020202020204" pitchFamily="34" charset="0"/>
              <a:buChar char="−"/>
              <a:tabLst>
                <a:tab pos="3771900" algn="r"/>
              </a:tabLst>
              <a:defRPr sz="1300"/>
            </a:lvl3pPr>
            <a:lvl4pPr marL="352425" indent="-104775" algn="l">
              <a:buClrTx/>
              <a:buSzPct val="100000"/>
              <a:buFont typeface="Arial" panose="020B0604020202020204" pitchFamily="34" charset="0"/>
              <a:buChar char="◦"/>
              <a:tabLst>
                <a:tab pos="3771900" algn="r"/>
              </a:tabLst>
              <a:defRPr sz="1300"/>
            </a:lvl4pPr>
            <a:lvl5pPr marL="476250" indent="-104775" algn="l">
              <a:buClrTx/>
              <a:buSzPct val="100000"/>
              <a:buFont typeface="Arial" panose="020B0604020202020204" pitchFamily="34" charset="0"/>
              <a:buChar char="−"/>
              <a:tabLst>
                <a:tab pos="3771900" algn="r"/>
              </a:tabLst>
              <a:defRPr sz="1300"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4" name="Content Placeholder 3">
            <a:extLst>
              <a:ext uri="{FF2B5EF4-FFF2-40B4-BE49-F238E27FC236}">
                <a16:creationId xmlns:a16="http://schemas.microsoft.com/office/drawing/2014/main" id="{B2159D59-FAF6-4904-B82D-440C56566D86}"/>
              </a:ext>
            </a:extLst>
          </p:cNvPr>
          <p:cNvSpPr>
            <a:spLocks noGrp="1"/>
          </p:cNvSpPr>
          <p:nvPr>
            <p:ph sz="quarter" idx="14"/>
          </p:nvPr>
        </p:nvSpPr>
        <p:spPr>
          <a:xfrm>
            <a:off x="6260591" y="1714500"/>
            <a:ext cx="5480304" cy="4643628"/>
          </a:xfrm>
          <a:prstGeom prst="rect">
            <a:avLst/>
          </a:prstGeom>
        </p:spPr>
        <p:txBody>
          <a:bodyPr>
            <a:noAutofit/>
          </a:bodyPr>
          <a:lstStyle>
            <a:lvl1pPr marL="0" indent="0" algn="l">
              <a:buFontTx/>
              <a:buNone/>
              <a:tabLst>
                <a:tab pos="3771900" algn="r"/>
              </a:tabLst>
              <a:defRPr sz="1300"/>
            </a:lvl1pPr>
            <a:lvl2pPr marL="104775" indent="-104775" algn="l">
              <a:buClrTx/>
              <a:buSzPct val="100000"/>
              <a:buFont typeface="Arial" panose="020B0604020202020204" pitchFamily="34" charset="0"/>
              <a:buChar char="•"/>
              <a:tabLst>
                <a:tab pos="3771900" algn="r"/>
              </a:tabLst>
              <a:defRPr sz="1300"/>
            </a:lvl2pPr>
            <a:lvl3pPr marL="228600" indent="-104775" algn="l">
              <a:buClrTx/>
              <a:buSzPct val="100000"/>
              <a:buFont typeface="Arial" panose="020B0604020202020204" pitchFamily="34" charset="0"/>
              <a:buChar char="−"/>
              <a:tabLst>
                <a:tab pos="3771900" algn="r"/>
              </a:tabLst>
              <a:defRPr sz="1300"/>
            </a:lvl3pPr>
            <a:lvl4pPr marL="352425" indent="-104775" algn="l">
              <a:buClrTx/>
              <a:buSzPct val="100000"/>
              <a:buFont typeface="Arial" panose="020B0604020202020204" pitchFamily="34" charset="0"/>
              <a:buChar char="◦"/>
              <a:tabLst>
                <a:tab pos="3771900" algn="r"/>
              </a:tabLst>
              <a:defRPr sz="1300"/>
            </a:lvl4pPr>
            <a:lvl5pPr marL="476250" indent="-104775" algn="l">
              <a:buClrTx/>
              <a:buSzPct val="100000"/>
              <a:buFont typeface="Arial" panose="020B0604020202020204" pitchFamily="34" charset="0"/>
              <a:buChar char="−"/>
              <a:tabLst>
                <a:tab pos="3771900" algn="r"/>
              </a:tabLst>
              <a:defRPr sz="1300"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4089261218"/>
      </p:ext>
    </p:extLst>
  </p:cSld>
  <p:clrMapOvr>
    <a:masterClrMapping/>
  </p:clrMapOvr>
  <p:transition>
    <p:fade/>
  </p:transition>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457201" y="685801"/>
            <a:ext cx="11277599" cy="1027633"/>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17" name="Chart Placeholder 3"/>
          <p:cNvSpPr>
            <a:spLocks noGrp="1"/>
          </p:cNvSpPr>
          <p:nvPr>
            <p:ph type="chart" sz="quarter" idx="15"/>
          </p:nvPr>
        </p:nvSpPr>
        <p:spPr>
          <a:xfrm>
            <a:off x="463296" y="2078281"/>
            <a:ext cx="11271504" cy="4042735"/>
          </a:xfrm>
          <a:prstGeom prst="rect">
            <a:avLst/>
          </a:prstGeom>
        </p:spPr>
        <p:txBody>
          <a:bodyPr>
            <a:noAutofit/>
          </a:bodyPr>
          <a:lstStyle>
            <a:lvl1pPr>
              <a:defRPr sz="1300"/>
            </a:lvl1pPr>
          </a:lstStyle>
          <a:p>
            <a:r>
              <a:rPr lang="en-US"/>
              <a:t>Click icon to add chart</a:t>
            </a:r>
            <a:endParaRPr lang="en-GB"/>
          </a:p>
        </p:txBody>
      </p:sp>
      <p:sp>
        <p:nvSpPr>
          <p:cNvPr id="18" name="Text Placeholder 8"/>
          <p:cNvSpPr>
            <a:spLocks noGrp="1"/>
          </p:cNvSpPr>
          <p:nvPr>
            <p:ph type="body" sz="quarter" idx="18"/>
          </p:nvPr>
        </p:nvSpPr>
        <p:spPr>
          <a:xfrm>
            <a:off x="463296" y="1717263"/>
            <a:ext cx="11271504" cy="357187"/>
          </a:xfrm>
        </p:spPr>
        <p:txBody>
          <a:bodyPr>
            <a:noAutofit/>
          </a:bodyPr>
          <a:lstStyle>
            <a:lvl1pPr>
              <a:defRPr sz="1300"/>
            </a:lvl1pPr>
          </a:lstStyle>
          <a:p>
            <a:pPr lvl="0"/>
            <a:r>
              <a:rPr lang="en-US" noProof="0"/>
              <a:t>Click to 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463294" y="350300"/>
            <a:ext cx="11265412" cy="335500"/>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
        <p:nvSpPr>
          <p:cNvPr id="8" name="Text Placeholder 7">
            <a:extLst>
              <a:ext uri="{FF2B5EF4-FFF2-40B4-BE49-F238E27FC236}">
                <a16:creationId xmlns:a16="http://schemas.microsoft.com/office/drawing/2014/main" id="{4B6E095B-6E26-41E6-AFC8-FF16F0C3C866}"/>
              </a:ext>
            </a:extLst>
          </p:cNvPr>
          <p:cNvSpPr>
            <a:spLocks noGrp="1"/>
          </p:cNvSpPr>
          <p:nvPr>
            <p:ph type="body" sz="quarter" idx="23"/>
          </p:nvPr>
        </p:nvSpPr>
        <p:spPr>
          <a:xfrm>
            <a:off x="457201" y="6121016"/>
            <a:ext cx="11277599" cy="241685"/>
          </a:xfrm>
        </p:spPr>
        <p:txBody>
          <a:bodyPr>
            <a:noAutofit/>
          </a:bodyPr>
          <a:lstStyle>
            <a:lvl1pPr>
              <a:spcAft>
                <a:spcPts val="0"/>
              </a:spcAft>
              <a:defRPr sz="900"/>
            </a:lvl1pPr>
          </a:lstStyle>
          <a:p>
            <a:pPr lvl="0"/>
            <a:r>
              <a:rPr lang="en-US"/>
              <a:t>Click to edit Master text styles</a:t>
            </a:r>
          </a:p>
        </p:txBody>
      </p:sp>
    </p:spTree>
    <p:extLst>
      <p:ext uri="{BB962C8B-B14F-4D97-AF65-F5344CB8AC3E}">
        <p14:creationId xmlns:p14="http://schemas.microsoft.com/office/powerpoint/2010/main" val="1176259119"/>
      </p:ext>
    </p:extLst>
  </p:cSld>
  <p:clrMapOvr>
    <a:masterClrMapping/>
  </p:clrMapOvr>
  <p:transition>
    <p:fade/>
  </p:transition>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256871" y="2137713"/>
            <a:ext cx="5480304" cy="3983302"/>
          </a:xfrm>
        </p:spPr>
        <p:txBody>
          <a:bodyPr>
            <a:noAutofit/>
          </a:bodyPr>
          <a:lstStyle>
            <a:lvl1pPr>
              <a:defRPr sz="1300"/>
            </a:lvl1pPr>
          </a:lstStyle>
          <a:p>
            <a:r>
              <a:rPr lang="en-US" noProof="0"/>
              <a:t>Click icon to add chart</a:t>
            </a:r>
          </a:p>
        </p:txBody>
      </p:sp>
      <p:sp>
        <p:nvSpPr>
          <p:cNvPr id="6" name="Text Placeholder 5"/>
          <p:cNvSpPr>
            <a:spLocks noGrp="1"/>
          </p:cNvSpPr>
          <p:nvPr>
            <p:ph type="body" sz="quarter" idx="22"/>
          </p:nvPr>
        </p:nvSpPr>
        <p:spPr>
          <a:xfrm>
            <a:off x="6256871" y="1719074"/>
            <a:ext cx="5480304" cy="405940"/>
          </a:xfrm>
        </p:spPr>
        <p:txBody>
          <a:bodyPr>
            <a:noAutofit/>
          </a:bodyPr>
          <a:lstStyle>
            <a:lvl1pPr>
              <a:defRPr sz="1300"/>
            </a:lvl1pPr>
          </a:lstStyle>
          <a:p>
            <a:pPr lvl="0"/>
            <a:r>
              <a:rPr lang="en-US" noProof="0"/>
              <a:t>Click to edit Master text styles</a:t>
            </a:r>
          </a:p>
        </p:txBody>
      </p:sp>
      <p:sp>
        <p:nvSpPr>
          <p:cNvPr id="15" name="Text Placeholder 7"/>
          <p:cNvSpPr>
            <a:spLocks noGrp="1"/>
          </p:cNvSpPr>
          <p:nvPr>
            <p:ph type="body" sz="quarter" idx="23"/>
          </p:nvPr>
        </p:nvSpPr>
        <p:spPr>
          <a:xfrm>
            <a:off x="463297" y="6121016"/>
            <a:ext cx="11273879" cy="241685"/>
          </a:xfrm>
        </p:spPr>
        <p:txBody>
          <a:bodyPr>
            <a:noAutofit/>
          </a:bodyPr>
          <a:lstStyle>
            <a:lvl1pPr>
              <a:spcAft>
                <a:spcPts val="0"/>
              </a:spcAft>
              <a:defRPr sz="900"/>
            </a:lvl1pPr>
          </a:lstStyle>
          <a:p>
            <a:pPr lvl="0"/>
            <a:r>
              <a:rPr lang="en-US"/>
              <a:t>Click to edit Master text styles</a:t>
            </a:r>
          </a:p>
        </p:txBody>
      </p:sp>
      <p:sp>
        <p:nvSpPr>
          <p:cNvPr id="10" name="Text Placeholder 8">
            <a:extLst>
              <a:ext uri="{FF2B5EF4-FFF2-40B4-BE49-F238E27FC236}">
                <a16:creationId xmlns:a16="http://schemas.microsoft.com/office/drawing/2014/main" id="{CD00439A-130B-4E04-85CB-DABD856B2FAA}"/>
              </a:ext>
            </a:extLst>
          </p:cNvPr>
          <p:cNvSpPr>
            <a:spLocks noGrp="1"/>
          </p:cNvSpPr>
          <p:nvPr>
            <p:ph type="body" sz="quarter" idx="13"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11" name="Title Placeholder 1">
            <a:extLst>
              <a:ext uri="{FF2B5EF4-FFF2-40B4-BE49-F238E27FC236}">
                <a16:creationId xmlns:a16="http://schemas.microsoft.com/office/drawing/2014/main" id="{33B9B3F6-9F40-4388-9B79-8E0961AD2B9E}"/>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
        <p:nvSpPr>
          <p:cNvPr id="13" name="Content Placeholder 3">
            <a:extLst>
              <a:ext uri="{FF2B5EF4-FFF2-40B4-BE49-F238E27FC236}">
                <a16:creationId xmlns:a16="http://schemas.microsoft.com/office/drawing/2014/main" id="{81AD6F48-ECFC-4B93-B043-AEA877E0937F}"/>
              </a:ext>
            </a:extLst>
          </p:cNvPr>
          <p:cNvSpPr>
            <a:spLocks noGrp="1"/>
          </p:cNvSpPr>
          <p:nvPr>
            <p:ph sz="quarter" idx="10"/>
          </p:nvPr>
        </p:nvSpPr>
        <p:spPr>
          <a:xfrm>
            <a:off x="463296" y="1719073"/>
            <a:ext cx="5480304" cy="4401943"/>
          </a:xfrm>
          <a:prstGeom prst="rect">
            <a:avLst/>
          </a:prstGeom>
        </p:spPr>
        <p:txBody>
          <a:bodyPr>
            <a:noAutofit/>
          </a:bodyPr>
          <a:lstStyle>
            <a:lvl1pPr marL="0" indent="0" algn="l">
              <a:buFontTx/>
              <a:buNone/>
              <a:tabLst>
                <a:tab pos="3771900" algn="r"/>
              </a:tabLst>
              <a:defRPr sz="1300"/>
            </a:lvl1pPr>
            <a:lvl2pPr marL="104775" indent="-104775" algn="l">
              <a:buClrTx/>
              <a:buSzPct val="100000"/>
              <a:buFont typeface="Arial" panose="020B0604020202020204" pitchFamily="34" charset="0"/>
              <a:buChar char="•"/>
              <a:tabLst>
                <a:tab pos="3771900" algn="r"/>
              </a:tabLst>
              <a:defRPr sz="1300"/>
            </a:lvl2pPr>
            <a:lvl3pPr marL="228600" indent="-104775" algn="l">
              <a:buClrTx/>
              <a:buSzPct val="100000"/>
              <a:buFont typeface="Arial" panose="020B0604020202020204" pitchFamily="34" charset="0"/>
              <a:buChar char="−"/>
              <a:tabLst>
                <a:tab pos="3771900" algn="r"/>
              </a:tabLst>
              <a:defRPr sz="1300"/>
            </a:lvl3pPr>
            <a:lvl4pPr marL="352425" indent="-104775" algn="l">
              <a:buClrTx/>
              <a:buSzPct val="100000"/>
              <a:buFont typeface="Arial" panose="020B0604020202020204" pitchFamily="34" charset="0"/>
              <a:buChar char="◦"/>
              <a:tabLst>
                <a:tab pos="3771900" algn="r"/>
              </a:tabLst>
              <a:defRPr sz="1300"/>
            </a:lvl4pPr>
            <a:lvl5pPr marL="476250" indent="-104775" algn="l">
              <a:buClrTx/>
              <a:buSzPct val="100000"/>
              <a:buFont typeface="Arial" panose="020B0604020202020204" pitchFamily="34" charset="0"/>
              <a:buChar char="−"/>
              <a:tabLst>
                <a:tab pos="3771900" algn="r"/>
              </a:tabLst>
              <a:defRPr sz="1300"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796992302"/>
      </p:ext>
    </p:extLst>
  </p:cSld>
  <p:clrMapOvr>
    <a:masterClrMapping/>
  </p:clrMapOvr>
  <p:transition>
    <p:fade/>
  </p:transition>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6" name="Text Placeholder 5"/>
          <p:cNvSpPr>
            <a:spLocks noGrp="1"/>
          </p:cNvSpPr>
          <p:nvPr>
            <p:ph type="body" sz="quarter" idx="22"/>
          </p:nvPr>
        </p:nvSpPr>
        <p:spPr>
          <a:xfrm>
            <a:off x="6254379" y="1719073"/>
            <a:ext cx="5486516" cy="405939"/>
          </a:xfrm>
        </p:spPr>
        <p:txBody>
          <a:bodyPr>
            <a:noAutofit/>
          </a:bodyPr>
          <a:lstStyle>
            <a:lvl1pPr>
              <a:defRPr sz="1300"/>
            </a:lvl1pPr>
          </a:lstStyle>
          <a:p>
            <a:pPr lvl="0"/>
            <a:r>
              <a:rPr lang="en-US" noProof="0"/>
              <a:t>Click to edit Master text styles</a:t>
            </a:r>
          </a:p>
        </p:txBody>
      </p:sp>
      <p:sp>
        <p:nvSpPr>
          <p:cNvPr id="15" name="Text Placeholder 7"/>
          <p:cNvSpPr>
            <a:spLocks noGrp="1"/>
          </p:cNvSpPr>
          <p:nvPr>
            <p:ph type="body" sz="quarter" idx="23"/>
          </p:nvPr>
        </p:nvSpPr>
        <p:spPr>
          <a:xfrm>
            <a:off x="457201" y="6121016"/>
            <a:ext cx="11277599" cy="241685"/>
          </a:xfrm>
        </p:spPr>
        <p:txBody>
          <a:bodyPr>
            <a:noAutofit/>
          </a:bodyPr>
          <a:lstStyle>
            <a:lvl1pPr>
              <a:spcAft>
                <a:spcPts val="0"/>
              </a:spcAft>
              <a:defRPr sz="900"/>
            </a:lvl1pPr>
          </a:lstStyle>
          <a:p>
            <a:pPr lvl="0"/>
            <a:r>
              <a:rPr lang="en-US"/>
              <a:t>Click to edit Master text styles</a:t>
            </a:r>
          </a:p>
        </p:txBody>
      </p:sp>
      <p:sp>
        <p:nvSpPr>
          <p:cNvPr id="9" name="Chart Placeholder 2"/>
          <p:cNvSpPr>
            <a:spLocks noGrp="1"/>
          </p:cNvSpPr>
          <p:nvPr>
            <p:ph type="chart" sz="quarter" idx="24"/>
          </p:nvPr>
        </p:nvSpPr>
        <p:spPr>
          <a:xfrm>
            <a:off x="460271" y="2125011"/>
            <a:ext cx="5480304" cy="3996002"/>
          </a:xfrm>
        </p:spPr>
        <p:txBody>
          <a:bodyPr>
            <a:noAutofit/>
          </a:bodyPr>
          <a:lstStyle>
            <a:lvl1pPr>
              <a:defRPr sz="1300"/>
            </a:lvl1pPr>
          </a:lstStyle>
          <a:p>
            <a:r>
              <a:rPr lang="en-US"/>
              <a:t>Click icon to add chart</a:t>
            </a:r>
            <a:endParaRPr lang="en-GB"/>
          </a:p>
        </p:txBody>
      </p:sp>
      <p:sp>
        <p:nvSpPr>
          <p:cNvPr id="12" name="Text Placeholder 5"/>
          <p:cNvSpPr>
            <a:spLocks noGrp="1"/>
          </p:cNvSpPr>
          <p:nvPr>
            <p:ph type="body" sz="quarter" idx="25"/>
          </p:nvPr>
        </p:nvSpPr>
        <p:spPr>
          <a:xfrm>
            <a:off x="463296" y="1719073"/>
            <a:ext cx="5480304" cy="405939"/>
          </a:xfrm>
        </p:spPr>
        <p:txBody>
          <a:bodyPr>
            <a:noAutofit/>
          </a:bodyPr>
          <a:lstStyle>
            <a:lvl1pPr>
              <a:defRPr sz="1300"/>
            </a:lvl1pPr>
          </a:lstStyle>
          <a:p>
            <a:pPr lvl="0"/>
            <a:r>
              <a:rPr lang="en-US" noProof="0"/>
              <a:t>Click to edit Master text styles</a:t>
            </a:r>
          </a:p>
        </p:txBody>
      </p:sp>
      <p:sp>
        <p:nvSpPr>
          <p:cNvPr id="11" name="Chart Placeholder 2">
            <a:extLst>
              <a:ext uri="{FF2B5EF4-FFF2-40B4-BE49-F238E27FC236}">
                <a16:creationId xmlns:a16="http://schemas.microsoft.com/office/drawing/2014/main" id="{F1BD57FD-600D-430A-AB0C-89DFCC950E21}"/>
              </a:ext>
            </a:extLst>
          </p:cNvPr>
          <p:cNvSpPr>
            <a:spLocks noGrp="1"/>
          </p:cNvSpPr>
          <p:nvPr>
            <p:ph type="chart" sz="quarter" idx="26"/>
          </p:nvPr>
        </p:nvSpPr>
        <p:spPr>
          <a:xfrm>
            <a:off x="6248403" y="2125011"/>
            <a:ext cx="5486397" cy="3996000"/>
          </a:xfrm>
        </p:spPr>
        <p:txBody>
          <a:bodyPr>
            <a:noAutofit/>
          </a:bodyPr>
          <a:lstStyle>
            <a:lvl1pPr>
              <a:defRPr sz="1300"/>
            </a:lvl1pPr>
          </a:lstStyle>
          <a:p>
            <a:r>
              <a:rPr lang="en-US"/>
              <a:t>Click icon to add chart</a:t>
            </a:r>
            <a:endParaRPr lang="en-GB"/>
          </a:p>
        </p:txBody>
      </p:sp>
      <p:sp>
        <p:nvSpPr>
          <p:cNvPr id="13" name="Text Placeholder 8">
            <a:extLst>
              <a:ext uri="{FF2B5EF4-FFF2-40B4-BE49-F238E27FC236}">
                <a16:creationId xmlns:a16="http://schemas.microsoft.com/office/drawing/2014/main" id="{ACD26822-93FD-4865-A5E4-053695247E8C}"/>
              </a:ext>
            </a:extLst>
          </p:cNvPr>
          <p:cNvSpPr>
            <a:spLocks noGrp="1"/>
          </p:cNvSpPr>
          <p:nvPr>
            <p:ph type="body" sz="quarter" idx="13"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16" name="Title Placeholder 1">
            <a:extLst>
              <a:ext uri="{FF2B5EF4-FFF2-40B4-BE49-F238E27FC236}">
                <a16:creationId xmlns:a16="http://schemas.microsoft.com/office/drawing/2014/main" id="{B7DE9340-98F1-4431-9CA2-BA6425441E81}"/>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Tree>
    <p:extLst>
      <p:ext uri="{BB962C8B-B14F-4D97-AF65-F5344CB8AC3E}">
        <p14:creationId xmlns:p14="http://schemas.microsoft.com/office/powerpoint/2010/main" val="2848621517"/>
      </p:ext>
    </p:extLst>
  </p:cSld>
  <p:clrMapOvr>
    <a:masterClrMapping/>
  </p:clrMapOvr>
  <p:transition>
    <p:fade/>
  </p:transition>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8" name="Content Placeholder 3"/>
          <p:cNvSpPr>
            <a:spLocks noGrp="1"/>
          </p:cNvSpPr>
          <p:nvPr>
            <p:ph sz="quarter" idx="16"/>
          </p:nvPr>
        </p:nvSpPr>
        <p:spPr>
          <a:xfrm>
            <a:off x="5450349" y="1718455"/>
            <a:ext cx="6290545" cy="4716463"/>
          </a:xfrm>
          <a:prstGeom prst="rect">
            <a:avLst/>
          </a:prstGeom>
        </p:spPr>
        <p:txBody>
          <a:bodyPr>
            <a:noAutofit/>
          </a:bodyPr>
          <a:lstStyle>
            <a:lvl1pPr marL="0" indent="0" algn="l">
              <a:buFontTx/>
              <a:buNone/>
              <a:tabLst>
                <a:tab pos="3771900" algn="r"/>
              </a:tabLst>
              <a:defRPr sz="1300"/>
            </a:lvl1pPr>
            <a:lvl2pPr marL="104775" indent="-104775" algn="l">
              <a:buClrTx/>
              <a:buSzPct val="100000"/>
              <a:buFont typeface="Arial" panose="020B0604020202020204" pitchFamily="34" charset="0"/>
              <a:buChar char="•"/>
              <a:tabLst>
                <a:tab pos="3771900" algn="r"/>
              </a:tabLst>
              <a:defRPr sz="1300"/>
            </a:lvl2pPr>
            <a:lvl3pPr marL="228600" indent="-104775" algn="l">
              <a:buClrTx/>
              <a:buSzPct val="100000"/>
              <a:buFont typeface="Arial" panose="020B0604020202020204" pitchFamily="34" charset="0"/>
              <a:buChar char="−"/>
              <a:tabLst>
                <a:tab pos="3771900" algn="r"/>
              </a:tabLst>
              <a:defRPr sz="1300"/>
            </a:lvl3pPr>
            <a:lvl4pPr marL="352425" indent="-104775" algn="l">
              <a:buClrTx/>
              <a:buSzPct val="100000"/>
              <a:buFont typeface="Arial" panose="020B0604020202020204" pitchFamily="34" charset="0"/>
              <a:buChar char="◦"/>
              <a:tabLst>
                <a:tab pos="3771900" algn="r"/>
              </a:tabLst>
              <a:defRPr sz="1300"/>
            </a:lvl4pPr>
            <a:lvl5pPr marL="476250" indent="-104775" algn="l">
              <a:buClrTx/>
              <a:buSzPct val="100000"/>
              <a:buFont typeface="Arial" panose="020B0604020202020204" pitchFamily="34" charset="0"/>
              <a:buChar char="−"/>
              <a:tabLst>
                <a:tab pos="3771900" algn="r"/>
              </a:tabLst>
              <a:defRPr sz="1300"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a:extLst>
              <a:ext uri="{FF2B5EF4-FFF2-40B4-BE49-F238E27FC236}">
                <a16:creationId xmlns:a16="http://schemas.microsoft.com/office/drawing/2014/main" id="{834EAC11-4B6F-4989-ADAB-DCA27D91F556}"/>
              </a:ext>
            </a:extLst>
          </p:cNvPr>
          <p:cNvSpPr>
            <a:spLocks noGrp="1"/>
          </p:cNvSpPr>
          <p:nvPr>
            <p:ph type="body" sz="quarter" idx="13"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9" name="Title Placeholder 1">
            <a:extLst>
              <a:ext uri="{FF2B5EF4-FFF2-40B4-BE49-F238E27FC236}">
                <a16:creationId xmlns:a16="http://schemas.microsoft.com/office/drawing/2014/main" id="{615E83D0-63FA-4C06-8888-31EF80337E8A}"/>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
        <p:nvSpPr>
          <p:cNvPr id="12" name="Content Placeholder 3">
            <a:extLst>
              <a:ext uri="{FF2B5EF4-FFF2-40B4-BE49-F238E27FC236}">
                <a16:creationId xmlns:a16="http://schemas.microsoft.com/office/drawing/2014/main" id="{593F994E-D5B3-4236-9E8D-771F764DB8E8}"/>
              </a:ext>
            </a:extLst>
          </p:cNvPr>
          <p:cNvSpPr>
            <a:spLocks noGrp="1"/>
          </p:cNvSpPr>
          <p:nvPr>
            <p:ph sz="quarter" idx="10"/>
          </p:nvPr>
        </p:nvSpPr>
        <p:spPr>
          <a:xfrm>
            <a:off x="463296" y="1714500"/>
            <a:ext cx="4413504" cy="4648200"/>
          </a:xfrm>
          <a:prstGeom prst="rect">
            <a:avLst/>
          </a:prstGeom>
        </p:spPr>
        <p:txBody>
          <a:bodyPr>
            <a:noAutofit/>
          </a:bodyPr>
          <a:lstStyle>
            <a:lvl1pPr marL="0" indent="0" algn="l">
              <a:buFontTx/>
              <a:buNone/>
              <a:tabLst>
                <a:tab pos="3771900" algn="r"/>
              </a:tabLst>
              <a:defRPr sz="1300">
                <a:latin typeface="+mn-lt"/>
              </a:defRPr>
            </a:lvl1pPr>
            <a:lvl2pPr marL="104775" indent="-104775" algn="l">
              <a:buClrTx/>
              <a:buSzPct val="100000"/>
              <a:buFont typeface="Arial" panose="020B0604020202020204" pitchFamily="34" charset="0"/>
              <a:buChar char="•"/>
              <a:tabLst>
                <a:tab pos="3771900" algn="r"/>
              </a:tabLst>
              <a:defRPr sz="1300">
                <a:latin typeface="+mj-lt"/>
              </a:defRPr>
            </a:lvl2pPr>
            <a:lvl3pPr marL="228600" indent="-104775" algn="l">
              <a:buClrTx/>
              <a:buSzPct val="100000"/>
              <a:buFont typeface="Arial" panose="020B0604020202020204" pitchFamily="34" charset="0"/>
              <a:buChar char="−"/>
              <a:tabLst>
                <a:tab pos="3771900" algn="r"/>
              </a:tabLst>
              <a:defRPr sz="1300">
                <a:latin typeface="+mn-lt"/>
              </a:defRPr>
            </a:lvl3pPr>
            <a:lvl4pPr marL="352425" indent="-104775" algn="l">
              <a:buClrTx/>
              <a:buSzPct val="100000"/>
              <a:buFont typeface="Arial" panose="020B0604020202020204" pitchFamily="34" charset="0"/>
              <a:buChar char="◦"/>
              <a:tabLst>
                <a:tab pos="3771900" algn="r"/>
              </a:tabLst>
              <a:defRPr sz="1300">
                <a:latin typeface="+mn-lt"/>
              </a:defRPr>
            </a:lvl4pPr>
            <a:lvl5pPr marL="476250" indent="-104775" algn="l">
              <a:buClrTx/>
              <a:buSzPct val="100000"/>
              <a:buFont typeface="Arial" panose="020B0604020202020204" pitchFamily="34" charset="0"/>
              <a:buChar char="−"/>
              <a:tabLst>
                <a:tab pos="3771900" algn="r"/>
              </a:tabLst>
              <a:defRPr sz="1300" baseline="0">
                <a:latin typeface="+mn-lt"/>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200320037"/>
      </p:ext>
    </p:extLst>
  </p:cSld>
  <p:clrMapOvr>
    <a:masterClrMapping/>
  </p:clrMapOvr>
  <p:transition>
    <p:fade/>
  </p:transition>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8192978" y="1737504"/>
            <a:ext cx="3547917" cy="4644248"/>
          </a:xfrm>
          <a:prstGeom prst="rect">
            <a:avLst/>
          </a:prstGeom>
        </p:spPr>
        <p:txBody>
          <a:bodyPr>
            <a:noAutofit/>
          </a:bodyPr>
          <a:lstStyle>
            <a:lvl1pPr>
              <a:tabLst>
                <a:tab pos="3771900" algn="r"/>
              </a:tabLst>
              <a:defRPr sz="1600">
                <a:solidFill>
                  <a:schemeClr val="accent3"/>
                </a:solidFill>
              </a:defRPr>
            </a:lvl1pPr>
            <a:lvl2pPr>
              <a:tabLst>
                <a:tab pos="3771900" algn="r"/>
              </a:tabLst>
              <a:defRPr/>
            </a:lvl2pPr>
            <a:lvl3pPr>
              <a:tabLst>
                <a:tab pos="3771900" algn="r"/>
              </a:tabLst>
              <a:defRPr/>
            </a:lvl3pPr>
            <a:lvl4pPr>
              <a:tabLst>
                <a:tab pos="3771900" algn="r"/>
              </a:tabLst>
              <a:defRPr/>
            </a:lvl4pPr>
            <a:lvl5pPr>
              <a:tabLst>
                <a:tab pos="3771900"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473296" y="1718454"/>
            <a:ext cx="7400704" cy="4644247"/>
          </a:xfrm>
          <a:prstGeom prst="rect">
            <a:avLst/>
          </a:prstGeom>
        </p:spPr>
        <p:txBody>
          <a:bodyPr>
            <a:noAutofit/>
          </a:bodyPr>
          <a:lstStyle>
            <a:lvl1pPr marL="0" indent="0" algn="l">
              <a:buFontTx/>
              <a:buNone/>
              <a:tabLst>
                <a:tab pos="3771900" algn="r"/>
              </a:tabLst>
              <a:defRPr sz="1300"/>
            </a:lvl1pPr>
            <a:lvl2pPr marL="104775" indent="-104775" algn="l">
              <a:buClrTx/>
              <a:buSzPct val="100000"/>
              <a:buFont typeface="Arial" panose="020B0604020202020204" pitchFamily="34" charset="0"/>
              <a:buChar char="•"/>
              <a:tabLst>
                <a:tab pos="3771900" algn="r"/>
              </a:tabLst>
              <a:defRPr sz="1300"/>
            </a:lvl2pPr>
            <a:lvl3pPr marL="228600" indent="-104775" algn="l">
              <a:buClrTx/>
              <a:buSzPct val="100000"/>
              <a:buFont typeface="Arial" panose="020B0604020202020204" pitchFamily="34" charset="0"/>
              <a:buChar char="−"/>
              <a:tabLst>
                <a:tab pos="3771900" algn="r"/>
              </a:tabLst>
              <a:defRPr sz="1300"/>
            </a:lvl3pPr>
            <a:lvl4pPr marL="352425" indent="-104775" algn="l">
              <a:buClrTx/>
              <a:buSzPct val="100000"/>
              <a:buFont typeface="Arial" panose="020B0604020202020204" pitchFamily="34" charset="0"/>
              <a:buChar char="◦"/>
              <a:tabLst>
                <a:tab pos="3771900" algn="r"/>
              </a:tabLst>
              <a:defRPr sz="1300"/>
            </a:lvl4pPr>
            <a:lvl5pPr marL="476250" indent="-104775" algn="l">
              <a:buClrTx/>
              <a:buSzPct val="100000"/>
              <a:buFont typeface="Arial" panose="020B0604020202020204" pitchFamily="34" charset="0"/>
              <a:buChar char="−"/>
              <a:tabLst>
                <a:tab pos="3771900" algn="r"/>
              </a:tabLst>
              <a:defRPr sz="1300"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a:extLst>
              <a:ext uri="{FF2B5EF4-FFF2-40B4-BE49-F238E27FC236}">
                <a16:creationId xmlns:a16="http://schemas.microsoft.com/office/drawing/2014/main" id="{D58FC9CF-4F37-4309-BF5F-E64AE49426F2}"/>
              </a:ext>
            </a:extLst>
          </p:cNvPr>
          <p:cNvSpPr>
            <a:spLocks noGrp="1"/>
          </p:cNvSpPr>
          <p:nvPr>
            <p:ph type="body" sz="quarter" idx="13"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9" name="Title Placeholder 1">
            <a:extLst>
              <a:ext uri="{FF2B5EF4-FFF2-40B4-BE49-F238E27FC236}">
                <a16:creationId xmlns:a16="http://schemas.microsoft.com/office/drawing/2014/main" id="{6999054A-E358-4B12-B841-DE440A68D9B1}"/>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Tree>
    <p:extLst>
      <p:ext uri="{BB962C8B-B14F-4D97-AF65-F5344CB8AC3E}">
        <p14:creationId xmlns:p14="http://schemas.microsoft.com/office/powerpoint/2010/main" val="2277998147"/>
      </p:ext>
    </p:extLst>
  </p:cSld>
  <p:clrMapOvr>
    <a:masterClrMapping/>
  </p:clrMapOvr>
  <p:transition>
    <p:fade/>
  </p:transition>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461468" y="2115797"/>
            <a:ext cx="3549549" cy="4005216"/>
          </a:xfrm>
          <a:prstGeom prst="rect">
            <a:avLst/>
          </a:prstGeom>
        </p:spPr>
        <p:txBody>
          <a:bodyPr>
            <a:noAutofit/>
          </a:bodyPr>
          <a:lstStyle>
            <a:lvl1pPr>
              <a:defRPr sz="1300"/>
            </a:lvl1pPr>
          </a:lstStyle>
          <a:p>
            <a:r>
              <a:rPr lang="en-US" noProof="0"/>
              <a:t>Click icon to add chart</a:t>
            </a:r>
          </a:p>
        </p:txBody>
      </p:sp>
      <p:sp>
        <p:nvSpPr>
          <p:cNvPr id="18" name="Text Placeholder 8"/>
          <p:cNvSpPr>
            <a:spLocks noGrp="1"/>
          </p:cNvSpPr>
          <p:nvPr>
            <p:ph type="body" sz="quarter" idx="18"/>
          </p:nvPr>
        </p:nvSpPr>
        <p:spPr>
          <a:xfrm>
            <a:off x="459119" y="1722943"/>
            <a:ext cx="3549549" cy="392112"/>
          </a:xfrm>
        </p:spPr>
        <p:txBody>
          <a:bodyPr>
            <a:noAutofit/>
          </a:bodyPr>
          <a:lstStyle>
            <a:lvl1pPr>
              <a:defRPr sz="1300"/>
            </a:lvl1pPr>
          </a:lstStyle>
          <a:p>
            <a:pPr lvl="0"/>
            <a:r>
              <a:rPr lang="en-US" noProof="0"/>
              <a:t>Click to edit Master text styles</a:t>
            </a:r>
          </a:p>
        </p:txBody>
      </p:sp>
      <p:sp>
        <p:nvSpPr>
          <p:cNvPr id="12" name="Text Placeholder 7"/>
          <p:cNvSpPr>
            <a:spLocks noGrp="1"/>
          </p:cNvSpPr>
          <p:nvPr>
            <p:ph type="body" sz="quarter" idx="23"/>
          </p:nvPr>
        </p:nvSpPr>
        <p:spPr>
          <a:xfrm>
            <a:off x="461468" y="6121016"/>
            <a:ext cx="11277600" cy="241685"/>
          </a:xfrm>
        </p:spPr>
        <p:txBody>
          <a:bodyPr>
            <a:noAutofit/>
          </a:bodyPr>
          <a:lstStyle>
            <a:lvl1pPr>
              <a:spcAft>
                <a:spcPts val="0"/>
              </a:spcAft>
              <a:defRPr sz="900"/>
            </a:lvl1pPr>
          </a:lstStyle>
          <a:p>
            <a:pPr lvl="0"/>
            <a:r>
              <a:rPr lang="en-US" noProof="0"/>
              <a:t>Click to edit Master text styles</a:t>
            </a:r>
          </a:p>
        </p:txBody>
      </p:sp>
      <p:sp>
        <p:nvSpPr>
          <p:cNvPr id="19" name="Chart Placeholder 3">
            <a:extLst>
              <a:ext uri="{FF2B5EF4-FFF2-40B4-BE49-F238E27FC236}">
                <a16:creationId xmlns:a16="http://schemas.microsoft.com/office/drawing/2014/main" id="{16889619-7368-4B21-B502-003FD717C954}"/>
              </a:ext>
            </a:extLst>
          </p:cNvPr>
          <p:cNvSpPr>
            <a:spLocks noGrp="1"/>
          </p:cNvSpPr>
          <p:nvPr>
            <p:ph type="chart" sz="quarter" idx="24"/>
          </p:nvPr>
        </p:nvSpPr>
        <p:spPr>
          <a:xfrm>
            <a:off x="4323575" y="2115798"/>
            <a:ext cx="3549549" cy="4005216"/>
          </a:xfrm>
          <a:prstGeom prst="rect">
            <a:avLst/>
          </a:prstGeom>
        </p:spPr>
        <p:txBody>
          <a:bodyPr>
            <a:noAutofit/>
          </a:bodyPr>
          <a:lstStyle>
            <a:lvl1pPr>
              <a:defRPr sz="1300"/>
            </a:lvl1pPr>
          </a:lstStyle>
          <a:p>
            <a:r>
              <a:rPr lang="en-US" noProof="0"/>
              <a:t>Click icon to add chart</a:t>
            </a:r>
          </a:p>
        </p:txBody>
      </p:sp>
      <p:sp>
        <p:nvSpPr>
          <p:cNvPr id="20" name="Text Placeholder 8">
            <a:extLst>
              <a:ext uri="{FF2B5EF4-FFF2-40B4-BE49-F238E27FC236}">
                <a16:creationId xmlns:a16="http://schemas.microsoft.com/office/drawing/2014/main" id="{7536B633-26E6-47E5-A809-A97D26199C41}"/>
              </a:ext>
            </a:extLst>
          </p:cNvPr>
          <p:cNvSpPr>
            <a:spLocks noGrp="1"/>
          </p:cNvSpPr>
          <p:nvPr>
            <p:ph type="body" sz="quarter" idx="25"/>
          </p:nvPr>
        </p:nvSpPr>
        <p:spPr>
          <a:xfrm>
            <a:off x="4321226" y="1722944"/>
            <a:ext cx="3549549" cy="392112"/>
          </a:xfrm>
        </p:spPr>
        <p:txBody>
          <a:bodyPr>
            <a:noAutofit/>
          </a:bodyPr>
          <a:lstStyle>
            <a:lvl1pPr>
              <a:defRPr sz="1300"/>
            </a:lvl1pPr>
          </a:lstStyle>
          <a:p>
            <a:pPr lvl="0"/>
            <a:r>
              <a:rPr lang="en-US" noProof="0"/>
              <a:t>Click to edit Master text styles</a:t>
            </a:r>
          </a:p>
        </p:txBody>
      </p:sp>
      <p:sp>
        <p:nvSpPr>
          <p:cNvPr id="21" name="Chart Placeholder 3">
            <a:extLst>
              <a:ext uri="{FF2B5EF4-FFF2-40B4-BE49-F238E27FC236}">
                <a16:creationId xmlns:a16="http://schemas.microsoft.com/office/drawing/2014/main" id="{B4691CB5-FF7F-4DAF-80B3-769541086497}"/>
              </a:ext>
            </a:extLst>
          </p:cNvPr>
          <p:cNvSpPr>
            <a:spLocks noGrp="1"/>
          </p:cNvSpPr>
          <p:nvPr>
            <p:ph type="chart" sz="quarter" idx="26"/>
          </p:nvPr>
        </p:nvSpPr>
        <p:spPr>
          <a:xfrm>
            <a:off x="8193695" y="2115798"/>
            <a:ext cx="3549549" cy="4005216"/>
          </a:xfrm>
          <a:prstGeom prst="rect">
            <a:avLst/>
          </a:prstGeom>
        </p:spPr>
        <p:txBody>
          <a:bodyPr>
            <a:noAutofit/>
          </a:bodyPr>
          <a:lstStyle>
            <a:lvl1pPr>
              <a:defRPr sz="1300"/>
            </a:lvl1pPr>
          </a:lstStyle>
          <a:p>
            <a:r>
              <a:rPr lang="en-US" noProof="0"/>
              <a:t>Click icon to add chart</a:t>
            </a:r>
          </a:p>
        </p:txBody>
      </p:sp>
      <p:sp>
        <p:nvSpPr>
          <p:cNvPr id="22" name="Text Placeholder 8">
            <a:extLst>
              <a:ext uri="{FF2B5EF4-FFF2-40B4-BE49-F238E27FC236}">
                <a16:creationId xmlns:a16="http://schemas.microsoft.com/office/drawing/2014/main" id="{D8875204-BB59-4C5F-ABB1-D0ECEC5A0701}"/>
              </a:ext>
            </a:extLst>
          </p:cNvPr>
          <p:cNvSpPr>
            <a:spLocks noGrp="1"/>
          </p:cNvSpPr>
          <p:nvPr>
            <p:ph type="body" sz="quarter" idx="27"/>
          </p:nvPr>
        </p:nvSpPr>
        <p:spPr>
          <a:xfrm>
            <a:off x="8191346" y="1722944"/>
            <a:ext cx="3549549" cy="392112"/>
          </a:xfrm>
        </p:spPr>
        <p:txBody>
          <a:bodyPr>
            <a:noAutofit/>
          </a:bodyPr>
          <a:lstStyle>
            <a:lvl1pPr>
              <a:defRPr sz="1300"/>
            </a:lvl1pPr>
          </a:lstStyle>
          <a:p>
            <a:pPr lvl="0"/>
            <a:r>
              <a:rPr lang="en-US" noProof="0"/>
              <a:t>Click to edit Master text styles</a:t>
            </a:r>
          </a:p>
        </p:txBody>
      </p:sp>
      <p:sp>
        <p:nvSpPr>
          <p:cNvPr id="23" name="Text Placeholder 8">
            <a:extLst>
              <a:ext uri="{FF2B5EF4-FFF2-40B4-BE49-F238E27FC236}">
                <a16:creationId xmlns:a16="http://schemas.microsoft.com/office/drawing/2014/main" id="{272C8D47-97C8-4E6F-91CC-C3AB406C1C26}"/>
              </a:ext>
            </a:extLst>
          </p:cNvPr>
          <p:cNvSpPr>
            <a:spLocks noGrp="1"/>
          </p:cNvSpPr>
          <p:nvPr>
            <p:ph type="body" sz="quarter" idx="13"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24" name="Title Placeholder 1">
            <a:extLst>
              <a:ext uri="{FF2B5EF4-FFF2-40B4-BE49-F238E27FC236}">
                <a16:creationId xmlns:a16="http://schemas.microsoft.com/office/drawing/2014/main" id="{D65F0445-032D-4E6A-83EC-59A2184ED5F6}"/>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Tree>
    <p:extLst>
      <p:ext uri="{BB962C8B-B14F-4D97-AF65-F5344CB8AC3E}">
        <p14:creationId xmlns:p14="http://schemas.microsoft.com/office/powerpoint/2010/main" val="383757922"/>
      </p:ext>
    </p:extLst>
  </p:cSld>
  <p:clrMapOvr>
    <a:masterClrMapping/>
  </p:clrMapOvr>
  <p:transition>
    <p:fade/>
  </p:transition>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4" name="Picture Placeholder 6"/>
          <p:cNvSpPr>
            <a:spLocks noGrp="1"/>
          </p:cNvSpPr>
          <p:nvPr>
            <p:ph type="pic" sz="quarter" idx="13"/>
          </p:nvPr>
        </p:nvSpPr>
        <p:spPr>
          <a:xfrm>
            <a:off x="481764" y="1727251"/>
            <a:ext cx="2712000" cy="1260000"/>
          </a:xfrm>
        </p:spPr>
        <p:txBody>
          <a:bodyPr lIns="0" tIns="0" rIns="0" bIns="0">
            <a:noAutofit/>
          </a:bodyPr>
          <a:lstStyle/>
          <a:p>
            <a:r>
              <a:rPr lang="en-US" noProof="0"/>
              <a:t>Click icon to add picture</a:t>
            </a:r>
          </a:p>
        </p:txBody>
      </p:sp>
      <p:sp>
        <p:nvSpPr>
          <p:cNvPr id="5" name="Picture Placeholder 6"/>
          <p:cNvSpPr>
            <a:spLocks noGrp="1"/>
          </p:cNvSpPr>
          <p:nvPr>
            <p:ph type="pic" sz="quarter" idx="14"/>
          </p:nvPr>
        </p:nvSpPr>
        <p:spPr>
          <a:xfrm>
            <a:off x="3330040" y="1727251"/>
            <a:ext cx="2712000" cy="1260000"/>
          </a:xfrm>
        </p:spPr>
        <p:txBody>
          <a:bodyPr lIns="0" tIns="0" rIns="0" bIns="0">
            <a:noAutofit/>
          </a:bodyPr>
          <a:lstStyle/>
          <a:p>
            <a:r>
              <a:rPr lang="en-US" noProof="0"/>
              <a:t>Click icon to add picture</a:t>
            </a:r>
          </a:p>
        </p:txBody>
      </p:sp>
      <p:sp>
        <p:nvSpPr>
          <p:cNvPr id="6" name="Picture Placeholder 6"/>
          <p:cNvSpPr>
            <a:spLocks noGrp="1"/>
          </p:cNvSpPr>
          <p:nvPr>
            <p:ph type="pic" sz="quarter" idx="15"/>
          </p:nvPr>
        </p:nvSpPr>
        <p:spPr>
          <a:xfrm>
            <a:off x="6171687" y="1727251"/>
            <a:ext cx="2712000" cy="1260000"/>
          </a:xfrm>
        </p:spPr>
        <p:txBody>
          <a:bodyPr lIns="0" tIns="0" rIns="0" bIns="0">
            <a:noAutofit/>
          </a:bodyPr>
          <a:lstStyle/>
          <a:p>
            <a:r>
              <a:rPr lang="en-US" noProof="0"/>
              <a:t>Click icon to add picture</a:t>
            </a:r>
          </a:p>
        </p:txBody>
      </p:sp>
      <p:sp>
        <p:nvSpPr>
          <p:cNvPr id="7" name="Picture Placeholder 6"/>
          <p:cNvSpPr>
            <a:spLocks noGrp="1"/>
          </p:cNvSpPr>
          <p:nvPr>
            <p:ph type="pic" sz="quarter" idx="16"/>
          </p:nvPr>
        </p:nvSpPr>
        <p:spPr>
          <a:xfrm>
            <a:off x="9020883" y="1727251"/>
            <a:ext cx="2712000" cy="1260000"/>
          </a:xfrm>
        </p:spPr>
        <p:txBody>
          <a:bodyPr lIns="0" tIns="0" rIns="0" bIns="0">
            <a:noAutofit/>
          </a:bodyPr>
          <a:lstStyle/>
          <a:p>
            <a:r>
              <a:rPr lang="en-US" noProof="0"/>
              <a:t>Click icon to add picture</a:t>
            </a:r>
          </a:p>
        </p:txBody>
      </p:sp>
      <p:sp>
        <p:nvSpPr>
          <p:cNvPr id="9" name="Text Placeholder 8"/>
          <p:cNvSpPr>
            <a:spLocks noGrp="1"/>
          </p:cNvSpPr>
          <p:nvPr>
            <p:ph type="body" sz="quarter" idx="17"/>
          </p:nvPr>
        </p:nvSpPr>
        <p:spPr>
          <a:xfrm>
            <a:off x="473297" y="3124200"/>
            <a:ext cx="2720468" cy="3238500"/>
          </a:xfrm>
        </p:spPr>
        <p:txBody>
          <a:bodyPr>
            <a:noAutofit/>
          </a:bodyPr>
          <a:lstStyle>
            <a:lvl1pPr marL="0" indent="0" algn="l">
              <a:buFontTx/>
              <a:buNone/>
              <a:defRPr sz="1300" b="1">
                <a:solidFill>
                  <a:schemeClr val="accent1"/>
                </a:solidFill>
              </a:defRPr>
            </a:lvl1pPr>
            <a:lvl2pPr marL="104775" indent="-104775" algn="l">
              <a:spcAft>
                <a:spcPts val="0"/>
              </a:spcAft>
              <a:buClrTx/>
              <a:buSzPct val="100000"/>
              <a:buFont typeface="Arial" panose="020B0604020202020204" pitchFamily="34" charset="0"/>
              <a:buChar char="•"/>
              <a:defRPr sz="1300"/>
            </a:lvl2pPr>
            <a:lvl3pPr marL="228600" indent="-104775" algn="l">
              <a:spcAft>
                <a:spcPts val="0"/>
              </a:spcAft>
              <a:buClrTx/>
              <a:buSzPct val="100000"/>
              <a:buFont typeface="Arial" panose="020B0604020202020204" pitchFamily="34" charset="0"/>
              <a:buChar char="−"/>
              <a:defRPr sz="1300"/>
            </a:lvl3pPr>
            <a:lvl4pPr marL="352425" indent="-104775" algn="l">
              <a:spcAft>
                <a:spcPts val="0"/>
              </a:spcAft>
              <a:buClrTx/>
              <a:buSzPct val="100000"/>
              <a:buFont typeface="Arial" panose="020B0604020202020204" pitchFamily="34" charset="0"/>
              <a:buChar char="◦"/>
              <a:defRPr sz="1300"/>
            </a:lvl4pPr>
            <a:lvl5pPr marL="476250" indent="-104775" algn="l">
              <a:spcAft>
                <a:spcPts val="0"/>
              </a:spcAft>
              <a:buClrTx/>
              <a:buSzPct val="100000"/>
              <a:buFont typeface="Arial" panose="020B0604020202020204" pitchFamily="34" charset="0"/>
              <a:buChar char="−"/>
              <a:defRPr sz="1300" baseline="0"/>
            </a:lvl5pPr>
            <a:lvl6pPr marL="267300" indent="-132300">
              <a:spcAft>
                <a:spcPts val="0"/>
              </a:spcAft>
              <a:buFont typeface="Verdana" panose="020B0604030504040204" pitchFamily="34" charset="0"/>
              <a:buChar char="−"/>
              <a:defRPr/>
            </a:lvl6pPr>
            <a:lvl7pPr marL="267300" indent="-132300">
              <a:spcAft>
                <a:spcPts val="0"/>
              </a:spcAft>
              <a:defRPr/>
            </a:lvl7pPr>
            <a:lvl8pPr marL="267300" indent="-132300">
              <a:spcAft>
                <a:spcPts val="0"/>
              </a:spcAft>
              <a:defRPr/>
            </a:lvl8pPr>
            <a:lvl9pPr marL="267300" indent="-1323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p:nvPr>
        </p:nvSpPr>
        <p:spPr>
          <a:xfrm>
            <a:off x="6171687" y="3120553"/>
            <a:ext cx="2712000" cy="3238500"/>
          </a:xfrm>
        </p:spPr>
        <p:txBody>
          <a:bodyPr>
            <a:noAutofit/>
          </a:bodyPr>
          <a:lstStyle>
            <a:lvl1pPr marL="0" indent="0" algn="l">
              <a:buFontTx/>
              <a:buNone/>
              <a:defRPr sz="1300" b="1">
                <a:solidFill>
                  <a:schemeClr val="accent1"/>
                </a:solidFill>
              </a:defRPr>
            </a:lvl1pPr>
            <a:lvl2pPr marL="104775" indent="-104775" algn="l">
              <a:spcAft>
                <a:spcPts val="0"/>
              </a:spcAft>
              <a:buClrTx/>
              <a:buSzPct val="100000"/>
              <a:buFont typeface="Arial" panose="020B0604020202020204" pitchFamily="34" charset="0"/>
              <a:buChar char="•"/>
              <a:defRPr sz="1300"/>
            </a:lvl2pPr>
            <a:lvl3pPr marL="228600" indent="-104775" algn="l">
              <a:spcAft>
                <a:spcPts val="0"/>
              </a:spcAft>
              <a:buClrTx/>
              <a:buSzPct val="100000"/>
              <a:buFont typeface="Arial" panose="020B0604020202020204" pitchFamily="34" charset="0"/>
              <a:buChar char="−"/>
              <a:defRPr sz="1300"/>
            </a:lvl3pPr>
            <a:lvl4pPr marL="352425" indent="-104775" algn="l">
              <a:spcAft>
                <a:spcPts val="0"/>
              </a:spcAft>
              <a:buClrTx/>
              <a:buSzPct val="100000"/>
              <a:buFont typeface="Arial" panose="020B0604020202020204" pitchFamily="34" charset="0"/>
              <a:buChar char="◦"/>
              <a:defRPr sz="1300"/>
            </a:lvl4pPr>
            <a:lvl5pPr marL="476250" indent="-104775" algn="l">
              <a:spcAft>
                <a:spcPts val="0"/>
              </a:spcAft>
              <a:buClrTx/>
              <a:buSzPct val="100000"/>
              <a:buFont typeface="Arial" panose="020B0604020202020204" pitchFamily="34" charset="0"/>
              <a:buChar char="−"/>
              <a:defRPr sz="1300" baseline="0"/>
            </a:lvl5pPr>
            <a:lvl6pPr marL="267300" indent="-132300">
              <a:spcAft>
                <a:spcPts val="0"/>
              </a:spcAft>
              <a:buFont typeface="Verdana" panose="020B0604030504040204" pitchFamily="34" charset="0"/>
              <a:buChar char="−"/>
              <a:defRPr/>
            </a:lvl6pPr>
            <a:lvl7pPr marL="267300" indent="-132300">
              <a:spcAft>
                <a:spcPts val="0"/>
              </a:spcAft>
              <a:defRPr/>
            </a:lvl7pPr>
            <a:lvl8pPr marL="267300" indent="-132300">
              <a:spcAft>
                <a:spcPts val="0"/>
              </a:spcAft>
              <a:defRPr/>
            </a:lvl8pPr>
            <a:lvl9pPr marL="267300" indent="-1323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9"/>
          </p:nvPr>
        </p:nvSpPr>
        <p:spPr>
          <a:xfrm>
            <a:off x="3330040" y="3124202"/>
            <a:ext cx="2712000" cy="3238499"/>
          </a:xfrm>
        </p:spPr>
        <p:txBody>
          <a:bodyPr>
            <a:noAutofit/>
          </a:bodyPr>
          <a:lstStyle>
            <a:lvl1pPr marL="0" indent="0" algn="l">
              <a:buFontTx/>
              <a:buNone/>
              <a:defRPr sz="1300" b="1">
                <a:solidFill>
                  <a:schemeClr val="accent1"/>
                </a:solidFill>
              </a:defRPr>
            </a:lvl1pPr>
            <a:lvl2pPr marL="104775" indent="-104775" algn="l">
              <a:spcAft>
                <a:spcPts val="0"/>
              </a:spcAft>
              <a:buClrTx/>
              <a:buSzPct val="100000"/>
              <a:buFont typeface="Arial" panose="020B0604020202020204" pitchFamily="34" charset="0"/>
              <a:buChar char="•"/>
              <a:defRPr sz="1300"/>
            </a:lvl2pPr>
            <a:lvl3pPr marL="228600" indent="-104775" algn="l">
              <a:spcAft>
                <a:spcPts val="0"/>
              </a:spcAft>
              <a:buClrTx/>
              <a:buSzPct val="100000"/>
              <a:buFont typeface="Arial" panose="020B0604020202020204" pitchFamily="34" charset="0"/>
              <a:buChar char="−"/>
              <a:defRPr sz="1300"/>
            </a:lvl3pPr>
            <a:lvl4pPr marL="352425" indent="-104775" algn="l">
              <a:spcAft>
                <a:spcPts val="0"/>
              </a:spcAft>
              <a:buClrTx/>
              <a:buSzPct val="100000"/>
              <a:buFont typeface="Arial" panose="020B0604020202020204" pitchFamily="34" charset="0"/>
              <a:buChar char="◦"/>
              <a:defRPr sz="1300"/>
            </a:lvl4pPr>
            <a:lvl5pPr marL="476250" indent="-104775" algn="l">
              <a:spcAft>
                <a:spcPts val="0"/>
              </a:spcAft>
              <a:buClrTx/>
              <a:buSzPct val="100000"/>
              <a:buFont typeface="Arial" panose="020B0604020202020204" pitchFamily="34" charset="0"/>
              <a:buChar char="−"/>
              <a:defRPr sz="1300" baseline="0"/>
            </a:lvl5pPr>
            <a:lvl6pPr marL="267300" indent="-132300">
              <a:spcAft>
                <a:spcPts val="0"/>
              </a:spcAft>
              <a:buFont typeface="Verdana" panose="020B0604030504040204" pitchFamily="34" charset="0"/>
              <a:buChar char="−"/>
              <a:defRPr/>
            </a:lvl6pPr>
            <a:lvl7pPr marL="267300" indent="-132300">
              <a:spcAft>
                <a:spcPts val="0"/>
              </a:spcAft>
              <a:defRPr/>
            </a:lvl7pPr>
            <a:lvl8pPr marL="267300" indent="-132300">
              <a:spcAft>
                <a:spcPts val="0"/>
              </a:spcAft>
              <a:defRPr/>
            </a:lvl8pPr>
            <a:lvl9pPr marL="267300" indent="-1323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 Placeholder 8"/>
          <p:cNvSpPr>
            <a:spLocks noGrp="1"/>
          </p:cNvSpPr>
          <p:nvPr>
            <p:ph type="body" sz="quarter" idx="20"/>
          </p:nvPr>
        </p:nvSpPr>
        <p:spPr>
          <a:xfrm>
            <a:off x="9035701" y="3108508"/>
            <a:ext cx="2697183" cy="3254192"/>
          </a:xfrm>
        </p:spPr>
        <p:txBody>
          <a:bodyPr>
            <a:noAutofit/>
          </a:bodyPr>
          <a:lstStyle>
            <a:lvl1pPr marL="0" indent="0" algn="l">
              <a:buFontTx/>
              <a:buNone/>
              <a:defRPr sz="1300" b="1">
                <a:solidFill>
                  <a:schemeClr val="accent1"/>
                </a:solidFill>
              </a:defRPr>
            </a:lvl1pPr>
            <a:lvl2pPr marL="104775" indent="-104775" algn="l">
              <a:spcAft>
                <a:spcPts val="0"/>
              </a:spcAft>
              <a:buClrTx/>
              <a:buSzPct val="100000"/>
              <a:buFont typeface="Arial" panose="020B0604020202020204" pitchFamily="34" charset="0"/>
              <a:buChar char="•"/>
              <a:defRPr sz="1300"/>
            </a:lvl2pPr>
            <a:lvl3pPr marL="228600" indent="-104775" algn="l">
              <a:spcAft>
                <a:spcPts val="0"/>
              </a:spcAft>
              <a:buClrTx/>
              <a:buSzPct val="100000"/>
              <a:buFont typeface="Arial" panose="020B0604020202020204" pitchFamily="34" charset="0"/>
              <a:buChar char="−"/>
              <a:defRPr sz="1300"/>
            </a:lvl3pPr>
            <a:lvl4pPr marL="352425" indent="-104775" algn="l">
              <a:spcAft>
                <a:spcPts val="0"/>
              </a:spcAft>
              <a:buClrTx/>
              <a:buSzPct val="100000"/>
              <a:buFont typeface="Arial" panose="020B0604020202020204" pitchFamily="34" charset="0"/>
              <a:buChar char="◦"/>
              <a:defRPr sz="1300"/>
            </a:lvl4pPr>
            <a:lvl5pPr marL="476250" indent="-104775" algn="l">
              <a:spcAft>
                <a:spcPts val="0"/>
              </a:spcAft>
              <a:buClrTx/>
              <a:buSzPct val="100000"/>
              <a:buFont typeface="Arial" panose="020B0604020202020204" pitchFamily="34" charset="0"/>
              <a:buChar char="−"/>
              <a:defRPr sz="1300" baseline="0"/>
            </a:lvl5pPr>
            <a:lvl6pPr marL="267300" indent="-132300">
              <a:spcAft>
                <a:spcPts val="0"/>
              </a:spcAft>
              <a:buFont typeface="Verdana" panose="020B0604030504040204" pitchFamily="34" charset="0"/>
              <a:buChar char="−"/>
              <a:defRPr/>
            </a:lvl6pPr>
            <a:lvl7pPr marL="267300" indent="-132300">
              <a:spcAft>
                <a:spcPts val="0"/>
              </a:spcAft>
              <a:defRPr/>
            </a:lvl7pPr>
            <a:lvl8pPr marL="267300" indent="-132300">
              <a:spcAft>
                <a:spcPts val="0"/>
              </a:spcAft>
              <a:defRPr/>
            </a:lvl8pPr>
            <a:lvl9pPr marL="267300" indent="-1323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8">
            <a:extLst>
              <a:ext uri="{FF2B5EF4-FFF2-40B4-BE49-F238E27FC236}">
                <a16:creationId xmlns:a16="http://schemas.microsoft.com/office/drawing/2014/main" id="{81DFAED1-3C69-4431-8715-026D730F1B57}"/>
              </a:ext>
            </a:extLst>
          </p:cNvPr>
          <p:cNvSpPr>
            <a:spLocks noGrp="1"/>
          </p:cNvSpPr>
          <p:nvPr>
            <p:ph type="body" sz="quarter" idx="21"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14" name="Title Placeholder 1">
            <a:extLst>
              <a:ext uri="{FF2B5EF4-FFF2-40B4-BE49-F238E27FC236}">
                <a16:creationId xmlns:a16="http://schemas.microsoft.com/office/drawing/2014/main" id="{548C662B-0462-4963-B666-2976F675A1BD}"/>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Tree>
    <p:extLst>
      <p:ext uri="{BB962C8B-B14F-4D97-AF65-F5344CB8AC3E}">
        <p14:creationId xmlns:p14="http://schemas.microsoft.com/office/powerpoint/2010/main" val="3879591732"/>
      </p:ext>
    </p:extLst>
  </p:cSld>
  <p:clrMapOvr>
    <a:masterClrMapping/>
  </p:clrMapOvr>
  <p:transition>
    <p:fade/>
  </p:transition>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8" name="Picture Placeholder 11"/>
          <p:cNvSpPr>
            <a:spLocks noGrp="1"/>
          </p:cNvSpPr>
          <p:nvPr>
            <p:ph type="pic" sz="quarter" idx="25"/>
          </p:nvPr>
        </p:nvSpPr>
        <p:spPr>
          <a:xfrm>
            <a:off x="475645" y="1845377"/>
            <a:ext cx="1968000" cy="1476000"/>
          </a:xfrm>
        </p:spPr>
        <p:txBody>
          <a:bodyPr/>
          <a:lstStyle>
            <a:lvl1pPr algn="ctr">
              <a:defRPr/>
            </a:lvl1pPr>
          </a:lstStyle>
          <a:p>
            <a:r>
              <a:rPr lang="en-US"/>
              <a:t>Click icon to add picture</a:t>
            </a:r>
            <a:endParaRPr lang="en-GB"/>
          </a:p>
        </p:txBody>
      </p:sp>
      <p:sp>
        <p:nvSpPr>
          <p:cNvPr id="9" name="Picture Placeholder 11"/>
          <p:cNvSpPr>
            <a:spLocks noGrp="1"/>
          </p:cNvSpPr>
          <p:nvPr>
            <p:ph type="pic" sz="quarter" idx="27"/>
          </p:nvPr>
        </p:nvSpPr>
        <p:spPr>
          <a:xfrm>
            <a:off x="6266617" y="1845377"/>
            <a:ext cx="1968000" cy="1476000"/>
          </a:xfrm>
        </p:spPr>
        <p:txBody>
          <a:bodyPr/>
          <a:lstStyle>
            <a:lvl1pPr algn="ctr">
              <a:defRPr/>
            </a:lvl1pPr>
          </a:lstStyle>
          <a:p>
            <a:r>
              <a:rPr lang="en-US"/>
              <a:t>Click icon to add picture</a:t>
            </a:r>
            <a:endParaRPr lang="en-GB"/>
          </a:p>
        </p:txBody>
      </p:sp>
      <p:sp>
        <p:nvSpPr>
          <p:cNvPr id="10" name="Picture Placeholder 11"/>
          <p:cNvSpPr>
            <a:spLocks noGrp="1"/>
          </p:cNvSpPr>
          <p:nvPr>
            <p:ph type="pic" sz="quarter" idx="29"/>
          </p:nvPr>
        </p:nvSpPr>
        <p:spPr>
          <a:xfrm>
            <a:off x="475645" y="4256213"/>
            <a:ext cx="1968000" cy="1476000"/>
          </a:xfrm>
        </p:spPr>
        <p:txBody>
          <a:bodyPr/>
          <a:lstStyle>
            <a:lvl1pPr algn="ctr">
              <a:defRPr/>
            </a:lvl1pPr>
          </a:lstStyle>
          <a:p>
            <a:r>
              <a:rPr lang="en-US"/>
              <a:t>Click icon to add picture</a:t>
            </a:r>
            <a:endParaRPr lang="en-GB"/>
          </a:p>
        </p:txBody>
      </p:sp>
      <p:sp>
        <p:nvSpPr>
          <p:cNvPr id="11" name="Picture Placeholder 11"/>
          <p:cNvSpPr>
            <a:spLocks noGrp="1"/>
          </p:cNvSpPr>
          <p:nvPr>
            <p:ph type="pic" sz="quarter" idx="31"/>
          </p:nvPr>
        </p:nvSpPr>
        <p:spPr>
          <a:xfrm>
            <a:off x="6266617" y="4256213"/>
            <a:ext cx="1968000" cy="1476000"/>
          </a:xfrm>
        </p:spPr>
        <p:txBody>
          <a:bodyPr/>
          <a:lstStyle>
            <a:lvl1pPr algn="ctr">
              <a:defRPr/>
            </a:lvl1pPr>
          </a:lstStyle>
          <a:p>
            <a:r>
              <a:rPr lang="en-US"/>
              <a:t>Click icon to add picture</a:t>
            </a:r>
            <a:endParaRPr lang="en-GB"/>
          </a:p>
        </p:txBody>
      </p:sp>
      <p:sp>
        <p:nvSpPr>
          <p:cNvPr id="13" name="Text Placeholder 12"/>
          <p:cNvSpPr>
            <a:spLocks noGrp="1"/>
          </p:cNvSpPr>
          <p:nvPr>
            <p:ph type="body" sz="quarter" idx="32"/>
          </p:nvPr>
        </p:nvSpPr>
        <p:spPr>
          <a:xfrm>
            <a:off x="2655128" y="1845377"/>
            <a:ext cx="3288000" cy="1944000"/>
          </a:xfrm>
        </p:spPr>
        <p:txBody>
          <a:bodyPr>
            <a:noAutofit/>
          </a:bodyPr>
          <a:lstStyle>
            <a:lvl1pPr marL="0" indent="0" algn="l">
              <a:spcAft>
                <a:spcPts val="0"/>
              </a:spcAft>
              <a:buFontTx/>
              <a:buNone/>
              <a:defRPr sz="1300" b="1"/>
            </a:lvl1pPr>
            <a:lvl2pPr marL="104775" indent="-104775" algn="l">
              <a:spcAft>
                <a:spcPts val="0"/>
              </a:spcAft>
              <a:buClrTx/>
              <a:buSzPct val="100000"/>
              <a:buFont typeface="Arial" panose="020B0604020202020204" pitchFamily="34" charset="0"/>
              <a:buChar char="•"/>
              <a:defRPr sz="1300" b="0"/>
            </a:lvl2pPr>
          </a:lstStyle>
          <a:p>
            <a:pPr lvl="0"/>
            <a:r>
              <a:rPr lang="en-US"/>
              <a:t>Click to edit Master text styles</a:t>
            </a:r>
          </a:p>
          <a:p>
            <a:pPr lvl="1"/>
            <a:r>
              <a:rPr lang="en-US"/>
              <a:t>Second level</a:t>
            </a:r>
          </a:p>
        </p:txBody>
      </p:sp>
      <p:sp>
        <p:nvSpPr>
          <p:cNvPr id="14" name="Text Placeholder 12"/>
          <p:cNvSpPr>
            <a:spLocks noGrp="1"/>
          </p:cNvSpPr>
          <p:nvPr>
            <p:ph type="body" sz="quarter" idx="33"/>
          </p:nvPr>
        </p:nvSpPr>
        <p:spPr>
          <a:xfrm>
            <a:off x="8439092" y="1845377"/>
            <a:ext cx="3302592" cy="1944000"/>
          </a:xfrm>
        </p:spPr>
        <p:txBody>
          <a:bodyPr>
            <a:noAutofit/>
          </a:bodyPr>
          <a:lstStyle>
            <a:lvl1pPr marL="0" indent="0" algn="l">
              <a:spcAft>
                <a:spcPts val="0"/>
              </a:spcAft>
              <a:buFontTx/>
              <a:buNone/>
              <a:defRPr sz="1300" b="1"/>
            </a:lvl1pPr>
            <a:lvl2pPr marL="104775" indent="-104775" algn="l">
              <a:spcAft>
                <a:spcPts val="0"/>
              </a:spcAft>
              <a:buClrTx/>
              <a:buSzPct val="100000"/>
              <a:buFont typeface="Arial" panose="020B0604020202020204" pitchFamily="34" charset="0"/>
              <a:buChar char="•"/>
              <a:defRPr sz="1300" b="0"/>
            </a:lvl2pPr>
          </a:lstStyle>
          <a:p>
            <a:pPr lvl="0"/>
            <a:r>
              <a:rPr lang="en-US"/>
              <a:t>Click to edit Master text styles</a:t>
            </a:r>
          </a:p>
          <a:p>
            <a:pPr lvl="1"/>
            <a:r>
              <a:rPr lang="en-US"/>
              <a:t>Second level</a:t>
            </a:r>
          </a:p>
        </p:txBody>
      </p:sp>
      <p:sp>
        <p:nvSpPr>
          <p:cNvPr id="15" name="Text Placeholder 12"/>
          <p:cNvSpPr>
            <a:spLocks noGrp="1"/>
          </p:cNvSpPr>
          <p:nvPr>
            <p:ph type="body" sz="quarter" idx="34"/>
          </p:nvPr>
        </p:nvSpPr>
        <p:spPr>
          <a:xfrm>
            <a:off x="2655128" y="4256213"/>
            <a:ext cx="3288000" cy="1944000"/>
          </a:xfrm>
        </p:spPr>
        <p:txBody>
          <a:bodyPr>
            <a:noAutofit/>
          </a:bodyPr>
          <a:lstStyle>
            <a:lvl1pPr marL="0" indent="0" algn="l">
              <a:spcAft>
                <a:spcPts val="0"/>
              </a:spcAft>
              <a:buFontTx/>
              <a:buNone/>
              <a:defRPr sz="1300" b="1"/>
            </a:lvl1pPr>
            <a:lvl2pPr marL="104775" indent="-104775" algn="l">
              <a:spcAft>
                <a:spcPts val="0"/>
              </a:spcAft>
              <a:buClrTx/>
              <a:buSzPct val="100000"/>
              <a:buFont typeface="Arial" panose="020B0604020202020204" pitchFamily="34" charset="0"/>
              <a:buChar char="•"/>
              <a:defRPr sz="1300" b="0"/>
            </a:lvl2pPr>
          </a:lstStyle>
          <a:p>
            <a:pPr lvl="0"/>
            <a:r>
              <a:rPr lang="en-US"/>
              <a:t>Click to edit Master text styles</a:t>
            </a:r>
          </a:p>
          <a:p>
            <a:pPr lvl="1"/>
            <a:r>
              <a:rPr lang="en-US"/>
              <a:t>Second level</a:t>
            </a:r>
          </a:p>
        </p:txBody>
      </p:sp>
      <p:sp>
        <p:nvSpPr>
          <p:cNvPr id="16" name="Text Placeholder 12"/>
          <p:cNvSpPr>
            <a:spLocks noGrp="1"/>
          </p:cNvSpPr>
          <p:nvPr>
            <p:ph type="body" sz="quarter" idx="35"/>
          </p:nvPr>
        </p:nvSpPr>
        <p:spPr>
          <a:xfrm>
            <a:off x="8439092" y="4256213"/>
            <a:ext cx="3302592" cy="1944000"/>
          </a:xfrm>
        </p:spPr>
        <p:txBody>
          <a:bodyPr>
            <a:noAutofit/>
          </a:bodyPr>
          <a:lstStyle>
            <a:lvl1pPr marL="0" indent="0" algn="l">
              <a:spcAft>
                <a:spcPts val="0"/>
              </a:spcAft>
              <a:buFontTx/>
              <a:buNone/>
              <a:defRPr sz="1300" b="1"/>
            </a:lvl1pPr>
            <a:lvl2pPr marL="104775" indent="-104775" algn="l">
              <a:spcAft>
                <a:spcPts val="0"/>
              </a:spcAft>
              <a:buClrTx/>
              <a:buSzPct val="100000"/>
              <a:buFont typeface="Arial" panose="020B0604020202020204" pitchFamily="34" charset="0"/>
              <a:buChar char="•"/>
              <a:defRPr sz="1300" b="0"/>
            </a:lvl2pPr>
          </a:lstStyle>
          <a:p>
            <a:pPr lvl="0"/>
            <a:r>
              <a:rPr lang="en-US"/>
              <a:t>Click to edit Master text styles</a:t>
            </a:r>
          </a:p>
          <a:p>
            <a:pPr lvl="1"/>
            <a:r>
              <a:rPr lang="en-US"/>
              <a:t>Second level</a:t>
            </a:r>
          </a:p>
        </p:txBody>
      </p:sp>
      <p:sp>
        <p:nvSpPr>
          <p:cNvPr id="28" name="Text Placeholder 8">
            <a:extLst>
              <a:ext uri="{FF2B5EF4-FFF2-40B4-BE49-F238E27FC236}">
                <a16:creationId xmlns:a16="http://schemas.microsoft.com/office/drawing/2014/main" id="{CD54EF50-1F75-4251-9838-5413705270C9}"/>
              </a:ext>
            </a:extLst>
          </p:cNvPr>
          <p:cNvSpPr>
            <a:spLocks noGrp="1"/>
          </p:cNvSpPr>
          <p:nvPr>
            <p:ph type="body" sz="quarter" idx="21"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29" name="Title Placeholder 1">
            <a:extLst>
              <a:ext uri="{FF2B5EF4-FFF2-40B4-BE49-F238E27FC236}">
                <a16:creationId xmlns:a16="http://schemas.microsoft.com/office/drawing/2014/main" id="{580152B0-65C5-4969-BA13-FFC077318B84}"/>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
        <p:nvSpPr>
          <p:cNvPr id="30" name="Rectangle 29">
            <a:extLst>
              <a:ext uri="{FF2B5EF4-FFF2-40B4-BE49-F238E27FC236}">
                <a16:creationId xmlns:a16="http://schemas.microsoft.com/office/drawing/2014/main" id="{5DAFD084-463A-44C6-B882-24EE18CC2B98}"/>
              </a:ext>
            </a:extLst>
          </p:cNvPr>
          <p:cNvSpPr/>
          <p:nvPr userDrawn="1"/>
        </p:nvSpPr>
        <p:spPr>
          <a:xfrm>
            <a:off x="470343" y="1715425"/>
            <a:ext cx="54864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noProof="0">
              <a:solidFill>
                <a:schemeClr val="bg1"/>
              </a:solidFill>
            </a:endParaRPr>
          </a:p>
        </p:txBody>
      </p:sp>
      <p:sp>
        <p:nvSpPr>
          <p:cNvPr id="31" name="Rectangle 30">
            <a:extLst>
              <a:ext uri="{FF2B5EF4-FFF2-40B4-BE49-F238E27FC236}">
                <a16:creationId xmlns:a16="http://schemas.microsoft.com/office/drawing/2014/main" id="{21E7FDC9-AC67-4CA4-86DE-4DFAAEE0DFF9}"/>
              </a:ext>
            </a:extLst>
          </p:cNvPr>
          <p:cNvSpPr/>
          <p:nvPr userDrawn="1"/>
        </p:nvSpPr>
        <p:spPr>
          <a:xfrm>
            <a:off x="6246196" y="1718774"/>
            <a:ext cx="54864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noProof="0">
              <a:solidFill>
                <a:schemeClr val="bg1"/>
              </a:solidFill>
            </a:endParaRPr>
          </a:p>
        </p:txBody>
      </p:sp>
      <p:sp>
        <p:nvSpPr>
          <p:cNvPr id="32" name="Rectangle 31">
            <a:extLst>
              <a:ext uri="{FF2B5EF4-FFF2-40B4-BE49-F238E27FC236}">
                <a16:creationId xmlns:a16="http://schemas.microsoft.com/office/drawing/2014/main" id="{E0BFD11F-868A-4204-947B-D205C842DFE0}"/>
              </a:ext>
            </a:extLst>
          </p:cNvPr>
          <p:cNvSpPr/>
          <p:nvPr userDrawn="1"/>
        </p:nvSpPr>
        <p:spPr>
          <a:xfrm>
            <a:off x="470343" y="4126942"/>
            <a:ext cx="54864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noProof="0">
              <a:solidFill>
                <a:schemeClr val="bg1"/>
              </a:solidFill>
            </a:endParaRPr>
          </a:p>
        </p:txBody>
      </p:sp>
      <p:sp>
        <p:nvSpPr>
          <p:cNvPr id="33" name="Rectangle 32">
            <a:extLst>
              <a:ext uri="{FF2B5EF4-FFF2-40B4-BE49-F238E27FC236}">
                <a16:creationId xmlns:a16="http://schemas.microsoft.com/office/drawing/2014/main" id="{DCD1FA4C-A499-4E17-B3FC-CC3DA6E8CF7C}"/>
              </a:ext>
            </a:extLst>
          </p:cNvPr>
          <p:cNvSpPr/>
          <p:nvPr userDrawn="1"/>
        </p:nvSpPr>
        <p:spPr>
          <a:xfrm>
            <a:off x="6246196" y="4130291"/>
            <a:ext cx="54864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noProof="0">
              <a:solidFill>
                <a:schemeClr val="bg1"/>
              </a:solidFill>
            </a:endParaRPr>
          </a:p>
        </p:txBody>
      </p:sp>
    </p:spTree>
    <p:extLst>
      <p:ext uri="{BB962C8B-B14F-4D97-AF65-F5344CB8AC3E}">
        <p14:creationId xmlns:p14="http://schemas.microsoft.com/office/powerpoint/2010/main" val="1296352636"/>
      </p:ext>
    </p:extLst>
  </p:cSld>
  <p:clrMapOvr>
    <a:masterClrMapping/>
  </p:clrMapOvr>
  <p:transition>
    <p:fade/>
  </p:transition>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470343" y="1857892"/>
            <a:ext cx="5486400" cy="4504808"/>
          </a:xfrm>
        </p:spPr>
        <p:txBody>
          <a:bodyPr>
            <a:noAutofit/>
          </a:bodyPr>
          <a:lstStyle>
            <a:lvl1pPr marL="0" indent="0" algn="l">
              <a:spcAft>
                <a:spcPts val="750"/>
              </a:spcAft>
              <a:buFontTx/>
              <a:buNone/>
              <a:defRPr sz="1300" b="1">
                <a:solidFill>
                  <a:schemeClr val="accent1"/>
                </a:solidFill>
              </a:defRPr>
            </a:lvl1pPr>
            <a:lvl2pPr marL="104775" indent="-104775" algn="l">
              <a:spcAft>
                <a:spcPts val="750"/>
              </a:spcAft>
              <a:buClrTx/>
              <a:buSzPct val="100000"/>
              <a:buFont typeface="Arial" panose="020B0604020202020204" pitchFamily="34" charset="0"/>
              <a:buChar char="•"/>
              <a:defRPr sz="1300"/>
            </a:lvl2pPr>
            <a:lvl3pPr marL="228600" indent="-104775" algn="l">
              <a:spcAft>
                <a:spcPts val="750"/>
              </a:spcAft>
              <a:buClrTx/>
              <a:buSzPct val="100000"/>
              <a:buFont typeface="Arial" panose="020B0604020202020204" pitchFamily="34" charset="0"/>
              <a:buChar char="−"/>
              <a:defRPr sz="1300"/>
            </a:lvl3pPr>
            <a:lvl4pPr marL="352425" indent="-104775" algn="l">
              <a:spcAft>
                <a:spcPts val="750"/>
              </a:spcAft>
              <a:buClrTx/>
              <a:buSzPct val="100000"/>
              <a:buFont typeface="Arial" panose="020B0604020202020204" pitchFamily="34" charset="0"/>
              <a:buChar char="◦"/>
              <a:defRPr sz="1300"/>
            </a:lvl4pPr>
            <a:lvl5pPr marL="476250" indent="-104775" algn="l">
              <a:spcAft>
                <a:spcPts val="750"/>
              </a:spcAft>
              <a:buClrTx/>
              <a:buSzPct val="100000"/>
              <a:buFont typeface="Arial" panose="020B0604020202020204" pitchFamily="34" charset="0"/>
              <a:buChar char="−"/>
              <a:defRPr sz="1300" baseline="0"/>
            </a:lvl5pPr>
            <a:lvl6pPr marL="267300" indent="-132300">
              <a:spcAft>
                <a:spcPts val="750"/>
              </a:spcAft>
              <a:buFont typeface="Verdana" panose="020B0604030504040204" pitchFamily="34" charset="0"/>
              <a:buChar char="−"/>
              <a:defRPr/>
            </a:lvl6pPr>
            <a:lvl7pPr marL="267300" indent="-132300">
              <a:spcAft>
                <a:spcPts val="750"/>
              </a:spcAft>
              <a:defRPr/>
            </a:lvl7pPr>
            <a:lvl8pPr marL="267300" indent="-132300">
              <a:spcAft>
                <a:spcPts val="750"/>
              </a:spcAft>
              <a:defRPr/>
            </a:lvl8pPr>
            <a:lvl9pPr marL="267300" indent="-132300">
              <a:spcAft>
                <a:spcPts val="75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2"/>
            <a:ext cx="5486400" cy="4504808"/>
          </a:xfrm>
        </p:spPr>
        <p:txBody>
          <a:bodyPr>
            <a:noAutofit/>
          </a:bodyPr>
          <a:lstStyle>
            <a:lvl1pPr marL="0" indent="0" algn="l">
              <a:spcAft>
                <a:spcPts val="750"/>
              </a:spcAft>
              <a:buFontTx/>
              <a:buNone/>
              <a:defRPr sz="1300" b="1">
                <a:solidFill>
                  <a:schemeClr val="accent1"/>
                </a:solidFill>
              </a:defRPr>
            </a:lvl1pPr>
            <a:lvl2pPr marL="104775" indent="-104775" algn="l">
              <a:spcAft>
                <a:spcPts val="750"/>
              </a:spcAft>
              <a:buClrTx/>
              <a:buSzPct val="100000"/>
              <a:buFont typeface="Arial" panose="020B0604020202020204" pitchFamily="34" charset="0"/>
              <a:buChar char="•"/>
              <a:defRPr sz="1300"/>
            </a:lvl2pPr>
            <a:lvl3pPr marL="228600" indent="-104775" algn="l">
              <a:spcAft>
                <a:spcPts val="750"/>
              </a:spcAft>
              <a:buClrTx/>
              <a:buSzPct val="100000"/>
              <a:buFont typeface="Arial" panose="020B0604020202020204" pitchFamily="34" charset="0"/>
              <a:buChar char="−"/>
              <a:defRPr sz="1300"/>
            </a:lvl3pPr>
            <a:lvl4pPr marL="352425" indent="-104775" algn="l">
              <a:spcAft>
                <a:spcPts val="750"/>
              </a:spcAft>
              <a:buClrTx/>
              <a:buSzPct val="100000"/>
              <a:buFont typeface="Arial" panose="020B0604020202020204" pitchFamily="34" charset="0"/>
              <a:buChar char="◦"/>
              <a:defRPr sz="1300"/>
            </a:lvl4pPr>
            <a:lvl5pPr marL="476250" indent="-104775" algn="l">
              <a:spcAft>
                <a:spcPts val="750"/>
              </a:spcAft>
              <a:buClrTx/>
              <a:buSzPct val="100000"/>
              <a:buFont typeface="Arial" panose="020B0604020202020204" pitchFamily="34" charset="0"/>
              <a:buChar char="−"/>
              <a:defRPr sz="1300" baseline="0"/>
            </a:lvl5pPr>
            <a:lvl6pPr marL="267300" indent="-132300">
              <a:spcAft>
                <a:spcPts val="750"/>
              </a:spcAft>
              <a:buFont typeface="Verdana" panose="020B0604030504040204" pitchFamily="34" charset="0"/>
              <a:buChar char="−"/>
              <a:defRPr/>
            </a:lvl6pPr>
            <a:lvl7pPr marL="267300" indent="-132300">
              <a:spcAft>
                <a:spcPts val="750"/>
              </a:spcAft>
              <a:defRPr/>
            </a:lvl7pPr>
            <a:lvl8pPr marL="267300" indent="-132300">
              <a:spcAft>
                <a:spcPts val="750"/>
              </a:spcAft>
              <a:defRPr/>
            </a:lvl8pPr>
            <a:lvl9pPr marL="267300" indent="-132300">
              <a:spcAft>
                <a:spcPts val="75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Rectangle 3"/>
          <p:cNvSpPr/>
          <p:nvPr userDrawn="1"/>
        </p:nvSpPr>
        <p:spPr>
          <a:xfrm>
            <a:off x="470343" y="1715425"/>
            <a:ext cx="54864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noProof="0">
              <a:solidFill>
                <a:schemeClr val="bg1"/>
              </a:solidFill>
            </a:endParaRPr>
          </a:p>
        </p:txBody>
      </p:sp>
      <p:sp>
        <p:nvSpPr>
          <p:cNvPr id="5" name="Rectangle 4"/>
          <p:cNvSpPr/>
          <p:nvPr/>
        </p:nvSpPr>
        <p:spPr>
          <a:xfrm>
            <a:off x="6246196" y="1718774"/>
            <a:ext cx="54864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noProof="0">
              <a:solidFill>
                <a:schemeClr val="bg1"/>
              </a:solidFill>
            </a:endParaRPr>
          </a:p>
        </p:txBody>
      </p:sp>
      <p:sp>
        <p:nvSpPr>
          <p:cNvPr id="6" name="Picture Placeholder 29"/>
          <p:cNvSpPr>
            <a:spLocks noGrp="1"/>
          </p:cNvSpPr>
          <p:nvPr>
            <p:ph type="pic" sz="quarter" idx="19" hasCustomPrompt="1"/>
          </p:nvPr>
        </p:nvSpPr>
        <p:spPr>
          <a:xfrm>
            <a:off x="4734090" y="1857894"/>
            <a:ext cx="1210207" cy="549275"/>
          </a:xfrm>
        </p:spPr>
        <p:txBody>
          <a:bodyPr/>
          <a:lstStyle>
            <a:lvl1pPr marL="0" marR="0" indent="0" algn="l" defTabSz="685800" rtl="0" eaLnBrk="1" fontAlgn="auto" latinLnBrk="0" hangingPunct="1">
              <a:lnSpc>
                <a:spcPct val="100000"/>
              </a:lnSpc>
              <a:spcBef>
                <a:spcPts val="0"/>
              </a:spcBef>
              <a:spcAft>
                <a:spcPts val="750"/>
              </a:spcAft>
              <a:buClrTx/>
              <a:buSzTx/>
              <a:buFont typeface="Arial" panose="020B0604020202020204" pitchFamily="34" charset="0"/>
              <a:buNone/>
              <a:tabLst/>
              <a:defRPr sz="675"/>
            </a:lvl1pPr>
          </a:lstStyle>
          <a:p>
            <a:pPr>
              <a:spcBef>
                <a:spcPct val="0"/>
              </a:spcBef>
            </a:pPr>
            <a:r>
              <a:rPr lang="en-US" sz="900" noProof="0">
                <a:solidFill>
                  <a:schemeClr val="bg1"/>
                </a:solidFill>
              </a:rPr>
              <a:t>Co-brand</a:t>
            </a:r>
            <a:br>
              <a:rPr lang="en-US" sz="900" noProof="0">
                <a:solidFill>
                  <a:schemeClr val="bg1"/>
                </a:solidFill>
              </a:rPr>
            </a:br>
            <a:r>
              <a:rPr lang="en-US" sz="900" noProof="0">
                <a:solidFill>
                  <a:schemeClr val="bg1"/>
                </a:solidFill>
              </a:rPr>
              <a:t>Logo</a:t>
            </a:r>
          </a:p>
          <a:p>
            <a:endParaRPr lang="en-US" noProof="0"/>
          </a:p>
        </p:txBody>
      </p:sp>
      <p:sp>
        <p:nvSpPr>
          <p:cNvPr id="7" name="Picture Placeholder 29"/>
          <p:cNvSpPr>
            <a:spLocks noGrp="1"/>
          </p:cNvSpPr>
          <p:nvPr>
            <p:ph type="pic" sz="quarter" idx="20" hasCustomPrompt="1"/>
          </p:nvPr>
        </p:nvSpPr>
        <p:spPr>
          <a:xfrm>
            <a:off x="10488434" y="1857894"/>
            <a:ext cx="1244161" cy="549275"/>
          </a:xfrm>
        </p:spPr>
        <p:txBody>
          <a:bodyPr/>
          <a:lstStyle>
            <a:lvl1pPr marL="0" marR="0" indent="0" algn="l" defTabSz="685800" rtl="0" eaLnBrk="1" fontAlgn="auto" latinLnBrk="0" hangingPunct="1">
              <a:lnSpc>
                <a:spcPct val="100000"/>
              </a:lnSpc>
              <a:spcBef>
                <a:spcPts val="0"/>
              </a:spcBef>
              <a:spcAft>
                <a:spcPts val="750"/>
              </a:spcAft>
              <a:buClrTx/>
              <a:buSzTx/>
              <a:buFont typeface="Arial" panose="020B0604020202020204" pitchFamily="34" charset="0"/>
              <a:buNone/>
              <a:tabLst/>
              <a:defRPr sz="675"/>
            </a:lvl1pPr>
          </a:lstStyle>
          <a:p>
            <a:pPr>
              <a:spcBef>
                <a:spcPct val="0"/>
              </a:spcBef>
            </a:pPr>
            <a:r>
              <a:rPr lang="en-US" sz="900" noProof="0">
                <a:solidFill>
                  <a:schemeClr val="bg1"/>
                </a:solidFill>
              </a:rPr>
              <a:t>Co-brand</a:t>
            </a:r>
            <a:br>
              <a:rPr lang="en-US" sz="900" noProof="0">
                <a:solidFill>
                  <a:schemeClr val="bg1"/>
                </a:solidFill>
              </a:rPr>
            </a:br>
            <a:r>
              <a:rPr lang="en-US" sz="900" noProof="0">
                <a:solidFill>
                  <a:schemeClr val="bg1"/>
                </a:solidFill>
              </a:rPr>
              <a:t>Logo</a:t>
            </a:r>
          </a:p>
          <a:p>
            <a:endParaRPr lang="en-US" noProof="0"/>
          </a:p>
        </p:txBody>
      </p:sp>
      <p:sp>
        <p:nvSpPr>
          <p:cNvPr id="16" name="Text Placeholder 8">
            <a:extLst>
              <a:ext uri="{FF2B5EF4-FFF2-40B4-BE49-F238E27FC236}">
                <a16:creationId xmlns:a16="http://schemas.microsoft.com/office/drawing/2014/main" id="{C2FDA775-7453-495D-ABC5-C379E37806BE}"/>
              </a:ext>
            </a:extLst>
          </p:cNvPr>
          <p:cNvSpPr>
            <a:spLocks noGrp="1"/>
          </p:cNvSpPr>
          <p:nvPr>
            <p:ph type="body" sz="quarter" idx="22"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17" name="Title Placeholder 1">
            <a:extLst>
              <a:ext uri="{FF2B5EF4-FFF2-40B4-BE49-F238E27FC236}">
                <a16:creationId xmlns:a16="http://schemas.microsoft.com/office/drawing/2014/main" id="{D55BC33C-2B71-4E68-81E3-F520AB4629F5}"/>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Tree>
    <p:extLst>
      <p:ext uri="{BB962C8B-B14F-4D97-AF65-F5344CB8AC3E}">
        <p14:creationId xmlns:p14="http://schemas.microsoft.com/office/powerpoint/2010/main" val="3820994443"/>
      </p:ext>
    </p:extLst>
  </p:cSld>
  <p:clrMapOvr>
    <a:masterClrMapping/>
  </p:clrMapOvr>
  <p:transition>
    <p:fade/>
  </p:transition>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6" name="Text Placeholder 8">
            <a:extLst>
              <a:ext uri="{FF2B5EF4-FFF2-40B4-BE49-F238E27FC236}">
                <a16:creationId xmlns:a16="http://schemas.microsoft.com/office/drawing/2014/main" id="{8D89C7E6-37F5-4005-B8BE-658A5ADDE295}"/>
              </a:ext>
            </a:extLst>
          </p:cNvPr>
          <p:cNvSpPr>
            <a:spLocks noGrp="1"/>
          </p:cNvSpPr>
          <p:nvPr>
            <p:ph type="body" sz="quarter" idx="22"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7" name="Title Placeholder 1">
            <a:extLst>
              <a:ext uri="{FF2B5EF4-FFF2-40B4-BE49-F238E27FC236}">
                <a16:creationId xmlns:a16="http://schemas.microsoft.com/office/drawing/2014/main" id="{0FA13130-E22F-4F71-97DB-A64E7A175EC6}"/>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Tree>
    <p:extLst>
      <p:ext uri="{BB962C8B-B14F-4D97-AF65-F5344CB8AC3E}">
        <p14:creationId xmlns:p14="http://schemas.microsoft.com/office/powerpoint/2010/main" val="1772056183"/>
      </p:ext>
    </p:extLst>
  </p:cSld>
  <p:clrMapOvr>
    <a:masterClrMapping/>
  </p:clrMapOvr>
  <p:transition>
    <p:fade/>
  </p:transition>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26FB2E4B-5D1B-4250-844C-3D50DE4A9F69}"/>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Tree>
    <p:extLst>
      <p:ext uri="{BB962C8B-B14F-4D97-AF65-F5344CB8AC3E}">
        <p14:creationId xmlns:p14="http://schemas.microsoft.com/office/powerpoint/2010/main" val="3423618388"/>
      </p:ext>
    </p:extLst>
  </p:cSld>
  <p:clrMapOvr>
    <a:masterClrMapping/>
  </p:clrMapOvr>
  <p:transition>
    <p:fade/>
  </p:transition>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Divider-Full Bleed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2AA0174D-B09C-4960-94D1-79FD4D04BDFB}"/>
              </a:ext>
            </a:extLst>
          </p:cNvPr>
          <p:cNvSpPr>
            <a:spLocks noGrp="1"/>
          </p:cNvSpPr>
          <p:nvPr>
            <p:ph type="pic" sz="quarter" idx="11"/>
          </p:nvPr>
        </p:nvSpPr>
        <p:spPr>
          <a:xfrm>
            <a:off x="0" y="0"/>
            <a:ext cx="12192000" cy="6858000"/>
          </a:xfrm>
          <a:prstGeom prst="rect">
            <a:avLst/>
          </a:prstGeom>
        </p:spPr>
        <p:txBody>
          <a:bodyPr/>
          <a:lstStyle>
            <a:lvl1pPr>
              <a:defRPr>
                <a:solidFill>
                  <a:schemeClr val="bg1"/>
                </a:solidFill>
              </a:defRPr>
            </a:lvl1pPr>
          </a:lstStyle>
          <a:p>
            <a:r>
              <a:rPr lang="en-US" noProof="0"/>
              <a:t>Click icon to add picture</a:t>
            </a:r>
          </a:p>
        </p:txBody>
      </p:sp>
      <p:sp>
        <p:nvSpPr>
          <p:cNvPr id="5" name="Text Placeholder 4">
            <a:extLst>
              <a:ext uri="{FF2B5EF4-FFF2-40B4-BE49-F238E27FC236}">
                <a16:creationId xmlns:a16="http://schemas.microsoft.com/office/drawing/2014/main" id="{E696C364-9ED6-42C4-8FC2-1F9C6CB1656D}"/>
              </a:ext>
            </a:extLst>
          </p:cNvPr>
          <p:cNvSpPr>
            <a:spLocks noGrp="1"/>
          </p:cNvSpPr>
          <p:nvPr>
            <p:ph type="body" sz="quarter" idx="12"/>
          </p:nvPr>
        </p:nvSpPr>
        <p:spPr>
          <a:xfrm>
            <a:off x="478220" y="366547"/>
            <a:ext cx="5465380" cy="484791"/>
          </a:xfrm>
        </p:spPr>
        <p:txBody>
          <a:bodyPr>
            <a:noAutofit/>
          </a:bodyPr>
          <a:lstStyle>
            <a:lvl1pPr>
              <a:defRPr sz="3200" b="1">
                <a:latin typeface="+mj-lt"/>
              </a:defRPr>
            </a:lvl1pPr>
            <a:lvl2pPr>
              <a:defRPr sz="3200" b="1">
                <a:latin typeface="+mj-lt"/>
              </a:defRPr>
            </a:lvl2pPr>
            <a:lvl3pPr>
              <a:defRPr sz="3200" b="1">
                <a:latin typeface="+mj-lt"/>
              </a:defRPr>
            </a:lvl3pPr>
            <a:lvl4pPr>
              <a:defRPr sz="3200" b="1">
                <a:latin typeface="+mj-lt"/>
              </a:defRPr>
            </a:lvl4pPr>
            <a:lvl5pPr>
              <a:defRPr sz="3200" b="1">
                <a:latin typeface="+mj-lt"/>
              </a:defRPr>
            </a:lvl5pPr>
          </a:lstStyle>
          <a:p>
            <a:pPr lvl="0"/>
            <a:r>
              <a:rPr lang="en-US"/>
              <a:t>Click to edit Master text styles</a:t>
            </a:r>
          </a:p>
        </p:txBody>
      </p:sp>
      <p:sp>
        <p:nvSpPr>
          <p:cNvPr id="6" name="Text Placeholder 4">
            <a:extLst>
              <a:ext uri="{FF2B5EF4-FFF2-40B4-BE49-F238E27FC236}">
                <a16:creationId xmlns:a16="http://schemas.microsoft.com/office/drawing/2014/main" id="{AD421831-C244-4DE0-8DE2-755D7D7315B9}"/>
              </a:ext>
            </a:extLst>
          </p:cNvPr>
          <p:cNvSpPr>
            <a:spLocks noGrp="1"/>
          </p:cNvSpPr>
          <p:nvPr>
            <p:ph type="body" sz="quarter" idx="13"/>
          </p:nvPr>
        </p:nvSpPr>
        <p:spPr>
          <a:xfrm>
            <a:off x="478220" y="851339"/>
            <a:ext cx="5465380" cy="863162"/>
          </a:xfrm>
        </p:spPr>
        <p:txBody>
          <a:bodyPr>
            <a:noAutofit/>
          </a:bodyPr>
          <a:lstStyle>
            <a:lvl1pPr>
              <a:defRPr sz="3200" b="0">
                <a:latin typeface="+mj-lt"/>
              </a:defRPr>
            </a:lvl1pPr>
            <a:lvl2pPr>
              <a:defRPr sz="3200" b="1">
                <a:latin typeface="+mj-lt"/>
              </a:defRPr>
            </a:lvl2pPr>
            <a:lvl3pPr>
              <a:defRPr sz="3200" b="1">
                <a:latin typeface="+mj-lt"/>
              </a:defRPr>
            </a:lvl3pPr>
            <a:lvl4pPr>
              <a:defRPr sz="3200" b="1">
                <a:latin typeface="+mj-lt"/>
              </a:defRPr>
            </a:lvl4pPr>
            <a:lvl5pPr>
              <a:defRPr sz="3200" b="1">
                <a:latin typeface="+mj-lt"/>
              </a:defRPr>
            </a:lvl5pPr>
          </a:lstStyle>
          <a:p>
            <a:pPr lvl="0"/>
            <a:r>
              <a:rPr lang="en-US"/>
              <a:t>Click to edit Master text styles</a:t>
            </a:r>
          </a:p>
        </p:txBody>
      </p:sp>
    </p:spTree>
    <p:extLst>
      <p:ext uri="{BB962C8B-B14F-4D97-AF65-F5344CB8AC3E}">
        <p14:creationId xmlns:p14="http://schemas.microsoft.com/office/powerpoint/2010/main" val="3847487672"/>
      </p:ext>
    </p:extLst>
  </p:cSld>
  <p:clrMapOvr>
    <a:masterClrMapping/>
  </p:clrMapOvr>
  <p:transition>
    <p:fade/>
  </p:transition>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sp>
        <p:nvSpPr>
          <p:cNvPr id="14" name="Text Placeholder 18"/>
          <p:cNvSpPr>
            <a:spLocks noGrp="1"/>
          </p:cNvSpPr>
          <p:nvPr>
            <p:ph idx="1"/>
          </p:nvPr>
        </p:nvSpPr>
        <p:spPr>
          <a:xfrm>
            <a:off x="461823" y="1714500"/>
            <a:ext cx="11277600" cy="4667250"/>
          </a:xfrm>
          <a:prstGeom prst="rect">
            <a:avLst/>
          </a:prstGeom>
        </p:spPr>
        <p:txBody>
          <a:bodyPr vert="horz" lIns="0" tIns="0" rIns="0" bIns="0" rtlCol="0">
            <a:noAutofit/>
          </a:bodyPr>
          <a:lstStyle>
            <a:lvl1pPr>
              <a:defRPr sz="1300"/>
            </a:lvl1pPr>
            <a:lvl2pPr>
              <a:defRPr sz="1300"/>
            </a:lvl2pPr>
            <a:lvl3pPr>
              <a:defRPr sz="1300"/>
            </a:lvl3pPr>
            <a:lvl4pPr>
              <a:defRPr sz="1300"/>
            </a:lvl4pPr>
            <a:lvl5pPr>
              <a:defRPr sz="13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a:extLst>
              <a:ext uri="{FF2B5EF4-FFF2-40B4-BE49-F238E27FC236}">
                <a16:creationId xmlns:a16="http://schemas.microsoft.com/office/drawing/2014/main" id="{259C2253-8D87-4928-94C4-A4D186A7A8BD}"/>
              </a:ext>
            </a:extLst>
          </p:cNvPr>
          <p:cNvSpPr>
            <a:spLocks noGrp="1"/>
          </p:cNvSpPr>
          <p:nvPr>
            <p:ph type="body" sz="quarter" idx="22"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6" name="Title Placeholder 1">
            <a:extLst>
              <a:ext uri="{FF2B5EF4-FFF2-40B4-BE49-F238E27FC236}">
                <a16:creationId xmlns:a16="http://schemas.microsoft.com/office/drawing/2014/main" id="{96593EEB-1CDC-4080-8C11-602DEAE1026D}"/>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Tree>
    <p:extLst>
      <p:ext uri="{BB962C8B-B14F-4D97-AF65-F5344CB8AC3E}">
        <p14:creationId xmlns:p14="http://schemas.microsoft.com/office/powerpoint/2010/main" val="114487748"/>
      </p:ext>
    </p:extLst>
  </p:cSld>
  <p:clrMapOvr>
    <a:masterClrMapping/>
  </p:clrMapOvr>
  <p:transition>
    <p:fade/>
  </p:transition>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10" name="Text Placeholder 8">
            <a:extLst>
              <a:ext uri="{FF2B5EF4-FFF2-40B4-BE49-F238E27FC236}">
                <a16:creationId xmlns:a16="http://schemas.microsoft.com/office/drawing/2014/main" id="{09891263-8779-41FC-9383-3693CA16CB1D}"/>
              </a:ext>
            </a:extLst>
          </p:cNvPr>
          <p:cNvSpPr>
            <a:spLocks noGrp="1"/>
          </p:cNvSpPr>
          <p:nvPr>
            <p:ph type="body" sz="quarter" idx="22"/>
          </p:nvPr>
        </p:nvSpPr>
        <p:spPr>
          <a:xfrm>
            <a:off x="458730" y="1851440"/>
            <a:ext cx="3554471" cy="4511260"/>
          </a:xfrm>
        </p:spPr>
        <p:txBody>
          <a:bodyPr>
            <a:noAutofit/>
          </a:bodyPr>
          <a:lstStyle>
            <a:lvl1pPr marL="0" indent="0" algn="l">
              <a:buFontTx/>
              <a:buNone/>
              <a:defRPr sz="1300" b="1">
                <a:solidFill>
                  <a:schemeClr val="accent1"/>
                </a:solidFill>
              </a:defRPr>
            </a:lvl1pPr>
            <a:lvl2pPr marL="104775" indent="-104775" algn="l">
              <a:spcAft>
                <a:spcPts val="750"/>
              </a:spcAft>
              <a:buClrTx/>
              <a:buSzPct val="100000"/>
              <a:buFont typeface="Arial" panose="020B0604020202020204" pitchFamily="34" charset="0"/>
              <a:buChar char="•"/>
              <a:defRPr sz="1300"/>
            </a:lvl2pPr>
            <a:lvl3pPr marL="228600" indent="-104775" algn="l">
              <a:spcAft>
                <a:spcPts val="750"/>
              </a:spcAft>
              <a:buClrTx/>
              <a:buSzPct val="100000"/>
              <a:buFont typeface="Arial" panose="020B0604020202020204" pitchFamily="34" charset="0"/>
              <a:buChar char="−"/>
              <a:defRPr sz="1300"/>
            </a:lvl3pPr>
            <a:lvl4pPr marL="352425" indent="-104775" algn="l">
              <a:spcAft>
                <a:spcPts val="750"/>
              </a:spcAft>
              <a:buClrTx/>
              <a:buSzPct val="100000"/>
              <a:buFont typeface="Arial" panose="020B0604020202020204" pitchFamily="34" charset="0"/>
              <a:buChar char="◦"/>
              <a:defRPr sz="1300"/>
            </a:lvl4pPr>
            <a:lvl5pPr marL="476250" indent="-104775" algn="l">
              <a:spcAft>
                <a:spcPts val="750"/>
              </a:spcAft>
              <a:buClrTx/>
              <a:buSzPct val="100000"/>
              <a:buFont typeface="Arial" panose="020B0604020202020204" pitchFamily="34" charset="0"/>
              <a:buChar char="−"/>
              <a:defRPr sz="1300" baseline="0"/>
            </a:lvl5pPr>
            <a:lvl6pPr marL="267300" indent="-132300">
              <a:spcAft>
                <a:spcPts val="750"/>
              </a:spcAft>
              <a:buFont typeface="Verdana" panose="020B0604030504040204" pitchFamily="34" charset="0"/>
              <a:buChar char="−"/>
              <a:defRPr/>
            </a:lvl6pPr>
            <a:lvl7pPr marL="267300" indent="-132300">
              <a:spcAft>
                <a:spcPts val="750"/>
              </a:spcAft>
              <a:defRPr/>
            </a:lvl7pPr>
            <a:lvl8pPr marL="267300" indent="-132300">
              <a:spcAft>
                <a:spcPts val="750"/>
              </a:spcAft>
              <a:defRPr/>
            </a:lvl8pPr>
            <a:lvl9pPr marL="267300" indent="-132300">
              <a:spcAft>
                <a:spcPts val="75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a:extLst>
              <a:ext uri="{FF2B5EF4-FFF2-40B4-BE49-F238E27FC236}">
                <a16:creationId xmlns:a16="http://schemas.microsoft.com/office/drawing/2014/main" id="{3F862111-A699-4618-9902-CD7B1ECC90ED}"/>
              </a:ext>
            </a:extLst>
          </p:cNvPr>
          <p:cNvSpPr>
            <a:spLocks noGrp="1"/>
          </p:cNvSpPr>
          <p:nvPr>
            <p:ph type="body" sz="quarter" idx="23"/>
          </p:nvPr>
        </p:nvSpPr>
        <p:spPr>
          <a:xfrm>
            <a:off x="4314826" y="1851440"/>
            <a:ext cx="3554471" cy="4511260"/>
          </a:xfrm>
        </p:spPr>
        <p:txBody>
          <a:bodyPr>
            <a:noAutofit/>
          </a:bodyPr>
          <a:lstStyle>
            <a:lvl1pPr marL="0" indent="0" algn="l">
              <a:buFontTx/>
              <a:buNone/>
              <a:defRPr sz="1300" b="1">
                <a:solidFill>
                  <a:schemeClr val="accent1"/>
                </a:solidFill>
              </a:defRPr>
            </a:lvl1pPr>
            <a:lvl2pPr marL="104775" indent="-104775" algn="l">
              <a:spcAft>
                <a:spcPts val="750"/>
              </a:spcAft>
              <a:buClrTx/>
              <a:buSzPct val="100000"/>
              <a:buFont typeface="Arial" panose="020B0604020202020204" pitchFamily="34" charset="0"/>
              <a:buChar char="•"/>
              <a:defRPr sz="1300"/>
            </a:lvl2pPr>
            <a:lvl3pPr marL="228600" indent="-104775" algn="l">
              <a:spcAft>
                <a:spcPts val="750"/>
              </a:spcAft>
              <a:buClrTx/>
              <a:buSzPct val="100000"/>
              <a:buFont typeface="Arial" panose="020B0604020202020204" pitchFamily="34" charset="0"/>
              <a:buChar char="−"/>
              <a:defRPr sz="1300"/>
            </a:lvl3pPr>
            <a:lvl4pPr marL="352425" indent="-104775" algn="l">
              <a:spcAft>
                <a:spcPts val="750"/>
              </a:spcAft>
              <a:buClrTx/>
              <a:buSzPct val="100000"/>
              <a:buFont typeface="Arial" panose="020B0604020202020204" pitchFamily="34" charset="0"/>
              <a:buChar char="◦"/>
              <a:defRPr sz="1300"/>
            </a:lvl4pPr>
            <a:lvl5pPr marL="476250" indent="-104775" algn="l">
              <a:spcAft>
                <a:spcPts val="750"/>
              </a:spcAft>
              <a:buClrTx/>
              <a:buSzPct val="100000"/>
              <a:buFont typeface="Arial" panose="020B0604020202020204" pitchFamily="34" charset="0"/>
              <a:buChar char="−"/>
              <a:defRPr sz="1300" baseline="0"/>
            </a:lvl5pPr>
            <a:lvl6pPr marL="267300" indent="-132300">
              <a:spcAft>
                <a:spcPts val="750"/>
              </a:spcAft>
              <a:buFont typeface="Verdana" panose="020B0604030504040204" pitchFamily="34" charset="0"/>
              <a:buChar char="−"/>
              <a:defRPr/>
            </a:lvl6pPr>
            <a:lvl7pPr marL="267300" indent="-132300">
              <a:spcAft>
                <a:spcPts val="750"/>
              </a:spcAft>
              <a:defRPr/>
            </a:lvl7pPr>
            <a:lvl8pPr marL="267300" indent="-132300">
              <a:spcAft>
                <a:spcPts val="750"/>
              </a:spcAft>
              <a:defRPr/>
            </a:lvl8pPr>
            <a:lvl9pPr marL="267300" indent="-132300">
              <a:spcAft>
                <a:spcPts val="75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 Placeholder 8">
            <a:extLst>
              <a:ext uri="{FF2B5EF4-FFF2-40B4-BE49-F238E27FC236}">
                <a16:creationId xmlns:a16="http://schemas.microsoft.com/office/drawing/2014/main" id="{136FEA86-C43A-4BD9-AC25-65C16B3F484C}"/>
              </a:ext>
            </a:extLst>
          </p:cNvPr>
          <p:cNvSpPr>
            <a:spLocks noGrp="1"/>
          </p:cNvSpPr>
          <p:nvPr>
            <p:ph type="body" sz="quarter" idx="24"/>
          </p:nvPr>
        </p:nvSpPr>
        <p:spPr>
          <a:xfrm>
            <a:off x="8178800" y="1851440"/>
            <a:ext cx="3556000" cy="4511260"/>
          </a:xfrm>
        </p:spPr>
        <p:txBody>
          <a:bodyPr>
            <a:noAutofit/>
          </a:bodyPr>
          <a:lstStyle>
            <a:lvl1pPr marL="0" indent="0" algn="l">
              <a:buFontTx/>
              <a:buNone/>
              <a:defRPr sz="1300" b="1">
                <a:solidFill>
                  <a:schemeClr val="accent1"/>
                </a:solidFill>
              </a:defRPr>
            </a:lvl1pPr>
            <a:lvl2pPr marL="104775" indent="-104775" algn="l">
              <a:spcAft>
                <a:spcPts val="750"/>
              </a:spcAft>
              <a:buClrTx/>
              <a:buSzPct val="100000"/>
              <a:buFont typeface="Arial" panose="020B0604020202020204" pitchFamily="34" charset="0"/>
              <a:buChar char="•"/>
              <a:defRPr sz="1300"/>
            </a:lvl2pPr>
            <a:lvl3pPr marL="228600" indent="-104775" algn="l">
              <a:spcAft>
                <a:spcPts val="750"/>
              </a:spcAft>
              <a:buClrTx/>
              <a:buSzPct val="100000"/>
              <a:buFont typeface="Arial" panose="020B0604020202020204" pitchFamily="34" charset="0"/>
              <a:buChar char="−"/>
              <a:defRPr sz="1300"/>
            </a:lvl3pPr>
            <a:lvl4pPr marL="352425" indent="-104775" algn="l">
              <a:spcAft>
                <a:spcPts val="750"/>
              </a:spcAft>
              <a:buClrTx/>
              <a:buSzPct val="100000"/>
              <a:buFont typeface="Arial" panose="020B0604020202020204" pitchFamily="34" charset="0"/>
              <a:buChar char="◦"/>
              <a:defRPr sz="1300"/>
            </a:lvl4pPr>
            <a:lvl5pPr marL="476250" indent="-104775" algn="l">
              <a:spcAft>
                <a:spcPts val="750"/>
              </a:spcAft>
              <a:buClrTx/>
              <a:buSzPct val="100000"/>
              <a:buFont typeface="Arial" panose="020B0604020202020204" pitchFamily="34" charset="0"/>
              <a:buChar char="−"/>
              <a:defRPr sz="1300" baseline="0"/>
            </a:lvl5pPr>
            <a:lvl6pPr marL="267300" indent="-132300">
              <a:spcAft>
                <a:spcPts val="750"/>
              </a:spcAft>
              <a:buFont typeface="Verdana" panose="020B0604030504040204" pitchFamily="34" charset="0"/>
              <a:buChar char="−"/>
              <a:defRPr/>
            </a:lvl6pPr>
            <a:lvl7pPr marL="267300" indent="-132300">
              <a:spcAft>
                <a:spcPts val="750"/>
              </a:spcAft>
              <a:defRPr/>
            </a:lvl7pPr>
            <a:lvl8pPr marL="267300" indent="-132300">
              <a:spcAft>
                <a:spcPts val="750"/>
              </a:spcAft>
              <a:defRPr/>
            </a:lvl8pPr>
            <a:lvl9pPr marL="267300" indent="-132300">
              <a:spcAft>
                <a:spcPts val="75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8">
            <a:extLst>
              <a:ext uri="{FF2B5EF4-FFF2-40B4-BE49-F238E27FC236}">
                <a16:creationId xmlns:a16="http://schemas.microsoft.com/office/drawing/2014/main" id="{9D600A6A-61E2-4C72-A87B-39D905EFB4BC}"/>
              </a:ext>
            </a:extLst>
          </p:cNvPr>
          <p:cNvSpPr>
            <a:spLocks noGrp="1"/>
          </p:cNvSpPr>
          <p:nvPr>
            <p:ph type="body" sz="quarter" idx="25"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19" name="Title Placeholder 1">
            <a:extLst>
              <a:ext uri="{FF2B5EF4-FFF2-40B4-BE49-F238E27FC236}">
                <a16:creationId xmlns:a16="http://schemas.microsoft.com/office/drawing/2014/main" id="{D5910C4A-3157-47A5-8677-1140132DE359}"/>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
        <p:nvSpPr>
          <p:cNvPr id="20" name="Rectangle 19">
            <a:extLst>
              <a:ext uri="{FF2B5EF4-FFF2-40B4-BE49-F238E27FC236}">
                <a16:creationId xmlns:a16="http://schemas.microsoft.com/office/drawing/2014/main" id="{221E1916-39D6-44A9-8C07-60C8660A0953}"/>
              </a:ext>
            </a:extLst>
          </p:cNvPr>
          <p:cNvSpPr/>
          <p:nvPr userDrawn="1"/>
        </p:nvSpPr>
        <p:spPr>
          <a:xfrm>
            <a:off x="458729" y="1715425"/>
            <a:ext cx="3560064" cy="5486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noProof="0">
              <a:solidFill>
                <a:schemeClr val="bg1"/>
              </a:solidFill>
            </a:endParaRPr>
          </a:p>
        </p:txBody>
      </p:sp>
      <p:sp>
        <p:nvSpPr>
          <p:cNvPr id="21" name="Rectangle 20">
            <a:extLst>
              <a:ext uri="{FF2B5EF4-FFF2-40B4-BE49-F238E27FC236}">
                <a16:creationId xmlns:a16="http://schemas.microsoft.com/office/drawing/2014/main" id="{F2178E01-9486-4723-8ECD-9A89CE53905A}"/>
              </a:ext>
            </a:extLst>
          </p:cNvPr>
          <p:cNvSpPr/>
          <p:nvPr userDrawn="1"/>
        </p:nvSpPr>
        <p:spPr>
          <a:xfrm>
            <a:off x="4314824" y="1715425"/>
            <a:ext cx="3560064" cy="5486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noProof="0">
              <a:solidFill>
                <a:schemeClr val="bg1"/>
              </a:solidFill>
            </a:endParaRPr>
          </a:p>
        </p:txBody>
      </p:sp>
      <p:sp>
        <p:nvSpPr>
          <p:cNvPr id="22" name="Rectangle 21">
            <a:extLst>
              <a:ext uri="{FF2B5EF4-FFF2-40B4-BE49-F238E27FC236}">
                <a16:creationId xmlns:a16="http://schemas.microsoft.com/office/drawing/2014/main" id="{082A3624-848D-4789-989D-4C19B95C8DD4}"/>
              </a:ext>
            </a:extLst>
          </p:cNvPr>
          <p:cNvSpPr/>
          <p:nvPr userDrawn="1"/>
        </p:nvSpPr>
        <p:spPr>
          <a:xfrm>
            <a:off x="8178800" y="1715425"/>
            <a:ext cx="3560064" cy="5486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noProof="0">
              <a:solidFill>
                <a:schemeClr val="bg1"/>
              </a:solidFill>
            </a:endParaRPr>
          </a:p>
        </p:txBody>
      </p:sp>
    </p:spTree>
    <p:extLst>
      <p:ext uri="{BB962C8B-B14F-4D97-AF65-F5344CB8AC3E}">
        <p14:creationId xmlns:p14="http://schemas.microsoft.com/office/powerpoint/2010/main" val="3515708503"/>
      </p:ext>
    </p:extLst>
  </p:cSld>
  <p:clrMapOvr>
    <a:masterClrMapping/>
  </p:clrMapOvr>
  <p:transition>
    <p:fade/>
  </p:transition>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BAA35D0E-EBF0-4599-84F7-684DE89E56AE}"/>
              </a:ext>
            </a:extLst>
          </p:cNvPr>
          <p:cNvSpPr>
            <a:spLocks noGrp="1"/>
          </p:cNvSpPr>
          <p:nvPr>
            <p:ph type="body" sz="quarter" idx="25"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11" name="Title Placeholder 1">
            <a:extLst>
              <a:ext uri="{FF2B5EF4-FFF2-40B4-BE49-F238E27FC236}">
                <a16:creationId xmlns:a16="http://schemas.microsoft.com/office/drawing/2014/main" id="{CBCDA542-DB63-41BB-89C0-73F35C7D17CA}"/>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
        <p:nvSpPr>
          <p:cNvPr id="12" name="Text Placeholder 8">
            <a:extLst>
              <a:ext uri="{FF2B5EF4-FFF2-40B4-BE49-F238E27FC236}">
                <a16:creationId xmlns:a16="http://schemas.microsoft.com/office/drawing/2014/main" id="{C73178E3-6490-436A-8FEB-CC4E21B542CE}"/>
              </a:ext>
            </a:extLst>
          </p:cNvPr>
          <p:cNvSpPr>
            <a:spLocks noGrp="1"/>
          </p:cNvSpPr>
          <p:nvPr>
            <p:ph type="body" sz="quarter" idx="17"/>
          </p:nvPr>
        </p:nvSpPr>
        <p:spPr>
          <a:xfrm>
            <a:off x="473297" y="3124200"/>
            <a:ext cx="2720468" cy="3238500"/>
          </a:xfrm>
        </p:spPr>
        <p:txBody>
          <a:bodyPr>
            <a:noAutofit/>
          </a:bodyPr>
          <a:lstStyle>
            <a:lvl1pPr marL="0" indent="0" algn="l">
              <a:buFontTx/>
              <a:buNone/>
              <a:defRPr sz="1300" b="1">
                <a:solidFill>
                  <a:schemeClr val="accent1"/>
                </a:solidFill>
              </a:defRPr>
            </a:lvl1pPr>
            <a:lvl2pPr marL="104775" indent="-104775" algn="l">
              <a:spcAft>
                <a:spcPts val="0"/>
              </a:spcAft>
              <a:buClrTx/>
              <a:buSzPct val="100000"/>
              <a:buFont typeface="Arial" panose="020B0604020202020204" pitchFamily="34" charset="0"/>
              <a:buChar char="•"/>
              <a:defRPr sz="1300"/>
            </a:lvl2pPr>
            <a:lvl3pPr marL="228600" indent="-104775" algn="l">
              <a:spcAft>
                <a:spcPts val="0"/>
              </a:spcAft>
              <a:buClrTx/>
              <a:buSzPct val="100000"/>
              <a:buFont typeface="Arial" panose="020B0604020202020204" pitchFamily="34" charset="0"/>
              <a:buChar char="−"/>
              <a:defRPr sz="1300"/>
            </a:lvl3pPr>
            <a:lvl4pPr marL="352425" indent="-104775" algn="l">
              <a:spcAft>
                <a:spcPts val="0"/>
              </a:spcAft>
              <a:buClrTx/>
              <a:buSzPct val="100000"/>
              <a:buFont typeface="Arial" panose="020B0604020202020204" pitchFamily="34" charset="0"/>
              <a:buChar char="◦"/>
              <a:defRPr sz="1300"/>
            </a:lvl4pPr>
            <a:lvl5pPr marL="476250" indent="-104775" algn="l">
              <a:spcAft>
                <a:spcPts val="0"/>
              </a:spcAft>
              <a:buClrTx/>
              <a:buSzPct val="100000"/>
              <a:buFont typeface="Arial" panose="020B0604020202020204" pitchFamily="34" charset="0"/>
              <a:buChar char="−"/>
              <a:defRPr sz="1300" baseline="0"/>
            </a:lvl5pPr>
            <a:lvl6pPr marL="267300" indent="-132300">
              <a:spcAft>
                <a:spcPts val="0"/>
              </a:spcAft>
              <a:buFont typeface="Verdana" panose="020B0604030504040204" pitchFamily="34" charset="0"/>
              <a:buChar char="−"/>
              <a:defRPr/>
            </a:lvl6pPr>
            <a:lvl7pPr marL="267300" indent="-132300">
              <a:spcAft>
                <a:spcPts val="0"/>
              </a:spcAft>
              <a:defRPr/>
            </a:lvl7pPr>
            <a:lvl8pPr marL="267300" indent="-132300">
              <a:spcAft>
                <a:spcPts val="0"/>
              </a:spcAft>
              <a:defRPr/>
            </a:lvl8pPr>
            <a:lvl9pPr marL="267300" indent="-1323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8">
            <a:extLst>
              <a:ext uri="{FF2B5EF4-FFF2-40B4-BE49-F238E27FC236}">
                <a16:creationId xmlns:a16="http://schemas.microsoft.com/office/drawing/2014/main" id="{1B5A2B37-A59A-4B85-9144-75BC73AD9DB2}"/>
              </a:ext>
            </a:extLst>
          </p:cNvPr>
          <p:cNvSpPr>
            <a:spLocks noGrp="1"/>
          </p:cNvSpPr>
          <p:nvPr>
            <p:ph type="body" sz="quarter" idx="18"/>
          </p:nvPr>
        </p:nvSpPr>
        <p:spPr>
          <a:xfrm>
            <a:off x="6171687" y="3120553"/>
            <a:ext cx="2712000" cy="3238500"/>
          </a:xfrm>
        </p:spPr>
        <p:txBody>
          <a:bodyPr>
            <a:noAutofit/>
          </a:bodyPr>
          <a:lstStyle>
            <a:lvl1pPr marL="0" indent="0" algn="l">
              <a:buFontTx/>
              <a:buNone/>
              <a:defRPr sz="1300" b="1">
                <a:solidFill>
                  <a:schemeClr val="accent1"/>
                </a:solidFill>
              </a:defRPr>
            </a:lvl1pPr>
            <a:lvl2pPr marL="104775" indent="-104775" algn="l">
              <a:spcAft>
                <a:spcPts val="0"/>
              </a:spcAft>
              <a:buClrTx/>
              <a:buSzPct val="100000"/>
              <a:buFont typeface="Arial" panose="020B0604020202020204" pitchFamily="34" charset="0"/>
              <a:buChar char="•"/>
              <a:defRPr sz="1300"/>
            </a:lvl2pPr>
            <a:lvl3pPr marL="228600" indent="-104775" algn="l">
              <a:spcAft>
                <a:spcPts val="0"/>
              </a:spcAft>
              <a:buClrTx/>
              <a:buSzPct val="100000"/>
              <a:buFont typeface="Arial" panose="020B0604020202020204" pitchFamily="34" charset="0"/>
              <a:buChar char="−"/>
              <a:defRPr sz="1300"/>
            </a:lvl3pPr>
            <a:lvl4pPr marL="352425" indent="-104775" algn="l">
              <a:spcAft>
                <a:spcPts val="0"/>
              </a:spcAft>
              <a:buClrTx/>
              <a:buSzPct val="100000"/>
              <a:buFont typeface="Arial" panose="020B0604020202020204" pitchFamily="34" charset="0"/>
              <a:buChar char="◦"/>
              <a:defRPr sz="1300"/>
            </a:lvl4pPr>
            <a:lvl5pPr marL="476250" indent="-104775" algn="l">
              <a:spcAft>
                <a:spcPts val="0"/>
              </a:spcAft>
              <a:buClrTx/>
              <a:buSzPct val="100000"/>
              <a:buFont typeface="Arial" panose="020B0604020202020204" pitchFamily="34" charset="0"/>
              <a:buChar char="−"/>
              <a:defRPr sz="1300" baseline="0"/>
            </a:lvl5pPr>
            <a:lvl6pPr marL="267300" indent="-132300">
              <a:spcAft>
                <a:spcPts val="0"/>
              </a:spcAft>
              <a:buFont typeface="Verdana" panose="020B0604030504040204" pitchFamily="34" charset="0"/>
              <a:buChar char="−"/>
              <a:defRPr/>
            </a:lvl6pPr>
            <a:lvl7pPr marL="267300" indent="-132300">
              <a:spcAft>
                <a:spcPts val="0"/>
              </a:spcAft>
              <a:defRPr/>
            </a:lvl7pPr>
            <a:lvl8pPr marL="267300" indent="-132300">
              <a:spcAft>
                <a:spcPts val="0"/>
              </a:spcAft>
              <a:defRPr/>
            </a:lvl8pPr>
            <a:lvl9pPr marL="267300" indent="-1323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ext Placeholder 8">
            <a:extLst>
              <a:ext uri="{FF2B5EF4-FFF2-40B4-BE49-F238E27FC236}">
                <a16:creationId xmlns:a16="http://schemas.microsoft.com/office/drawing/2014/main" id="{0EDB9492-A5FE-44CC-90D8-0E0E80A4E813}"/>
              </a:ext>
            </a:extLst>
          </p:cNvPr>
          <p:cNvSpPr>
            <a:spLocks noGrp="1"/>
          </p:cNvSpPr>
          <p:nvPr>
            <p:ph type="body" sz="quarter" idx="19"/>
          </p:nvPr>
        </p:nvSpPr>
        <p:spPr>
          <a:xfrm>
            <a:off x="3330040" y="3124202"/>
            <a:ext cx="2712000" cy="3238499"/>
          </a:xfrm>
        </p:spPr>
        <p:txBody>
          <a:bodyPr>
            <a:noAutofit/>
          </a:bodyPr>
          <a:lstStyle>
            <a:lvl1pPr marL="0" indent="0" algn="l">
              <a:buFontTx/>
              <a:buNone/>
              <a:defRPr sz="1300" b="1">
                <a:solidFill>
                  <a:schemeClr val="accent1"/>
                </a:solidFill>
              </a:defRPr>
            </a:lvl1pPr>
            <a:lvl2pPr marL="104775" indent="-104775" algn="l">
              <a:spcAft>
                <a:spcPts val="0"/>
              </a:spcAft>
              <a:buClrTx/>
              <a:buSzPct val="100000"/>
              <a:buFont typeface="Arial" panose="020B0604020202020204" pitchFamily="34" charset="0"/>
              <a:buChar char="•"/>
              <a:defRPr sz="1300"/>
            </a:lvl2pPr>
            <a:lvl3pPr marL="228600" indent="-104775" algn="l">
              <a:spcAft>
                <a:spcPts val="0"/>
              </a:spcAft>
              <a:buClrTx/>
              <a:buSzPct val="100000"/>
              <a:buFont typeface="Arial" panose="020B0604020202020204" pitchFamily="34" charset="0"/>
              <a:buChar char="−"/>
              <a:defRPr sz="1300"/>
            </a:lvl3pPr>
            <a:lvl4pPr marL="352425" indent="-104775" algn="l">
              <a:spcAft>
                <a:spcPts val="0"/>
              </a:spcAft>
              <a:buClrTx/>
              <a:buSzPct val="100000"/>
              <a:buFont typeface="Arial" panose="020B0604020202020204" pitchFamily="34" charset="0"/>
              <a:buChar char="◦"/>
              <a:defRPr sz="1300"/>
            </a:lvl4pPr>
            <a:lvl5pPr marL="476250" indent="-104775" algn="l">
              <a:spcAft>
                <a:spcPts val="0"/>
              </a:spcAft>
              <a:buClrTx/>
              <a:buSzPct val="100000"/>
              <a:buFont typeface="Arial" panose="020B0604020202020204" pitchFamily="34" charset="0"/>
              <a:buChar char="−"/>
              <a:defRPr sz="1300" baseline="0"/>
            </a:lvl5pPr>
            <a:lvl6pPr marL="267300" indent="-132300">
              <a:spcAft>
                <a:spcPts val="0"/>
              </a:spcAft>
              <a:buFont typeface="Verdana" panose="020B0604030504040204" pitchFamily="34" charset="0"/>
              <a:buChar char="−"/>
              <a:defRPr/>
            </a:lvl6pPr>
            <a:lvl7pPr marL="267300" indent="-132300">
              <a:spcAft>
                <a:spcPts val="0"/>
              </a:spcAft>
              <a:defRPr/>
            </a:lvl7pPr>
            <a:lvl8pPr marL="267300" indent="-132300">
              <a:spcAft>
                <a:spcPts val="0"/>
              </a:spcAft>
              <a:defRPr/>
            </a:lvl8pPr>
            <a:lvl9pPr marL="267300" indent="-1323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8">
            <a:extLst>
              <a:ext uri="{FF2B5EF4-FFF2-40B4-BE49-F238E27FC236}">
                <a16:creationId xmlns:a16="http://schemas.microsoft.com/office/drawing/2014/main" id="{3D335E86-FA3A-4B76-B4D1-5D530C4E3791}"/>
              </a:ext>
            </a:extLst>
          </p:cNvPr>
          <p:cNvSpPr>
            <a:spLocks noGrp="1"/>
          </p:cNvSpPr>
          <p:nvPr>
            <p:ph type="body" sz="quarter" idx="20"/>
          </p:nvPr>
        </p:nvSpPr>
        <p:spPr>
          <a:xfrm>
            <a:off x="9035701" y="3108508"/>
            <a:ext cx="2697183" cy="3254192"/>
          </a:xfrm>
        </p:spPr>
        <p:txBody>
          <a:bodyPr>
            <a:noAutofit/>
          </a:bodyPr>
          <a:lstStyle>
            <a:lvl1pPr marL="0" indent="0" algn="l">
              <a:buFontTx/>
              <a:buNone/>
              <a:defRPr sz="1300" b="1">
                <a:solidFill>
                  <a:schemeClr val="accent1"/>
                </a:solidFill>
              </a:defRPr>
            </a:lvl1pPr>
            <a:lvl2pPr marL="104775" indent="-104775" algn="l">
              <a:spcAft>
                <a:spcPts val="0"/>
              </a:spcAft>
              <a:buClrTx/>
              <a:buSzPct val="100000"/>
              <a:buFont typeface="Arial" panose="020B0604020202020204" pitchFamily="34" charset="0"/>
              <a:buChar char="•"/>
              <a:defRPr sz="1300"/>
            </a:lvl2pPr>
            <a:lvl3pPr marL="228600" indent="-104775" algn="l">
              <a:spcAft>
                <a:spcPts val="0"/>
              </a:spcAft>
              <a:buClrTx/>
              <a:buSzPct val="100000"/>
              <a:buFont typeface="Arial" panose="020B0604020202020204" pitchFamily="34" charset="0"/>
              <a:buChar char="−"/>
              <a:defRPr sz="1300"/>
            </a:lvl3pPr>
            <a:lvl4pPr marL="352425" indent="-104775" algn="l">
              <a:spcAft>
                <a:spcPts val="0"/>
              </a:spcAft>
              <a:buClrTx/>
              <a:buSzPct val="100000"/>
              <a:buFont typeface="Arial" panose="020B0604020202020204" pitchFamily="34" charset="0"/>
              <a:buChar char="◦"/>
              <a:defRPr sz="1300"/>
            </a:lvl4pPr>
            <a:lvl5pPr marL="476250" indent="-104775" algn="l">
              <a:spcAft>
                <a:spcPts val="0"/>
              </a:spcAft>
              <a:buClrTx/>
              <a:buSzPct val="100000"/>
              <a:buFont typeface="Arial" panose="020B0604020202020204" pitchFamily="34" charset="0"/>
              <a:buChar char="−"/>
              <a:defRPr sz="1300" baseline="0"/>
            </a:lvl5pPr>
            <a:lvl6pPr marL="267300" indent="-132300">
              <a:spcAft>
                <a:spcPts val="0"/>
              </a:spcAft>
              <a:buFont typeface="Verdana" panose="020B0604030504040204" pitchFamily="34" charset="0"/>
              <a:buChar char="−"/>
              <a:defRPr/>
            </a:lvl6pPr>
            <a:lvl7pPr marL="267300" indent="-132300">
              <a:spcAft>
                <a:spcPts val="0"/>
              </a:spcAft>
              <a:defRPr/>
            </a:lvl7pPr>
            <a:lvl8pPr marL="267300" indent="-132300">
              <a:spcAft>
                <a:spcPts val="0"/>
              </a:spcAft>
              <a:defRPr/>
            </a:lvl8pPr>
            <a:lvl9pPr marL="267300" indent="-1323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085923613"/>
      </p:ext>
    </p:extLst>
  </p:cSld>
  <p:clrMapOvr>
    <a:masterClrMapping/>
  </p:clrMapOvr>
  <p:transition>
    <p:fade/>
  </p:transition>
</p:sldLayout>
</file>

<file path=ppt/slideLayouts/slideLayout180.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Pr>
        <a:solidFill>
          <a:schemeClr val="accent2"/>
        </a:solidFill>
        <a:effectLst/>
      </p:bgPr>
    </p:bg>
    <p:spTree>
      <p:nvGrpSpPr>
        <p:cNvPr id="1" name=""/>
        <p:cNvGrpSpPr/>
        <p:nvPr/>
      </p:nvGrpSpPr>
      <p:grpSpPr>
        <a:xfrm>
          <a:off x="0" y="0"/>
          <a:ext cx="0" cy="0"/>
          <a:chOff x="0" y="0"/>
          <a:chExt cx="0" cy="0"/>
        </a:xfrm>
      </p:grpSpPr>
      <p:sp>
        <p:nvSpPr>
          <p:cNvPr id="11" name="CaseCode">
            <a:extLst>
              <a:ext uri="{FF2B5EF4-FFF2-40B4-BE49-F238E27FC236}">
                <a16:creationId xmlns:a16="http://schemas.microsoft.com/office/drawing/2014/main" id="{676B7924-6A82-4453-9ABA-42AE71384BDC}"/>
              </a:ext>
            </a:extLst>
          </p:cNvPr>
          <p:cNvSpPr txBox="1"/>
          <p:nvPr userDrawn="1"/>
        </p:nvSpPr>
        <p:spPr>
          <a:xfrm>
            <a:off x="6335184" y="6477002"/>
            <a:ext cx="4896560" cy="207749"/>
          </a:xfrm>
          <a:prstGeom prst="rect">
            <a:avLst/>
          </a:prstGeom>
          <a:noFill/>
        </p:spPr>
        <p:txBody>
          <a:bodyPr wrap="square" lIns="0" tIns="0" rIns="0" bIns="0" rtlCol="0">
            <a:spAutoFit/>
          </a:bodyPr>
          <a:lstStyle/>
          <a:p>
            <a:pPr marL="0" indent="0" algn="r">
              <a:spcBef>
                <a:spcPts val="0"/>
              </a:spcBef>
              <a:buSzPct val="100000"/>
              <a:buFont typeface="Arial"/>
              <a:buNone/>
            </a:pPr>
            <a:r>
              <a:rPr lang="en-US" sz="675" noProof="0">
                <a:solidFill>
                  <a:schemeClr val="bg1"/>
                </a:solidFill>
                <a:latin typeface="Calibri" panose="020F0502020204030204" pitchFamily="34" charset="0"/>
                <a:cs typeface="Calibri" panose="020F0502020204030204" pitchFamily="34" charset="0"/>
              </a:rPr>
              <a:t>Presentation title</a:t>
            </a:r>
            <a:br>
              <a:rPr lang="en-US" sz="675" noProof="0">
                <a:solidFill>
                  <a:schemeClr val="bg1"/>
                </a:solidFill>
                <a:latin typeface="Calibri" panose="020F0502020204030204" pitchFamily="34" charset="0"/>
                <a:cs typeface="Calibri" panose="020F0502020204030204" pitchFamily="34" charset="0"/>
              </a:rPr>
            </a:br>
            <a:r>
              <a:rPr lang="en-US" sz="675"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2" name="Copyright">
            <a:extLst>
              <a:ext uri="{FF2B5EF4-FFF2-40B4-BE49-F238E27FC236}">
                <a16:creationId xmlns:a16="http://schemas.microsoft.com/office/drawing/2014/main" id="{ED0B00A8-5B86-4AFE-8884-819CF7356AAE}"/>
              </a:ext>
            </a:extLst>
          </p:cNvPr>
          <p:cNvSpPr txBox="1"/>
          <p:nvPr userDrawn="1"/>
        </p:nvSpPr>
        <p:spPr>
          <a:xfrm>
            <a:off x="501649" y="6477003"/>
            <a:ext cx="5355168" cy="207749"/>
          </a:xfrm>
          <a:prstGeom prst="rect">
            <a:avLst/>
          </a:prstGeom>
          <a:noFill/>
        </p:spPr>
        <p:txBody>
          <a:bodyPr wrap="square" lIns="0" tIns="0" rIns="0" bIns="0" rtlCol="0">
            <a:spAutoFit/>
          </a:bodyPr>
          <a:lstStyle/>
          <a:p>
            <a:pPr marL="0" indent="0">
              <a:spcBef>
                <a:spcPts val="450"/>
              </a:spcBef>
              <a:buSzPct val="100000"/>
              <a:buFont typeface="Arial"/>
              <a:buNone/>
            </a:pPr>
            <a:r>
              <a:rPr lang="en-US" sz="675" noProof="0">
                <a:solidFill>
                  <a:schemeClr val="bg1"/>
                </a:solidFill>
                <a:latin typeface="Calibri" panose="020F0502020204030204" pitchFamily="34" charset="0"/>
                <a:cs typeface="Calibri" panose="020F0502020204030204" pitchFamily="34" charset="0"/>
              </a:rPr>
              <a:t>Member firms and DTTL: Insert appropriate copyright</a:t>
            </a:r>
            <a:br>
              <a:rPr lang="en-US" sz="675" noProof="0">
                <a:solidFill>
                  <a:schemeClr val="bg1"/>
                </a:solidFill>
                <a:latin typeface="Calibri" panose="020F0502020204030204" pitchFamily="34" charset="0"/>
                <a:cs typeface="Calibri" panose="020F0502020204030204" pitchFamily="34" charset="0"/>
              </a:rPr>
            </a:br>
            <a:r>
              <a:rPr lang="en-US" sz="675" noProof="0">
                <a:solidFill>
                  <a:schemeClr val="bg1"/>
                </a:solidFill>
                <a:latin typeface="Calibri" panose="020F0502020204030204" pitchFamily="34" charset="0"/>
                <a:cs typeface="Calibri" panose="020F0502020204030204" pitchFamily="34" charset="0"/>
              </a:rPr>
              <a:t>[To edit, click View &gt; Slide </a:t>
            </a:r>
            <a:r>
              <a:rPr lang="en-US" sz="675" noProof="0" err="1">
                <a:solidFill>
                  <a:schemeClr val="bg1"/>
                </a:solidFill>
                <a:latin typeface="Calibri" panose="020F0502020204030204" pitchFamily="34" charset="0"/>
                <a:cs typeface="Calibri" panose="020F0502020204030204" pitchFamily="34" charset="0"/>
              </a:rPr>
              <a:t>Mster</a:t>
            </a:r>
            <a:r>
              <a:rPr lang="en-US" sz="675" noProof="0">
                <a:solidFill>
                  <a:schemeClr val="bg1"/>
                </a:solidFill>
                <a:latin typeface="Calibri" panose="020F0502020204030204" pitchFamily="34" charset="0"/>
                <a:cs typeface="Calibri" panose="020F0502020204030204" pitchFamily="34" charset="0"/>
              </a:rPr>
              <a:t> &gt; Slide Master]</a:t>
            </a:r>
          </a:p>
        </p:txBody>
      </p:sp>
      <p:sp>
        <p:nvSpPr>
          <p:cNvPr id="18" name="TextBox 17">
            <a:extLst>
              <a:ext uri="{FF2B5EF4-FFF2-40B4-BE49-F238E27FC236}">
                <a16:creationId xmlns:a16="http://schemas.microsoft.com/office/drawing/2014/main" id="{DCBBEDB2-39B5-4D4C-AA82-85ED607FAC3B}"/>
              </a:ext>
            </a:extLst>
          </p:cNvPr>
          <p:cNvSpPr txBox="1"/>
          <p:nvPr userDrawn="1"/>
        </p:nvSpPr>
        <p:spPr>
          <a:xfrm>
            <a:off x="11382378" y="6477003"/>
            <a:ext cx="307975" cy="103875"/>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675"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675" noProof="0">
              <a:solidFill>
                <a:schemeClr val="bg1"/>
              </a:solidFill>
              <a:latin typeface="Calibri" panose="020F0502020204030204" pitchFamily="34" charset="0"/>
              <a:cs typeface="Calibri" panose="020F0502020204030204" pitchFamily="34" charset="0"/>
            </a:endParaRPr>
          </a:p>
        </p:txBody>
      </p:sp>
      <p:sp>
        <p:nvSpPr>
          <p:cNvPr id="13" name="Text Placeholder 8">
            <a:extLst>
              <a:ext uri="{FF2B5EF4-FFF2-40B4-BE49-F238E27FC236}">
                <a16:creationId xmlns:a16="http://schemas.microsoft.com/office/drawing/2014/main" id="{5BECBA53-5CA5-4826-B507-38E5EDBC4936}"/>
              </a:ext>
            </a:extLst>
          </p:cNvPr>
          <p:cNvSpPr>
            <a:spLocks noGrp="1"/>
          </p:cNvSpPr>
          <p:nvPr>
            <p:ph type="body" sz="quarter" idx="25"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bg1"/>
                </a:solidFill>
              </a:defRPr>
            </a:lvl1pPr>
          </a:lstStyle>
          <a:p>
            <a:pPr lvl="0"/>
            <a:r>
              <a:rPr lang="en-US"/>
              <a:t>Click to add subtitle</a:t>
            </a:r>
          </a:p>
        </p:txBody>
      </p:sp>
      <p:sp>
        <p:nvSpPr>
          <p:cNvPr id="14" name="Title Placeholder 1">
            <a:extLst>
              <a:ext uri="{FF2B5EF4-FFF2-40B4-BE49-F238E27FC236}">
                <a16:creationId xmlns:a16="http://schemas.microsoft.com/office/drawing/2014/main" id="{83571CF0-9FB3-44B1-BE19-B891DD1B11A0}"/>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solidFill>
                  <a:schemeClr val="bg1"/>
                </a:solidFill>
                <a:latin typeface="+mj-lt"/>
              </a:defRPr>
            </a:lvl1pPr>
          </a:lstStyle>
          <a:p>
            <a:r>
              <a:rPr lang="en-US"/>
              <a:t>Click to add title</a:t>
            </a:r>
          </a:p>
        </p:txBody>
      </p:sp>
      <p:sp>
        <p:nvSpPr>
          <p:cNvPr id="15" name="Text Placeholder 8">
            <a:extLst>
              <a:ext uri="{FF2B5EF4-FFF2-40B4-BE49-F238E27FC236}">
                <a16:creationId xmlns:a16="http://schemas.microsoft.com/office/drawing/2014/main" id="{CA32CD74-2C13-40B4-A25F-8871032067FB}"/>
              </a:ext>
            </a:extLst>
          </p:cNvPr>
          <p:cNvSpPr>
            <a:spLocks noGrp="1"/>
          </p:cNvSpPr>
          <p:nvPr>
            <p:ph type="body" sz="quarter" idx="17"/>
          </p:nvPr>
        </p:nvSpPr>
        <p:spPr>
          <a:xfrm>
            <a:off x="473297" y="3124200"/>
            <a:ext cx="2720468" cy="3238500"/>
          </a:xfrm>
        </p:spPr>
        <p:txBody>
          <a:bodyPr>
            <a:noAutofit/>
          </a:bodyPr>
          <a:lstStyle>
            <a:lvl1pPr marL="0" indent="0" algn="l">
              <a:buFontTx/>
              <a:buNone/>
              <a:defRPr sz="1300" b="1">
                <a:solidFill>
                  <a:schemeClr val="bg1"/>
                </a:solidFill>
              </a:defRPr>
            </a:lvl1pPr>
            <a:lvl2pPr marL="104775" indent="-104775" algn="l">
              <a:spcAft>
                <a:spcPts val="0"/>
              </a:spcAft>
              <a:buClrTx/>
              <a:buSzPct val="100000"/>
              <a:buFont typeface="Arial" panose="020B0604020202020204" pitchFamily="34" charset="0"/>
              <a:buChar char="•"/>
              <a:defRPr sz="1300">
                <a:solidFill>
                  <a:schemeClr val="bg1"/>
                </a:solidFill>
              </a:defRPr>
            </a:lvl2pPr>
            <a:lvl3pPr marL="228600" indent="-104775" algn="l">
              <a:spcAft>
                <a:spcPts val="0"/>
              </a:spcAft>
              <a:buClrTx/>
              <a:buSzPct val="100000"/>
              <a:buFont typeface="Arial" panose="020B0604020202020204" pitchFamily="34" charset="0"/>
              <a:buChar char="−"/>
              <a:defRPr sz="1300">
                <a:solidFill>
                  <a:schemeClr val="bg1"/>
                </a:solidFill>
              </a:defRPr>
            </a:lvl3pPr>
            <a:lvl4pPr marL="352425" indent="-104775" algn="l">
              <a:spcAft>
                <a:spcPts val="0"/>
              </a:spcAft>
              <a:buClrTx/>
              <a:buSzPct val="100000"/>
              <a:buFont typeface="Arial" panose="020B0604020202020204" pitchFamily="34" charset="0"/>
              <a:buChar char="◦"/>
              <a:defRPr sz="1300">
                <a:solidFill>
                  <a:schemeClr val="bg1"/>
                </a:solidFill>
              </a:defRPr>
            </a:lvl4pPr>
            <a:lvl5pPr marL="476250" indent="-104775" algn="l">
              <a:spcAft>
                <a:spcPts val="0"/>
              </a:spcAft>
              <a:buClrTx/>
              <a:buSzPct val="100000"/>
              <a:buFont typeface="Arial" panose="020B0604020202020204" pitchFamily="34" charset="0"/>
              <a:buChar char="−"/>
              <a:defRPr sz="1300" baseline="0">
                <a:solidFill>
                  <a:schemeClr val="bg1"/>
                </a:solidFill>
              </a:defRPr>
            </a:lvl5pPr>
            <a:lvl6pPr marL="267300" indent="-132300">
              <a:spcAft>
                <a:spcPts val="0"/>
              </a:spcAft>
              <a:buFont typeface="Verdana" panose="020B0604030504040204" pitchFamily="34" charset="0"/>
              <a:buChar char="−"/>
              <a:defRPr/>
            </a:lvl6pPr>
            <a:lvl7pPr marL="267300" indent="-132300">
              <a:spcAft>
                <a:spcPts val="0"/>
              </a:spcAft>
              <a:defRPr/>
            </a:lvl7pPr>
            <a:lvl8pPr marL="267300" indent="-132300">
              <a:spcAft>
                <a:spcPts val="0"/>
              </a:spcAft>
              <a:defRPr/>
            </a:lvl8pPr>
            <a:lvl9pPr marL="267300" indent="-1323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9" name="Text Placeholder 8">
            <a:extLst>
              <a:ext uri="{FF2B5EF4-FFF2-40B4-BE49-F238E27FC236}">
                <a16:creationId xmlns:a16="http://schemas.microsoft.com/office/drawing/2014/main" id="{0BD8344B-373A-4CA8-9F91-E02B0DA48BC6}"/>
              </a:ext>
            </a:extLst>
          </p:cNvPr>
          <p:cNvSpPr>
            <a:spLocks noGrp="1"/>
          </p:cNvSpPr>
          <p:nvPr>
            <p:ph type="body" sz="quarter" idx="18"/>
          </p:nvPr>
        </p:nvSpPr>
        <p:spPr>
          <a:xfrm>
            <a:off x="6171687" y="3120553"/>
            <a:ext cx="2712000" cy="3238500"/>
          </a:xfrm>
        </p:spPr>
        <p:txBody>
          <a:bodyPr>
            <a:noAutofit/>
          </a:bodyPr>
          <a:lstStyle>
            <a:lvl1pPr marL="0" indent="0" algn="l">
              <a:buFontTx/>
              <a:buNone/>
              <a:defRPr sz="1300" b="1">
                <a:solidFill>
                  <a:schemeClr val="bg1"/>
                </a:solidFill>
              </a:defRPr>
            </a:lvl1pPr>
            <a:lvl2pPr marL="104775" indent="-104775" algn="l">
              <a:spcAft>
                <a:spcPts val="0"/>
              </a:spcAft>
              <a:buClrTx/>
              <a:buSzPct val="100000"/>
              <a:buFont typeface="Arial" panose="020B0604020202020204" pitchFamily="34" charset="0"/>
              <a:buChar char="•"/>
              <a:defRPr sz="1300">
                <a:solidFill>
                  <a:schemeClr val="bg1"/>
                </a:solidFill>
              </a:defRPr>
            </a:lvl2pPr>
            <a:lvl3pPr marL="228600" indent="-104775" algn="l">
              <a:spcAft>
                <a:spcPts val="0"/>
              </a:spcAft>
              <a:buClrTx/>
              <a:buSzPct val="100000"/>
              <a:buFont typeface="Arial" panose="020B0604020202020204" pitchFamily="34" charset="0"/>
              <a:buChar char="−"/>
              <a:defRPr sz="1300">
                <a:solidFill>
                  <a:schemeClr val="bg1"/>
                </a:solidFill>
              </a:defRPr>
            </a:lvl3pPr>
            <a:lvl4pPr marL="352425" indent="-104775" algn="l">
              <a:spcAft>
                <a:spcPts val="0"/>
              </a:spcAft>
              <a:buClrTx/>
              <a:buSzPct val="100000"/>
              <a:buFont typeface="Arial" panose="020B0604020202020204" pitchFamily="34" charset="0"/>
              <a:buChar char="◦"/>
              <a:defRPr sz="1300">
                <a:solidFill>
                  <a:schemeClr val="bg1"/>
                </a:solidFill>
              </a:defRPr>
            </a:lvl4pPr>
            <a:lvl5pPr marL="476250" indent="-104775" algn="l">
              <a:spcAft>
                <a:spcPts val="0"/>
              </a:spcAft>
              <a:buClrTx/>
              <a:buSzPct val="100000"/>
              <a:buFont typeface="Arial" panose="020B0604020202020204" pitchFamily="34" charset="0"/>
              <a:buChar char="−"/>
              <a:defRPr sz="1300" baseline="0">
                <a:solidFill>
                  <a:schemeClr val="bg1"/>
                </a:solidFill>
              </a:defRPr>
            </a:lvl5pPr>
            <a:lvl6pPr marL="267300" indent="-132300">
              <a:spcAft>
                <a:spcPts val="0"/>
              </a:spcAft>
              <a:buFont typeface="Verdana" panose="020B0604030504040204" pitchFamily="34" charset="0"/>
              <a:buChar char="−"/>
              <a:defRPr/>
            </a:lvl6pPr>
            <a:lvl7pPr marL="267300" indent="-132300">
              <a:spcAft>
                <a:spcPts val="0"/>
              </a:spcAft>
              <a:defRPr/>
            </a:lvl7pPr>
            <a:lvl8pPr marL="267300" indent="-132300">
              <a:spcAft>
                <a:spcPts val="0"/>
              </a:spcAft>
              <a:defRPr/>
            </a:lvl8pPr>
            <a:lvl9pPr marL="267300" indent="-1323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 name="Text Placeholder 8">
            <a:extLst>
              <a:ext uri="{FF2B5EF4-FFF2-40B4-BE49-F238E27FC236}">
                <a16:creationId xmlns:a16="http://schemas.microsoft.com/office/drawing/2014/main" id="{55636606-D676-4661-AF12-C0DF71DF3A73}"/>
              </a:ext>
            </a:extLst>
          </p:cNvPr>
          <p:cNvSpPr>
            <a:spLocks noGrp="1"/>
          </p:cNvSpPr>
          <p:nvPr>
            <p:ph type="body" sz="quarter" idx="19"/>
          </p:nvPr>
        </p:nvSpPr>
        <p:spPr>
          <a:xfrm>
            <a:off x="3330040" y="3124202"/>
            <a:ext cx="2712000" cy="3238499"/>
          </a:xfrm>
        </p:spPr>
        <p:txBody>
          <a:bodyPr>
            <a:noAutofit/>
          </a:bodyPr>
          <a:lstStyle>
            <a:lvl1pPr marL="0" indent="0" algn="l">
              <a:buFontTx/>
              <a:buNone/>
              <a:defRPr sz="1300" b="1">
                <a:solidFill>
                  <a:schemeClr val="bg1"/>
                </a:solidFill>
              </a:defRPr>
            </a:lvl1pPr>
            <a:lvl2pPr marL="104775" indent="-104775" algn="l">
              <a:spcAft>
                <a:spcPts val="0"/>
              </a:spcAft>
              <a:buClrTx/>
              <a:buSzPct val="100000"/>
              <a:buFont typeface="Arial" panose="020B0604020202020204" pitchFamily="34" charset="0"/>
              <a:buChar char="•"/>
              <a:defRPr sz="1300">
                <a:solidFill>
                  <a:schemeClr val="bg1"/>
                </a:solidFill>
              </a:defRPr>
            </a:lvl2pPr>
            <a:lvl3pPr marL="228600" indent="-104775" algn="l">
              <a:spcAft>
                <a:spcPts val="0"/>
              </a:spcAft>
              <a:buClrTx/>
              <a:buSzPct val="100000"/>
              <a:buFont typeface="Arial" panose="020B0604020202020204" pitchFamily="34" charset="0"/>
              <a:buChar char="−"/>
              <a:defRPr sz="1300">
                <a:solidFill>
                  <a:schemeClr val="bg1"/>
                </a:solidFill>
              </a:defRPr>
            </a:lvl3pPr>
            <a:lvl4pPr marL="352425" indent="-104775" algn="l">
              <a:spcAft>
                <a:spcPts val="0"/>
              </a:spcAft>
              <a:buClrTx/>
              <a:buSzPct val="100000"/>
              <a:buFont typeface="Arial" panose="020B0604020202020204" pitchFamily="34" charset="0"/>
              <a:buChar char="◦"/>
              <a:defRPr sz="1300">
                <a:solidFill>
                  <a:schemeClr val="bg1"/>
                </a:solidFill>
              </a:defRPr>
            </a:lvl4pPr>
            <a:lvl5pPr marL="476250" indent="-104775" algn="l">
              <a:spcAft>
                <a:spcPts val="0"/>
              </a:spcAft>
              <a:buClrTx/>
              <a:buSzPct val="100000"/>
              <a:buFont typeface="Arial" panose="020B0604020202020204" pitchFamily="34" charset="0"/>
              <a:buChar char="−"/>
              <a:defRPr sz="1300" baseline="0">
                <a:solidFill>
                  <a:schemeClr val="bg1"/>
                </a:solidFill>
              </a:defRPr>
            </a:lvl5pPr>
            <a:lvl6pPr marL="267300" indent="-132300">
              <a:spcAft>
                <a:spcPts val="0"/>
              </a:spcAft>
              <a:buFont typeface="Verdana" panose="020B0604030504040204" pitchFamily="34" charset="0"/>
              <a:buChar char="−"/>
              <a:defRPr/>
            </a:lvl6pPr>
            <a:lvl7pPr marL="267300" indent="-132300">
              <a:spcAft>
                <a:spcPts val="0"/>
              </a:spcAft>
              <a:defRPr/>
            </a:lvl7pPr>
            <a:lvl8pPr marL="267300" indent="-132300">
              <a:spcAft>
                <a:spcPts val="0"/>
              </a:spcAft>
              <a:defRPr/>
            </a:lvl8pPr>
            <a:lvl9pPr marL="267300" indent="-1323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Text Placeholder 8">
            <a:extLst>
              <a:ext uri="{FF2B5EF4-FFF2-40B4-BE49-F238E27FC236}">
                <a16:creationId xmlns:a16="http://schemas.microsoft.com/office/drawing/2014/main" id="{59A4F706-D410-4A3E-B5DE-E6CD51845EA7}"/>
              </a:ext>
            </a:extLst>
          </p:cNvPr>
          <p:cNvSpPr>
            <a:spLocks noGrp="1"/>
          </p:cNvSpPr>
          <p:nvPr>
            <p:ph type="body" sz="quarter" idx="20"/>
          </p:nvPr>
        </p:nvSpPr>
        <p:spPr>
          <a:xfrm>
            <a:off x="9035701" y="3108508"/>
            <a:ext cx="2697183" cy="3254192"/>
          </a:xfrm>
        </p:spPr>
        <p:txBody>
          <a:bodyPr>
            <a:noAutofit/>
          </a:bodyPr>
          <a:lstStyle>
            <a:lvl1pPr marL="0" indent="0" algn="l">
              <a:buFontTx/>
              <a:buNone/>
              <a:defRPr sz="1300" b="1">
                <a:solidFill>
                  <a:schemeClr val="bg1"/>
                </a:solidFill>
              </a:defRPr>
            </a:lvl1pPr>
            <a:lvl2pPr marL="104775" indent="-104775" algn="l">
              <a:spcAft>
                <a:spcPts val="0"/>
              </a:spcAft>
              <a:buClrTx/>
              <a:buSzPct val="100000"/>
              <a:buFont typeface="Arial" panose="020B0604020202020204" pitchFamily="34" charset="0"/>
              <a:buChar char="•"/>
              <a:defRPr sz="1300">
                <a:solidFill>
                  <a:schemeClr val="bg1"/>
                </a:solidFill>
              </a:defRPr>
            </a:lvl2pPr>
            <a:lvl3pPr marL="228600" indent="-104775" algn="l">
              <a:spcAft>
                <a:spcPts val="0"/>
              </a:spcAft>
              <a:buClrTx/>
              <a:buSzPct val="100000"/>
              <a:buFont typeface="Arial" panose="020B0604020202020204" pitchFamily="34" charset="0"/>
              <a:buChar char="−"/>
              <a:defRPr sz="1300">
                <a:solidFill>
                  <a:schemeClr val="bg1"/>
                </a:solidFill>
              </a:defRPr>
            </a:lvl3pPr>
            <a:lvl4pPr marL="352425" indent="-104775" algn="l">
              <a:spcAft>
                <a:spcPts val="0"/>
              </a:spcAft>
              <a:buClrTx/>
              <a:buSzPct val="100000"/>
              <a:buFont typeface="Arial" panose="020B0604020202020204" pitchFamily="34" charset="0"/>
              <a:buChar char="◦"/>
              <a:defRPr sz="1300">
                <a:solidFill>
                  <a:schemeClr val="bg1"/>
                </a:solidFill>
              </a:defRPr>
            </a:lvl4pPr>
            <a:lvl5pPr marL="476250" indent="-104775" algn="l">
              <a:spcAft>
                <a:spcPts val="0"/>
              </a:spcAft>
              <a:buClrTx/>
              <a:buSzPct val="100000"/>
              <a:buFont typeface="Arial" panose="020B0604020202020204" pitchFamily="34" charset="0"/>
              <a:buChar char="−"/>
              <a:defRPr sz="1300" baseline="0">
                <a:solidFill>
                  <a:schemeClr val="bg1"/>
                </a:solidFill>
              </a:defRPr>
            </a:lvl5pPr>
            <a:lvl6pPr marL="267300" indent="-132300">
              <a:spcAft>
                <a:spcPts val="0"/>
              </a:spcAft>
              <a:buFont typeface="Verdana" panose="020B0604030504040204" pitchFamily="34" charset="0"/>
              <a:buChar char="−"/>
              <a:defRPr/>
            </a:lvl6pPr>
            <a:lvl7pPr marL="267300" indent="-132300">
              <a:spcAft>
                <a:spcPts val="0"/>
              </a:spcAft>
              <a:defRPr/>
            </a:lvl7pPr>
            <a:lvl8pPr marL="267300" indent="-132300">
              <a:spcAft>
                <a:spcPts val="0"/>
              </a:spcAft>
              <a:defRPr/>
            </a:lvl8pPr>
            <a:lvl9pPr marL="267300" indent="-1323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812780567"/>
      </p:ext>
    </p:extLst>
  </p:cSld>
  <p:clrMapOvr>
    <a:masterClrMapping/>
  </p:clrMapOvr>
  <p:transition>
    <p:fade/>
  </p:transition>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7" name="Picture Placeholder 29"/>
          <p:cNvSpPr>
            <a:spLocks noGrp="1"/>
          </p:cNvSpPr>
          <p:nvPr>
            <p:ph type="pic" sz="quarter" idx="20" hasCustomPrompt="1"/>
          </p:nvPr>
        </p:nvSpPr>
        <p:spPr>
          <a:xfrm>
            <a:off x="10485324" y="1853601"/>
            <a:ext cx="1244161" cy="549275"/>
          </a:xfrm>
        </p:spPr>
        <p:txBody>
          <a:bodyPr/>
          <a:lstStyle>
            <a:lvl1pPr marL="0" marR="0" indent="0" algn="l" defTabSz="685800" rtl="0" eaLnBrk="1" fontAlgn="auto" latinLnBrk="0" hangingPunct="1">
              <a:lnSpc>
                <a:spcPct val="100000"/>
              </a:lnSpc>
              <a:spcBef>
                <a:spcPts val="0"/>
              </a:spcBef>
              <a:spcAft>
                <a:spcPts val="750"/>
              </a:spcAft>
              <a:buClrTx/>
              <a:buSzTx/>
              <a:buFont typeface="Arial" panose="020B0604020202020204" pitchFamily="34" charset="0"/>
              <a:buNone/>
              <a:tabLst/>
              <a:defRPr sz="675"/>
            </a:lvl1pPr>
          </a:lstStyle>
          <a:p>
            <a:pPr>
              <a:spcBef>
                <a:spcPct val="0"/>
              </a:spcBef>
            </a:pPr>
            <a:r>
              <a:rPr lang="en-US" sz="900">
                <a:solidFill>
                  <a:schemeClr val="bg1"/>
                </a:solidFill>
              </a:rPr>
              <a:t>Co-brand</a:t>
            </a:r>
            <a:br>
              <a:rPr lang="en-US" sz="900">
                <a:solidFill>
                  <a:schemeClr val="bg1"/>
                </a:solidFill>
              </a:rPr>
            </a:br>
            <a:r>
              <a:rPr lang="en-US" sz="900">
                <a:solidFill>
                  <a:schemeClr val="bg1"/>
                </a:solidFill>
              </a:rPr>
              <a:t>Logo</a:t>
            </a:r>
          </a:p>
          <a:p>
            <a:endParaRPr lang="en-GB"/>
          </a:p>
        </p:txBody>
      </p:sp>
      <p:sp>
        <p:nvSpPr>
          <p:cNvPr id="14" name="Picture Placeholder 29"/>
          <p:cNvSpPr>
            <a:spLocks noGrp="1"/>
          </p:cNvSpPr>
          <p:nvPr>
            <p:ph type="pic" sz="quarter" idx="24" hasCustomPrompt="1"/>
          </p:nvPr>
        </p:nvSpPr>
        <p:spPr>
          <a:xfrm>
            <a:off x="4702979" y="4258270"/>
            <a:ext cx="1239381" cy="549275"/>
          </a:xfrm>
        </p:spPr>
        <p:txBody>
          <a:bodyPr/>
          <a:lstStyle>
            <a:lvl1pPr marL="0" marR="0" indent="0" algn="l" defTabSz="685800" rtl="0" eaLnBrk="1" fontAlgn="auto" latinLnBrk="0" hangingPunct="1">
              <a:lnSpc>
                <a:spcPct val="100000"/>
              </a:lnSpc>
              <a:spcBef>
                <a:spcPts val="0"/>
              </a:spcBef>
              <a:spcAft>
                <a:spcPts val="750"/>
              </a:spcAft>
              <a:buClrTx/>
              <a:buSzTx/>
              <a:buFont typeface="Arial" panose="020B0604020202020204" pitchFamily="34" charset="0"/>
              <a:buNone/>
              <a:tabLst/>
              <a:defRPr sz="675"/>
            </a:lvl1pPr>
          </a:lstStyle>
          <a:p>
            <a:pPr>
              <a:spcBef>
                <a:spcPct val="0"/>
              </a:spcBef>
            </a:pPr>
            <a:r>
              <a:rPr lang="en-US" sz="900">
                <a:solidFill>
                  <a:schemeClr val="bg1"/>
                </a:solidFill>
              </a:rPr>
              <a:t>Co-brand</a:t>
            </a:r>
            <a:br>
              <a:rPr lang="en-US" sz="900">
                <a:solidFill>
                  <a:schemeClr val="bg1"/>
                </a:solidFill>
              </a:rPr>
            </a:br>
            <a:r>
              <a:rPr lang="en-US" sz="900">
                <a:solidFill>
                  <a:schemeClr val="bg1"/>
                </a:solidFill>
              </a:rPr>
              <a:t>Logo</a:t>
            </a:r>
          </a:p>
          <a:p>
            <a:endParaRPr lang="en-GB"/>
          </a:p>
        </p:txBody>
      </p:sp>
      <p:sp>
        <p:nvSpPr>
          <p:cNvPr id="15" name="Picture Placeholder 29"/>
          <p:cNvSpPr>
            <a:spLocks noGrp="1"/>
          </p:cNvSpPr>
          <p:nvPr>
            <p:ph type="pic" sz="quarter" idx="25" hasCustomPrompt="1"/>
          </p:nvPr>
        </p:nvSpPr>
        <p:spPr>
          <a:xfrm>
            <a:off x="10500785" y="4258270"/>
            <a:ext cx="1244160" cy="549275"/>
          </a:xfrm>
        </p:spPr>
        <p:txBody>
          <a:bodyPr/>
          <a:lstStyle>
            <a:lvl1pPr marL="0" marR="0" indent="0" algn="l" defTabSz="685800" rtl="0" eaLnBrk="1" fontAlgn="auto" latinLnBrk="0" hangingPunct="1">
              <a:lnSpc>
                <a:spcPct val="100000"/>
              </a:lnSpc>
              <a:spcBef>
                <a:spcPts val="0"/>
              </a:spcBef>
              <a:spcAft>
                <a:spcPts val="750"/>
              </a:spcAft>
              <a:buClrTx/>
              <a:buSzTx/>
              <a:buFont typeface="Arial" panose="020B0604020202020204" pitchFamily="34" charset="0"/>
              <a:buNone/>
              <a:tabLst/>
              <a:defRPr sz="675"/>
            </a:lvl1pPr>
          </a:lstStyle>
          <a:p>
            <a:pPr>
              <a:spcBef>
                <a:spcPct val="0"/>
              </a:spcBef>
            </a:pPr>
            <a:r>
              <a:rPr lang="en-US" sz="900">
                <a:solidFill>
                  <a:schemeClr val="bg1"/>
                </a:solidFill>
              </a:rPr>
              <a:t>Co-brand</a:t>
            </a:r>
            <a:br>
              <a:rPr lang="en-US" sz="900">
                <a:solidFill>
                  <a:schemeClr val="bg1"/>
                </a:solidFill>
              </a:rPr>
            </a:br>
            <a:r>
              <a:rPr lang="en-US" sz="900">
                <a:solidFill>
                  <a:schemeClr val="bg1"/>
                </a:solidFill>
              </a:rPr>
              <a:t>Logo</a:t>
            </a:r>
          </a:p>
          <a:p>
            <a:endParaRPr lang="en-GB"/>
          </a:p>
        </p:txBody>
      </p:sp>
      <p:sp>
        <p:nvSpPr>
          <p:cNvPr id="17" name="Picture Placeholder 29"/>
          <p:cNvSpPr>
            <a:spLocks noGrp="1"/>
          </p:cNvSpPr>
          <p:nvPr>
            <p:ph type="pic" sz="quarter" idx="19" hasCustomPrompt="1"/>
          </p:nvPr>
        </p:nvSpPr>
        <p:spPr>
          <a:xfrm>
            <a:off x="4735149" y="1857894"/>
            <a:ext cx="1210207" cy="549275"/>
          </a:xfrm>
        </p:spPr>
        <p:txBody>
          <a:bodyPr/>
          <a:lstStyle>
            <a:lvl1pPr marL="0" marR="0" indent="0" algn="l" defTabSz="685800" rtl="0" eaLnBrk="1" fontAlgn="auto" latinLnBrk="0" hangingPunct="1">
              <a:lnSpc>
                <a:spcPct val="100000"/>
              </a:lnSpc>
              <a:spcBef>
                <a:spcPts val="0"/>
              </a:spcBef>
              <a:spcAft>
                <a:spcPts val="750"/>
              </a:spcAft>
              <a:buClrTx/>
              <a:buSzTx/>
              <a:buFont typeface="Arial" panose="020B0604020202020204" pitchFamily="34" charset="0"/>
              <a:buNone/>
              <a:tabLst/>
              <a:defRPr sz="675"/>
            </a:lvl1pPr>
          </a:lstStyle>
          <a:p>
            <a:pPr>
              <a:spcBef>
                <a:spcPct val="0"/>
              </a:spcBef>
            </a:pPr>
            <a:r>
              <a:rPr lang="en-US" sz="900">
                <a:solidFill>
                  <a:schemeClr val="bg1"/>
                </a:solidFill>
              </a:rPr>
              <a:t>Co-brand</a:t>
            </a:r>
            <a:br>
              <a:rPr lang="en-US" sz="900">
                <a:solidFill>
                  <a:schemeClr val="bg1"/>
                </a:solidFill>
              </a:rPr>
            </a:br>
            <a:r>
              <a:rPr lang="en-US" sz="900">
                <a:solidFill>
                  <a:schemeClr val="bg1"/>
                </a:solidFill>
              </a:rPr>
              <a:t>Logo</a:t>
            </a:r>
          </a:p>
          <a:p>
            <a:endParaRPr lang="en-GB"/>
          </a:p>
        </p:txBody>
      </p:sp>
      <p:sp>
        <p:nvSpPr>
          <p:cNvPr id="28" name="Text Placeholder 8">
            <a:extLst>
              <a:ext uri="{FF2B5EF4-FFF2-40B4-BE49-F238E27FC236}">
                <a16:creationId xmlns:a16="http://schemas.microsoft.com/office/drawing/2014/main" id="{0D485CFD-E778-438B-9F95-AA857AF5CACE}"/>
              </a:ext>
            </a:extLst>
          </p:cNvPr>
          <p:cNvSpPr>
            <a:spLocks noGrp="1"/>
          </p:cNvSpPr>
          <p:nvPr>
            <p:ph type="body" sz="quarter" idx="17"/>
          </p:nvPr>
        </p:nvSpPr>
        <p:spPr>
          <a:xfrm>
            <a:off x="470344" y="1856232"/>
            <a:ext cx="5473257" cy="1695450"/>
          </a:xfrm>
        </p:spPr>
        <p:txBody>
          <a:bodyPr>
            <a:noAutofit/>
          </a:bodyPr>
          <a:lstStyle>
            <a:lvl1pPr marL="0" indent="0" algn="l">
              <a:buFontTx/>
              <a:buNone/>
              <a:defRPr sz="1300" b="1">
                <a:solidFill>
                  <a:schemeClr val="accent1"/>
                </a:solidFill>
              </a:defRPr>
            </a:lvl1pPr>
            <a:lvl2pPr marL="104775" indent="-104775" algn="l">
              <a:spcAft>
                <a:spcPts val="750"/>
              </a:spcAft>
              <a:buClrTx/>
              <a:buSzPct val="100000"/>
              <a:buFont typeface="Arial" panose="020B0604020202020204" pitchFamily="34" charset="0"/>
              <a:buChar char="•"/>
              <a:defRPr sz="1300"/>
            </a:lvl2pPr>
            <a:lvl3pPr marL="228600" indent="-104775" algn="l">
              <a:spcAft>
                <a:spcPts val="750"/>
              </a:spcAft>
              <a:buClrTx/>
              <a:buSzPct val="100000"/>
              <a:buFont typeface="Arial" panose="020B0604020202020204" pitchFamily="34" charset="0"/>
              <a:buChar char="−"/>
              <a:defRPr sz="1300"/>
            </a:lvl3pPr>
            <a:lvl4pPr marL="352425" indent="-104775" algn="l">
              <a:spcAft>
                <a:spcPts val="750"/>
              </a:spcAft>
              <a:buClrTx/>
              <a:buSzPct val="100000"/>
              <a:buFont typeface="Arial" panose="020B0604020202020204" pitchFamily="34" charset="0"/>
              <a:buChar char="◦"/>
              <a:defRPr sz="1300"/>
            </a:lvl4pPr>
            <a:lvl5pPr marL="476250" indent="-104775" algn="l">
              <a:spcAft>
                <a:spcPts val="750"/>
              </a:spcAft>
              <a:buClrTx/>
              <a:buSzPct val="100000"/>
              <a:buFont typeface="Arial" panose="020B0604020202020204" pitchFamily="34" charset="0"/>
              <a:buChar char="−"/>
              <a:defRPr sz="1300" baseline="0"/>
            </a:lvl5pPr>
            <a:lvl6pPr marL="267300" indent="-132300">
              <a:spcAft>
                <a:spcPts val="750"/>
              </a:spcAft>
              <a:buFont typeface="Verdana" panose="020B0604030504040204" pitchFamily="34" charset="0"/>
              <a:buChar char="−"/>
              <a:defRPr/>
            </a:lvl6pPr>
            <a:lvl7pPr marL="267300" indent="-132300">
              <a:spcAft>
                <a:spcPts val="750"/>
              </a:spcAft>
              <a:defRPr/>
            </a:lvl7pPr>
            <a:lvl8pPr marL="267300" indent="-132300">
              <a:spcAft>
                <a:spcPts val="750"/>
              </a:spcAft>
              <a:defRPr/>
            </a:lvl8pPr>
            <a:lvl9pPr marL="267300" indent="-132300">
              <a:spcAft>
                <a:spcPts val="75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9" name="Text Placeholder 8">
            <a:extLst>
              <a:ext uri="{FF2B5EF4-FFF2-40B4-BE49-F238E27FC236}">
                <a16:creationId xmlns:a16="http://schemas.microsoft.com/office/drawing/2014/main" id="{1995C2BA-4183-48F4-92D9-4620CCDF5C16}"/>
              </a:ext>
            </a:extLst>
          </p:cNvPr>
          <p:cNvSpPr>
            <a:spLocks noGrp="1"/>
          </p:cNvSpPr>
          <p:nvPr>
            <p:ph type="body" sz="quarter" idx="26"/>
          </p:nvPr>
        </p:nvSpPr>
        <p:spPr>
          <a:xfrm>
            <a:off x="6257042" y="1847618"/>
            <a:ext cx="5464615" cy="1695450"/>
          </a:xfrm>
        </p:spPr>
        <p:txBody>
          <a:bodyPr>
            <a:noAutofit/>
          </a:bodyPr>
          <a:lstStyle>
            <a:lvl1pPr marL="0" indent="0" algn="l">
              <a:buFontTx/>
              <a:buNone/>
              <a:defRPr sz="1300" b="1">
                <a:solidFill>
                  <a:schemeClr val="accent1"/>
                </a:solidFill>
              </a:defRPr>
            </a:lvl1pPr>
            <a:lvl2pPr marL="104775" indent="-104775" algn="l">
              <a:spcAft>
                <a:spcPts val="750"/>
              </a:spcAft>
              <a:buClrTx/>
              <a:buSzPct val="100000"/>
              <a:buFont typeface="Arial" panose="020B0604020202020204" pitchFamily="34" charset="0"/>
              <a:buChar char="•"/>
              <a:defRPr sz="1300"/>
            </a:lvl2pPr>
            <a:lvl3pPr marL="228600" indent="-104775" algn="l">
              <a:spcAft>
                <a:spcPts val="750"/>
              </a:spcAft>
              <a:buClrTx/>
              <a:buSzPct val="100000"/>
              <a:buFont typeface="Arial" panose="020B0604020202020204" pitchFamily="34" charset="0"/>
              <a:buChar char="−"/>
              <a:defRPr sz="1300"/>
            </a:lvl3pPr>
            <a:lvl4pPr marL="352425" indent="-104775" algn="l">
              <a:spcAft>
                <a:spcPts val="750"/>
              </a:spcAft>
              <a:buClrTx/>
              <a:buSzPct val="100000"/>
              <a:buFont typeface="Arial" panose="020B0604020202020204" pitchFamily="34" charset="0"/>
              <a:buChar char="◦"/>
              <a:defRPr sz="1300"/>
            </a:lvl4pPr>
            <a:lvl5pPr marL="476250" indent="-104775" algn="l">
              <a:spcAft>
                <a:spcPts val="750"/>
              </a:spcAft>
              <a:buClrTx/>
              <a:buSzPct val="100000"/>
              <a:buFont typeface="Arial" panose="020B0604020202020204" pitchFamily="34" charset="0"/>
              <a:buChar char="−"/>
              <a:defRPr sz="1300" baseline="0"/>
            </a:lvl5pPr>
            <a:lvl6pPr marL="267300" indent="-132300">
              <a:spcAft>
                <a:spcPts val="750"/>
              </a:spcAft>
              <a:buFont typeface="Verdana" panose="020B0604030504040204" pitchFamily="34" charset="0"/>
              <a:buChar char="−"/>
              <a:defRPr/>
            </a:lvl6pPr>
            <a:lvl7pPr marL="267300" indent="-132300">
              <a:spcAft>
                <a:spcPts val="750"/>
              </a:spcAft>
              <a:defRPr/>
            </a:lvl7pPr>
            <a:lvl8pPr marL="267300" indent="-132300">
              <a:spcAft>
                <a:spcPts val="750"/>
              </a:spcAft>
              <a:defRPr/>
            </a:lvl8pPr>
            <a:lvl9pPr marL="267300" indent="-132300">
              <a:spcAft>
                <a:spcPts val="75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 name="Text Placeholder 8">
            <a:extLst>
              <a:ext uri="{FF2B5EF4-FFF2-40B4-BE49-F238E27FC236}">
                <a16:creationId xmlns:a16="http://schemas.microsoft.com/office/drawing/2014/main" id="{2DC3B9DA-0A51-491C-923B-09D36118ADA0}"/>
              </a:ext>
            </a:extLst>
          </p:cNvPr>
          <p:cNvSpPr>
            <a:spLocks noGrp="1"/>
          </p:cNvSpPr>
          <p:nvPr>
            <p:ph type="body" sz="quarter" idx="27"/>
          </p:nvPr>
        </p:nvSpPr>
        <p:spPr>
          <a:xfrm>
            <a:off x="470344" y="4256623"/>
            <a:ext cx="5473257" cy="1695450"/>
          </a:xfrm>
        </p:spPr>
        <p:txBody>
          <a:bodyPr>
            <a:noAutofit/>
          </a:bodyPr>
          <a:lstStyle>
            <a:lvl1pPr marL="0" indent="0" algn="l">
              <a:buFontTx/>
              <a:buNone/>
              <a:defRPr sz="1300" b="1">
                <a:solidFill>
                  <a:schemeClr val="accent1"/>
                </a:solidFill>
              </a:defRPr>
            </a:lvl1pPr>
            <a:lvl2pPr marL="104775" indent="-104775" algn="l">
              <a:spcAft>
                <a:spcPts val="750"/>
              </a:spcAft>
              <a:buClrTx/>
              <a:buSzPct val="100000"/>
              <a:buFont typeface="Arial" panose="020B0604020202020204" pitchFamily="34" charset="0"/>
              <a:buChar char="•"/>
              <a:defRPr sz="1300"/>
            </a:lvl2pPr>
            <a:lvl3pPr marL="228600" indent="-104775" algn="l">
              <a:spcAft>
                <a:spcPts val="750"/>
              </a:spcAft>
              <a:buClrTx/>
              <a:buSzPct val="100000"/>
              <a:buFont typeface="Arial" panose="020B0604020202020204" pitchFamily="34" charset="0"/>
              <a:buChar char="−"/>
              <a:defRPr sz="1300"/>
            </a:lvl3pPr>
            <a:lvl4pPr marL="352425" indent="-104775" algn="l">
              <a:spcAft>
                <a:spcPts val="750"/>
              </a:spcAft>
              <a:buClrTx/>
              <a:buSzPct val="100000"/>
              <a:buFont typeface="Arial" panose="020B0604020202020204" pitchFamily="34" charset="0"/>
              <a:buChar char="◦"/>
              <a:defRPr sz="1300"/>
            </a:lvl4pPr>
            <a:lvl5pPr marL="476250" indent="-104775" algn="l">
              <a:spcAft>
                <a:spcPts val="750"/>
              </a:spcAft>
              <a:buClrTx/>
              <a:buSzPct val="100000"/>
              <a:buFont typeface="Arial" panose="020B0604020202020204" pitchFamily="34" charset="0"/>
              <a:buChar char="−"/>
              <a:defRPr sz="1300" baseline="0"/>
            </a:lvl5pPr>
            <a:lvl6pPr marL="267300" indent="-132300">
              <a:spcAft>
                <a:spcPts val="750"/>
              </a:spcAft>
              <a:buFont typeface="Verdana" panose="020B0604030504040204" pitchFamily="34" charset="0"/>
              <a:buChar char="−"/>
              <a:defRPr/>
            </a:lvl6pPr>
            <a:lvl7pPr marL="267300" indent="-132300">
              <a:spcAft>
                <a:spcPts val="750"/>
              </a:spcAft>
              <a:defRPr/>
            </a:lvl7pPr>
            <a:lvl8pPr marL="267300" indent="-132300">
              <a:spcAft>
                <a:spcPts val="750"/>
              </a:spcAft>
              <a:defRPr/>
            </a:lvl8pPr>
            <a:lvl9pPr marL="267300" indent="-132300">
              <a:spcAft>
                <a:spcPts val="75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1" name="Text Placeholder 8">
            <a:extLst>
              <a:ext uri="{FF2B5EF4-FFF2-40B4-BE49-F238E27FC236}">
                <a16:creationId xmlns:a16="http://schemas.microsoft.com/office/drawing/2014/main" id="{70BD43BA-DF89-409F-B9BF-2853EC358260}"/>
              </a:ext>
            </a:extLst>
          </p:cNvPr>
          <p:cNvSpPr>
            <a:spLocks noGrp="1"/>
          </p:cNvSpPr>
          <p:nvPr>
            <p:ph type="body" sz="quarter" idx="28"/>
          </p:nvPr>
        </p:nvSpPr>
        <p:spPr>
          <a:xfrm>
            <a:off x="6257043" y="4256623"/>
            <a:ext cx="5483852" cy="1695450"/>
          </a:xfrm>
        </p:spPr>
        <p:txBody>
          <a:bodyPr>
            <a:noAutofit/>
          </a:bodyPr>
          <a:lstStyle>
            <a:lvl1pPr marL="0" indent="0" algn="l">
              <a:buFontTx/>
              <a:buNone/>
              <a:defRPr sz="1300" b="1">
                <a:solidFill>
                  <a:schemeClr val="accent1"/>
                </a:solidFill>
              </a:defRPr>
            </a:lvl1pPr>
            <a:lvl2pPr marL="104775" indent="-104775" algn="l">
              <a:spcAft>
                <a:spcPts val="750"/>
              </a:spcAft>
              <a:buClrTx/>
              <a:buSzPct val="100000"/>
              <a:buFont typeface="Arial" panose="020B0604020202020204" pitchFamily="34" charset="0"/>
              <a:buChar char="•"/>
              <a:defRPr sz="1300"/>
            </a:lvl2pPr>
            <a:lvl3pPr marL="228600" indent="-104775" algn="l">
              <a:spcAft>
                <a:spcPts val="750"/>
              </a:spcAft>
              <a:buClrTx/>
              <a:buSzPct val="100000"/>
              <a:buFont typeface="Arial" panose="020B0604020202020204" pitchFamily="34" charset="0"/>
              <a:buChar char="−"/>
              <a:defRPr sz="1300"/>
            </a:lvl3pPr>
            <a:lvl4pPr marL="352425" indent="-104775" algn="l">
              <a:spcAft>
                <a:spcPts val="750"/>
              </a:spcAft>
              <a:buClrTx/>
              <a:buSzPct val="100000"/>
              <a:buFont typeface="Arial" panose="020B0604020202020204" pitchFamily="34" charset="0"/>
              <a:buChar char="◦"/>
              <a:defRPr sz="1300"/>
            </a:lvl4pPr>
            <a:lvl5pPr marL="476250" indent="-104775" algn="l">
              <a:spcAft>
                <a:spcPts val="750"/>
              </a:spcAft>
              <a:buClrTx/>
              <a:buSzPct val="100000"/>
              <a:buFont typeface="Arial" panose="020B0604020202020204" pitchFamily="34" charset="0"/>
              <a:buChar char="−"/>
              <a:defRPr sz="1300" baseline="0"/>
            </a:lvl5pPr>
            <a:lvl6pPr marL="267300" indent="-132300">
              <a:spcAft>
                <a:spcPts val="750"/>
              </a:spcAft>
              <a:buFont typeface="Verdana" panose="020B0604030504040204" pitchFamily="34" charset="0"/>
              <a:buChar char="−"/>
              <a:defRPr/>
            </a:lvl6pPr>
            <a:lvl7pPr marL="267300" indent="-132300">
              <a:spcAft>
                <a:spcPts val="750"/>
              </a:spcAft>
              <a:defRPr/>
            </a:lvl7pPr>
            <a:lvl8pPr marL="267300" indent="-132300">
              <a:spcAft>
                <a:spcPts val="750"/>
              </a:spcAft>
              <a:defRPr/>
            </a:lvl8pPr>
            <a:lvl9pPr marL="267300" indent="-132300">
              <a:spcAft>
                <a:spcPts val="75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 name="Text Placeholder 8">
            <a:extLst>
              <a:ext uri="{FF2B5EF4-FFF2-40B4-BE49-F238E27FC236}">
                <a16:creationId xmlns:a16="http://schemas.microsoft.com/office/drawing/2014/main" id="{E3C8C216-A0D5-48CE-BB18-6E34DE5AE099}"/>
              </a:ext>
            </a:extLst>
          </p:cNvPr>
          <p:cNvSpPr>
            <a:spLocks noGrp="1"/>
          </p:cNvSpPr>
          <p:nvPr>
            <p:ph type="body" sz="quarter" idx="29"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18" name="Title Placeholder 1">
            <a:extLst>
              <a:ext uri="{FF2B5EF4-FFF2-40B4-BE49-F238E27FC236}">
                <a16:creationId xmlns:a16="http://schemas.microsoft.com/office/drawing/2014/main" id="{A6B3ABAE-3971-4ECC-8E25-1E94617FBFBE}"/>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
        <p:nvSpPr>
          <p:cNvPr id="33" name="Rectangle 32">
            <a:extLst>
              <a:ext uri="{FF2B5EF4-FFF2-40B4-BE49-F238E27FC236}">
                <a16:creationId xmlns:a16="http://schemas.microsoft.com/office/drawing/2014/main" id="{9D3E3D5E-69E0-409C-B43B-3D03BAF8E640}"/>
              </a:ext>
            </a:extLst>
          </p:cNvPr>
          <p:cNvSpPr/>
          <p:nvPr userDrawn="1"/>
        </p:nvSpPr>
        <p:spPr>
          <a:xfrm>
            <a:off x="470343" y="1715425"/>
            <a:ext cx="54864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noProof="0">
              <a:solidFill>
                <a:schemeClr val="bg1"/>
              </a:solidFill>
            </a:endParaRPr>
          </a:p>
        </p:txBody>
      </p:sp>
      <p:sp>
        <p:nvSpPr>
          <p:cNvPr id="34" name="Rectangle 33">
            <a:extLst>
              <a:ext uri="{FF2B5EF4-FFF2-40B4-BE49-F238E27FC236}">
                <a16:creationId xmlns:a16="http://schemas.microsoft.com/office/drawing/2014/main" id="{8AC51DC9-50A0-4091-8F6F-9150D453B6B1}"/>
              </a:ext>
            </a:extLst>
          </p:cNvPr>
          <p:cNvSpPr/>
          <p:nvPr userDrawn="1"/>
        </p:nvSpPr>
        <p:spPr>
          <a:xfrm>
            <a:off x="6246196" y="1718774"/>
            <a:ext cx="54864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noProof="0">
              <a:solidFill>
                <a:schemeClr val="bg1"/>
              </a:solidFill>
            </a:endParaRPr>
          </a:p>
        </p:txBody>
      </p:sp>
      <p:sp>
        <p:nvSpPr>
          <p:cNvPr id="35" name="Rectangle 34">
            <a:extLst>
              <a:ext uri="{FF2B5EF4-FFF2-40B4-BE49-F238E27FC236}">
                <a16:creationId xmlns:a16="http://schemas.microsoft.com/office/drawing/2014/main" id="{A118D7C8-CEED-48A7-ADB2-7610B12C1B07}"/>
              </a:ext>
            </a:extLst>
          </p:cNvPr>
          <p:cNvSpPr/>
          <p:nvPr userDrawn="1"/>
        </p:nvSpPr>
        <p:spPr>
          <a:xfrm>
            <a:off x="470343" y="4126942"/>
            <a:ext cx="54864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noProof="0">
              <a:solidFill>
                <a:schemeClr val="bg1"/>
              </a:solidFill>
            </a:endParaRPr>
          </a:p>
        </p:txBody>
      </p:sp>
      <p:sp>
        <p:nvSpPr>
          <p:cNvPr id="36" name="Rectangle 35">
            <a:extLst>
              <a:ext uri="{FF2B5EF4-FFF2-40B4-BE49-F238E27FC236}">
                <a16:creationId xmlns:a16="http://schemas.microsoft.com/office/drawing/2014/main" id="{C7A403C2-4204-4E69-B696-73BE1FE1F740}"/>
              </a:ext>
            </a:extLst>
          </p:cNvPr>
          <p:cNvSpPr/>
          <p:nvPr userDrawn="1"/>
        </p:nvSpPr>
        <p:spPr>
          <a:xfrm>
            <a:off x="6246196" y="4130291"/>
            <a:ext cx="54864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noProof="0">
              <a:solidFill>
                <a:schemeClr val="bg1"/>
              </a:solidFill>
            </a:endParaRPr>
          </a:p>
        </p:txBody>
      </p:sp>
    </p:spTree>
    <p:extLst>
      <p:ext uri="{BB962C8B-B14F-4D97-AF65-F5344CB8AC3E}">
        <p14:creationId xmlns:p14="http://schemas.microsoft.com/office/powerpoint/2010/main" val="2758887782"/>
      </p:ext>
    </p:extLst>
  </p:cSld>
  <p:clrMapOvr>
    <a:masterClrMapping/>
  </p:clrMapOvr>
  <p:transition>
    <p:fade/>
  </p:transition>
</p:sldLayout>
</file>

<file path=ppt/slideLayouts/slideLayout182.xml><?xml version="1.0" encoding="utf-8"?>
<p:sldLayout xmlns:a="http://schemas.openxmlformats.org/drawingml/2006/main" xmlns:r="http://schemas.openxmlformats.org/officeDocument/2006/relationships" xmlns:p="http://schemas.openxmlformats.org/presentationml/2006/main" showMasterSp="0" preserve="1">
  <p:cSld name="End slide">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464481" y="4189870"/>
            <a:ext cx="8566108" cy="2169796"/>
          </a:xfrm>
        </p:spPr>
        <p:txBody>
          <a:bodyPr anchor="b" anchorCtr="0">
            <a:normAutofit/>
          </a:bodyPr>
          <a:lstStyle>
            <a:lvl1pPr>
              <a:lnSpc>
                <a:spcPct val="100000"/>
              </a:lnSpc>
              <a:spcAft>
                <a:spcPts val="450"/>
              </a:spcAft>
              <a:defRPr sz="900"/>
            </a:lvl1pPr>
          </a:lstStyle>
          <a:p>
            <a:pPr lvl="0"/>
            <a:r>
              <a:rPr lang="en-US"/>
              <a:t>Click to edit Master text styles</a:t>
            </a:r>
          </a:p>
        </p:txBody>
      </p:sp>
      <p:sp>
        <p:nvSpPr>
          <p:cNvPr id="3" name="Picture Placeholder 2"/>
          <p:cNvSpPr>
            <a:spLocks noGrp="1"/>
          </p:cNvSpPr>
          <p:nvPr>
            <p:ph type="pic" sz="quarter" idx="14" hasCustomPrompt="1"/>
          </p:nvPr>
        </p:nvSpPr>
        <p:spPr>
          <a:xfrm>
            <a:off x="9406185" y="4189870"/>
            <a:ext cx="2319503" cy="1725448"/>
          </a:xfrm>
        </p:spPr>
        <p:txBody>
          <a:bodyPr anchor="ctr" anchorCtr="0"/>
          <a:lstStyle>
            <a:lvl1pPr algn="ctr">
              <a:defRPr sz="675"/>
            </a:lvl1pPr>
          </a:lstStyle>
          <a:p>
            <a:r>
              <a:rPr lang="en-GB" sz="675"/>
              <a:t>Insert sponsorship mark here</a:t>
            </a:r>
            <a:endParaRPr lang="en-GB"/>
          </a:p>
        </p:txBody>
      </p:sp>
      <p:sp>
        <p:nvSpPr>
          <p:cNvPr id="8" name="Text Placeholder 7"/>
          <p:cNvSpPr>
            <a:spLocks noGrp="1"/>
          </p:cNvSpPr>
          <p:nvPr>
            <p:ph type="body" sz="quarter" idx="15"/>
          </p:nvPr>
        </p:nvSpPr>
        <p:spPr>
          <a:xfrm>
            <a:off x="9406187" y="5995943"/>
            <a:ext cx="2319501" cy="363722"/>
          </a:xfrm>
        </p:spPr>
        <p:txBody>
          <a:bodyPr anchor="b" anchorCtr="0">
            <a:normAutofit/>
          </a:bodyPr>
          <a:lstStyle>
            <a:lvl1pPr>
              <a:lnSpc>
                <a:spcPct val="100000"/>
              </a:lnSpc>
              <a:defRPr sz="900"/>
            </a:lvl1pPr>
          </a:lstStyle>
          <a:p>
            <a:pPr lvl="0"/>
            <a:r>
              <a:rPr lang="en-US"/>
              <a:t>Click to edit Master text styles</a:t>
            </a:r>
          </a:p>
        </p:txBody>
      </p:sp>
      <p:grpSp>
        <p:nvGrpSpPr>
          <p:cNvPr id="20" name="Group 19">
            <a:extLst>
              <a:ext uri="{FF2B5EF4-FFF2-40B4-BE49-F238E27FC236}">
                <a16:creationId xmlns:a16="http://schemas.microsoft.com/office/drawing/2014/main" id="{11FFF62A-78AC-4176-888C-7369D55740C5}"/>
              </a:ext>
            </a:extLst>
          </p:cNvPr>
          <p:cNvGrpSpPr>
            <a:grpSpLocks noChangeAspect="1"/>
          </p:cNvGrpSpPr>
          <p:nvPr userDrawn="1"/>
        </p:nvGrpSpPr>
        <p:grpSpPr>
          <a:xfrm>
            <a:off x="460541" y="344137"/>
            <a:ext cx="1819109" cy="345828"/>
            <a:chOff x="398463" y="404813"/>
            <a:chExt cx="1627187" cy="307976"/>
          </a:xfrm>
          <a:solidFill>
            <a:schemeClr val="tx1"/>
          </a:solidFill>
        </p:grpSpPr>
        <p:sp>
          <p:nvSpPr>
            <p:cNvPr id="21" name="Oval 5">
              <a:extLst>
                <a:ext uri="{FF2B5EF4-FFF2-40B4-BE49-F238E27FC236}">
                  <a16:creationId xmlns:a16="http://schemas.microsoft.com/office/drawing/2014/main" id="{FD77EF0A-6F9B-4CB4-BDFE-54901AC3BDEB}"/>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2" name="Freeform 6">
              <a:extLst>
                <a:ext uri="{FF2B5EF4-FFF2-40B4-BE49-F238E27FC236}">
                  <a16:creationId xmlns:a16="http://schemas.microsoft.com/office/drawing/2014/main" id="{CFBCB662-4DCB-4701-B5DB-617E9625AC37}"/>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3" name="Rectangle 7">
              <a:extLst>
                <a:ext uri="{FF2B5EF4-FFF2-40B4-BE49-F238E27FC236}">
                  <a16:creationId xmlns:a16="http://schemas.microsoft.com/office/drawing/2014/main" id="{3AA8F7EF-0FC0-4792-B4E2-516188FAADCC}"/>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4" name="Freeform 8">
              <a:extLst>
                <a:ext uri="{FF2B5EF4-FFF2-40B4-BE49-F238E27FC236}">
                  <a16:creationId xmlns:a16="http://schemas.microsoft.com/office/drawing/2014/main" id="{7180810E-179A-4B4D-992C-DB02F3F2AA73}"/>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5" name="Rectangle 9">
              <a:extLst>
                <a:ext uri="{FF2B5EF4-FFF2-40B4-BE49-F238E27FC236}">
                  <a16:creationId xmlns:a16="http://schemas.microsoft.com/office/drawing/2014/main" id="{931CFAC2-92E1-42CB-BB66-BD91AB6DB50D}"/>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6" name="Rectangle 10">
              <a:extLst>
                <a:ext uri="{FF2B5EF4-FFF2-40B4-BE49-F238E27FC236}">
                  <a16:creationId xmlns:a16="http://schemas.microsoft.com/office/drawing/2014/main" id="{6C92D323-CA87-4BD4-9F33-9346A18A6790}"/>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7" name="Freeform 11">
              <a:extLst>
                <a:ext uri="{FF2B5EF4-FFF2-40B4-BE49-F238E27FC236}">
                  <a16:creationId xmlns:a16="http://schemas.microsoft.com/office/drawing/2014/main" id="{D31146A3-7248-4F9C-8242-2B343E0BCE41}"/>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8" name="Freeform 12">
              <a:extLst>
                <a:ext uri="{FF2B5EF4-FFF2-40B4-BE49-F238E27FC236}">
                  <a16:creationId xmlns:a16="http://schemas.microsoft.com/office/drawing/2014/main" id="{4BFA0610-A333-4B16-A20C-3ADB78A32CF9}"/>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9" name="Freeform 13">
              <a:extLst>
                <a:ext uri="{FF2B5EF4-FFF2-40B4-BE49-F238E27FC236}">
                  <a16:creationId xmlns:a16="http://schemas.microsoft.com/office/drawing/2014/main" id="{D81528E3-7AAB-4FE3-96EB-0CA354538CA9}"/>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0" name="Freeform 14">
              <a:extLst>
                <a:ext uri="{FF2B5EF4-FFF2-40B4-BE49-F238E27FC236}">
                  <a16:creationId xmlns:a16="http://schemas.microsoft.com/office/drawing/2014/main" id="{7C686C02-5833-4DB0-8AD3-1E143B411A13}"/>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grpSp>
    </p:spTree>
    <p:extLst>
      <p:ext uri="{BB962C8B-B14F-4D97-AF65-F5344CB8AC3E}">
        <p14:creationId xmlns:p14="http://schemas.microsoft.com/office/powerpoint/2010/main" val="2044023319"/>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showMasterSp="0" preserve="1">
  <p:cSld name="End slide Black">
    <p:bg>
      <p:bgPr>
        <a:solidFill>
          <a:schemeClr val="tx1"/>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466316" y="4194287"/>
            <a:ext cx="8528936" cy="2169796"/>
          </a:xfrm>
        </p:spPr>
        <p:txBody>
          <a:bodyPr anchor="b" anchorCtr="0">
            <a:noAutofit/>
          </a:bodyPr>
          <a:lstStyle>
            <a:lvl1pPr>
              <a:lnSpc>
                <a:spcPct val="100000"/>
              </a:lnSpc>
              <a:spcAft>
                <a:spcPts val="450"/>
              </a:spcAft>
              <a:defRPr sz="900">
                <a:solidFill>
                  <a:schemeClr val="bg1"/>
                </a:solidFill>
              </a:defRPr>
            </a:lvl1pPr>
          </a:lstStyle>
          <a:p>
            <a:pPr lvl="0"/>
            <a:r>
              <a:rPr lang="en-US"/>
              <a:t>Click to edit Master text styles</a:t>
            </a:r>
          </a:p>
        </p:txBody>
      </p:sp>
      <p:sp>
        <p:nvSpPr>
          <p:cNvPr id="3" name="Picture Placeholder 2"/>
          <p:cNvSpPr>
            <a:spLocks noGrp="1"/>
          </p:cNvSpPr>
          <p:nvPr>
            <p:ph type="pic" sz="quarter" idx="14" hasCustomPrompt="1"/>
          </p:nvPr>
        </p:nvSpPr>
        <p:spPr>
          <a:xfrm>
            <a:off x="9412074" y="4189870"/>
            <a:ext cx="2319503" cy="1725448"/>
          </a:xfrm>
        </p:spPr>
        <p:txBody>
          <a:bodyPr anchor="ctr" anchorCtr="0"/>
          <a:lstStyle>
            <a:lvl1pPr algn="ctr">
              <a:defRPr sz="675">
                <a:solidFill>
                  <a:schemeClr val="bg1"/>
                </a:solidFill>
              </a:defRPr>
            </a:lvl1pPr>
          </a:lstStyle>
          <a:p>
            <a:r>
              <a:rPr lang="en-GB" sz="675"/>
              <a:t>Insert sponsorship mark here</a:t>
            </a:r>
            <a:endParaRPr lang="en-GB"/>
          </a:p>
        </p:txBody>
      </p:sp>
      <p:sp>
        <p:nvSpPr>
          <p:cNvPr id="8" name="Text Placeholder 7"/>
          <p:cNvSpPr>
            <a:spLocks noGrp="1"/>
          </p:cNvSpPr>
          <p:nvPr>
            <p:ph type="body" sz="quarter" idx="15"/>
          </p:nvPr>
        </p:nvSpPr>
        <p:spPr>
          <a:xfrm>
            <a:off x="9412076" y="5995943"/>
            <a:ext cx="2319501" cy="363722"/>
          </a:xfrm>
        </p:spPr>
        <p:txBody>
          <a:bodyPr anchor="b" anchorCtr="0">
            <a:noAutofit/>
          </a:bodyPr>
          <a:lstStyle>
            <a:lvl1pPr>
              <a:lnSpc>
                <a:spcPct val="100000"/>
              </a:lnSpc>
              <a:defRPr sz="900">
                <a:solidFill>
                  <a:schemeClr val="bg1"/>
                </a:solidFill>
              </a:defRPr>
            </a:lvl1pPr>
          </a:lstStyle>
          <a:p>
            <a:pPr lvl="0"/>
            <a:r>
              <a:rPr lang="en-US"/>
              <a:t>Click to edit Master text styles</a:t>
            </a:r>
          </a:p>
        </p:txBody>
      </p:sp>
      <p:grpSp>
        <p:nvGrpSpPr>
          <p:cNvPr id="16" name="Group 15">
            <a:extLst>
              <a:ext uri="{FF2B5EF4-FFF2-40B4-BE49-F238E27FC236}">
                <a16:creationId xmlns:a16="http://schemas.microsoft.com/office/drawing/2014/main" id="{8AB860FC-9229-466C-B67B-E6B79E07BB2B}"/>
              </a:ext>
            </a:extLst>
          </p:cNvPr>
          <p:cNvGrpSpPr/>
          <p:nvPr userDrawn="1"/>
        </p:nvGrpSpPr>
        <p:grpSpPr>
          <a:xfrm>
            <a:off x="463296" y="341312"/>
            <a:ext cx="1819656" cy="347472"/>
            <a:chOff x="398463" y="404813"/>
            <a:chExt cx="1627187" cy="307976"/>
          </a:xfrm>
          <a:solidFill>
            <a:schemeClr val="bg1"/>
          </a:solidFill>
        </p:grpSpPr>
        <p:sp>
          <p:nvSpPr>
            <p:cNvPr id="17" name="Oval 5">
              <a:extLst>
                <a:ext uri="{FF2B5EF4-FFF2-40B4-BE49-F238E27FC236}">
                  <a16:creationId xmlns:a16="http://schemas.microsoft.com/office/drawing/2014/main" id="{477D509D-A74E-4D79-8C41-28EE20877109}"/>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18" name="Freeform 6">
              <a:extLst>
                <a:ext uri="{FF2B5EF4-FFF2-40B4-BE49-F238E27FC236}">
                  <a16:creationId xmlns:a16="http://schemas.microsoft.com/office/drawing/2014/main" id="{CC851991-483D-4A9F-8C5F-626DE9D5C1B0}"/>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19" name="Rectangle 7">
              <a:extLst>
                <a:ext uri="{FF2B5EF4-FFF2-40B4-BE49-F238E27FC236}">
                  <a16:creationId xmlns:a16="http://schemas.microsoft.com/office/drawing/2014/main" id="{28FEC250-9F3B-45BC-90AF-4CDE000C2C36}"/>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31" name="Freeform 8">
              <a:extLst>
                <a:ext uri="{FF2B5EF4-FFF2-40B4-BE49-F238E27FC236}">
                  <a16:creationId xmlns:a16="http://schemas.microsoft.com/office/drawing/2014/main" id="{F8494B23-9F67-4108-8FC3-E645BD138AE0}"/>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32" name="Rectangle 9">
              <a:extLst>
                <a:ext uri="{FF2B5EF4-FFF2-40B4-BE49-F238E27FC236}">
                  <a16:creationId xmlns:a16="http://schemas.microsoft.com/office/drawing/2014/main" id="{198EEDBF-F835-40E6-A1D3-AAADC96DD008}"/>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33" name="Rectangle 10">
              <a:extLst>
                <a:ext uri="{FF2B5EF4-FFF2-40B4-BE49-F238E27FC236}">
                  <a16:creationId xmlns:a16="http://schemas.microsoft.com/office/drawing/2014/main" id="{42C9A861-6332-4ADC-88F7-183765B2D793}"/>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34" name="Freeform 11">
              <a:extLst>
                <a:ext uri="{FF2B5EF4-FFF2-40B4-BE49-F238E27FC236}">
                  <a16:creationId xmlns:a16="http://schemas.microsoft.com/office/drawing/2014/main" id="{593BFC01-C985-4400-9F59-CA3E701AB845}"/>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35" name="Freeform 12">
              <a:extLst>
                <a:ext uri="{FF2B5EF4-FFF2-40B4-BE49-F238E27FC236}">
                  <a16:creationId xmlns:a16="http://schemas.microsoft.com/office/drawing/2014/main" id="{4A67BA7C-21CB-474A-9E6A-BCA082851A8C}"/>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36" name="Freeform 13">
              <a:extLst>
                <a:ext uri="{FF2B5EF4-FFF2-40B4-BE49-F238E27FC236}">
                  <a16:creationId xmlns:a16="http://schemas.microsoft.com/office/drawing/2014/main" id="{315ADC0C-A127-4E52-A974-5D4D91506DAC}"/>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37" name="Freeform 14">
              <a:extLst>
                <a:ext uri="{FF2B5EF4-FFF2-40B4-BE49-F238E27FC236}">
                  <a16:creationId xmlns:a16="http://schemas.microsoft.com/office/drawing/2014/main" id="{71ADF477-53BF-4770-AA08-07332CAF6A7B}"/>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grpSp>
    </p:spTree>
    <p:extLst>
      <p:ext uri="{BB962C8B-B14F-4D97-AF65-F5344CB8AC3E}">
        <p14:creationId xmlns:p14="http://schemas.microsoft.com/office/powerpoint/2010/main" val="1400338695"/>
      </p:ext>
    </p:extLst>
  </p:cSld>
  <p:clrMapOvr>
    <a:masterClrMapping/>
  </p:clrMapOvr>
  <p:hf hdr="0" dt="0"/>
</p:sldLayout>
</file>

<file path=ppt/slideLayouts/slideLayout184.xml><?xml version="1.0" encoding="utf-8"?>
<p:sldLayout xmlns:a="http://schemas.openxmlformats.org/drawingml/2006/main" xmlns:r="http://schemas.openxmlformats.org/officeDocument/2006/relationships" xmlns:p="http://schemas.openxmlformats.org/presentationml/2006/main" userDrawn="1">
  <p:cSld name="1_Contents with image">
    <p:spTree>
      <p:nvGrpSpPr>
        <p:cNvPr id="1" name=""/>
        <p:cNvGrpSpPr/>
        <p:nvPr/>
      </p:nvGrpSpPr>
      <p:grpSpPr>
        <a:xfrm>
          <a:off x="0" y="0"/>
          <a:ext cx="0" cy="0"/>
          <a:chOff x="0" y="0"/>
          <a:chExt cx="0" cy="0"/>
        </a:xfrm>
      </p:grpSpPr>
      <p:sp>
        <p:nvSpPr>
          <p:cNvPr id="5" name="Picture Placeholder 9"/>
          <p:cNvSpPr>
            <a:spLocks noGrp="1"/>
          </p:cNvSpPr>
          <p:nvPr>
            <p:ph type="pic" sz="quarter" idx="15"/>
          </p:nvPr>
        </p:nvSpPr>
        <p:spPr>
          <a:xfrm>
            <a:off x="5604867" y="1700213"/>
            <a:ext cx="6117233" cy="4598988"/>
          </a:xfrm>
        </p:spPr>
        <p:txBody>
          <a:bodyPr/>
          <a:lstStyle/>
          <a:p>
            <a:r>
              <a:rPr lang="en-US" noProof="0"/>
              <a:t>Click icon to add picture</a:t>
            </a:r>
          </a:p>
        </p:txBody>
      </p:sp>
      <p:sp>
        <p:nvSpPr>
          <p:cNvPr id="6" name="Content Placeholder 3"/>
          <p:cNvSpPr>
            <a:spLocks noGrp="1"/>
          </p:cNvSpPr>
          <p:nvPr>
            <p:ph sz="quarter" idx="10"/>
          </p:nvPr>
        </p:nvSpPr>
        <p:spPr>
          <a:xfrm>
            <a:off x="502920" y="1665290"/>
            <a:ext cx="4333663" cy="4633911"/>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502920" y="649224"/>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9" name="Title Placeholder 1"/>
          <p:cNvSpPr>
            <a:spLocks noGrp="1"/>
          </p:cNvSpPr>
          <p:nvPr>
            <p:ph type="title"/>
          </p:nvPr>
        </p:nvSpPr>
        <p:spPr>
          <a:xfrm>
            <a:off x="502920" y="320040"/>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553598175"/>
      </p:ext>
    </p:extLst>
  </p:cSld>
  <p:clrMapOvr>
    <a:masterClrMapping/>
  </p:clrMapOvr>
  <p:transition>
    <p:fade/>
  </p:transition>
</p:sldLayout>
</file>

<file path=ppt/slideLayouts/slideLayout18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50CBF-3FAB-4C02-BCB0-BB5A782C67D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EA1A151-1E43-4274-9A41-BB91FDCD39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74F158E-37DD-4BA7-B020-C7AA5AE6F72B}"/>
              </a:ext>
            </a:extLst>
          </p:cNvPr>
          <p:cNvSpPr>
            <a:spLocks noGrp="1"/>
          </p:cNvSpPr>
          <p:nvPr>
            <p:ph type="dt" sz="half" idx="10"/>
          </p:nvPr>
        </p:nvSpPr>
        <p:spPr/>
        <p:txBody>
          <a:bodyPr/>
          <a:lstStyle/>
          <a:p>
            <a:fld id="{2A7AA6C5-B41E-4576-87EF-0B98B977A054}" type="datetimeFigureOut">
              <a:rPr lang="en-US" smtClean="0"/>
              <a:t>6/20/2025</a:t>
            </a:fld>
            <a:endParaRPr lang="en-US"/>
          </a:p>
        </p:txBody>
      </p:sp>
      <p:sp>
        <p:nvSpPr>
          <p:cNvPr id="5" name="Footer Placeholder 4">
            <a:extLst>
              <a:ext uri="{FF2B5EF4-FFF2-40B4-BE49-F238E27FC236}">
                <a16:creationId xmlns:a16="http://schemas.microsoft.com/office/drawing/2014/main" id="{4267DFD9-F9EE-44EB-895E-CDA2FF8190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99C1B7-DEB2-457A-BE07-82ECD0B523B4}"/>
              </a:ext>
            </a:extLst>
          </p:cNvPr>
          <p:cNvSpPr>
            <a:spLocks noGrp="1"/>
          </p:cNvSpPr>
          <p:nvPr>
            <p:ph type="sldNum" sz="quarter" idx="12"/>
          </p:nvPr>
        </p:nvSpPr>
        <p:spPr/>
        <p:txBody>
          <a:bodyPr/>
          <a:lstStyle/>
          <a:p>
            <a:fld id="{AC01624F-F3F4-4EE5-94DA-71F0759ED93E}" type="slidenum">
              <a:rPr lang="en-US" smtClean="0"/>
              <a:t>‹#›</a:t>
            </a:fld>
            <a:endParaRPr lang="en-US"/>
          </a:p>
        </p:txBody>
      </p:sp>
    </p:spTree>
    <p:extLst>
      <p:ext uri="{BB962C8B-B14F-4D97-AF65-F5344CB8AC3E}">
        <p14:creationId xmlns:p14="http://schemas.microsoft.com/office/powerpoint/2010/main" val="968923004"/>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userDrawn="1">
  <p:cSld name="1_Title, subtitle &amp; 1 column text">
    <p:bg>
      <p:bgPr>
        <a:solidFill>
          <a:schemeClr val="tx1"/>
        </a:solidFill>
        <a:effectLst/>
      </p:bgPr>
    </p:bg>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chemeClr val="bg1"/>
                </a:solidFill>
              </a:defRPr>
            </a:lvl1pPr>
          </a:lstStyle>
          <a:p>
            <a:pPr lvl="0"/>
            <a:r>
              <a:rPr lang="en-US" noProof="0"/>
              <a:t>Click to add subtitle</a:t>
            </a:r>
          </a:p>
        </p:txBody>
      </p:sp>
      <p:sp>
        <p:nvSpPr>
          <p:cNvPr id="14"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solidFill>
                  <a:schemeClr val="bg1"/>
                </a:solidFill>
              </a:defRPr>
            </a:lvl1pPr>
          </a:lstStyle>
          <a:p>
            <a:r>
              <a:rPr lang="en-US" noProof="0"/>
              <a:t>Click to edit Master title style</a:t>
            </a:r>
          </a:p>
        </p:txBody>
      </p:sp>
      <p:sp>
        <p:nvSpPr>
          <p:cNvPr id="8" name="Text Placeholder 18"/>
          <p:cNvSpPr>
            <a:spLocks noGrp="1"/>
          </p:cNvSpPr>
          <p:nvPr>
            <p:ph idx="1"/>
          </p:nvPr>
        </p:nvSpPr>
        <p:spPr>
          <a:xfrm>
            <a:off x="469900" y="1665818"/>
            <a:ext cx="11252200" cy="4633383"/>
          </a:xfrm>
          <a:prstGeom prst="rect">
            <a:avLst/>
          </a:prstGeom>
        </p:spPr>
        <p:txBody>
          <a:bodyPr vert="horz" lIns="0" tIns="0" rIns="0" bIns="0" rtlCol="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Box 4">
            <a:extLst>
              <a:ext uri="{FF2B5EF4-FFF2-40B4-BE49-F238E27FC236}">
                <a16:creationId xmlns:a16="http://schemas.microsoft.com/office/drawing/2014/main" id="{9140DAA1-4AF8-4EA8-AC12-26EB179394D2}"/>
              </a:ext>
            </a:extLst>
          </p:cNvPr>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b="1">
                <a:solidFill>
                  <a:schemeClr val="bg1"/>
                </a:solidFill>
              </a:rPr>
              <a:t>HR Assessment</a:t>
            </a:r>
          </a:p>
          <a:p>
            <a:pPr marL="0" indent="0" algn="r">
              <a:spcBef>
                <a:spcPts val="0"/>
              </a:spcBef>
              <a:buSzPct val="100000"/>
              <a:buFont typeface="Arial"/>
              <a:buNone/>
            </a:pPr>
            <a:r>
              <a:rPr lang="en-US" sz="650" b="1" noProof="0">
                <a:solidFill>
                  <a:schemeClr val="bg1"/>
                </a:solidFill>
              </a:rPr>
              <a:t>Kickoff</a:t>
            </a:r>
          </a:p>
        </p:txBody>
      </p:sp>
      <p:sp>
        <p:nvSpPr>
          <p:cNvPr id="7" name="TextBox 6">
            <a:extLst>
              <a:ext uri="{FF2B5EF4-FFF2-40B4-BE49-F238E27FC236}">
                <a16:creationId xmlns:a16="http://schemas.microsoft.com/office/drawing/2014/main" id="{E06C2130-D796-4F3A-9AA3-C3A6173AF800}"/>
              </a:ext>
            </a:extLst>
          </p:cNvPr>
          <p:cNvSpPr txBox="1"/>
          <p:nvPr userDrawn="1"/>
        </p:nvSpPr>
        <p:spPr>
          <a:xfrm>
            <a:off x="11410953"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2952747184"/>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image" Target="../media/image1.emf"/><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tags" Target="../tags/tag3.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ags" Target="../tags/tag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oleObject" Target="../embeddings/oleObject1.bin"/><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68.xml"/><Relationship Id="rId21" Type="http://schemas.openxmlformats.org/officeDocument/2006/relationships/slideLayout" Target="../slideLayouts/slideLayout63.xml"/><Relationship Id="rId42" Type="http://schemas.openxmlformats.org/officeDocument/2006/relationships/slideLayout" Target="../slideLayouts/slideLayout84.xml"/><Relationship Id="rId47" Type="http://schemas.openxmlformats.org/officeDocument/2006/relationships/slideLayout" Target="../slideLayouts/slideLayout89.xml"/><Relationship Id="rId63" Type="http://schemas.openxmlformats.org/officeDocument/2006/relationships/slideLayout" Target="../slideLayouts/slideLayout105.xml"/><Relationship Id="rId68" Type="http://schemas.openxmlformats.org/officeDocument/2006/relationships/slideLayout" Target="../slideLayouts/slideLayout110.xml"/><Relationship Id="rId2" Type="http://schemas.openxmlformats.org/officeDocument/2006/relationships/slideLayout" Target="../slideLayouts/slideLayout44.xml"/><Relationship Id="rId16" Type="http://schemas.openxmlformats.org/officeDocument/2006/relationships/slideLayout" Target="../slideLayouts/slideLayout58.xml"/><Relationship Id="rId29" Type="http://schemas.openxmlformats.org/officeDocument/2006/relationships/slideLayout" Target="../slideLayouts/slideLayout71.xml"/><Relationship Id="rId11" Type="http://schemas.openxmlformats.org/officeDocument/2006/relationships/slideLayout" Target="../slideLayouts/slideLayout53.xml"/><Relationship Id="rId24" Type="http://schemas.openxmlformats.org/officeDocument/2006/relationships/slideLayout" Target="../slideLayouts/slideLayout66.xml"/><Relationship Id="rId32" Type="http://schemas.openxmlformats.org/officeDocument/2006/relationships/slideLayout" Target="../slideLayouts/slideLayout74.xml"/><Relationship Id="rId37" Type="http://schemas.openxmlformats.org/officeDocument/2006/relationships/slideLayout" Target="../slideLayouts/slideLayout79.xml"/><Relationship Id="rId40" Type="http://schemas.openxmlformats.org/officeDocument/2006/relationships/slideLayout" Target="../slideLayouts/slideLayout82.xml"/><Relationship Id="rId45" Type="http://schemas.openxmlformats.org/officeDocument/2006/relationships/slideLayout" Target="../slideLayouts/slideLayout87.xml"/><Relationship Id="rId53" Type="http://schemas.openxmlformats.org/officeDocument/2006/relationships/slideLayout" Target="../slideLayouts/slideLayout95.xml"/><Relationship Id="rId58" Type="http://schemas.openxmlformats.org/officeDocument/2006/relationships/slideLayout" Target="../slideLayouts/slideLayout100.xml"/><Relationship Id="rId66" Type="http://schemas.openxmlformats.org/officeDocument/2006/relationships/slideLayout" Target="../slideLayouts/slideLayout108.xml"/><Relationship Id="rId74" Type="http://schemas.openxmlformats.org/officeDocument/2006/relationships/image" Target="../media/image1.emf"/><Relationship Id="rId5" Type="http://schemas.openxmlformats.org/officeDocument/2006/relationships/slideLayout" Target="../slideLayouts/slideLayout47.xml"/><Relationship Id="rId61" Type="http://schemas.openxmlformats.org/officeDocument/2006/relationships/slideLayout" Target="../slideLayouts/slideLayout103.xml"/><Relationship Id="rId19" Type="http://schemas.openxmlformats.org/officeDocument/2006/relationships/slideLayout" Target="../slideLayouts/slideLayout61.xml"/><Relationship Id="rId14" Type="http://schemas.openxmlformats.org/officeDocument/2006/relationships/slideLayout" Target="../slideLayouts/slideLayout56.xml"/><Relationship Id="rId22" Type="http://schemas.openxmlformats.org/officeDocument/2006/relationships/slideLayout" Target="../slideLayouts/slideLayout64.xml"/><Relationship Id="rId27" Type="http://schemas.openxmlformats.org/officeDocument/2006/relationships/slideLayout" Target="../slideLayouts/slideLayout69.xml"/><Relationship Id="rId30" Type="http://schemas.openxmlformats.org/officeDocument/2006/relationships/slideLayout" Target="../slideLayouts/slideLayout72.xml"/><Relationship Id="rId35" Type="http://schemas.openxmlformats.org/officeDocument/2006/relationships/slideLayout" Target="../slideLayouts/slideLayout77.xml"/><Relationship Id="rId43" Type="http://schemas.openxmlformats.org/officeDocument/2006/relationships/slideLayout" Target="../slideLayouts/slideLayout85.xml"/><Relationship Id="rId48" Type="http://schemas.openxmlformats.org/officeDocument/2006/relationships/slideLayout" Target="../slideLayouts/slideLayout90.xml"/><Relationship Id="rId56" Type="http://schemas.openxmlformats.org/officeDocument/2006/relationships/slideLayout" Target="../slideLayouts/slideLayout98.xml"/><Relationship Id="rId64" Type="http://schemas.openxmlformats.org/officeDocument/2006/relationships/slideLayout" Target="../slideLayouts/slideLayout106.xml"/><Relationship Id="rId69" Type="http://schemas.openxmlformats.org/officeDocument/2006/relationships/slideLayout" Target="../slideLayouts/slideLayout111.xml"/><Relationship Id="rId8" Type="http://schemas.openxmlformats.org/officeDocument/2006/relationships/slideLayout" Target="../slideLayouts/slideLayout50.xml"/><Relationship Id="rId51" Type="http://schemas.openxmlformats.org/officeDocument/2006/relationships/slideLayout" Target="../slideLayouts/slideLayout93.xml"/><Relationship Id="rId72" Type="http://schemas.openxmlformats.org/officeDocument/2006/relationships/tags" Target="../tags/tag7.xml"/><Relationship Id="rId3" Type="http://schemas.openxmlformats.org/officeDocument/2006/relationships/slideLayout" Target="../slideLayouts/slideLayout45.xml"/><Relationship Id="rId12" Type="http://schemas.openxmlformats.org/officeDocument/2006/relationships/slideLayout" Target="../slideLayouts/slideLayout54.xml"/><Relationship Id="rId17" Type="http://schemas.openxmlformats.org/officeDocument/2006/relationships/slideLayout" Target="../slideLayouts/slideLayout59.xml"/><Relationship Id="rId25" Type="http://schemas.openxmlformats.org/officeDocument/2006/relationships/slideLayout" Target="../slideLayouts/slideLayout67.xml"/><Relationship Id="rId33" Type="http://schemas.openxmlformats.org/officeDocument/2006/relationships/slideLayout" Target="../slideLayouts/slideLayout75.xml"/><Relationship Id="rId38" Type="http://schemas.openxmlformats.org/officeDocument/2006/relationships/slideLayout" Target="../slideLayouts/slideLayout80.xml"/><Relationship Id="rId46" Type="http://schemas.openxmlformats.org/officeDocument/2006/relationships/slideLayout" Target="../slideLayouts/slideLayout88.xml"/><Relationship Id="rId59" Type="http://schemas.openxmlformats.org/officeDocument/2006/relationships/slideLayout" Target="../slideLayouts/slideLayout101.xml"/><Relationship Id="rId67" Type="http://schemas.openxmlformats.org/officeDocument/2006/relationships/slideLayout" Target="../slideLayouts/slideLayout109.xml"/><Relationship Id="rId20" Type="http://schemas.openxmlformats.org/officeDocument/2006/relationships/slideLayout" Target="../slideLayouts/slideLayout62.xml"/><Relationship Id="rId41" Type="http://schemas.openxmlformats.org/officeDocument/2006/relationships/slideLayout" Target="../slideLayouts/slideLayout83.xml"/><Relationship Id="rId54" Type="http://schemas.openxmlformats.org/officeDocument/2006/relationships/slideLayout" Target="../slideLayouts/slideLayout96.xml"/><Relationship Id="rId62" Type="http://schemas.openxmlformats.org/officeDocument/2006/relationships/slideLayout" Target="../slideLayouts/slideLayout104.xml"/><Relationship Id="rId70" Type="http://schemas.openxmlformats.org/officeDocument/2006/relationships/theme" Target="../theme/theme2.xml"/><Relationship Id="rId1" Type="http://schemas.openxmlformats.org/officeDocument/2006/relationships/slideLayout" Target="../slideLayouts/slideLayout43.xml"/><Relationship Id="rId6" Type="http://schemas.openxmlformats.org/officeDocument/2006/relationships/slideLayout" Target="../slideLayouts/slideLayout48.xml"/><Relationship Id="rId15" Type="http://schemas.openxmlformats.org/officeDocument/2006/relationships/slideLayout" Target="../slideLayouts/slideLayout57.xml"/><Relationship Id="rId23" Type="http://schemas.openxmlformats.org/officeDocument/2006/relationships/slideLayout" Target="../slideLayouts/slideLayout65.xml"/><Relationship Id="rId28" Type="http://schemas.openxmlformats.org/officeDocument/2006/relationships/slideLayout" Target="../slideLayouts/slideLayout70.xml"/><Relationship Id="rId36" Type="http://schemas.openxmlformats.org/officeDocument/2006/relationships/slideLayout" Target="../slideLayouts/slideLayout78.xml"/><Relationship Id="rId49" Type="http://schemas.openxmlformats.org/officeDocument/2006/relationships/slideLayout" Target="../slideLayouts/slideLayout91.xml"/><Relationship Id="rId57" Type="http://schemas.openxmlformats.org/officeDocument/2006/relationships/slideLayout" Target="../slideLayouts/slideLayout99.xml"/><Relationship Id="rId10" Type="http://schemas.openxmlformats.org/officeDocument/2006/relationships/slideLayout" Target="../slideLayouts/slideLayout52.xml"/><Relationship Id="rId31" Type="http://schemas.openxmlformats.org/officeDocument/2006/relationships/slideLayout" Target="../slideLayouts/slideLayout73.xml"/><Relationship Id="rId44" Type="http://schemas.openxmlformats.org/officeDocument/2006/relationships/slideLayout" Target="../slideLayouts/slideLayout86.xml"/><Relationship Id="rId52" Type="http://schemas.openxmlformats.org/officeDocument/2006/relationships/slideLayout" Target="../slideLayouts/slideLayout94.xml"/><Relationship Id="rId60" Type="http://schemas.openxmlformats.org/officeDocument/2006/relationships/slideLayout" Target="../slideLayouts/slideLayout102.xml"/><Relationship Id="rId65" Type="http://schemas.openxmlformats.org/officeDocument/2006/relationships/slideLayout" Target="../slideLayouts/slideLayout107.xml"/><Relationship Id="rId73" Type="http://schemas.openxmlformats.org/officeDocument/2006/relationships/oleObject" Target="../embeddings/oleObject3.bin"/><Relationship Id="rId4" Type="http://schemas.openxmlformats.org/officeDocument/2006/relationships/slideLayout" Target="../slideLayouts/slideLayout46.xml"/><Relationship Id="rId9" Type="http://schemas.openxmlformats.org/officeDocument/2006/relationships/slideLayout" Target="../slideLayouts/slideLayout51.xml"/><Relationship Id="rId13" Type="http://schemas.openxmlformats.org/officeDocument/2006/relationships/slideLayout" Target="../slideLayouts/slideLayout55.xml"/><Relationship Id="rId18" Type="http://schemas.openxmlformats.org/officeDocument/2006/relationships/slideLayout" Target="../slideLayouts/slideLayout60.xml"/><Relationship Id="rId39" Type="http://schemas.openxmlformats.org/officeDocument/2006/relationships/slideLayout" Target="../slideLayouts/slideLayout81.xml"/><Relationship Id="rId34" Type="http://schemas.openxmlformats.org/officeDocument/2006/relationships/slideLayout" Target="../slideLayouts/slideLayout76.xml"/><Relationship Id="rId50" Type="http://schemas.openxmlformats.org/officeDocument/2006/relationships/slideLayout" Target="../slideLayouts/slideLayout92.xml"/><Relationship Id="rId55" Type="http://schemas.openxmlformats.org/officeDocument/2006/relationships/slideLayout" Target="../slideLayouts/slideLayout97.xml"/><Relationship Id="rId7" Type="http://schemas.openxmlformats.org/officeDocument/2006/relationships/slideLayout" Target="../slideLayouts/slideLayout49.xml"/><Relationship Id="rId71" Type="http://schemas.openxmlformats.org/officeDocument/2006/relationships/tags" Target="../tags/tag6.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124.xml"/><Relationship Id="rId18" Type="http://schemas.openxmlformats.org/officeDocument/2006/relationships/slideLayout" Target="../slideLayouts/slideLayout129.xml"/><Relationship Id="rId26" Type="http://schemas.openxmlformats.org/officeDocument/2006/relationships/slideLayout" Target="../slideLayouts/slideLayout137.xml"/><Relationship Id="rId3" Type="http://schemas.openxmlformats.org/officeDocument/2006/relationships/slideLayout" Target="../slideLayouts/slideLayout114.xml"/><Relationship Id="rId21" Type="http://schemas.openxmlformats.org/officeDocument/2006/relationships/slideLayout" Target="../slideLayouts/slideLayout132.xml"/><Relationship Id="rId34" Type="http://schemas.openxmlformats.org/officeDocument/2006/relationships/tags" Target="../tags/tag22.xml"/><Relationship Id="rId7" Type="http://schemas.openxmlformats.org/officeDocument/2006/relationships/slideLayout" Target="../slideLayouts/slideLayout118.xml"/><Relationship Id="rId12" Type="http://schemas.openxmlformats.org/officeDocument/2006/relationships/slideLayout" Target="../slideLayouts/slideLayout123.xml"/><Relationship Id="rId17" Type="http://schemas.openxmlformats.org/officeDocument/2006/relationships/slideLayout" Target="../slideLayouts/slideLayout128.xml"/><Relationship Id="rId25" Type="http://schemas.openxmlformats.org/officeDocument/2006/relationships/slideLayout" Target="../slideLayouts/slideLayout136.xml"/><Relationship Id="rId33" Type="http://schemas.openxmlformats.org/officeDocument/2006/relationships/theme" Target="../theme/theme3.xml"/><Relationship Id="rId2" Type="http://schemas.openxmlformats.org/officeDocument/2006/relationships/slideLayout" Target="../slideLayouts/slideLayout113.xml"/><Relationship Id="rId16" Type="http://schemas.openxmlformats.org/officeDocument/2006/relationships/slideLayout" Target="../slideLayouts/slideLayout127.xml"/><Relationship Id="rId20" Type="http://schemas.openxmlformats.org/officeDocument/2006/relationships/slideLayout" Target="../slideLayouts/slideLayout131.xml"/><Relationship Id="rId29" Type="http://schemas.openxmlformats.org/officeDocument/2006/relationships/slideLayout" Target="../slideLayouts/slideLayout140.xml"/><Relationship Id="rId1" Type="http://schemas.openxmlformats.org/officeDocument/2006/relationships/slideLayout" Target="../slideLayouts/slideLayout112.xml"/><Relationship Id="rId6" Type="http://schemas.openxmlformats.org/officeDocument/2006/relationships/slideLayout" Target="../slideLayouts/slideLayout117.xml"/><Relationship Id="rId11" Type="http://schemas.openxmlformats.org/officeDocument/2006/relationships/slideLayout" Target="../slideLayouts/slideLayout122.xml"/><Relationship Id="rId24" Type="http://schemas.openxmlformats.org/officeDocument/2006/relationships/slideLayout" Target="../slideLayouts/slideLayout135.xml"/><Relationship Id="rId32" Type="http://schemas.openxmlformats.org/officeDocument/2006/relationships/slideLayout" Target="../slideLayouts/slideLayout143.xml"/><Relationship Id="rId5" Type="http://schemas.openxmlformats.org/officeDocument/2006/relationships/slideLayout" Target="../slideLayouts/slideLayout116.xml"/><Relationship Id="rId15" Type="http://schemas.openxmlformats.org/officeDocument/2006/relationships/slideLayout" Target="../slideLayouts/slideLayout126.xml"/><Relationship Id="rId23" Type="http://schemas.openxmlformats.org/officeDocument/2006/relationships/slideLayout" Target="../slideLayouts/slideLayout134.xml"/><Relationship Id="rId28" Type="http://schemas.openxmlformats.org/officeDocument/2006/relationships/slideLayout" Target="../slideLayouts/slideLayout139.xml"/><Relationship Id="rId36" Type="http://schemas.openxmlformats.org/officeDocument/2006/relationships/image" Target="../media/image1.emf"/><Relationship Id="rId10" Type="http://schemas.openxmlformats.org/officeDocument/2006/relationships/slideLayout" Target="../slideLayouts/slideLayout121.xml"/><Relationship Id="rId19" Type="http://schemas.openxmlformats.org/officeDocument/2006/relationships/slideLayout" Target="../slideLayouts/slideLayout130.xml"/><Relationship Id="rId31" Type="http://schemas.openxmlformats.org/officeDocument/2006/relationships/slideLayout" Target="../slideLayouts/slideLayout142.xml"/><Relationship Id="rId4" Type="http://schemas.openxmlformats.org/officeDocument/2006/relationships/slideLayout" Target="../slideLayouts/slideLayout115.xml"/><Relationship Id="rId9" Type="http://schemas.openxmlformats.org/officeDocument/2006/relationships/slideLayout" Target="../slideLayouts/slideLayout120.xml"/><Relationship Id="rId14" Type="http://schemas.openxmlformats.org/officeDocument/2006/relationships/slideLayout" Target="../slideLayouts/slideLayout125.xml"/><Relationship Id="rId22" Type="http://schemas.openxmlformats.org/officeDocument/2006/relationships/slideLayout" Target="../slideLayouts/slideLayout133.xml"/><Relationship Id="rId27" Type="http://schemas.openxmlformats.org/officeDocument/2006/relationships/slideLayout" Target="../slideLayouts/slideLayout138.xml"/><Relationship Id="rId30" Type="http://schemas.openxmlformats.org/officeDocument/2006/relationships/slideLayout" Target="../slideLayouts/slideLayout141.xml"/><Relationship Id="rId35" Type="http://schemas.openxmlformats.org/officeDocument/2006/relationships/oleObject" Target="../embeddings/oleObject11.bin"/><Relationship Id="rId8" Type="http://schemas.openxmlformats.org/officeDocument/2006/relationships/slideLayout" Target="../slideLayouts/slideLayout119.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156.xml"/><Relationship Id="rId18" Type="http://schemas.openxmlformats.org/officeDocument/2006/relationships/slideLayout" Target="../slideLayouts/slideLayout161.xml"/><Relationship Id="rId26" Type="http://schemas.openxmlformats.org/officeDocument/2006/relationships/slideLayout" Target="../slideLayouts/slideLayout169.xml"/><Relationship Id="rId39" Type="http://schemas.openxmlformats.org/officeDocument/2006/relationships/slideLayout" Target="../slideLayouts/slideLayout182.xml"/><Relationship Id="rId21" Type="http://schemas.openxmlformats.org/officeDocument/2006/relationships/slideLayout" Target="../slideLayouts/slideLayout164.xml"/><Relationship Id="rId34" Type="http://schemas.openxmlformats.org/officeDocument/2006/relationships/slideLayout" Target="../slideLayouts/slideLayout177.xml"/><Relationship Id="rId42" Type="http://schemas.openxmlformats.org/officeDocument/2006/relationships/slideLayout" Target="../slideLayouts/slideLayout185.xml"/><Relationship Id="rId47" Type="http://schemas.openxmlformats.org/officeDocument/2006/relationships/image" Target="../media/image1.emf"/><Relationship Id="rId7" Type="http://schemas.openxmlformats.org/officeDocument/2006/relationships/slideLayout" Target="../slideLayouts/slideLayout150.xml"/><Relationship Id="rId2" Type="http://schemas.openxmlformats.org/officeDocument/2006/relationships/slideLayout" Target="../slideLayouts/slideLayout145.xml"/><Relationship Id="rId16" Type="http://schemas.openxmlformats.org/officeDocument/2006/relationships/slideLayout" Target="../slideLayouts/slideLayout159.xml"/><Relationship Id="rId29" Type="http://schemas.openxmlformats.org/officeDocument/2006/relationships/slideLayout" Target="../slideLayouts/slideLayout172.xml"/><Relationship Id="rId1" Type="http://schemas.openxmlformats.org/officeDocument/2006/relationships/slideLayout" Target="../slideLayouts/slideLayout144.xml"/><Relationship Id="rId6" Type="http://schemas.openxmlformats.org/officeDocument/2006/relationships/slideLayout" Target="../slideLayouts/slideLayout149.xml"/><Relationship Id="rId11" Type="http://schemas.openxmlformats.org/officeDocument/2006/relationships/slideLayout" Target="../slideLayouts/slideLayout154.xml"/><Relationship Id="rId24" Type="http://schemas.openxmlformats.org/officeDocument/2006/relationships/slideLayout" Target="../slideLayouts/slideLayout167.xml"/><Relationship Id="rId32" Type="http://schemas.openxmlformats.org/officeDocument/2006/relationships/slideLayout" Target="../slideLayouts/slideLayout175.xml"/><Relationship Id="rId37" Type="http://schemas.openxmlformats.org/officeDocument/2006/relationships/slideLayout" Target="../slideLayouts/slideLayout180.xml"/><Relationship Id="rId40" Type="http://schemas.openxmlformats.org/officeDocument/2006/relationships/slideLayout" Target="../slideLayouts/slideLayout183.xml"/><Relationship Id="rId45" Type="http://schemas.openxmlformats.org/officeDocument/2006/relationships/tags" Target="../tags/tag23.xml"/><Relationship Id="rId5" Type="http://schemas.openxmlformats.org/officeDocument/2006/relationships/slideLayout" Target="../slideLayouts/slideLayout148.xml"/><Relationship Id="rId15" Type="http://schemas.openxmlformats.org/officeDocument/2006/relationships/slideLayout" Target="../slideLayouts/slideLayout158.xml"/><Relationship Id="rId23" Type="http://schemas.openxmlformats.org/officeDocument/2006/relationships/slideLayout" Target="../slideLayouts/slideLayout166.xml"/><Relationship Id="rId28" Type="http://schemas.openxmlformats.org/officeDocument/2006/relationships/slideLayout" Target="../slideLayouts/slideLayout171.xml"/><Relationship Id="rId36" Type="http://schemas.openxmlformats.org/officeDocument/2006/relationships/slideLayout" Target="../slideLayouts/slideLayout179.xml"/><Relationship Id="rId10" Type="http://schemas.openxmlformats.org/officeDocument/2006/relationships/slideLayout" Target="../slideLayouts/slideLayout153.xml"/><Relationship Id="rId19" Type="http://schemas.openxmlformats.org/officeDocument/2006/relationships/slideLayout" Target="../slideLayouts/slideLayout162.xml"/><Relationship Id="rId31" Type="http://schemas.openxmlformats.org/officeDocument/2006/relationships/slideLayout" Target="../slideLayouts/slideLayout174.xml"/><Relationship Id="rId44" Type="http://schemas.openxmlformats.org/officeDocument/2006/relationships/theme" Target="../theme/theme4.xml"/><Relationship Id="rId4" Type="http://schemas.openxmlformats.org/officeDocument/2006/relationships/slideLayout" Target="../slideLayouts/slideLayout147.xml"/><Relationship Id="rId9" Type="http://schemas.openxmlformats.org/officeDocument/2006/relationships/slideLayout" Target="../slideLayouts/slideLayout152.xml"/><Relationship Id="rId14" Type="http://schemas.openxmlformats.org/officeDocument/2006/relationships/slideLayout" Target="../slideLayouts/slideLayout157.xml"/><Relationship Id="rId22" Type="http://schemas.openxmlformats.org/officeDocument/2006/relationships/slideLayout" Target="../slideLayouts/slideLayout165.xml"/><Relationship Id="rId27" Type="http://schemas.openxmlformats.org/officeDocument/2006/relationships/slideLayout" Target="../slideLayouts/slideLayout170.xml"/><Relationship Id="rId30" Type="http://schemas.openxmlformats.org/officeDocument/2006/relationships/slideLayout" Target="../slideLayouts/slideLayout173.xml"/><Relationship Id="rId35" Type="http://schemas.openxmlformats.org/officeDocument/2006/relationships/slideLayout" Target="../slideLayouts/slideLayout178.xml"/><Relationship Id="rId43" Type="http://schemas.openxmlformats.org/officeDocument/2006/relationships/slideLayout" Target="../slideLayouts/slideLayout186.xml"/><Relationship Id="rId8" Type="http://schemas.openxmlformats.org/officeDocument/2006/relationships/slideLayout" Target="../slideLayouts/slideLayout151.xml"/><Relationship Id="rId3" Type="http://schemas.openxmlformats.org/officeDocument/2006/relationships/slideLayout" Target="../slideLayouts/slideLayout146.xml"/><Relationship Id="rId12" Type="http://schemas.openxmlformats.org/officeDocument/2006/relationships/slideLayout" Target="../slideLayouts/slideLayout155.xml"/><Relationship Id="rId17" Type="http://schemas.openxmlformats.org/officeDocument/2006/relationships/slideLayout" Target="../slideLayouts/slideLayout160.xml"/><Relationship Id="rId25" Type="http://schemas.openxmlformats.org/officeDocument/2006/relationships/slideLayout" Target="../slideLayouts/slideLayout168.xml"/><Relationship Id="rId33" Type="http://schemas.openxmlformats.org/officeDocument/2006/relationships/slideLayout" Target="../slideLayouts/slideLayout176.xml"/><Relationship Id="rId38" Type="http://schemas.openxmlformats.org/officeDocument/2006/relationships/slideLayout" Target="../slideLayouts/slideLayout181.xml"/><Relationship Id="rId46" Type="http://schemas.openxmlformats.org/officeDocument/2006/relationships/oleObject" Target="../embeddings/oleObject12.bin"/><Relationship Id="rId20" Type="http://schemas.openxmlformats.org/officeDocument/2006/relationships/slideLayout" Target="../slideLayouts/slideLayout163.xml"/><Relationship Id="rId41" Type="http://schemas.openxmlformats.org/officeDocument/2006/relationships/slideLayout" Target="../slideLayouts/slideLayout18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44"/>
            </p:custDataLst>
            <p:extLst>
              <p:ext uri="{D42A27DB-BD31-4B8C-83A1-F6EECF244321}">
                <p14:modId xmlns:p14="http://schemas.microsoft.com/office/powerpoint/2010/main" val="434483267"/>
              </p:ext>
            </p:extLst>
          </p:nvPr>
        </p:nvGraphicFramePr>
        <p:xfrm>
          <a:off x="2122" y="1592"/>
          <a:ext cx="2117" cy="1587"/>
        </p:xfrm>
        <a:graphic>
          <a:graphicData uri="http://schemas.openxmlformats.org/presentationml/2006/ole">
            <mc:AlternateContent xmlns:mc="http://schemas.openxmlformats.org/markup-compatibility/2006">
              <mc:Choice xmlns:v="urn:schemas-microsoft-com:vml" Requires="v">
                <p:oleObj name="think-cell Slide" r:id="rId46" imgW="270" imgH="270" progId="TCLayout.ActiveDocument.1">
                  <p:embed/>
                </p:oleObj>
              </mc:Choice>
              <mc:Fallback>
                <p:oleObj name="think-cell Slide" r:id="rId46" imgW="270" imgH="270" progId="TCLayout.ActiveDocument.1">
                  <p:embed/>
                  <p:pic>
                    <p:nvPicPr>
                      <p:cNvPr id="4" name="Object 3" hidden="1"/>
                      <p:cNvPicPr/>
                      <p:nvPr/>
                    </p:nvPicPr>
                    <p:blipFill>
                      <a:blip r:embed="rId47"/>
                      <a:stretch>
                        <a:fillRect/>
                      </a:stretch>
                    </p:blipFill>
                    <p:spPr>
                      <a:xfrm>
                        <a:off x="2122" y="1592"/>
                        <a:ext cx="2117" cy="1587"/>
                      </a:xfrm>
                      <a:prstGeom prst="rect">
                        <a:avLst/>
                      </a:prstGeom>
                    </p:spPr>
                  </p:pic>
                </p:oleObj>
              </mc:Fallback>
            </mc:AlternateContent>
          </a:graphicData>
        </a:graphic>
      </p:graphicFrame>
      <p:sp>
        <p:nvSpPr>
          <p:cNvPr id="5" name="Rectangle 4" hidden="1"/>
          <p:cNvSpPr/>
          <p:nvPr userDrawn="1">
            <p:custDataLst>
              <p:tags r:id="rId45"/>
            </p:custDataLst>
          </p:nvPr>
        </p:nvSpPr>
        <p:spPr bwMode="gray">
          <a:xfrm>
            <a:off x="0" y="0"/>
            <a:ext cx="140074" cy="140074"/>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lvl="0" indent="0" algn="ctr" eaLnBrk="1">
              <a:lnSpc>
                <a:spcPct val="106000"/>
              </a:lnSpc>
              <a:buFont typeface="Wingdings 2" pitchFamily="18" charset="2"/>
              <a:buNone/>
            </a:pPr>
            <a:endParaRPr lang="en-US" sz="2667"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Placeholder 1"/>
          <p:cNvSpPr>
            <a:spLocks noGrp="1"/>
          </p:cNvSpPr>
          <p:nvPr>
            <p:ph type="title"/>
          </p:nvPr>
        </p:nvSpPr>
        <p:spPr bwMode="gray">
          <a:xfrm>
            <a:off x="501654" y="317505"/>
            <a:ext cx="11188700" cy="692150"/>
          </a:xfrm>
          <a:prstGeom prst="rect">
            <a:avLst/>
          </a:prstGeom>
        </p:spPr>
        <p:txBody>
          <a:bodyPr vert="horz" lIns="0" tIns="0" rIns="0" bIns="0" rtlCol="0" anchor="t" anchorCtr="0">
            <a:noAutofit/>
          </a:bodyPr>
          <a:lstStyle/>
          <a:p>
            <a:r>
              <a:rPr lang="en-US" noProof="0"/>
              <a:t>Click to edit Master title style</a:t>
            </a:r>
          </a:p>
        </p:txBody>
      </p:sp>
      <p:sp>
        <p:nvSpPr>
          <p:cNvPr id="18" name="TextBox 17"/>
          <p:cNvSpPr txBox="1"/>
          <p:nvPr userDrawn="1"/>
        </p:nvSpPr>
        <p:spPr>
          <a:xfrm>
            <a:off x="501645" y="6580893"/>
            <a:ext cx="5355169" cy="201260"/>
          </a:xfrm>
          <a:prstGeom prst="rect">
            <a:avLst/>
          </a:prstGeom>
          <a:noFill/>
        </p:spPr>
        <p:txBody>
          <a:bodyPr wrap="square" lIns="0" tIns="0" rIns="0" bIns="0" rtlCol="0" anchor="ctr">
            <a:noAutofit/>
          </a:bodyPr>
          <a:lstStyle/>
          <a:p>
            <a:pPr>
              <a:spcBef>
                <a:spcPts val="800"/>
              </a:spcBef>
              <a:buSzPct val="100000"/>
              <a:buFont typeface="Arial"/>
              <a:buNone/>
            </a:pPr>
            <a:r>
              <a:rPr lang="fr-FR" sz="800">
                <a:solidFill>
                  <a:prstClr val="black"/>
                </a:solidFill>
                <a:latin typeface="Arial" panose="020B0604020202020204" pitchFamily="34" charset="0"/>
                <a:cs typeface="Arial" panose="020B0604020202020204" pitchFamily="34" charset="0"/>
              </a:rPr>
              <a:t>© 2025 Deloitte Touche Tohmatsu India LLP</a:t>
            </a:r>
          </a:p>
        </p:txBody>
      </p:sp>
      <p:sp>
        <p:nvSpPr>
          <p:cNvPr id="19" name="Text Placeholder 18"/>
          <p:cNvSpPr>
            <a:spLocks noGrp="1"/>
          </p:cNvSpPr>
          <p:nvPr>
            <p:ph type="body" idx="1"/>
          </p:nvPr>
        </p:nvSpPr>
        <p:spPr>
          <a:xfrm>
            <a:off x="501653" y="1665290"/>
            <a:ext cx="11188700" cy="4716462"/>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Box 2"/>
          <p:cNvSpPr txBox="1"/>
          <p:nvPr userDrawn="1"/>
        </p:nvSpPr>
        <p:spPr>
          <a:xfrm>
            <a:off x="11382379" y="6629406"/>
            <a:ext cx="307976" cy="100027"/>
          </a:xfrm>
          <a:prstGeom prst="rect">
            <a:avLst/>
          </a:prstGeom>
          <a:noFill/>
        </p:spPr>
        <p:txBody>
          <a:bodyPr wrap="square" lIns="0" tIns="0" rIns="0" bIns="0" rtlCol="0">
            <a:noAutofit/>
          </a:bodyPr>
          <a:lstStyle/>
          <a:p>
            <a:pPr algn="r">
              <a:spcBef>
                <a:spcPts val="800"/>
              </a:spcBef>
              <a:buSzPct val="100000"/>
              <a:buFont typeface="Arial"/>
              <a:buNone/>
            </a:pPr>
            <a:fld id="{C58DF478-B544-4ED8-9ED4-6A2648E2D233}" type="slidenum">
              <a:rPr lang="en-US" sz="867" smtClean="0">
                <a:solidFill>
                  <a:prstClr val="black"/>
                </a:solidFill>
              </a:rPr>
              <a:pPr algn="r">
                <a:spcBef>
                  <a:spcPts val="800"/>
                </a:spcBef>
                <a:buSzPct val="100000"/>
                <a:buFont typeface="Arial"/>
                <a:buNone/>
              </a:pPr>
              <a:t>‹#›</a:t>
            </a:fld>
            <a:endParaRPr lang="en-US" sz="867">
              <a:solidFill>
                <a:prstClr val="black"/>
              </a:solidFill>
            </a:endParaRPr>
          </a:p>
        </p:txBody>
      </p:sp>
    </p:spTree>
    <p:extLst>
      <p:ext uri="{BB962C8B-B14F-4D97-AF65-F5344CB8AC3E}">
        <p14:creationId xmlns:p14="http://schemas.microsoft.com/office/powerpoint/2010/main" val="1090200441"/>
      </p:ext>
    </p:extLst>
  </p:cSld>
  <p:clrMap bg1="lt1" tx1="dk1" bg2="lt2" tx2="dk2" accent1="accent1" accent2="accent2" accent3="accent3" accent4="accent4" accent5="accent5" accent6="accent6" hlink="hlink" folHlink="folHlink"/>
  <p:sldLayoutIdLst>
    <p:sldLayoutId id="2147484176" r:id="rId1"/>
    <p:sldLayoutId id="2147484177" r:id="rId2"/>
    <p:sldLayoutId id="2147484178" r:id="rId3"/>
    <p:sldLayoutId id="2147484179" r:id="rId4"/>
    <p:sldLayoutId id="2147484180" r:id="rId5"/>
    <p:sldLayoutId id="2147484181" r:id="rId6"/>
    <p:sldLayoutId id="2147484182" r:id="rId7"/>
    <p:sldLayoutId id="2147484183" r:id="rId8"/>
    <p:sldLayoutId id="2147484184" r:id="rId9"/>
    <p:sldLayoutId id="2147484185" r:id="rId10"/>
    <p:sldLayoutId id="2147484186" r:id="rId11"/>
    <p:sldLayoutId id="2147484187" r:id="rId12"/>
    <p:sldLayoutId id="2147484188" r:id="rId13"/>
    <p:sldLayoutId id="2147484189" r:id="rId14"/>
    <p:sldLayoutId id="2147484190" r:id="rId15"/>
    <p:sldLayoutId id="2147484191" r:id="rId16"/>
    <p:sldLayoutId id="2147484192" r:id="rId17"/>
    <p:sldLayoutId id="2147484193" r:id="rId18"/>
    <p:sldLayoutId id="2147484194" r:id="rId19"/>
    <p:sldLayoutId id="2147484195" r:id="rId20"/>
    <p:sldLayoutId id="2147484196" r:id="rId21"/>
    <p:sldLayoutId id="2147484197" r:id="rId22"/>
    <p:sldLayoutId id="2147484198" r:id="rId23"/>
    <p:sldLayoutId id="2147484199" r:id="rId24"/>
    <p:sldLayoutId id="2147484200" r:id="rId25"/>
    <p:sldLayoutId id="2147484201" r:id="rId26"/>
    <p:sldLayoutId id="2147484202" r:id="rId27"/>
    <p:sldLayoutId id="2147484203" r:id="rId28"/>
    <p:sldLayoutId id="2147484204" r:id="rId29"/>
    <p:sldLayoutId id="2147484205" r:id="rId30"/>
    <p:sldLayoutId id="2147484206" r:id="rId31"/>
    <p:sldLayoutId id="2147484207" r:id="rId32"/>
    <p:sldLayoutId id="2147484208" r:id="rId33"/>
    <p:sldLayoutId id="2147484209" r:id="rId34"/>
    <p:sldLayoutId id="2147484210" r:id="rId35"/>
    <p:sldLayoutId id="2147484211" r:id="rId36"/>
    <p:sldLayoutId id="2147484212" r:id="rId37"/>
    <p:sldLayoutId id="2147484213" r:id="rId38"/>
    <p:sldLayoutId id="2147484214" r:id="rId39"/>
    <p:sldLayoutId id="2147484215" r:id="rId40"/>
    <p:sldLayoutId id="2147484216" r:id="rId41"/>
    <p:sldLayoutId id="2147484217" r:id="rId42"/>
  </p:sldLayoutIdLst>
  <p:transition>
    <p:fade/>
  </p:transition>
  <p:hf hdr="0" dt="0"/>
  <p:txStyles>
    <p:titleStyle>
      <a:lvl1pPr algn="l" defTabSz="1219144" rtl="0" eaLnBrk="1" latinLnBrk="0" hangingPunct="1">
        <a:spcBef>
          <a:spcPct val="0"/>
        </a:spcBef>
        <a:buNone/>
        <a:defRPr sz="2667" kern="1200">
          <a:solidFill>
            <a:schemeClr val="tx1"/>
          </a:solidFill>
          <a:latin typeface="+mj-lt"/>
          <a:ea typeface="+mj-ea"/>
          <a:cs typeface="+mj-cs"/>
        </a:defRPr>
      </a:lvl1pPr>
    </p:titleStyle>
    <p:bodyStyle>
      <a:lvl1pPr marL="0" indent="0" algn="l" defTabSz="1219144"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144"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189" indent="-235189" algn="l" defTabSz="1219144"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178" indent="-235189" algn="l" defTabSz="1219144"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367" indent="-235189" algn="l" defTabSz="1064636"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367" indent="-235189" algn="l" defTabSz="1219144"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67" indent="-235189" algn="l" defTabSz="1219144"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67" indent="-235189" algn="l" defTabSz="1219144"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67" indent="-235189" algn="l" defTabSz="1219144"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144" rtl="0" eaLnBrk="1" latinLnBrk="0" hangingPunct="1">
        <a:defRPr sz="2399" kern="1200">
          <a:solidFill>
            <a:schemeClr val="tx1"/>
          </a:solidFill>
          <a:latin typeface="+mn-lt"/>
          <a:ea typeface="+mn-ea"/>
          <a:cs typeface="+mn-cs"/>
        </a:defRPr>
      </a:lvl1pPr>
      <a:lvl2pPr marL="609573" algn="l" defTabSz="1219144" rtl="0" eaLnBrk="1" latinLnBrk="0" hangingPunct="1">
        <a:defRPr sz="2399" kern="1200">
          <a:solidFill>
            <a:schemeClr val="tx1"/>
          </a:solidFill>
          <a:latin typeface="+mn-lt"/>
          <a:ea typeface="+mn-ea"/>
          <a:cs typeface="+mn-cs"/>
        </a:defRPr>
      </a:lvl2pPr>
      <a:lvl3pPr marL="1219144" algn="l" defTabSz="1219144" rtl="0" eaLnBrk="1" latinLnBrk="0" hangingPunct="1">
        <a:defRPr sz="2399" kern="1200">
          <a:solidFill>
            <a:schemeClr val="tx1"/>
          </a:solidFill>
          <a:latin typeface="+mn-lt"/>
          <a:ea typeface="+mn-ea"/>
          <a:cs typeface="+mn-cs"/>
        </a:defRPr>
      </a:lvl3pPr>
      <a:lvl4pPr marL="1828717" algn="l" defTabSz="1219144" rtl="0" eaLnBrk="1" latinLnBrk="0" hangingPunct="1">
        <a:defRPr sz="2399" kern="1200">
          <a:solidFill>
            <a:schemeClr val="tx1"/>
          </a:solidFill>
          <a:latin typeface="+mn-lt"/>
          <a:ea typeface="+mn-ea"/>
          <a:cs typeface="+mn-cs"/>
        </a:defRPr>
      </a:lvl4pPr>
      <a:lvl5pPr marL="2438289" algn="l" defTabSz="1219144" rtl="0" eaLnBrk="1" latinLnBrk="0" hangingPunct="1">
        <a:defRPr sz="2399" kern="1200">
          <a:solidFill>
            <a:schemeClr val="tx1"/>
          </a:solidFill>
          <a:latin typeface="+mn-lt"/>
          <a:ea typeface="+mn-ea"/>
          <a:cs typeface="+mn-cs"/>
        </a:defRPr>
      </a:lvl5pPr>
      <a:lvl6pPr marL="3047862" algn="l" defTabSz="1219144" rtl="0" eaLnBrk="1" latinLnBrk="0" hangingPunct="1">
        <a:defRPr sz="2399" kern="1200">
          <a:solidFill>
            <a:schemeClr val="tx1"/>
          </a:solidFill>
          <a:latin typeface="+mn-lt"/>
          <a:ea typeface="+mn-ea"/>
          <a:cs typeface="+mn-cs"/>
        </a:defRPr>
      </a:lvl6pPr>
      <a:lvl7pPr marL="3657433" algn="l" defTabSz="1219144" rtl="0" eaLnBrk="1" latinLnBrk="0" hangingPunct="1">
        <a:defRPr sz="2399" kern="1200">
          <a:solidFill>
            <a:schemeClr val="tx1"/>
          </a:solidFill>
          <a:latin typeface="+mn-lt"/>
          <a:ea typeface="+mn-ea"/>
          <a:cs typeface="+mn-cs"/>
        </a:defRPr>
      </a:lvl7pPr>
      <a:lvl8pPr marL="4267005" algn="l" defTabSz="1219144" rtl="0" eaLnBrk="1" latinLnBrk="0" hangingPunct="1">
        <a:defRPr sz="2399" kern="1200">
          <a:solidFill>
            <a:schemeClr val="tx1"/>
          </a:solidFill>
          <a:latin typeface="+mn-lt"/>
          <a:ea typeface="+mn-ea"/>
          <a:cs typeface="+mn-cs"/>
        </a:defRPr>
      </a:lvl8pPr>
      <a:lvl9pPr marL="4876579" algn="l" defTabSz="1219144" rtl="0" eaLnBrk="1" latinLnBrk="0" hangingPunct="1">
        <a:defRPr sz="2399"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556">
          <p15:clr>
            <a:srgbClr val="F26B43"/>
          </p15:clr>
        </p15:guide>
        <p15:guide id="2" pos="359">
          <p15:clr>
            <a:srgbClr val="F26B43"/>
          </p15:clr>
        </p15:guide>
        <p15:guide id="3" pos="8345">
          <p15:clr>
            <a:srgbClr val="F26B43"/>
          </p15:clr>
        </p15:guide>
        <p15:guide id="4" orient="horz" pos="227">
          <p15:clr>
            <a:srgbClr val="F26B43"/>
          </p15:clr>
        </p15:guide>
        <p15:guide id="5" orient="horz" pos="1189">
          <p15:clr>
            <a:srgbClr val="F26B43"/>
          </p15:clr>
        </p15:guide>
        <p15:guide id="6" orient="horz" pos="725">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71"/>
            </p:custDataLst>
            <p:extLst>
              <p:ext uri="{D42A27DB-BD31-4B8C-83A1-F6EECF244321}">
                <p14:modId xmlns:p14="http://schemas.microsoft.com/office/powerpoint/2010/main" val="610448718"/>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73" imgW="270" imgH="270" progId="TCLayout.ActiveDocument.1">
                  <p:embed/>
                </p:oleObj>
              </mc:Choice>
              <mc:Fallback>
                <p:oleObj name="think-cell Slide" r:id="rId73" imgW="270" imgH="270" progId="TCLayout.ActiveDocument.1">
                  <p:embed/>
                  <p:pic>
                    <p:nvPicPr>
                      <p:cNvPr id="4" name="Object 3" hidden="1"/>
                      <p:cNvPicPr/>
                      <p:nvPr/>
                    </p:nvPicPr>
                    <p:blipFill>
                      <a:blip r:embed="rId74"/>
                      <a:stretch>
                        <a:fillRect/>
                      </a:stretch>
                    </p:blipFill>
                    <p:spPr>
                      <a:xfrm>
                        <a:off x="2118" y="1589"/>
                        <a:ext cx="2116" cy="1587"/>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E77A6D44-03D8-4B5C-A44F-DFA19D29D686}"/>
              </a:ext>
            </a:extLst>
          </p:cNvPr>
          <p:cNvSpPr/>
          <p:nvPr userDrawn="1">
            <p:custDataLst>
              <p:tags r:id="rId7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lvl="0" indent="0" algn="ctr">
              <a:lnSpc>
                <a:spcPct val="106000"/>
              </a:lnSpc>
              <a:buFont typeface="Wingdings 2" pitchFamily="18" charset="2"/>
              <a:buNone/>
            </a:pPr>
            <a:endParaRPr lang="en-US" sz="2100" b="0" i="0" baseline="0">
              <a:solidFill>
                <a:schemeClr val="bg1"/>
              </a:solidFill>
              <a:latin typeface="Calibri" panose="020F0502020204030204" pitchFamily="34" charset="0"/>
              <a:ea typeface="+mj-ea"/>
              <a:cs typeface="Calibri Light" panose="020F0302020204030204" pitchFamily="34" charset="0"/>
              <a:sym typeface="Calibri" panose="020F0502020204030204" pitchFamily="34" charset="0"/>
            </a:endParaRPr>
          </a:p>
        </p:txBody>
      </p:sp>
      <p:sp>
        <p:nvSpPr>
          <p:cNvPr id="2" name="Title Placeholder 1"/>
          <p:cNvSpPr>
            <a:spLocks noGrp="1"/>
          </p:cNvSpPr>
          <p:nvPr>
            <p:ph type="title"/>
          </p:nvPr>
        </p:nvSpPr>
        <p:spPr bwMode="gray">
          <a:xfrm>
            <a:off x="501651" y="317501"/>
            <a:ext cx="11188700" cy="309820"/>
          </a:xfrm>
          <a:prstGeom prst="rect">
            <a:avLst/>
          </a:prstGeom>
        </p:spPr>
        <p:txBody>
          <a:bodyPr vert="horz" lIns="0" tIns="0" rIns="0" bIns="0" rtlCol="0" anchor="t" anchorCtr="0">
            <a:noAutofit/>
          </a:bodyPr>
          <a:lstStyle/>
          <a:p>
            <a:r>
              <a:rPr lang="en-US" noProof="0"/>
              <a:t>Click to edit Master title style</a:t>
            </a:r>
          </a:p>
        </p:txBody>
      </p:sp>
      <p:sp>
        <p:nvSpPr>
          <p:cNvPr id="18" name="Copyright"/>
          <p:cNvSpPr txBox="1"/>
          <p:nvPr/>
        </p:nvSpPr>
        <p:spPr>
          <a:xfrm>
            <a:off x="501650" y="6592306"/>
            <a:ext cx="5355168" cy="123111"/>
          </a:xfrm>
          <a:prstGeom prst="rect">
            <a:avLst/>
          </a:prstGeom>
          <a:noFill/>
        </p:spPr>
        <p:txBody>
          <a:bodyPr wrap="square" lIns="0" tIns="0" rIns="0" bIns="0" rtlCol="0" anchor="ctr">
            <a:spAutoFit/>
          </a:bodyPr>
          <a:lstStyle/>
          <a:p>
            <a:pPr marL="0" indent="0">
              <a:spcBef>
                <a:spcPts val="600"/>
              </a:spcBef>
              <a:buSzPct val="100000"/>
              <a:buFont typeface="Arial"/>
              <a:buNone/>
            </a:pPr>
            <a:r>
              <a:rPr lang="fr-FR" sz="800" noProof="0">
                <a:solidFill>
                  <a:schemeClr val="tx1"/>
                </a:solidFill>
                <a:latin typeface="Arial" panose="020B0604020202020204" pitchFamily="34" charset="0"/>
                <a:cs typeface="Arial" panose="020B0604020202020204" pitchFamily="34" charset="0"/>
              </a:rPr>
              <a:t>© 2025 Deloitte Touche Tohmatsu India LLP </a:t>
            </a:r>
          </a:p>
        </p:txBody>
      </p:sp>
      <p:sp>
        <p:nvSpPr>
          <p:cNvPr id="19" name="Text Placeholder 18"/>
          <p:cNvSpPr>
            <a:spLocks noGrp="1"/>
          </p:cNvSpPr>
          <p:nvPr>
            <p:ph type="body" idx="1"/>
          </p:nvPr>
        </p:nvSpPr>
        <p:spPr>
          <a:xfrm>
            <a:off x="501650" y="1665289"/>
            <a:ext cx="11188700" cy="4716462"/>
          </a:xfrm>
          <a:prstGeom prst="rect">
            <a:avLst/>
          </a:prstGeom>
        </p:spPr>
        <p:txBody>
          <a:bodyPr vert="horz" lIns="0" tIns="0" rIns="0" bIns="0" rtlCol="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Rectangle 2">
            <a:extLst>
              <a:ext uri="{FF2B5EF4-FFF2-40B4-BE49-F238E27FC236}">
                <a16:creationId xmlns:a16="http://schemas.microsoft.com/office/drawing/2014/main" id="{C69DBDC7-DF0D-40FE-8DE0-1C33F8DF42EC}"/>
              </a:ext>
            </a:extLst>
          </p:cNvPr>
          <p:cNvSpPr/>
          <p:nvPr/>
        </p:nvSpPr>
        <p:spPr>
          <a:xfrm>
            <a:off x="11555698" y="6576919"/>
            <a:ext cx="157094" cy="153888"/>
          </a:xfrm>
          <a:prstGeom prst="rect">
            <a:avLst/>
          </a:prstGeom>
        </p:spPr>
        <p:txBody>
          <a:bodyPr wrap="none" lIns="0" tIns="0" rIns="0" bIns="0">
            <a:spAutoFit/>
          </a:bodyPr>
          <a:lstStyle/>
          <a:p>
            <a:fld id="{C58DF478-B544-4ED8-9ED4-6A2648E2D233}" type="slidenum">
              <a:rPr lang="en-US" sz="1000" noProof="0" smtClean="0">
                <a:solidFill>
                  <a:schemeClr val="tx1"/>
                </a:solidFill>
                <a:latin typeface="Arial" panose="020B0604020202020204" pitchFamily="34" charset="0"/>
                <a:cs typeface="Arial" panose="020B0604020202020204" pitchFamily="34" charset="0"/>
              </a:rPr>
              <a:pPr/>
              <a:t>‹#›</a:t>
            </a:fld>
            <a:endParaRPr lang="en-US" sz="9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94703440"/>
      </p:ext>
    </p:extLst>
  </p:cSld>
  <p:clrMap bg1="lt1" tx1="dk1" bg2="lt2" tx2="dk2" accent1="accent1" accent2="accent2" accent3="accent3" accent4="accent4" accent5="accent5" accent6="accent6" hlink="hlink" folHlink="folHlink"/>
  <p:sldLayoutIdLst>
    <p:sldLayoutId id="2147484219" r:id="rId1"/>
    <p:sldLayoutId id="2147484220" r:id="rId2"/>
    <p:sldLayoutId id="2147484221" r:id="rId3"/>
    <p:sldLayoutId id="2147484223" r:id="rId4"/>
    <p:sldLayoutId id="2147484224" r:id="rId5"/>
    <p:sldLayoutId id="2147484225" r:id="rId6"/>
    <p:sldLayoutId id="2147484226" r:id="rId7"/>
    <p:sldLayoutId id="2147484227" r:id="rId8"/>
    <p:sldLayoutId id="2147484228" r:id="rId9"/>
    <p:sldLayoutId id="2147484229" r:id="rId10"/>
    <p:sldLayoutId id="2147484230" r:id="rId11"/>
    <p:sldLayoutId id="2147484231" r:id="rId12"/>
    <p:sldLayoutId id="2147484232" r:id="rId13"/>
    <p:sldLayoutId id="2147484233" r:id="rId14"/>
    <p:sldLayoutId id="2147484234" r:id="rId15"/>
    <p:sldLayoutId id="2147484235" r:id="rId16"/>
    <p:sldLayoutId id="2147484236" r:id="rId17"/>
    <p:sldLayoutId id="2147484237" r:id="rId18"/>
    <p:sldLayoutId id="2147484238" r:id="rId19"/>
    <p:sldLayoutId id="2147484239" r:id="rId20"/>
    <p:sldLayoutId id="2147484240" r:id="rId21"/>
    <p:sldLayoutId id="2147484241" r:id="rId22"/>
    <p:sldLayoutId id="2147484242" r:id="rId23"/>
    <p:sldLayoutId id="2147484243" r:id="rId24"/>
    <p:sldLayoutId id="2147484244" r:id="rId25"/>
    <p:sldLayoutId id="2147484245" r:id="rId26"/>
    <p:sldLayoutId id="2147484246" r:id="rId27"/>
    <p:sldLayoutId id="2147484247" r:id="rId28"/>
    <p:sldLayoutId id="2147484248" r:id="rId29"/>
    <p:sldLayoutId id="2147484249" r:id="rId30"/>
    <p:sldLayoutId id="2147484250" r:id="rId31"/>
    <p:sldLayoutId id="2147484251" r:id="rId32"/>
    <p:sldLayoutId id="2147484252" r:id="rId33"/>
    <p:sldLayoutId id="2147484253" r:id="rId34"/>
    <p:sldLayoutId id="2147484254" r:id="rId35"/>
    <p:sldLayoutId id="2147484255" r:id="rId36"/>
    <p:sldLayoutId id="2147484256" r:id="rId37"/>
    <p:sldLayoutId id="2147484257" r:id="rId38"/>
    <p:sldLayoutId id="2147484258" r:id="rId39"/>
    <p:sldLayoutId id="2147484259" r:id="rId40"/>
    <p:sldLayoutId id="2147484260" r:id="rId41"/>
    <p:sldLayoutId id="2147484261" r:id="rId42"/>
    <p:sldLayoutId id="2147484262" r:id="rId43"/>
    <p:sldLayoutId id="2147484263" r:id="rId44"/>
    <p:sldLayoutId id="2147484264" r:id="rId45"/>
    <p:sldLayoutId id="2147484265" r:id="rId46"/>
    <p:sldLayoutId id="2147484266" r:id="rId47"/>
    <p:sldLayoutId id="2147484267" r:id="rId48"/>
    <p:sldLayoutId id="2147484268" r:id="rId49"/>
    <p:sldLayoutId id="2147484269" r:id="rId50"/>
    <p:sldLayoutId id="2147484270" r:id="rId51"/>
    <p:sldLayoutId id="2147484271" r:id="rId52"/>
    <p:sldLayoutId id="2147484272" r:id="rId53"/>
    <p:sldLayoutId id="2147484273" r:id="rId54"/>
    <p:sldLayoutId id="2147484274" r:id="rId55"/>
    <p:sldLayoutId id="2147484275" r:id="rId56"/>
    <p:sldLayoutId id="2147484276" r:id="rId57"/>
    <p:sldLayoutId id="2147484277" r:id="rId58"/>
    <p:sldLayoutId id="2147484278" r:id="rId59"/>
    <p:sldLayoutId id="2147484279" r:id="rId60"/>
    <p:sldLayoutId id="2147484280" r:id="rId61"/>
    <p:sldLayoutId id="2147484281" r:id="rId62"/>
    <p:sldLayoutId id="2147484282" r:id="rId63"/>
    <p:sldLayoutId id="2147484283" r:id="rId64"/>
    <p:sldLayoutId id="2147484284" r:id="rId65"/>
    <p:sldLayoutId id="2147484285" r:id="rId66"/>
    <p:sldLayoutId id="2147484286" r:id="rId67"/>
    <p:sldLayoutId id="2147484287" r:id="rId68"/>
    <p:sldLayoutId id="2147484288" r:id="rId69"/>
  </p:sldLayoutIdLst>
  <p:transition>
    <p:fade/>
  </p:transition>
  <p:hf hdr="0" dt="0"/>
  <p:txStyles>
    <p:title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p:titleStyle>
    <p:body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pos="312">
          <p15:clr>
            <a:srgbClr val="F26B43"/>
          </p15:clr>
        </p15:guide>
        <p15:guide id="3" pos="1392">
          <p15:clr>
            <a:srgbClr val="F26B43"/>
          </p15:clr>
        </p15:guide>
        <p15:guide id="4" pos="1512">
          <p15:clr>
            <a:srgbClr val="F26B43"/>
          </p15:clr>
        </p15:guide>
        <p15:guide id="5" pos="2592">
          <p15:clr>
            <a:srgbClr val="F26B43"/>
          </p15:clr>
        </p15:guide>
        <p15:guide id="6" pos="2712">
          <p15:clr>
            <a:srgbClr val="F26B43"/>
          </p15:clr>
        </p15:guide>
        <p15:guide id="7" pos="3768">
          <p15:clr>
            <a:srgbClr val="F26B43"/>
          </p15:clr>
        </p15:guide>
        <p15:guide id="8" pos="7368">
          <p15:clr>
            <a:srgbClr val="F26B43"/>
          </p15:clr>
        </p15:guide>
        <p15:guide id="9" pos="6288">
          <p15:clr>
            <a:srgbClr val="F26B43"/>
          </p15:clr>
        </p15:guide>
        <p15:guide id="10" pos="6168">
          <p15:clr>
            <a:srgbClr val="F26B43"/>
          </p15:clr>
        </p15:guide>
        <p15:guide id="11" pos="5088">
          <p15:clr>
            <a:srgbClr val="F26B43"/>
          </p15:clr>
        </p15:guide>
        <p15:guide id="12" pos="4968">
          <p15:clr>
            <a:srgbClr val="F26B43"/>
          </p15:clr>
        </p15:guide>
        <p15:guide id="13" pos="3912">
          <p15:clr>
            <a:srgbClr val="F26B43"/>
          </p15:clr>
        </p15:guide>
        <p15:guide id="14" orient="horz" pos="4104">
          <p15:clr>
            <a:srgbClr val="F26B43"/>
          </p15:clr>
        </p15:guide>
        <p15:guide id="15" orient="horz" pos="4032">
          <p15:clr>
            <a:srgbClr val="F26B43"/>
          </p15:clr>
        </p15:guide>
        <p15:guide id="16" orient="horz" pos="2232">
          <p15:clr>
            <a:srgbClr val="F26B43"/>
          </p15:clr>
        </p15:guide>
        <p15:guide id="17" orient="horz" pos="1056">
          <p15:clr>
            <a:srgbClr val="F26B43"/>
          </p15:clr>
        </p15:guide>
        <p15:guide id="18" orient="horz" pos="192">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34"/>
            </p:custDataLst>
            <p:extLst>
              <p:ext uri="{D42A27DB-BD31-4B8C-83A1-F6EECF244321}">
                <p14:modId xmlns:p14="http://schemas.microsoft.com/office/powerpoint/2010/main" val="3227815477"/>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5" imgW="270" imgH="270" progId="TCLayout.ActiveDocument.1">
                  <p:embed/>
                </p:oleObj>
              </mc:Choice>
              <mc:Fallback>
                <p:oleObj name="think-cell Slide" r:id="rId35" imgW="270" imgH="270" progId="TCLayout.ActiveDocument.1">
                  <p:embed/>
                  <p:pic>
                    <p:nvPicPr>
                      <p:cNvPr id="4" name="Object 3" hidden="1"/>
                      <p:cNvPicPr/>
                      <p:nvPr/>
                    </p:nvPicPr>
                    <p:blipFill>
                      <a:blip r:embed="rId36"/>
                      <a:stretch>
                        <a:fillRect/>
                      </a:stretch>
                    </p:blipFill>
                    <p:spPr>
                      <a:xfrm>
                        <a:off x="2118"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501651" y="317501"/>
            <a:ext cx="11188700" cy="309820"/>
          </a:xfrm>
          <a:prstGeom prst="rect">
            <a:avLst/>
          </a:prstGeom>
        </p:spPr>
        <p:txBody>
          <a:bodyPr vert="horz" lIns="0" tIns="0" rIns="0" bIns="0" rtlCol="0" anchor="ctr" anchorCtr="0">
            <a:noAutofit/>
          </a:bodyPr>
          <a:lstStyle/>
          <a:p>
            <a:r>
              <a:rPr lang="en-US" noProof="0"/>
              <a:t>Click to edit Master title style</a:t>
            </a:r>
          </a:p>
        </p:txBody>
      </p:sp>
      <p:sp>
        <p:nvSpPr>
          <p:cNvPr id="15" name="CaseCode"/>
          <p:cNvSpPr txBox="1"/>
          <p:nvPr/>
        </p:nvSpPr>
        <p:spPr>
          <a:xfrm>
            <a:off x="6335184" y="6477000"/>
            <a:ext cx="4896560" cy="2769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a:solidFill>
                  <a:schemeClr val="tx1"/>
                </a:solidFill>
                <a:latin typeface="Calibri" panose="020F0502020204030204" pitchFamily="34" charset="0"/>
                <a:cs typeface="Calibri" panose="020F0502020204030204" pitchFamily="34" charset="0"/>
              </a:rPr>
              <a:t>Kick Off Meeting</a:t>
            </a:r>
            <a:br>
              <a:rPr lang="en-US" sz="900" noProof="0">
                <a:solidFill>
                  <a:schemeClr val="tx1"/>
                </a:solidFill>
                <a:latin typeface="Calibri" panose="020F0502020204030204" pitchFamily="34" charset="0"/>
                <a:cs typeface="Calibri" panose="020F0502020204030204" pitchFamily="34" charset="0"/>
              </a:rPr>
            </a:br>
            <a:r>
              <a:rPr lang="en-US" sz="900" noProof="0">
                <a:solidFill>
                  <a:schemeClr val="tx1"/>
                </a:solidFill>
                <a:latin typeface="Calibri" panose="020F0502020204030204" pitchFamily="34" charset="0"/>
                <a:cs typeface="Calibri" panose="020F0502020204030204" pitchFamily="34" charset="0"/>
              </a:rPr>
              <a:t>Preparation of crucial Investment Projects to trigger the energy transition in Seychelles</a:t>
            </a:r>
          </a:p>
        </p:txBody>
      </p:sp>
      <p:sp>
        <p:nvSpPr>
          <p:cNvPr id="18" name="Copyright"/>
          <p:cNvSpPr txBox="1"/>
          <p:nvPr/>
        </p:nvSpPr>
        <p:spPr>
          <a:xfrm>
            <a:off x="501649"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a:solidFill>
                  <a:schemeClr val="tx1"/>
                </a:solidFill>
                <a:latin typeface="Calibri" panose="020F0502020204030204" pitchFamily="34" charset="0"/>
                <a:cs typeface="Calibri" panose="020F0502020204030204" pitchFamily="34" charset="0"/>
              </a:rPr>
              <a:t>© 2023 Deloitte Touche Tohmatsu India LLP</a:t>
            </a:r>
          </a:p>
        </p:txBody>
      </p:sp>
      <p:sp>
        <p:nvSpPr>
          <p:cNvPr id="19" name="Text Placeholder 18"/>
          <p:cNvSpPr>
            <a:spLocks noGrp="1"/>
          </p:cNvSpPr>
          <p:nvPr>
            <p:ph type="body" idx="1"/>
          </p:nvPr>
        </p:nvSpPr>
        <p:spPr>
          <a:xfrm>
            <a:off x="501650" y="1665289"/>
            <a:ext cx="11188700" cy="4716462"/>
          </a:xfrm>
          <a:prstGeom prst="rect">
            <a:avLst/>
          </a:prstGeom>
        </p:spPr>
        <p:txBody>
          <a:bodyPr vert="horz" lIns="0" tIns="0" rIns="0" bIns="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Box 2"/>
          <p:cNvSpPr txBox="1"/>
          <p:nvPr/>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tx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43333036"/>
      </p:ext>
    </p:extLst>
  </p:cSld>
  <p:clrMap bg1="lt1" tx1="dk1" bg2="lt2" tx2="dk2" accent1="accent1" accent2="accent2" accent3="accent3" accent4="accent4" accent5="accent5" accent6="accent6" hlink="hlink" folHlink="folHlink"/>
  <p:sldLayoutIdLst>
    <p:sldLayoutId id="2147484290" r:id="rId1"/>
    <p:sldLayoutId id="2147484291" r:id="rId2"/>
    <p:sldLayoutId id="2147484292" r:id="rId3"/>
    <p:sldLayoutId id="2147484293" r:id="rId4"/>
    <p:sldLayoutId id="2147484294" r:id="rId5"/>
    <p:sldLayoutId id="2147484295" r:id="rId6"/>
    <p:sldLayoutId id="2147484296" r:id="rId7"/>
    <p:sldLayoutId id="2147484297" r:id="rId8"/>
    <p:sldLayoutId id="2147484298" r:id="rId9"/>
    <p:sldLayoutId id="2147484299" r:id="rId10"/>
    <p:sldLayoutId id="2147484300" r:id="rId11"/>
    <p:sldLayoutId id="2147484301" r:id="rId12"/>
    <p:sldLayoutId id="2147484302" r:id="rId13"/>
    <p:sldLayoutId id="2147484303" r:id="rId14"/>
    <p:sldLayoutId id="2147484304" r:id="rId15"/>
    <p:sldLayoutId id="2147484305" r:id="rId16"/>
    <p:sldLayoutId id="2147484306" r:id="rId17"/>
    <p:sldLayoutId id="2147484307" r:id="rId18"/>
    <p:sldLayoutId id="2147484308" r:id="rId19"/>
    <p:sldLayoutId id="2147484309" r:id="rId20"/>
    <p:sldLayoutId id="2147484310" r:id="rId21"/>
    <p:sldLayoutId id="2147484311" r:id="rId22"/>
    <p:sldLayoutId id="2147484312" r:id="rId23"/>
    <p:sldLayoutId id="2147484313" r:id="rId24"/>
    <p:sldLayoutId id="2147484314" r:id="rId25"/>
    <p:sldLayoutId id="2147484315" r:id="rId26"/>
    <p:sldLayoutId id="2147484316" r:id="rId27"/>
    <p:sldLayoutId id="2147484317" r:id="rId28"/>
    <p:sldLayoutId id="2147484318" r:id="rId29"/>
    <p:sldLayoutId id="2147484319" r:id="rId30"/>
    <p:sldLayoutId id="2147484320" r:id="rId31"/>
    <p:sldLayoutId id="2147484321" r:id="rId32"/>
  </p:sldLayoutIdLst>
  <p:transition>
    <p:fade/>
  </p:transition>
  <p:hf hdr="0" dt="0"/>
  <p:txStyles>
    <p:titleStyle>
      <a:lvl1pPr algn="l" defTabSz="914400" rtl="0" eaLnBrk="1" latinLnBrk="0" hangingPunct="1">
        <a:spcBef>
          <a:spcPct val="0"/>
        </a:spcBef>
        <a:buNone/>
        <a:defRPr sz="2800" b="1" kern="1200">
          <a:solidFill>
            <a:schemeClr val="tx1"/>
          </a:solidFill>
          <a:latin typeface="+mn-lt"/>
          <a:ea typeface="+mj-ea"/>
          <a:cs typeface="Calibri Light" panose="020F0302020204030204" pitchFamily="34" charset="0"/>
        </a:defRPr>
      </a:lvl1pPr>
    </p:titleStyle>
    <p:body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34">
          <p15:clr>
            <a:srgbClr val="F26B43"/>
          </p15:clr>
        </p15:guide>
        <p15:guide id="3" orient="horz" pos="4020">
          <p15:clr>
            <a:srgbClr val="F26B43"/>
          </p15:clr>
        </p15:guide>
        <p15:guide id="8" orient="horz" pos="4080">
          <p15:clr>
            <a:srgbClr val="F26B43"/>
          </p15:clr>
        </p15:guide>
        <p15:guide id="10" pos="7680">
          <p15:clr>
            <a:srgbClr val="F26B43"/>
          </p15:clr>
        </p15:guide>
        <p15:guide id="30" orient="horz" pos="4081">
          <p15:clr>
            <a:srgbClr val="F26B43"/>
          </p15:clr>
        </p15:guide>
        <p15:guide id="31" orient="horz" pos="2232">
          <p15:clr>
            <a:srgbClr val="F26B43"/>
          </p15:clr>
        </p15:guide>
        <p15:guide id="32" orient="horz" pos="1032">
          <p15:clr>
            <a:srgbClr val="F26B43"/>
          </p15:clr>
        </p15:guide>
        <p15:guide id="33" orient="horz" pos="192">
          <p15:clr>
            <a:srgbClr val="F26B43"/>
          </p15:clr>
        </p15:guide>
        <p15:guide id="34" pos="7368">
          <p15:clr>
            <a:srgbClr val="F26B43"/>
          </p15:clr>
        </p15:guide>
        <p15:guide id="35" pos="6288">
          <p15:clr>
            <a:srgbClr val="F26B43"/>
          </p15:clr>
        </p15:guide>
        <p15:guide id="36" pos="6168">
          <p15:clr>
            <a:srgbClr val="F26B43"/>
          </p15:clr>
        </p15:guide>
        <p15:guide id="37" pos="5088">
          <p15:clr>
            <a:srgbClr val="F26B43"/>
          </p15:clr>
        </p15:guide>
        <p15:guide id="38" pos="4968">
          <p15:clr>
            <a:srgbClr val="F26B43"/>
          </p15:clr>
        </p15:guide>
        <p15:guide id="39" pos="3912">
          <p15:clr>
            <a:srgbClr val="F26B43"/>
          </p15:clr>
        </p15:guide>
        <p15:guide id="40" pos="3768">
          <p15:clr>
            <a:srgbClr val="F26B43"/>
          </p15:clr>
        </p15:guide>
        <p15:guide id="41" pos="2592">
          <p15:clr>
            <a:srgbClr val="F26B43"/>
          </p15:clr>
        </p15:guide>
        <p15:guide id="42" pos="2712">
          <p15:clr>
            <a:srgbClr val="F26B43"/>
          </p15:clr>
        </p15:guide>
        <p15:guide id="43" pos="312">
          <p15:clr>
            <a:srgbClr val="F26B43"/>
          </p15:clr>
        </p15:guide>
        <p15:guide id="44" pos="1392">
          <p15:clr>
            <a:srgbClr val="F26B43"/>
          </p15:clr>
        </p15:guide>
        <p15:guide id="45" pos="1512">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45"/>
            </p:custDataLst>
            <p:extLst>
              <p:ext uri="{D42A27DB-BD31-4B8C-83A1-F6EECF244321}">
                <p14:modId xmlns:p14="http://schemas.microsoft.com/office/powerpoint/2010/main" val="1880441485"/>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46" imgW="270" imgH="270" progId="TCLayout.ActiveDocument.1">
                  <p:embed/>
                </p:oleObj>
              </mc:Choice>
              <mc:Fallback>
                <p:oleObj name="think-cell Slide" r:id="rId46" imgW="270" imgH="270" progId="TCLayout.ActiveDocument.1">
                  <p:embed/>
                  <p:pic>
                    <p:nvPicPr>
                      <p:cNvPr id="4" name="Object 3" hidden="1"/>
                      <p:cNvPicPr/>
                      <p:nvPr/>
                    </p:nvPicPr>
                    <p:blipFill>
                      <a:blip r:embed="rId47"/>
                      <a:stretch>
                        <a:fillRect/>
                      </a:stretch>
                    </p:blipFill>
                    <p:spPr>
                      <a:xfrm>
                        <a:off x="2119" y="1591"/>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57200" y="345664"/>
            <a:ext cx="11281285" cy="340136"/>
          </a:xfrm>
          <a:prstGeom prst="rect">
            <a:avLst/>
          </a:prstGeom>
        </p:spPr>
        <p:txBody>
          <a:bodyPr vert="horz" lIns="0" tIns="0" rIns="0" bIns="0" rtlCol="0" anchor="t" anchorCtr="0">
            <a:noAutofit/>
          </a:bodyPr>
          <a:lstStyle/>
          <a:p>
            <a:r>
              <a:rPr lang="en-US" noProof="0"/>
              <a:t>Click to edit Master title style</a:t>
            </a:r>
          </a:p>
        </p:txBody>
      </p:sp>
      <p:sp>
        <p:nvSpPr>
          <p:cNvPr id="19" name="Text Placeholder 18"/>
          <p:cNvSpPr>
            <a:spLocks noGrp="1"/>
          </p:cNvSpPr>
          <p:nvPr>
            <p:ph type="body" idx="1"/>
          </p:nvPr>
        </p:nvSpPr>
        <p:spPr>
          <a:xfrm>
            <a:off x="460887" y="1714500"/>
            <a:ext cx="11277599" cy="4648200"/>
          </a:xfrm>
          <a:prstGeom prst="rect">
            <a:avLst/>
          </a:prstGeom>
        </p:spPr>
        <p:txBody>
          <a:bodyPr vert="horz" lIns="0" tIns="0" rIns="0" bIns="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Box 2"/>
          <p:cNvSpPr txBox="1"/>
          <p:nvPr/>
        </p:nvSpPr>
        <p:spPr>
          <a:xfrm>
            <a:off x="11426826" y="6519673"/>
            <a:ext cx="307975" cy="103875"/>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675" noProof="0" smtClean="0">
                <a:solidFill>
                  <a:schemeClr val="tx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675" noProof="0">
              <a:solidFill>
                <a:schemeClr val="tx1"/>
              </a:solidFill>
              <a:latin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5A35A5D5-FD12-4A0E-B47E-3D53D008B26B}"/>
              </a:ext>
            </a:extLst>
          </p:cNvPr>
          <p:cNvSpPr txBox="1"/>
          <p:nvPr userDrawn="1"/>
        </p:nvSpPr>
        <p:spPr>
          <a:xfrm>
            <a:off x="4065081" y="699568"/>
            <a:ext cx="254000" cy="276999"/>
          </a:xfrm>
          <a:prstGeom prst="rect">
            <a:avLst/>
          </a:prstGeom>
          <a:noFill/>
          <a:ln>
            <a:noFill/>
          </a:ln>
        </p:spPr>
        <p:txBody>
          <a:bodyPr wrap="square" lIns="0" tIns="0" rIns="0" bIns="0" rtlCol="0">
            <a:spAutoFit/>
          </a:bodyPr>
          <a:lstStyle/>
          <a:p>
            <a:pPr marL="203200" indent="-203200">
              <a:spcBef>
                <a:spcPts val="600"/>
              </a:spcBef>
              <a:buSzPct val="100000"/>
              <a:buFont typeface="Arial"/>
              <a:buChar char="•"/>
            </a:pPr>
            <a:endParaRPr lang="en-US" sz="1800">
              <a:solidFill>
                <a:srgbClr val="313131"/>
              </a:solidFill>
            </a:endParaRPr>
          </a:p>
        </p:txBody>
      </p:sp>
      <p:sp>
        <p:nvSpPr>
          <p:cNvPr id="22" name="TextBox 21">
            <a:extLst>
              <a:ext uri="{FF2B5EF4-FFF2-40B4-BE49-F238E27FC236}">
                <a16:creationId xmlns:a16="http://schemas.microsoft.com/office/drawing/2014/main" id="{33FEAD1B-5DFB-4123-913B-D7D5838C8C6D}"/>
              </a:ext>
            </a:extLst>
          </p:cNvPr>
          <p:cNvSpPr txBox="1"/>
          <p:nvPr userDrawn="1"/>
        </p:nvSpPr>
        <p:spPr>
          <a:xfrm>
            <a:off x="4321370" y="802745"/>
            <a:ext cx="1673167" cy="276999"/>
          </a:xfrm>
          <a:prstGeom prst="rect">
            <a:avLst/>
          </a:prstGeom>
          <a:noFill/>
          <a:ln>
            <a:noFill/>
          </a:ln>
        </p:spPr>
        <p:txBody>
          <a:bodyPr wrap="square" lIns="0" tIns="0" rIns="0" bIns="0" rtlCol="0">
            <a:spAutoFit/>
          </a:bodyPr>
          <a:lstStyle/>
          <a:p>
            <a:pPr marL="203200" indent="-203200">
              <a:spcBef>
                <a:spcPts val="600"/>
              </a:spcBef>
              <a:buSzPct val="100000"/>
              <a:buFont typeface="Arial"/>
              <a:buChar char="•"/>
            </a:pPr>
            <a:endParaRPr lang="en-US" sz="1800">
              <a:solidFill>
                <a:srgbClr val="313131"/>
              </a:solidFill>
            </a:endParaRPr>
          </a:p>
        </p:txBody>
      </p:sp>
      <p:sp>
        <p:nvSpPr>
          <p:cNvPr id="23" name="TextBox 22">
            <a:extLst>
              <a:ext uri="{FF2B5EF4-FFF2-40B4-BE49-F238E27FC236}">
                <a16:creationId xmlns:a16="http://schemas.microsoft.com/office/drawing/2014/main" id="{B202DBDA-700C-4979-B00F-3477C099D042}"/>
              </a:ext>
            </a:extLst>
          </p:cNvPr>
          <p:cNvSpPr txBox="1"/>
          <p:nvPr userDrawn="1"/>
        </p:nvSpPr>
        <p:spPr>
          <a:xfrm>
            <a:off x="5969842" y="802745"/>
            <a:ext cx="250316" cy="276999"/>
          </a:xfrm>
          <a:prstGeom prst="rect">
            <a:avLst/>
          </a:prstGeom>
          <a:noFill/>
          <a:ln>
            <a:noFill/>
          </a:ln>
        </p:spPr>
        <p:txBody>
          <a:bodyPr wrap="square" lIns="0" tIns="0" rIns="0" bIns="0" rtlCol="0">
            <a:spAutoFit/>
          </a:bodyPr>
          <a:lstStyle/>
          <a:p>
            <a:pPr marL="203200" indent="-203200">
              <a:spcBef>
                <a:spcPts val="600"/>
              </a:spcBef>
              <a:buSzPct val="100000"/>
              <a:buFont typeface="Arial"/>
              <a:buChar char="•"/>
            </a:pPr>
            <a:endParaRPr lang="en-US" sz="1800">
              <a:solidFill>
                <a:srgbClr val="313131"/>
              </a:solidFill>
            </a:endParaRPr>
          </a:p>
        </p:txBody>
      </p:sp>
      <p:sp>
        <p:nvSpPr>
          <p:cNvPr id="24" name="TextBox 23">
            <a:extLst>
              <a:ext uri="{FF2B5EF4-FFF2-40B4-BE49-F238E27FC236}">
                <a16:creationId xmlns:a16="http://schemas.microsoft.com/office/drawing/2014/main" id="{D14DFC3E-51E5-47BE-BA81-FDAED74D8117}"/>
              </a:ext>
            </a:extLst>
          </p:cNvPr>
          <p:cNvSpPr txBox="1"/>
          <p:nvPr userDrawn="1"/>
        </p:nvSpPr>
        <p:spPr>
          <a:xfrm>
            <a:off x="4321027" y="801689"/>
            <a:ext cx="1673851" cy="276999"/>
          </a:xfrm>
          <a:prstGeom prst="rect">
            <a:avLst/>
          </a:prstGeom>
          <a:noFill/>
          <a:ln>
            <a:noFill/>
          </a:ln>
        </p:spPr>
        <p:txBody>
          <a:bodyPr wrap="square" lIns="0" tIns="0" rIns="0" bIns="0" rtlCol="0">
            <a:spAutoFit/>
          </a:bodyPr>
          <a:lstStyle/>
          <a:p>
            <a:pPr marL="203200" indent="-203200">
              <a:spcBef>
                <a:spcPts val="600"/>
              </a:spcBef>
              <a:buSzPct val="100000"/>
              <a:buFont typeface="Arial"/>
              <a:buChar char="•"/>
            </a:pPr>
            <a:endParaRPr lang="en-US" sz="1800">
              <a:solidFill>
                <a:srgbClr val="313131"/>
              </a:solidFill>
            </a:endParaRPr>
          </a:p>
        </p:txBody>
      </p:sp>
    </p:spTree>
    <p:extLst>
      <p:ext uri="{BB962C8B-B14F-4D97-AF65-F5344CB8AC3E}">
        <p14:creationId xmlns:p14="http://schemas.microsoft.com/office/powerpoint/2010/main" val="229574047"/>
      </p:ext>
    </p:extLst>
  </p:cSld>
  <p:clrMap bg1="lt1" tx1="dk1" bg2="lt2" tx2="dk2" accent1="accent1" accent2="accent2" accent3="accent3" accent4="accent4" accent5="accent5" accent6="accent6" hlink="hlink" folHlink="folHlink"/>
  <p:sldLayoutIdLst>
    <p:sldLayoutId id="2147484323" r:id="rId1"/>
    <p:sldLayoutId id="2147484324" r:id="rId2"/>
    <p:sldLayoutId id="2147484325" r:id="rId3"/>
    <p:sldLayoutId id="2147484326" r:id="rId4"/>
    <p:sldLayoutId id="2147484327" r:id="rId5"/>
    <p:sldLayoutId id="2147484328" r:id="rId6"/>
    <p:sldLayoutId id="2147484329" r:id="rId7"/>
    <p:sldLayoutId id="2147484330" r:id="rId8"/>
    <p:sldLayoutId id="2147484331" r:id="rId9"/>
    <p:sldLayoutId id="2147484332" r:id="rId10"/>
    <p:sldLayoutId id="2147484333" r:id="rId11"/>
    <p:sldLayoutId id="2147484334" r:id="rId12"/>
    <p:sldLayoutId id="2147484335" r:id="rId13"/>
    <p:sldLayoutId id="2147484336" r:id="rId14"/>
    <p:sldLayoutId id="2147484337" r:id="rId15"/>
    <p:sldLayoutId id="2147484338" r:id="rId16"/>
    <p:sldLayoutId id="2147484339" r:id="rId17"/>
    <p:sldLayoutId id="2147484340" r:id="rId18"/>
    <p:sldLayoutId id="2147484341" r:id="rId19"/>
    <p:sldLayoutId id="2147484342" r:id="rId20"/>
    <p:sldLayoutId id="2147484343" r:id="rId21"/>
    <p:sldLayoutId id="2147484344" r:id="rId22"/>
    <p:sldLayoutId id="2147484345" r:id="rId23"/>
    <p:sldLayoutId id="2147484346" r:id="rId24"/>
    <p:sldLayoutId id="2147484347" r:id="rId25"/>
    <p:sldLayoutId id="2147484348" r:id="rId26"/>
    <p:sldLayoutId id="2147484349" r:id="rId27"/>
    <p:sldLayoutId id="2147484350" r:id="rId28"/>
    <p:sldLayoutId id="2147484351" r:id="rId29"/>
    <p:sldLayoutId id="2147484352" r:id="rId30"/>
    <p:sldLayoutId id="2147484353" r:id="rId31"/>
    <p:sldLayoutId id="2147484354" r:id="rId32"/>
    <p:sldLayoutId id="2147484355" r:id="rId33"/>
    <p:sldLayoutId id="2147484356" r:id="rId34"/>
    <p:sldLayoutId id="2147484357" r:id="rId35"/>
    <p:sldLayoutId id="2147484358" r:id="rId36"/>
    <p:sldLayoutId id="2147484359" r:id="rId37"/>
    <p:sldLayoutId id="2147484360" r:id="rId38"/>
    <p:sldLayoutId id="2147484361" r:id="rId39"/>
    <p:sldLayoutId id="2147484362" r:id="rId40"/>
    <p:sldLayoutId id="2147484363" r:id="rId41"/>
    <p:sldLayoutId id="2147484364" r:id="rId42"/>
    <p:sldLayoutId id="2147484365" r:id="rId43"/>
  </p:sldLayoutIdLst>
  <p:transition>
    <p:fade/>
  </p:transition>
  <p:hf hdr="0" dt="0"/>
  <p:txStyles>
    <p:titleStyle>
      <a:lvl1pPr algn="l" defTabSz="685800" rtl="0" eaLnBrk="1" latinLnBrk="0" hangingPunct="1">
        <a:spcBef>
          <a:spcPct val="0"/>
        </a:spcBef>
        <a:buNone/>
        <a:defRPr sz="2100" kern="1200">
          <a:solidFill>
            <a:schemeClr val="tx1"/>
          </a:solidFill>
          <a:latin typeface="+mn-lt"/>
          <a:ea typeface="+mj-ea"/>
          <a:cs typeface="Calibri Light" panose="020F0302020204030204" pitchFamily="34" charset="0"/>
        </a:defRPr>
      </a:lvl1pPr>
    </p:titleStyle>
    <p:bodyStyle>
      <a:lvl1pPr marL="0" indent="0" algn="l" defTabSz="685800" rtl="0" eaLnBrk="1" latinLnBrk="0" hangingPunct="1">
        <a:spcBef>
          <a:spcPts val="0"/>
        </a:spcBef>
        <a:spcAft>
          <a:spcPts val="750"/>
        </a:spcAft>
        <a:buSzPct val="100000"/>
        <a:buFontTx/>
        <a:buNone/>
        <a:defRPr sz="975" b="0" kern="1200">
          <a:solidFill>
            <a:schemeClr val="tx1"/>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975"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975"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975"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975"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45" orient="horz" pos="4008">
          <p15:clr>
            <a:srgbClr val="F26B43"/>
          </p15:clr>
        </p15:guide>
        <p15:guide id="49" orient="horz" pos="432">
          <p15:clr>
            <a:srgbClr val="F26B43"/>
          </p15:clr>
        </p15:guide>
        <p15:guide id="68" orient="horz" pos="4104">
          <p15:clr>
            <a:srgbClr val="F26B43"/>
          </p15:clr>
        </p15:guide>
        <p15:guide id="69" orient="horz" pos="2184">
          <p15:clr>
            <a:srgbClr val="F26B43"/>
          </p15:clr>
        </p15:guide>
        <p15:guide id="70" orient="horz" pos="1080">
          <p15:clr>
            <a:srgbClr val="F26B43"/>
          </p15:clr>
        </p15:guide>
        <p15:guide id="71" orient="horz" pos="216">
          <p15:clr>
            <a:srgbClr val="F26B43"/>
          </p15:clr>
        </p15:guide>
        <p15:guide id="72" pos="3840">
          <p15:clr>
            <a:srgbClr val="F26B43"/>
          </p15:clr>
        </p15:guide>
        <p15:guide id="73" pos="3936">
          <p15:clr>
            <a:srgbClr val="F26B43"/>
          </p15:clr>
        </p15:guide>
        <p15:guide id="74" pos="288">
          <p15:clr>
            <a:srgbClr val="F26B43"/>
          </p15:clr>
        </p15:guide>
        <p15:guide id="75" pos="4960">
          <p15:clr>
            <a:srgbClr val="F26B43"/>
          </p15:clr>
        </p15:guide>
        <p15:guide id="76" pos="3744">
          <p15:clr>
            <a:srgbClr val="F26B43"/>
          </p15:clr>
        </p15:guide>
        <p15:guide id="77" pos="2720">
          <p15:clr>
            <a:srgbClr val="F26B43"/>
          </p15:clr>
        </p15:guide>
        <p15:guide id="78" pos="2528">
          <p15:clr>
            <a:srgbClr val="F26B43"/>
          </p15:clr>
        </p15:guide>
        <p15:guide id="79" pos="1312">
          <p15:clr>
            <a:srgbClr val="F26B43"/>
          </p15:clr>
        </p15:guide>
        <p15:guide id="80" pos="1504">
          <p15:clr>
            <a:srgbClr val="F26B43"/>
          </p15:clr>
        </p15:guide>
        <p15:guide id="81" pos="5152">
          <p15:clr>
            <a:srgbClr val="F26B43"/>
          </p15:clr>
        </p15:guide>
        <p15:guide id="82" pos="6176">
          <p15:clr>
            <a:srgbClr val="F26B43"/>
          </p15:clr>
        </p15:guide>
        <p15:guide id="83" pos="6368">
          <p15:clr>
            <a:srgbClr val="F26B43"/>
          </p15:clr>
        </p15:guide>
        <p15:guide id="84" pos="739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12.png"/><Relationship Id="rId2" Type="http://schemas.openxmlformats.org/officeDocument/2006/relationships/slideLayout" Target="../slideLayouts/slideLayout113.xml"/><Relationship Id="rId1" Type="http://schemas.openxmlformats.org/officeDocument/2006/relationships/tags" Target="../tags/tag24.xml"/><Relationship Id="rId6" Type="http://schemas.openxmlformats.org/officeDocument/2006/relationships/image" Target="../media/image11.png"/><Relationship Id="rId5" Type="http://schemas.openxmlformats.org/officeDocument/2006/relationships/image" Target="../media/image10.emf"/><Relationship Id="rId4" Type="http://schemas.openxmlformats.org/officeDocument/2006/relationships/oleObject" Target="../embeddings/oleObject13.bin"/></Relationships>
</file>

<file path=ppt/slides/_rels/slide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2.xml"/></Relationships>
</file>

<file path=ppt/slides/_rels/slide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slideLayout" Target="../slideLayouts/slideLayout185.xml"/><Relationship Id="rId1" Type="http://schemas.openxmlformats.org/officeDocument/2006/relationships/tags" Target="../tags/tag25.xml"/><Relationship Id="rId5" Type="http://schemas.openxmlformats.org/officeDocument/2006/relationships/image" Target="../media/image10.emf"/><Relationship Id="rId4" Type="http://schemas.openxmlformats.org/officeDocument/2006/relationships/oleObject" Target="../embeddings/oleObject14.bin"/></Relationships>
</file>

<file path=ppt/slides/_rels/slide4.xml.rels><?xml version="1.0" encoding="UTF-8" standalone="yes"?>
<Relationships xmlns="http://schemas.openxmlformats.org/package/2006/relationships"><Relationship Id="rId8" Type="http://schemas.openxmlformats.org/officeDocument/2006/relationships/tags" Target="../tags/tag33.xml"/><Relationship Id="rId13" Type="http://schemas.openxmlformats.org/officeDocument/2006/relationships/tags" Target="../tags/tag38.xml"/><Relationship Id="rId18" Type="http://schemas.openxmlformats.org/officeDocument/2006/relationships/oleObject" Target="../embeddings/oleObject15.bin"/><Relationship Id="rId3" Type="http://schemas.openxmlformats.org/officeDocument/2006/relationships/tags" Target="../tags/tag28.xml"/><Relationship Id="rId21" Type="http://schemas.openxmlformats.org/officeDocument/2006/relationships/image" Target="../media/image16.svg"/><Relationship Id="rId7" Type="http://schemas.openxmlformats.org/officeDocument/2006/relationships/tags" Target="../tags/tag32.xml"/><Relationship Id="rId12" Type="http://schemas.openxmlformats.org/officeDocument/2006/relationships/tags" Target="../tags/tag37.xml"/><Relationship Id="rId17" Type="http://schemas.openxmlformats.org/officeDocument/2006/relationships/notesSlide" Target="../notesSlides/notesSlide2.xml"/><Relationship Id="rId2" Type="http://schemas.openxmlformats.org/officeDocument/2006/relationships/tags" Target="../tags/tag27.xml"/><Relationship Id="rId16" Type="http://schemas.openxmlformats.org/officeDocument/2006/relationships/slideLayout" Target="../slideLayouts/slideLayout43.xml"/><Relationship Id="rId20" Type="http://schemas.openxmlformats.org/officeDocument/2006/relationships/image" Target="../media/image15.png"/><Relationship Id="rId1" Type="http://schemas.openxmlformats.org/officeDocument/2006/relationships/tags" Target="../tags/tag26.xml"/><Relationship Id="rId6" Type="http://schemas.openxmlformats.org/officeDocument/2006/relationships/tags" Target="../tags/tag31.xml"/><Relationship Id="rId11" Type="http://schemas.openxmlformats.org/officeDocument/2006/relationships/tags" Target="../tags/tag36.xml"/><Relationship Id="rId5" Type="http://schemas.openxmlformats.org/officeDocument/2006/relationships/tags" Target="../tags/tag30.xml"/><Relationship Id="rId15" Type="http://schemas.openxmlformats.org/officeDocument/2006/relationships/tags" Target="../tags/tag40.xml"/><Relationship Id="rId23" Type="http://schemas.openxmlformats.org/officeDocument/2006/relationships/chart" Target="../charts/chart2.xml"/><Relationship Id="rId10" Type="http://schemas.openxmlformats.org/officeDocument/2006/relationships/tags" Target="../tags/tag35.xml"/><Relationship Id="rId19" Type="http://schemas.openxmlformats.org/officeDocument/2006/relationships/image" Target="../media/image10.emf"/><Relationship Id="rId4" Type="http://schemas.openxmlformats.org/officeDocument/2006/relationships/tags" Target="../tags/tag29.xml"/><Relationship Id="rId9" Type="http://schemas.openxmlformats.org/officeDocument/2006/relationships/tags" Target="../tags/tag34.xml"/><Relationship Id="rId14" Type="http://schemas.openxmlformats.org/officeDocument/2006/relationships/tags" Target="../tags/tag39.xml"/><Relationship Id="rId22" Type="http://schemas.openxmlformats.org/officeDocument/2006/relationships/chart" Target="../charts/chart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3.xml"/><Relationship Id="rId1" Type="http://schemas.openxmlformats.org/officeDocument/2006/relationships/tags" Target="../tags/tag41.xml"/><Relationship Id="rId5" Type="http://schemas.openxmlformats.org/officeDocument/2006/relationships/image" Target="../media/image10.emf"/><Relationship Id="rId4" Type="http://schemas.openxmlformats.org/officeDocument/2006/relationships/oleObject" Target="../embeddings/oleObject16.bin"/></Relationships>
</file>

<file path=ppt/slides/_rels/slide6.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notesSlide" Target="../notesSlides/notesSlide4.xml"/><Relationship Id="rId7" Type="http://schemas.openxmlformats.org/officeDocument/2006/relationships/image" Target="../media/image18.png"/><Relationship Id="rId2" Type="http://schemas.openxmlformats.org/officeDocument/2006/relationships/slideLayout" Target="../slideLayouts/slideLayout43.xml"/><Relationship Id="rId1" Type="http://schemas.openxmlformats.org/officeDocument/2006/relationships/tags" Target="../tags/tag42.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0.emf"/><Relationship Id="rId10" Type="http://schemas.openxmlformats.org/officeDocument/2006/relationships/image" Target="../media/image21.png"/><Relationship Id="rId4" Type="http://schemas.openxmlformats.org/officeDocument/2006/relationships/oleObject" Target="../embeddings/oleObject16.bin"/><Relationship Id="rId9"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slideLayout" Target="../slideLayouts/slideLayout185.xml"/><Relationship Id="rId1" Type="http://schemas.openxmlformats.org/officeDocument/2006/relationships/tags" Target="../tags/tag43.xml"/><Relationship Id="rId5" Type="http://schemas.openxmlformats.org/officeDocument/2006/relationships/image" Target="../media/image10.emf"/><Relationship Id="rId4" Type="http://schemas.openxmlformats.org/officeDocument/2006/relationships/oleObject" Target="../embeddings/oleObject17.bin"/></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3.xml"/><Relationship Id="rId1" Type="http://schemas.openxmlformats.org/officeDocument/2006/relationships/tags" Target="../tags/tag44.xml"/><Relationship Id="rId5" Type="http://schemas.openxmlformats.org/officeDocument/2006/relationships/image" Target="../media/image10.emf"/><Relationship Id="rId4" Type="http://schemas.openxmlformats.org/officeDocument/2006/relationships/oleObject" Target="../embeddings/oleObject16.bin"/></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43.xml"/><Relationship Id="rId1" Type="http://schemas.openxmlformats.org/officeDocument/2006/relationships/tags" Target="../tags/tag45.xml"/><Relationship Id="rId4" Type="http://schemas.openxmlformats.org/officeDocument/2006/relationships/image" Target="../media/image10.emf"/></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3.xml"/><Relationship Id="rId1" Type="http://schemas.openxmlformats.org/officeDocument/2006/relationships/tags" Target="../tags/tag46.xml"/><Relationship Id="rId5" Type="http://schemas.openxmlformats.org/officeDocument/2006/relationships/image" Target="../media/image10.emf"/><Relationship Id="rId4" Type="http://schemas.openxmlformats.org/officeDocument/2006/relationships/oleObject" Target="../embeddings/oleObject19.bin"/></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43.xml"/><Relationship Id="rId1" Type="http://schemas.openxmlformats.org/officeDocument/2006/relationships/tags" Target="../tags/tag4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10.emf"/></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44.xml"/><Relationship Id="rId5" Type="http://schemas.openxmlformats.org/officeDocument/2006/relationships/image" Target="../media/image28.jpeg"/><Relationship Id="rId4" Type="http://schemas.openxmlformats.org/officeDocument/2006/relationships/image" Target="../media/image27.jpeg"/></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43.xml"/><Relationship Id="rId1" Type="http://schemas.openxmlformats.org/officeDocument/2006/relationships/tags" Target="../tags/tag48.xml"/><Relationship Id="rId4" Type="http://schemas.openxmlformats.org/officeDocument/2006/relationships/image" Target="../media/image10.emf"/></Relationships>
</file>

<file path=ppt/slides/_rels/slide14.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slideLayout" Target="../slideLayouts/slideLayout185.xml"/><Relationship Id="rId1" Type="http://schemas.openxmlformats.org/officeDocument/2006/relationships/tags" Target="../tags/tag49.xml"/><Relationship Id="rId5" Type="http://schemas.openxmlformats.org/officeDocument/2006/relationships/image" Target="../media/image10.emf"/><Relationship Id="rId4" Type="http://schemas.openxmlformats.org/officeDocument/2006/relationships/oleObject" Target="../embeddings/oleObject22.bin"/></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43.xml"/><Relationship Id="rId1" Type="http://schemas.openxmlformats.org/officeDocument/2006/relationships/tags" Target="../tags/tag50.xml"/><Relationship Id="rId4" Type="http://schemas.openxmlformats.org/officeDocument/2006/relationships/image" Target="../media/image10.e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43.xml"/><Relationship Id="rId1" Type="http://schemas.openxmlformats.org/officeDocument/2006/relationships/tags" Target="../tags/tag51.xml"/><Relationship Id="rId4" Type="http://schemas.openxmlformats.org/officeDocument/2006/relationships/image" Target="../media/image10.e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43.xml"/><Relationship Id="rId1" Type="http://schemas.openxmlformats.org/officeDocument/2006/relationships/tags" Target="../tags/tag52.xml"/><Relationship Id="rId4" Type="http://schemas.openxmlformats.org/officeDocument/2006/relationships/image" Target="../media/image10.e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185.xml"/><Relationship Id="rId1" Type="http://schemas.openxmlformats.org/officeDocument/2006/relationships/tags" Target="../tags/tag53.xml"/><Relationship Id="rId5" Type="http://schemas.openxmlformats.org/officeDocument/2006/relationships/image" Target="../media/image30.png"/><Relationship Id="rId4" Type="http://schemas.openxmlformats.org/officeDocument/2006/relationships/image" Target="../media/image10.e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43.xml"/><Relationship Id="rId1" Type="http://schemas.openxmlformats.org/officeDocument/2006/relationships/tags" Target="../tags/tag54.xml"/><Relationship Id="rId5" Type="http://schemas.openxmlformats.org/officeDocument/2006/relationships/image" Target="../media/image31.emf"/><Relationship Id="rId4" Type="http://schemas.openxmlformats.org/officeDocument/2006/relationships/image" Target="../media/image10.e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43.xml"/><Relationship Id="rId1" Type="http://schemas.openxmlformats.org/officeDocument/2006/relationships/tags" Target="../tags/tag55.xml"/><Relationship Id="rId5" Type="http://schemas.openxmlformats.org/officeDocument/2006/relationships/image" Target="../media/image32.emf"/><Relationship Id="rId4" Type="http://schemas.openxmlformats.org/officeDocument/2006/relationships/image" Target="../media/image10.emf"/></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3.xml"/><Relationship Id="rId1" Type="http://schemas.openxmlformats.org/officeDocument/2006/relationships/tags" Target="../tags/tag56.xml"/><Relationship Id="rId6" Type="http://schemas.openxmlformats.org/officeDocument/2006/relationships/image" Target="../media/image33.png"/><Relationship Id="rId5" Type="http://schemas.openxmlformats.org/officeDocument/2006/relationships/image" Target="../media/image10.emf"/><Relationship Id="rId4" Type="http://schemas.openxmlformats.org/officeDocument/2006/relationships/oleObject" Target="../embeddings/oleObject28.bin"/></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3.xml"/><Relationship Id="rId1" Type="http://schemas.openxmlformats.org/officeDocument/2006/relationships/tags" Target="../tags/tag57.xml"/><Relationship Id="rId5" Type="http://schemas.openxmlformats.org/officeDocument/2006/relationships/image" Target="../media/image10.emf"/><Relationship Id="rId4" Type="http://schemas.openxmlformats.org/officeDocument/2006/relationships/oleObject" Target="../embeddings/oleObject29.bin"/></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222EF13-D975-4C95-9DA1-CE8F4CA1E96D}"/>
              </a:ext>
            </a:extLst>
          </p:cNvPr>
          <p:cNvGraphicFramePr>
            <a:graphicFrameLocks noChangeAspect="1"/>
          </p:cNvGraphicFramePr>
          <p:nvPr>
            <p:custDataLst>
              <p:tags r:id="rId1"/>
            </p:custDataLst>
            <p:extLst>
              <p:ext uri="{D42A27DB-BD31-4B8C-83A1-F6EECF244321}">
                <p14:modId xmlns:p14="http://schemas.microsoft.com/office/powerpoint/2010/main" val="19991248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4" name="Object 3" hidden="1">
                        <a:extLst>
                          <a:ext uri="{FF2B5EF4-FFF2-40B4-BE49-F238E27FC236}">
                            <a16:creationId xmlns:a16="http://schemas.microsoft.com/office/drawing/2014/main" id="{3222EF13-D975-4C95-9DA1-CE8F4CA1E96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4A3D3CEE-B94A-468A-AE6E-C4D80AFC19E1}"/>
              </a:ext>
            </a:extLst>
          </p:cNvPr>
          <p:cNvSpPr>
            <a:spLocks noGrp="1"/>
          </p:cNvSpPr>
          <p:nvPr>
            <p:ph type="ctrTitle"/>
          </p:nvPr>
        </p:nvSpPr>
        <p:spPr>
          <a:xfrm>
            <a:off x="408325" y="1839877"/>
            <a:ext cx="6403635" cy="3178246"/>
          </a:xfrm>
        </p:spPr>
        <p:txBody>
          <a:bodyPr vert="horz"/>
          <a:lstStyle/>
          <a:p>
            <a:pPr>
              <a:lnSpc>
                <a:spcPct val="150000"/>
              </a:lnSpc>
              <a:spcBef>
                <a:spcPts val="1200"/>
              </a:spcBef>
              <a:spcAft>
                <a:spcPts val="1200"/>
              </a:spcAft>
            </a:pPr>
            <a:r>
              <a:rPr lang="en-US" sz="2400" i="1">
                <a:solidFill>
                  <a:schemeClr val="bg1"/>
                </a:solidFill>
                <a:latin typeface="Arial" panose="020B0604020202090204" pitchFamily="34" charset="0"/>
                <a:ea typeface="Verdana" panose="020B0604030504040204" pitchFamily="34" charset="0"/>
                <a:cs typeface="Arial" panose="020B0604020202090204" pitchFamily="34" charset="0"/>
              </a:rPr>
              <a:t>KICKOFF MEETING</a:t>
            </a:r>
            <a:br>
              <a:rPr lang="en-US" sz="2400" i="1">
                <a:solidFill>
                  <a:schemeClr val="bg1"/>
                </a:solidFill>
                <a:latin typeface="Arial" panose="020B0604020202090204" pitchFamily="34" charset="0"/>
                <a:ea typeface="Verdana" panose="020B0604030504040204" pitchFamily="34" charset="0"/>
                <a:cs typeface="Arial" panose="020B0604020202090204" pitchFamily="34" charset="0"/>
              </a:rPr>
            </a:br>
            <a:br>
              <a:rPr lang="en-US" sz="2400" i="1">
                <a:solidFill>
                  <a:schemeClr val="accent6"/>
                </a:solidFill>
                <a:latin typeface="Arial" panose="020B0604020202090204" pitchFamily="34" charset="0"/>
                <a:ea typeface="Verdana" panose="020B0604030504040204" pitchFamily="34" charset="0"/>
                <a:cs typeface="Arial" panose="020B0604020202090204" pitchFamily="34" charset="0"/>
              </a:rPr>
            </a:br>
            <a:r>
              <a:rPr lang="en-US" sz="1800" b="1">
                <a:solidFill>
                  <a:schemeClr val="bg1"/>
                </a:solidFill>
                <a:latin typeface="Arial" panose="020B0604020202090204" pitchFamily="34" charset="0"/>
                <a:ea typeface="Verdana" panose="020B0604030504040204" pitchFamily="34" charset="0"/>
                <a:cs typeface="Arial" panose="020B0604020202090204" pitchFamily="34" charset="0"/>
              </a:rPr>
              <a:t>Engagement of Consultant to Carry Out Consumer Satisfaction Survey in DVC</a:t>
            </a:r>
            <a:br>
              <a:rPr lang="en-US" sz="2000">
                <a:solidFill>
                  <a:schemeClr val="accent2"/>
                </a:solidFill>
                <a:latin typeface="Arial" panose="020B0604020202090204" pitchFamily="34" charset="0"/>
                <a:ea typeface="Verdana" panose="020B0604030504040204" pitchFamily="34" charset="0"/>
                <a:cs typeface="Arial" panose="020B0604020202090204" pitchFamily="34" charset="0"/>
              </a:rPr>
            </a:br>
            <a:br>
              <a:rPr lang="en-US" sz="2000">
                <a:solidFill>
                  <a:schemeClr val="accent2"/>
                </a:solidFill>
                <a:latin typeface="Arial" panose="020B0604020202090204" pitchFamily="34" charset="0"/>
                <a:ea typeface="Verdana" panose="020B0604030504040204" pitchFamily="34" charset="0"/>
                <a:cs typeface="Arial" panose="020B0604020202090204" pitchFamily="34" charset="0"/>
              </a:rPr>
            </a:br>
            <a:r>
              <a:rPr lang="en-US" sz="2000">
                <a:solidFill>
                  <a:schemeClr val="bg1"/>
                </a:solidFill>
                <a:latin typeface="Arial" panose="020B0604020202090204" pitchFamily="34" charset="0"/>
                <a:ea typeface="Verdana" panose="020B0604030504040204" pitchFamily="34" charset="0"/>
                <a:cs typeface="Arial" panose="020B0604020202090204" pitchFamily="34" charset="0"/>
              </a:rPr>
              <a:t>Damodar Valley Corporation</a:t>
            </a:r>
            <a:br>
              <a:rPr lang="en-US" sz="1800">
                <a:solidFill>
                  <a:schemeClr val="accent5"/>
                </a:solidFill>
                <a:latin typeface="Arial" panose="020B0604020202090204" pitchFamily="34" charset="0"/>
                <a:ea typeface="Verdana" panose="020B0604030504040204" pitchFamily="34" charset="0"/>
                <a:cs typeface="Arial" panose="020B0604020202090204" pitchFamily="34" charset="0"/>
              </a:rPr>
            </a:br>
            <a:r>
              <a:rPr lang="en-US" sz="1800">
                <a:solidFill>
                  <a:schemeClr val="bg1"/>
                </a:solidFill>
                <a:latin typeface="Arial" panose="020B0604020202090204" pitchFamily="34" charset="0"/>
                <a:ea typeface="Verdana" panose="020B0604030504040204" pitchFamily="34" charset="0"/>
                <a:cs typeface="Arial" panose="020B0604020202090204" pitchFamily="34" charset="0"/>
              </a:rPr>
              <a:t>Tender/BID No.: GEM/2024/B/5636616 dated 12.12.2024</a:t>
            </a:r>
            <a:endParaRPr lang="en-US">
              <a:solidFill>
                <a:schemeClr val="bg1"/>
              </a:solidFill>
              <a:latin typeface="Arial" panose="020B0604020202090204" pitchFamily="34" charset="0"/>
              <a:ea typeface="Verdana" panose="020B0604030504040204" pitchFamily="34" charset="0"/>
              <a:cs typeface="Arial" panose="020B0604020202090204" pitchFamily="34" charset="0"/>
            </a:endParaRPr>
          </a:p>
        </p:txBody>
      </p:sp>
      <p:sp>
        <p:nvSpPr>
          <p:cNvPr id="8" name="Text Placeholder 7">
            <a:extLst>
              <a:ext uri="{FF2B5EF4-FFF2-40B4-BE49-F238E27FC236}">
                <a16:creationId xmlns:a16="http://schemas.microsoft.com/office/drawing/2014/main" id="{AEF7BCE5-1A95-4D72-B6CC-54120B15F706}"/>
              </a:ext>
            </a:extLst>
          </p:cNvPr>
          <p:cNvSpPr>
            <a:spLocks noGrp="1"/>
          </p:cNvSpPr>
          <p:nvPr>
            <p:ph type="body" sz="quarter" idx="10"/>
          </p:nvPr>
        </p:nvSpPr>
        <p:spPr>
          <a:xfrm>
            <a:off x="501651" y="6269238"/>
            <a:ext cx="4446269" cy="273050"/>
          </a:xfrm>
        </p:spPr>
        <p:txBody>
          <a:bodyPr/>
          <a:lstStyle/>
          <a:p>
            <a:r>
              <a:rPr lang="en-US" b="0">
                <a:latin typeface="Arial" panose="020B0604020202020204" pitchFamily="34" charset="0"/>
                <a:cs typeface="Arial" panose="020B0604020202020204" pitchFamily="34" charset="0"/>
              </a:rPr>
              <a:t>June 2025</a:t>
            </a:r>
          </a:p>
        </p:txBody>
      </p:sp>
      <p:sp>
        <p:nvSpPr>
          <p:cNvPr id="31" name="Text Placeholder 4">
            <a:extLst>
              <a:ext uri="{FF2B5EF4-FFF2-40B4-BE49-F238E27FC236}">
                <a16:creationId xmlns:a16="http://schemas.microsoft.com/office/drawing/2014/main" id="{380D404E-4172-4FAF-6133-C437C59455F5}"/>
              </a:ext>
            </a:extLst>
          </p:cNvPr>
          <p:cNvSpPr txBox="1">
            <a:spLocks/>
          </p:cNvSpPr>
          <p:nvPr/>
        </p:nvSpPr>
        <p:spPr>
          <a:xfrm>
            <a:off x="501651" y="5992239"/>
            <a:ext cx="6709262" cy="276999"/>
          </a:xfrm>
          <a:prstGeom prst="rect">
            <a:avLst/>
          </a:prstGeom>
        </p:spPr>
        <p:txBody>
          <a:bodyPr vert="horz" lIns="0" tIns="0" rIns="0" bIns="0" rtlCol="0" anchor="ctr" anchorCtr="0">
            <a:spAutoFit/>
          </a:bodyPr>
          <a:lstStyle>
            <a:lvl1pPr marL="0" indent="0" algn="l" defTabSz="914400" rtl="0" eaLnBrk="1" latinLnBrk="0" hangingPunct="1">
              <a:spcBef>
                <a:spcPts val="0"/>
              </a:spcBef>
              <a:spcAft>
                <a:spcPts val="0"/>
              </a:spcAft>
              <a:buSzPct val="100000"/>
              <a:buFontTx/>
              <a:buNone/>
              <a:defRPr sz="1400" b="1" kern="1200">
                <a:solidFill>
                  <a:schemeClr val="bg1"/>
                </a:solidFill>
                <a:latin typeface="Calibri" panose="020F0502020204030204" pitchFamily="34" charset="0"/>
                <a:ea typeface="+mn-ea"/>
                <a:cs typeface="Calibri" panose="020F05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a:solidFill>
                  <a:schemeClr val="bg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a:solidFill>
                  <a:schemeClr val="bg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a:solidFill>
                  <a:schemeClr val="bg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a:solidFill>
                  <a:schemeClr val="bg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en-US" sz="1800" b="0">
                <a:solidFill>
                  <a:schemeClr val="accent2"/>
                </a:solidFill>
                <a:latin typeface="Arial" panose="020B0604020202020204" pitchFamily="34" charset="0"/>
                <a:cs typeface="Arial" panose="020B0604020202020204" pitchFamily="34" charset="0"/>
              </a:rPr>
              <a:t>Deloitte Touche Tohmatsu India LLP</a:t>
            </a:r>
            <a:endParaRPr lang="en-US" sz="1600" b="0">
              <a:solidFill>
                <a:schemeClr val="accent2"/>
              </a:solidFill>
              <a:latin typeface="Arial" panose="020B0604020202020204" pitchFamily="34" charset="0"/>
              <a:cs typeface="Arial" panose="020B0604020202020204" pitchFamily="34" charset="0"/>
            </a:endParaRPr>
          </a:p>
        </p:txBody>
      </p:sp>
      <p:pic>
        <p:nvPicPr>
          <p:cNvPr id="40" name="Picture 39">
            <a:extLst>
              <a:ext uri="{FF2B5EF4-FFF2-40B4-BE49-F238E27FC236}">
                <a16:creationId xmlns:a16="http://schemas.microsoft.com/office/drawing/2014/main" id="{838C0878-B57F-54D7-60B0-EF7E09B833ED}"/>
              </a:ext>
            </a:extLst>
          </p:cNvPr>
          <p:cNvPicPr>
            <a:picLocks noChangeAspect="1"/>
          </p:cNvPicPr>
          <p:nvPr/>
        </p:nvPicPr>
        <p:blipFill>
          <a:blip r:embed="rId6"/>
          <a:srcRect/>
          <a:stretch/>
        </p:blipFill>
        <p:spPr>
          <a:xfrm>
            <a:off x="10783342" y="5382566"/>
            <a:ext cx="1198880" cy="1198880"/>
          </a:xfrm>
          <a:prstGeom prst="rect">
            <a:avLst/>
          </a:prstGeom>
        </p:spPr>
      </p:pic>
      <p:pic>
        <p:nvPicPr>
          <p:cNvPr id="2" name="Picture Placeholder 10" descr="A picture containing text, black, watch&#10;&#10;Description automatically generated">
            <a:extLst>
              <a:ext uri="{FF2B5EF4-FFF2-40B4-BE49-F238E27FC236}">
                <a16:creationId xmlns:a16="http://schemas.microsoft.com/office/drawing/2014/main" id="{2077CDC0-2EC0-73C7-C2F5-149ACD892968}"/>
              </a:ext>
            </a:extLst>
          </p:cNvPr>
          <p:cNvPicPr>
            <a:picLocks noChangeAspect="1"/>
          </p:cNvPicPr>
          <p:nvPr/>
        </p:nvPicPr>
        <p:blipFill>
          <a:blip r:embed="rId7"/>
          <a:srcRect l="72" r="72"/>
          <a:stretch>
            <a:fillRect/>
          </a:stretch>
        </p:blipFill>
        <p:spPr>
          <a:xfrm>
            <a:off x="7210913" y="1185181"/>
            <a:ext cx="4320000" cy="4320000"/>
          </a:xfrm>
          <a:prstGeom prst="rect">
            <a:avLst/>
          </a:prstGeom>
        </p:spPr>
      </p:pic>
    </p:spTree>
    <p:extLst>
      <p:ext uri="{BB962C8B-B14F-4D97-AF65-F5344CB8AC3E}">
        <p14:creationId xmlns:p14="http://schemas.microsoft.com/office/powerpoint/2010/main" val="267280584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D7007A1-C7F4-4CE0-9CDA-3597F295AFFB}"/>
              </a:ext>
            </a:extLst>
          </p:cNvPr>
          <p:cNvSpPr/>
          <p:nvPr/>
        </p:nvSpPr>
        <p:spPr>
          <a:xfrm>
            <a:off x="453294" y="620865"/>
            <a:ext cx="5947506" cy="446597"/>
          </a:xfrm>
          <a:prstGeom prst="rect">
            <a:avLst/>
          </a:prstGeom>
        </p:spPr>
        <p:txBody>
          <a:bodyPr wrap="square" lIns="0" tIns="0" rIns="0" bIns="0">
            <a:spAutoFit/>
          </a:bodyPr>
          <a:lstStyle/>
          <a:p>
            <a:pPr marL="0" marR="0" lvl="0" indent="0" algn="l" defTabSz="945677" rtl="0" eaLnBrk="1" fontAlgn="auto" latinLnBrk="0" hangingPunct="1">
              <a:lnSpc>
                <a:spcPct val="100000"/>
              </a:lnSpc>
              <a:spcBef>
                <a:spcPts val="0"/>
              </a:spcBef>
              <a:spcAft>
                <a:spcPts val="0"/>
              </a:spcAft>
              <a:buClrTx/>
              <a:buSzTx/>
              <a:buFontTx/>
              <a:buNone/>
              <a:tabLst/>
              <a:defRPr/>
            </a:pPr>
            <a:r>
              <a:rPr kumimoji="0" lang="en-AU" sz="2902" b="0" i="0" u="none" strike="noStrike" kern="1200" cap="none" spc="272" normalizeH="0" baseline="0" noProof="0">
                <a:ln>
                  <a:noFill/>
                </a:ln>
                <a:solidFill>
                  <a:srgbClr val="26890D"/>
                </a:solidFill>
                <a:effectLst/>
                <a:uLnTx/>
                <a:uFillTx/>
                <a:latin typeface="Arial" panose="020B0604020202020204" pitchFamily="34" charset="0"/>
                <a:cs typeface="Arial" panose="020B0604020202020204" pitchFamily="34" charset="0"/>
              </a:rPr>
              <a:t>MEETING AGENDA</a:t>
            </a:r>
            <a:endParaRPr kumimoji="0" lang="en-IN" sz="2902" b="0" i="0" u="none" strike="noStrike" kern="1200" cap="none" spc="272" normalizeH="0" baseline="0" noProof="0">
              <a:ln>
                <a:noFill/>
              </a:ln>
              <a:solidFill>
                <a:srgbClr val="26890D"/>
              </a:solidFill>
              <a:effectLst/>
              <a:uLnTx/>
              <a:uFillTx/>
              <a:latin typeface="Arial" panose="020B0604020202020204" pitchFamily="34" charset="0"/>
              <a:cs typeface="Arial" panose="020B0604020202020204" pitchFamily="34" charset="0"/>
            </a:endParaRPr>
          </a:p>
        </p:txBody>
      </p:sp>
      <p:graphicFrame>
        <p:nvGraphicFramePr>
          <p:cNvPr id="5" name="Table 4">
            <a:extLst>
              <a:ext uri="{FF2B5EF4-FFF2-40B4-BE49-F238E27FC236}">
                <a16:creationId xmlns:a16="http://schemas.microsoft.com/office/drawing/2014/main" id="{EC955B6D-9E2E-44A0-A0A9-8BEF02287B3A}"/>
              </a:ext>
            </a:extLst>
          </p:cNvPr>
          <p:cNvGraphicFramePr>
            <a:graphicFrameLocks noGrp="1"/>
          </p:cNvGraphicFramePr>
          <p:nvPr>
            <p:extLst>
              <p:ext uri="{D42A27DB-BD31-4B8C-83A1-F6EECF244321}">
                <p14:modId xmlns:p14="http://schemas.microsoft.com/office/powerpoint/2010/main" val="2808044851"/>
              </p:ext>
            </p:extLst>
          </p:nvPr>
        </p:nvGraphicFramePr>
        <p:xfrm>
          <a:off x="453293" y="1386442"/>
          <a:ext cx="4915661" cy="2225223"/>
        </p:xfrm>
        <a:graphic>
          <a:graphicData uri="http://schemas.openxmlformats.org/drawingml/2006/table">
            <a:tbl>
              <a:tblPr>
                <a:tableStyleId>{2D5ABB26-0587-4C30-8999-92F81FD0307C}</a:tableStyleId>
              </a:tblPr>
              <a:tblGrid>
                <a:gridCol w="692210">
                  <a:extLst>
                    <a:ext uri="{9D8B030D-6E8A-4147-A177-3AD203B41FA5}">
                      <a16:colId xmlns:a16="http://schemas.microsoft.com/office/drawing/2014/main" val="20000"/>
                    </a:ext>
                  </a:extLst>
                </a:gridCol>
                <a:gridCol w="4223451">
                  <a:extLst>
                    <a:ext uri="{9D8B030D-6E8A-4147-A177-3AD203B41FA5}">
                      <a16:colId xmlns:a16="http://schemas.microsoft.com/office/drawing/2014/main" val="20001"/>
                    </a:ext>
                  </a:extLst>
                </a:gridCol>
              </a:tblGrid>
              <a:tr h="744361">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500" b="0" u="none" strike="noStrike" kern="1200" cap="none" normalizeH="0" baseline="0">
                        <a:ln>
                          <a:noFill/>
                        </a:ln>
                        <a:solidFill>
                          <a:schemeClr val="tx2"/>
                        </a:solidFill>
                        <a:effectLst/>
                        <a:latin typeface="Arial" panose="020B0604020202020204" pitchFamily="34" charset="0"/>
                        <a:ea typeface="+mn-ea"/>
                        <a:cs typeface="Arial" panose="020B0604020202020204" pitchFamily="34" charset="0"/>
                      </a:endParaRPr>
                    </a:p>
                  </a:txBody>
                  <a:tcPr marL="82918" marR="82918" marT="41459" marB="41459"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accent3"/>
                          </a:solidFill>
                          <a:effectLst/>
                          <a:uLnTx/>
                          <a:uFillTx/>
                          <a:latin typeface="Arial" panose="020B0604020202020204" pitchFamily="34" charset="0"/>
                          <a:ea typeface="+mn-ea"/>
                          <a:cs typeface="Arial" panose="020B0604020202020204" pitchFamily="34" charset="0"/>
                        </a:rPr>
                        <a:t>Strategic Context of the Engagement</a:t>
                      </a:r>
                    </a:p>
                  </a:txBody>
                  <a:tcPr marL="82918" marR="82918" marT="41459" marB="41459"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10000"/>
                  </a:ext>
                </a:extLst>
              </a:tr>
              <a:tr h="740431">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500" b="0" u="none" strike="noStrike" kern="1200" cap="none" normalizeH="0" baseline="0">
                        <a:ln>
                          <a:noFill/>
                        </a:ln>
                        <a:solidFill>
                          <a:schemeClr val="tx2"/>
                        </a:solidFill>
                        <a:effectLst/>
                        <a:latin typeface="Arial" panose="020B0604020202020204" pitchFamily="34" charset="0"/>
                        <a:ea typeface="+mn-ea"/>
                        <a:cs typeface="Arial" panose="020B0604020202020204" pitchFamily="34" charset="0"/>
                      </a:endParaRPr>
                    </a:p>
                  </a:txBody>
                  <a:tcPr marL="82918" marR="82918" marT="41459" marB="41459"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accent3"/>
                          </a:solidFill>
                          <a:effectLst/>
                          <a:uLnTx/>
                          <a:uFillTx/>
                          <a:latin typeface="Arial" panose="020B0604020202020204" pitchFamily="34" charset="0"/>
                          <a:ea typeface="+mn-ea"/>
                          <a:cs typeface="Arial" panose="020B0604020202020204" pitchFamily="34" charset="0"/>
                        </a:rPr>
                        <a:t>Scope of Work &amp; Timelines</a:t>
                      </a:r>
                    </a:p>
                  </a:txBody>
                  <a:tcPr marL="82918" marR="82918" marT="41459" marB="41459"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1958107146"/>
                  </a:ext>
                </a:extLst>
              </a:tr>
              <a:tr h="740431">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500" b="0" u="none" strike="noStrike" kern="1200" cap="none" normalizeH="0" baseline="0">
                        <a:ln>
                          <a:noFill/>
                        </a:ln>
                        <a:solidFill>
                          <a:schemeClr val="tx2"/>
                        </a:solidFill>
                        <a:effectLst/>
                        <a:latin typeface="Arial" panose="020B0604020202020204" pitchFamily="34" charset="0"/>
                        <a:ea typeface="+mn-ea"/>
                        <a:cs typeface="Arial" panose="020B0604020202020204" pitchFamily="34" charset="0"/>
                      </a:endParaRPr>
                    </a:p>
                  </a:txBody>
                  <a:tcPr marL="82918" marR="82918" marT="41459" marB="41459"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accent3"/>
                          </a:solidFill>
                          <a:effectLst/>
                          <a:uLnTx/>
                          <a:uFillTx/>
                          <a:latin typeface="Arial" panose="020B0604020202020204" pitchFamily="34" charset="0"/>
                          <a:ea typeface="+mn-ea"/>
                          <a:cs typeface="Arial" panose="020B0604020202020204" pitchFamily="34" charset="0"/>
                        </a:rPr>
                        <a:t>Next Steps / Way Forward</a:t>
                      </a:r>
                    </a:p>
                  </a:txBody>
                  <a:tcPr marL="82918" marR="82918" marT="41459" marB="41459"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2474221240"/>
                  </a:ext>
                </a:extLst>
              </a:tr>
            </a:tbl>
          </a:graphicData>
        </a:graphic>
      </p:graphicFrame>
      <p:sp>
        <p:nvSpPr>
          <p:cNvPr id="6" name="Oval 5">
            <a:extLst>
              <a:ext uri="{FF2B5EF4-FFF2-40B4-BE49-F238E27FC236}">
                <a16:creationId xmlns:a16="http://schemas.microsoft.com/office/drawing/2014/main" id="{D8070BE0-AF3B-4479-935F-548B283357BC}"/>
              </a:ext>
            </a:extLst>
          </p:cNvPr>
          <p:cNvSpPr>
            <a:spLocks noChangeAspect="1"/>
          </p:cNvSpPr>
          <p:nvPr/>
        </p:nvSpPr>
        <p:spPr>
          <a:xfrm>
            <a:off x="660973" y="1537599"/>
            <a:ext cx="390751" cy="39075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82798" tIns="41397" rIns="82798" bIns="41397" rtlCol="0" anchor="ctr"/>
          <a:lstStyle/>
          <a:p>
            <a:pPr marL="0" marR="0" lvl="0" indent="0" algn="ctr" defTabSz="945677" rtl="0" eaLnBrk="1" fontAlgn="auto" latinLnBrk="0" hangingPunct="1">
              <a:lnSpc>
                <a:spcPct val="100000"/>
              </a:lnSpc>
              <a:spcBef>
                <a:spcPts val="0"/>
              </a:spcBef>
              <a:spcAft>
                <a:spcPts val="0"/>
              </a:spcAft>
              <a:buClrTx/>
              <a:buSzTx/>
              <a:buFontTx/>
              <a:buNone/>
              <a:tabLst/>
              <a:defRPr/>
            </a:pPr>
            <a:r>
              <a:rPr kumimoji="0" lang="en-US" sz="148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t>1</a:t>
            </a:r>
          </a:p>
        </p:txBody>
      </p:sp>
      <p:sp>
        <p:nvSpPr>
          <p:cNvPr id="7" name="Oval 6">
            <a:extLst>
              <a:ext uri="{FF2B5EF4-FFF2-40B4-BE49-F238E27FC236}">
                <a16:creationId xmlns:a16="http://schemas.microsoft.com/office/drawing/2014/main" id="{D40672A5-0039-40A5-8DAD-7B5D1993C012}"/>
              </a:ext>
            </a:extLst>
          </p:cNvPr>
          <p:cNvSpPr>
            <a:spLocks noChangeAspect="1"/>
          </p:cNvSpPr>
          <p:nvPr/>
        </p:nvSpPr>
        <p:spPr>
          <a:xfrm>
            <a:off x="660973" y="2294897"/>
            <a:ext cx="390751" cy="39075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82798" tIns="41397" rIns="82798" bIns="41397" rtlCol="0" anchor="ctr"/>
          <a:lstStyle/>
          <a:p>
            <a:pPr marL="0" marR="0" lvl="0" indent="0" algn="ctr" defTabSz="945677" rtl="0" eaLnBrk="1" fontAlgn="auto" latinLnBrk="0" hangingPunct="1">
              <a:lnSpc>
                <a:spcPct val="100000"/>
              </a:lnSpc>
              <a:spcBef>
                <a:spcPts val="0"/>
              </a:spcBef>
              <a:spcAft>
                <a:spcPts val="0"/>
              </a:spcAft>
              <a:buClrTx/>
              <a:buSzTx/>
              <a:buFontTx/>
              <a:buNone/>
              <a:tabLst/>
              <a:defRPr/>
            </a:pPr>
            <a:r>
              <a:rPr kumimoji="0" lang="en-US" sz="148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t>2</a:t>
            </a:r>
          </a:p>
        </p:txBody>
      </p:sp>
      <p:sp>
        <p:nvSpPr>
          <p:cNvPr id="8" name="Oval 7">
            <a:extLst>
              <a:ext uri="{FF2B5EF4-FFF2-40B4-BE49-F238E27FC236}">
                <a16:creationId xmlns:a16="http://schemas.microsoft.com/office/drawing/2014/main" id="{329005B1-D749-412F-AA33-D6AD8910EF63}"/>
              </a:ext>
            </a:extLst>
          </p:cNvPr>
          <p:cNvSpPr>
            <a:spLocks noChangeAspect="1"/>
          </p:cNvSpPr>
          <p:nvPr/>
        </p:nvSpPr>
        <p:spPr>
          <a:xfrm>
            <a:off x="660973" y="3018911"/>
            <a:ext cx="390751" cy="39075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82798" tIns="41397" rIns="82798" bIns="41397" rtlCol="0" anchor="ctr"/>
          <a:lstStyle/>
          <a:p>
            <a:pPr marL="0" marR="0" lvl="0" indent="0" algn="ctr" defTabSz="945677" rtl="0" eaLnBrk="1" fontAlgn="auto" latinLnBrk="0" hangingPunct="1">
              <a:lnSpc>
                <a:spcPct val="100000"/>
              </a:lnSpc>
              <a:spcBef>
                <a:spcPts val="0"/>
              </a:spcBef>
              <a:spcAft>
                <a:spcPts val="0"/>
              </a:spcAft>
              <a:buClrTx/>
              <a:buSzTx/>
              <a:buFontTx/>
              <a:buNone/>
              <a:tabLst/>
              <a:defRPr/>
            </a:pPr>
            <a:r>
              <a:rPr kumimoji="0" lang="en-US" sz="148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t>3</a:t>
            </a:r>
          </a:p>
        </p:txBody>
      </p:sp>
      <p:pic>
        <p:nvPicPr>
          <p:cNvPr id="2" name="Picture 1">
            <a:extLst>
              <a:ext uri="{FF2B5EF4-FFF2-40B4-BE49-F238E27FC236}">
                <a16:creationId xmlns:a16="http://schemas.microsoft.com/office/drawing/2014/main" id="{76A0F86D-7983-4DC4-99B3-E999058B1A3C}"/>
              </a:ext>
            </a:extLst>
          </p:cNvPr>
          <p:cNvPicPr>
            <a:picLocks noChangeAspect="1"/>
          </p:cNvPicPr>
          <p:nvPr/>
        </p:nvPicPr>
        <p:blipFill rotWithShape="1">
          <a:blip r:embed="rId2"/>
          <a:srcRect r="2302"/>
          <a:stretch/>
        </p:blipFill>
        <p:spPr>
          <a:xfrm>
            <a:off x="5452845" y="2490273"/>
            <a:ext cx="6739156" cy="4367727"/>
          </a:xfrm>
          <a:prstGeom prst="rect">
            <a:avLst/>
          </a:prstGeom>
        </p:spPr>
      </p:pic>
    </p:spTree>
    <p:extLst>
      <p:ext uri="{BB962C8B-B14F-4D97-AF65-F5344CB8AC3E}">
        <p14:creationId xmlns:p14="http://schemas.microsoft.com/office/powerpoint/2010/main" val="1131463983"/>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picture containing sky, outdoor&#10;&#10;Description automatically generated">
            <a:extLst>
              <a:ext uri="{FF2B5EF4-FFF2-40B4-BE49-F238E27FC236}">
                <a16:creationId xmlns:a16="http://schemas.microsoft.com/office/drawing/2014/main" id="{0FF1E559-94FF-BE08-0C66-3FD920DA1558}"/>
              </a:ext>
            </a:extLst>
          </p:cNvPr>
          <p:cNvPicPr>
            <a:picLocks noChangeAspect="1"/>
          </p:cNvPicPr>
          <p:nvPr/>
        </p:nvPicPr>
        <p:blipFill rotWithShape="1">
          <a:blip r:embed="rId3">
            <a:extLst>
              <a:ext uri="{28A0092B-C50C-407E-A947-70E740481C1C}">
                <a14:useLocalDpi xmlns:a14="http://schemas.microsoft.com/office/drawing/2010/main" val="0"/>
              </a:ext>
            </a:extLst>
          </a:blip>
          <a:srcRect t="25000"/>
          <a:stretch/>
        </p:blipFill>
        <p:spPr>
          <a:xfrm>
            <a:off x="0" y="0"/>
            <a:ext cx="12192000" cy="6858000"/>
          </a:xfrm>
          <a:prstGeom prst="rect">
            <a:avLst/>
          </a:prstGeom>
        </p:spPr>
      </p:pic>
      <p:graphicFrame>
        <p:nvGraphicFramePr>
          <p:cNvPr id="2" name="think-cell data - do not delete" hidden="1">
            <a:extLst>
              <a:ext uri="{FF2B5EF4-FFF2-40B4-BE49-F238E27FC236}">
                <a16:creationId xmlns:a16="http://schemas.microsoft.com/office/drawing/2014/main" id="{E531ED91-F42D-14E9-452F-B99D39D1422F}"/>
              </a:ext>
            </a:extLst>
          </p:cNvPr>
          <p:cNvGraphicFramePr>
            <a:graphicFrameLocks noChangeAspect="1"/>
          </p:cNvGraphicFramePr>
          <p:nvPr>
            <p:custDataLst>
              <p:tags r:id="rId1"/>
            </p:custDataLst>
            <p:extLst>
              <p:ext uri="{D42A27DB-BD31-4B8C-83A1-F6EECF244321}">
                <p14:modId xmlns:p14="http://schemas.microsoft.com/office/powerpoint/2010/main" val="13722231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2" name="think-cell data - do not delete" hidden="1">
                        <a:extLst>
                          <a:ext uri="{FF2B5EF4-FFF2-40B4-BE49-F238E27FC236}">
                            <a16:creationId xmlns:a16="http://schemas.microsoft.com/office/drawing/2014/main" id="{E531ED91-F42D-14E9-452F-B99D39D1422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extBox 4">
            <a:extLst>
              <a:ext uri="{FF2B5EF4-FFF2-40B4-BE49-F238E27FC236}">
                <a16:creationId xmlns:a16="http://schemas.microsoft.com/office/drawing/2014/main" id="{58459B0F-43A4-1729-7037-A5C7DC5D7504}"/>
              </a:ext>
            </a:extLst>
          </p:cNvPr>
          <p:cNvSpPr txBox="1"/>
          <p:nvPr/>
        </p:nvSpPr>
        <p:spPr>
          <a:xfrm>
            <a:off x="241738" y="4860704"/>
            <a:ext cx="2039008" cy="584775"/>
          </a:xfrm>
          <a:prstGeom prst="rect">
            <a:avLst/>
          </a:prstGeom>
          <a:noFill/>
        </p:spPr>
        <p:txBody>
          <a:bodyPr wrap="square">
            <a:spAutoFit/>
          </a:bodyPr>
          <a:lstStyle/>
          <a:p>
            <a:r>
              <a:rPr lang="en-US" sz="3200" b="1">
                <a:solidFill>
                  <a:schemeClr val="bg1"/>
                </a:solidFill>
                <a:latin typeface="Dubai Light" panose="020B0303030403030204" pitchFamily="34" charset="-78"/>
                <a:ea typeface="Verdana" panose="020B0604030504040204" pitchFamily="34" charset="0"/>
                <a:cs typeface="Dubai Light" panose="020B0303030403030204" pitchFamily="34" charset="-78"/>
              </a:rPr>
              <a:t>A g e n d a</a:t>
            </a:r>
            <a:endParaRPr lang="en-US" sz="3200" b="1">
              <a:solidFill>
                <a:schemeClr val="bg1"/>
              </a:solidFill>
              <a:latin typeface="Dubai Light" panose="020B0303030403030204" pitchFamily="34" charset="-78"/>
              <a:cs typeface="Dubai Light" panose="020B0303030403030204" pitchFamily="34" charset="-78"/>
            </a:endParaRPr>
          </a:p>
        </p:txBody>
      </p:sp>
      <p:sp>
        <p:nvSpPr>
          <p:cNvPr id="3" name="TextBox 2">
            <a:extLst>
              <a:ext uri="{FF2B5EF4-FFF2-40B4-BE49-F238E27FC236}">
                <a16:creationId xmlns:a16="http://schemas.microsoft.com/office/drawing/2014/main" id="{6B402CD6-9D58-A11C-B706-73AA542395F2}"/>
              </a:ext>
            </a:extLst>
          </p:cNvPr>
          <p:cNvSpPr txBox="1"/>
          <p:nvPr/>
        </p:nvSpPr>
        <p:spPr>
          <a:xfrm>
            <a:off x="478378" y="5268310"/>
            <a:ext cx="1565727" cy="1446550"/>
          </a:xfrm>
          <a:prstGeom prst="rect">
            <a:avLst/>
          </a:prstGeom>
          <a:noFill/>
        </p:spPr>
        <p:txBody>
          <a:bodyPr wrap="square">
            <a:spAutoFit/>
          </a:bodyPr>
          <a:lstStyle/>
          <a:p>
            <a:r>
              <a:rPr lang="en-US" sz="7200" b="1">
                <a:solidFill>
                  <a:schemeClr val="bg1"/>
                </a:solidFill>
                <a:latin typeface="Dubai Light" panose="020B0303030403030204" pitchFamily="34" charset="-78"/>
                <a:ea typeface="Verdana" panose="020B0604030504040204" pitchFamily="34" charset="0"/>
                <a:cs typeface="Dubai Light" panose="020B0303030403030204" pitchFamily="34" charset="-78"/>
              </a:rPr>
              <a:t>0</a:t>
            </a:r>
            <a:r>
              <a:rPr lang="en-US" sz="8800" b="1">
                <a:solidFill>
                  <a:schemeClr val="bg1"/>
                </a:solidFill>
                <a:latin typeface="Dubai Light" panose="020B0303030403030204" pitchFamily="34" charset="-78"/>
                <a:ea typeface="Verdana" panose="020B0604030504040204" pitchFamily="34" charset="0"/>
                <a:cs typeface="Dubai Light" panose="020B0303030403030204" pitchFamily="34" charset="-78"/>
              </a:rPr>
              <a:t>1</a:t>
            </a:r>
            <a:endParaRPr lang="en-US" sz="7200" b="1">
              <a:solidFill>
                <a:schemeClr val="bg1"/>
              </a:solidFill>
              <a:latin typeface="Dubai Light" panose="020B0303030403030204" pitchFamily="34" charset="-78"/>
              <a:cs typeface="Dubai Light" panose="020B0303030403030204" pitchFamily="34" charset="-78"/>
            </a:endParaRPr>
          </a:p>
        </p:txBody>
      </p:sp>
      <p:sp>
        <p:nvSpPr>
          <p:cNvPr id="4" name="TextBox 3">
            <a:extLst>
              <a:ext uri="{FF2B5EF4-FFF2-40B4-BE49-F238E27FC236}">
                <a16:creationId xmlns:a16="http://schemas.microsoft.com/office/drawing/2014/main" id="{4F9180F4-B7E3-A162-DC9F-7345F1C28F8A}"/>
              </a:ext>
            </a:extLst>
          </p:cNvPr>
          <p:cNvSpPr txBox="1"/>
          <p:nvPr/>
        </p:nvSpPr>
        <p:spPr>
          <a:xfrm>
            <a:off x="2207172" y="5264742"/>
            <a:ext cx="9458995" cy="918270"/>
          </a:xfrm>
          <a:prstGeom prst="snip2DiagRect">
            <a:avLst/>
          </a:prstGeom>
          <a:solidFill>
            <a:schemeClr val="accent5"/>
          </a:solidFill>
        </p:spPr>
        <p:txBody>
          <a:bodyPr wrap="square" anchor="ctr">
            <a:spAutoFit/>
          </a:bodyPr>
          <a:lstStyle/>
          <a:p>
            <a:r>
              <a:rPr lang="en-US" sz="4400" b="1">
                <a:solidFill>
                  <a:schemeClr val="bg1"/>
                </a:solidFill>
                <a:latin typeface="Dubai Light" panose="020B0303030403030204" pitchFamily="34" charset="-78"/>
                <a:ea typeface="Verdana" panose="020B0604030504040204" pitchFamily="34" charset="0"/>
                <a:cs typeface="Dubai Light" panose="020B0303030403030204" pitchFamily="34" charset="-78"/>
              </a:rPr>
              <a:t>Strategic context of the engagement</a:t>
            </a:r>
            <a:endParaRPr lang="en-US" sz="4400" b="1">
              <a:solidFill>
                <a:schemeClr val="bg1"/>
              </a:solidFill>
              <a:latin typeface="Dubai Light" panose="020B0303030403030204" pitchFamily="34" charset="-78"/>
              <a:cs typeface="Dubai Light" panose="020B0303030403030204" pitchFamily="34" charset="-78"/>
            </a:endParaRPr>
          </a:p>
        </p:txBody>
      </p:sp>
    </p:spTree>
    <p:extLst>
      <p:ext uri="{BB962C8B-B14F-4D97-AF65-F5344CB8AC3E}">
        <p14:creationId xmlns:p14="http://schemas.microsoft.com/office/powerpoint/2010/main" val="6608051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95000"/>
            <a:alpha val="18000"/>
          </a:schemeClr>
        </a:solidFill>
        <a:effectLst/>
      </p:bgPr>
    </p:bg>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85E75AA5-7793-42EB-A8A1-2973E74D2021}"/>
              </a:ext>
            </a:extLst>
          </p:cNvPr>
          <p:cNvGraphicFramePr>
            <a:graphicFrameLocks noChangeAspect="1"/>
          </p:cNvGraphicFramePr>
          <p:nvPr>
            <p:custDataLst>
              <p:tags r:id="rId1"/>
            </p:custDataLst>
            <p:extLst>
              <p:ext uri="{D42A27DB-BD31-4B8C-83A1-F6EECF244321}">
                <p14:modId xmlns:p14="http://schemas.microsoft.com/office/powerpoint/2010/main" val="28276366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8" imgW="415" imgH="416" progId="TCLayout.ActiveDocument.1">
                  <p:embed/>
                </p:oleObj>
              </mc:Choice>
              <mc:Fallback>
                <p:oleObj name="think-cell Slide" r:id="rId18" imgW="415" imgH="416" progId="TCLayout.ActiveDocument.1">
                  <p:embed/>
                  <p:pic>
                    <p:nvPicPr>
                      <p:cNvPr id="10" name="Object 9" hidden="1">
                        <a:extLst>
                          <a:ext uri="{FF2B5EF4-FFF2-40B4-BE49-F238E27FC236}">
                            <a16:creationId xmlns:a16="http://schemas.microsoft.com/office/drawing/2014/main" id="{85E75AA5-7793-42EB-A8A1-2973E74D2021}"/>
                          </a:ext>
                        </a:extLst>
                      </p:cNvPr>
                      <p:cNvPicPr/>
                      <p:nvPr/>
                    </p:nvPicPr>
                    <p:blipFill>
                      <a:blip r:embed="rId19"/>
                      <a:stretch>
                        <a:fillRect/>
                      </a:stretch>
                    </p:blipFill>
                    <p:spPr>
                      <a:xfrm>
                        <a:off x="1588" y="1588"/>
                        <a:ext cx="1588" cy="1588"/>
                      </a:xfrm>
                      <a:prstGeom prst="rect">
                        <a:avLst/>
                      </a:prstGeom>
                    </p:spPr>
                  </p:pic>
                </p:oleObj>
              </mc:Fallback>
            </mc:AlternateContent>
          </a:graphicData>
        </a:graphic>
      </p:graphicFrame>
      <p:sp>
        <p:nvSpPr>
          <p:cNvPr id="17" name="Rectangle 16">
            <a:extLst>
              <a:ext uri="{FF2B5EF4-FFF2-40B4-BE49-F238E27FC236}">
                <a16:creationId xmlns:a16="http://schemas.microsoft.com/office/drawing/2014/main" id="{D750086D-0331-1856-83D4-4FE2A7DD2840}"/>
              </a:ext>
            </a:extLst>
          </p:cNvPr>
          <p:cNvSpPr/>
          <p:nvPr/>
        </p:nvSpPr>
        <p:spPr bwMode="gray">
          <a:xfrm>
            <a:off x="7853118" y="2253664"/>
            <a:ext cx="3817226" cy="4294453"/>
          </a:xfrm>
          <a:prstGeom prst="rect">
            <a:avLst/>
          </a:prstGeom>
          <a:solidFill>
            <a:schemeClr val="bg1"/>
          </a:solidFill>
          <a:ln w="19050" algn="ctr">
            <a:noFill/>
            <a:miter lim="800000"/>
            <a:headEnd/>
            <a:tailEnd/>
          </a:ln>
          <a:effectLst>
            <a:outerShdw blurRad="50800" dist="38100" dir="5400000" algn="t" rotWithShape="0">
              <a:prstClr val="black">
                <a:alpha val="40000"/>
              </a:prstClr>
            </a:outerShdw>
          </a:effectLst>
        </p:spPr>
        <p:txBody>
          <a:bodyPr wrap="square" lIns="108100" tIns="108100" rIns="108100" bIns="108100" rtlCol="0" anchor="ctr"/>
          <a:lstStyle/>
          <a:p>
            <a:pPr algn="ctr" defTabSz="1111782">
              <a:lnSpc>
                <a:spcPct val="106000"/>
              </a:lnSpc>
              <a:defRPr/>
            </a:pPr>
            <a:endParaRPr lang="en-US" sz="1945" b="1" kern="0">
              <a:latin typeface="Calibri"/>
            </a:endParaRPr>
          </a:p>
          <a:p>
            <a:pPr algn="ctr" defTabSz="1111782">
              <a:lnSpc>
                <a:spcPct val="106000"/>
              </a:lnSpc>
              <a:defRPr/>
            </a:pPr>
            <a:endParaRPr lang="en-US" sz="1945" b="1" kern="0">
              <a:latin typeface="Calibri"/>
            </a:endParaRPr>
          </a:p>
          <a:p>
            <a:pPr algn="ctr" defTabSz="1111782">
              <a:lnSpc>
                <a:spcPct val="106000"/>
              </a:lnSpc>
              <a:defRPr/>
            </a:pPr>
            <a:endParaRPr lang="en-US" sz="1945" b="1" kern="0">
              <a:latin typeface="Calibri"/>
            </a:endParaRPr>
          </a:p>
          <a:p>
            <a:pPr defTabSz="1111782">
              <a:lnSpc>
                <a:spcPct val="106000"/>
              </a:lnSpc>
              <a:defRPr/>
            </a:pPr>
            <a:endParaRPr lang="en-US" sz="2000" b="1"/>
          </a:p>
          <a:p>
            <a:pPr marL="342900" indent="-342900" defTabSz="1111782">
              <a:lnSpc>
                <a:spcPct val="106000"/>
              </a:lnSpc>
              <a:buFont typeface="Arial" panose="020B0604020202020204" pitchFamily="34" charset="0"/>
              <a:buChar char="•"/>
              <a:defRPr/>
            </a:pPr>
            <a:endParaRPr lang="en-US" sz="1200" b="1">
              <a:latin typeface="Verdana" panose="020B0604030504040204" pitchFamily="34" charset="0"/>
              <a:ea typeface="Verdana" panose="020B0604030504040204" pitchFamily="34" charset="0"/>
            </a:endParaRPr>
          </a:p>
          <a:p>
            <a:pPr marL="342900" indent="-342900" defTabSz="1111782">
              <a:lnSpc>
                <a:spcPct val="106000"/>
              </a:lnSpc>
              <a:buFont typeface="Arial" panose="020B0604020202020204" pitchFamily="34" charset="0"/>
              <a:buChar char="•"/>
              <a:defRPr/>
            </a:pPr>
            <a:endParaRPr lang="en-US" sz="1200" b="1">
              <a:latin typeface="Verdana" panose="020B0604030504040204" pitchFamily="34" charset="0"/>
              <a:ea typeface="Verdana" panose="020B0604030504040204" pitchFamily="34" charset="0"/>
            </a:endParaRPr>
          </a:p>
          <a:p>
            <a:pPr marL="342900" indent="-342900" defTabSz="1111782">
              <a:lnSpc>
                <a:spcPct val="106000"/>
              </a:lnSpc>
              <a:buFont typeface="Arial" panose="020B0604020202020204" pitchFamily="34" charset="0"/>
              <a:buChar char="•"/>
              <a:defRPr/>
            </a:pPr>
            <a:endParaRPr lang="en-US" sz="1200" b="1">
              <a:latin typeface="Verdana" panose="020B0604030504040204" pitchFamily="34" charset="0"/>
              <a:ea typeface="Verdana" panose="020B0604030504040204" pitchFamily="34" charset="0"/>
            </a:endParaRPr>
          </a:p>
          <a:p>
            <a:pPr marL="342900" indent="-342900" defTabSz="1111782">
              <a:lnSpc>
                <a:spcPct val="106000"/>
              </a:lnSpc>
              <a:buFont typeface="Arial" panose="020B0604020202020204" pitchFamily="34" charset="0"/>
              <a:buChar char="•"/>
              <a:defRPr/>
            </a:pPr>
            <a:endParaRPr lang="en-US" sz="1200" b="1">
              <a:latin typeface="Verdana" panose="020B0604030504040204" pitchFamily="34" charset="0"/>
              <a:ea typeface="Verdana" panose="020B0604030504040204" pitchFamily="34" charset="0"/>
            </a:endParaRPr>
          </a:p>
          <a:p>
            <a:pPr algn="just" defTabSz="1111782">
              <a:lnSpc>
                <a:spcPct val="106000"/>
              </a:lnSpc>
              <a:defRPr/>
            </a:pPr>
            <a:endParaRPr lang="en-US" sz="1200">
              <a:latin typeface="Verdana" panose="020B0604030504040204" pitchFamily="34" charset="0"/>
              <a:ea typeface="Verdana" panose="020B0604030504040204" pitchFamily="34" charset="0"/>
            </a:endParaRPr>
          </a:p>
          <a:p>
            <a:pPr marL="342900" indent="-342900" algn="just" defTabSz="1111782">
              <a:lnSpc>
                <a:spcPct val="106000"/>
              </a:lnSpc>
              <a:buFont typeface="Arial" panose="020B0604020202020204" pitchFamily="34" charset="0"/>
              <a:buChar char="•"/>
              <a:defRPr/>
            </a:pPr>
            <a:r>
              <a:rPr lang="en-US" sz="1100" b="1">
                <a:latin typeface="Verdana" panose="020B0604030504040204" pitchFamily="34" charset="0"/>
                <a:ea typeface="Verdana" panose="020B0604030504040204" pitchFamily="34" charset="0"/>
              </a:rPr>
              <a:t>326</a:t>
            </a:r>
            <a:r>
              <a:rPr lang="en-US" sz="1100">
                <a:latin typeface="Verdana" panose="020B0604030504040204" pitchFamily="34" charset="0"/>
                <a:ea typeface="Verdana" panose="020B0604030504040204" pitchFamily="34" charset="0"/>
              </a:rPr>
              <a:t> total consumers - </a:t>
            </a:r>
            <a:r>
              <a:rPr lang="en-US" sz="1100" b="1">
                <a:latin typeface="Verdana" panose="020B0604030504040204" pitchFamily="34" charset="0"/>
                <a:ea typeface="Verdana" panose="020B0604030504040204" pitchFamily="34" charset="0"/>
              </a:rPr>
              <a:t>66%</a:t>
            </a:r>
            <a:r>
              <a:rPr lang="en-US" sz="1100">
                <a:latin typeface="Verdana" panose="020B0604030504040204" pitchFamily="34" charset="0"/>
                <a:ea typeface="Verdana" panose="020B0604030504040204" pitchFamily="34" charset="0"/>
              </a:rPr>
              <a:t> are in </a:t>
            </a:r>
            <a:r>
              <a:rPr lang="en-US" sz="1100" b="1">
                <a:latin typeface="Verdana" panose="020B0604030504040204" pitchFamily="34" charset="0"/>
                <a:ea typeface="Verdana" panose="020B0604030504040204" pitchFamily="34" charset="0"/>
              </a:rPr>
              <a:t>Jharkhand</a:t>
            </a:r>
            <a:r>
              <a:rPr lang="en-US" sz="1100">
                <a:latin typeface="Verdana" panose="020B0604030504040204" pitchFamily="34" charset="0"/>
                <a:ea typeface="Verdana" panose="020B0604030504040204" pitchFamily="34" charset="0"/>
              </a:rPr>
              <a:t> and </a:t>
            </a:r>
            <a:r>
              <a:rPr lang="en-US" sz="1100" b="1">
                <a:latin typeface="Verdana" panose="020B0604030504040204" pitchFamily="34" charset="0"/>
                <a:ea typeface="Verdana" panose="020B0604030504040204" pitchFamily="34" charset="0"/>
              </a:rPr>
              <a:t>34%</a:t>
            </a:r>
            <a:r>
              <a:rPr lang="en-US" sz="1100">
                <a:latin typeface="Verdana" panose="020B0604030504040204" pitchFamily="34" charset="0"/>
                <a:ea typeface="Verdana" panose="020B0604030504040204" pitchFamily="34" charset="0"/>
              </a:rPr>
              <a:t> in </a:t>
            </a:r>
            <a:r>
              <a:rPr lang="en-US" sz="1100" b="1">
                <a:latin typeface="Verdana" panose="020B0604030504040204" pitchFamily="34" charset="0"/>
                <a:ea typeface="Verdana" panose="020B0604030504040204" pitchFamily="34" charset="0"/>
              </a:rPr>
              <a:t>West Bengal</a:t>
            </a:r>
            <a:endParaRPr lang="en-US" sz="1100">
              <a:latin typeface="Verdana" panose="020B0604030504040204" pitchFamily="34" charset="0"/>
              <a:ea typeface="Verdana" panose="020B0604030504040204" pitchFamily="34" charset="0"/>
            </a:endParaRPr>
          </a:p>
          <a:p>
            <a:pPr marL="342900" indent="-342900" algn="just" defTabSz="1111782">
              <a:lnSpc>
                <a:spcPct val="106000"/>
              </a:lnSpc>
              <a:buFont typeface="Arial" panose="020B0604020202020204" pitchFamily="34" charset="0"/>
              <a:buChar char="•"/>
              <a:defRPr/>
            </a:pPr>
            <a:endParaRPr lang="en-US" sz="1100" b="1">
              <a:latin typeface="Verdana" panose="020B0604030504040204" pitchFamily="34" charset="0"/>
              <a:ea typeface="Verdana" panose="020B0604030504040204" pitchFamily="34" charset="0"/>
            </a:endParaRPr>
          </a:p>
          <a:p>
            <a:pPr marL="342900" indent="-342900" algn="just" defTabSz="1111782">
              <a:lnSpc>
                <a:spcPct val="106000"/>
              </a:lnSpc>
              <a:buFont typeface="Arial" panose="020B0604020202020204" pitchFamily="34" charset="0"/>
              <a:buChar char="•"/>
              <a:defRPr/>
            </a:pPr>
            <a:r>
              <a:rPr lang="en-US" sz="1100" b="1">
                <a:latin typeface="Verdana" panose="020B0604030504040204" pitchFamily="34" charset="0"/>
                <a:ea typeface="Verdana" panose="020B0604030504040204" pitchFamily="34" charset="0"/>
              </a:rPr>
              <a:t>33 KV connections</a:t>
            </a:r>
            <a:r>
              <a:rPr lang="en-US" sz="1100">
                <a:latin typeface="Verdana" panose="020B0604030504040204" pitchFamily="34" charset="0"/>
                <a:ea typeface="Verdana" panose="020B0604030504040204" pitchFamily="34" charset="0"/>
              </a:rPr>
              <a:t> - &gt;</a:t>
            </a:r>
            <a:r>
              <a:rPr lang="en-US" sz="1100" b="1">
                <a:latin typeface="Verdana" panose="020B0604030504040204" pitchFamily="34" charset="0"/>
                <a:ea typeface="Verdana" panose="020B0604030504040204" pitchFamily="34" charset="0"/>
              </a:rPr>
              <a:t>76% of the overall mix</a:t>
            </a:r>
            <a:endParaRPr lang="en-US" sz="1100">
              <a:latin typeface="Verdana" panose="020B0604030504040204" pitchFamily="34" charset="0"/>
              <a:ea typeface="Verdana" panose="020B0604030504040204" pitchFamily="34" charset="0"/>
            </a:endParaRPr>
          </a:p>
          <a:p>
            <a:pPr algn="just" defTabSz="1111782">
              <a:lnSpc>
                <a:spcPct val="106000"/>
              </a:lnSpc>
              <a:defRPr/>
            </a:pPr>
            <a:endParaRPr lang="en-US" sz="1100" b="1" kern="0">
              <a:latin typeface="Verdana" panose="020B0604030504040204" pitchFamily="34" charset="0"/>
              <a:ea typeface="Verdana" panose="020B0604030504040204" pitchFamily="34" charset="0"/>
            </a:endParaRPr>
          </a:p>
          <a:p>
            <a:pPr marL="342900" indent="-342900" algn="just" defTabSz="1111782">
              <a:lnSpc>
                <a:spcPct val="106000"/>
              </a:lnSpc>
              <a:buFont typeface="Arial" panose="020B0604020202020204" pitchFamily="34" charset="0"/>
              <a:buChar char="•"/>
              <a:defRPr/>
            </a:pPr>
            <a:r>
              <a:rPr lang="en-US" sz="1100" b="1" kern="0">
                <a:latin typeface="Verdana" panose="020B0604030504040204" pitchFamily="34" charset="0"/>
                <a:ea typeface="Verdana" panose="020B0604030504040204" pitchFamily="34" charset="0"/>
              </a:rPr>
              <a:t>~2% consumers at 220 KV</a:t>
            </a:r>
            <a:endParaRPr lang="en-US" sz="1100" kern="0">
              <a:latin typeface="Verdana" panose="020B0604030504040204" pitchFamily="34" charset="0"/>
              <a:ea typeface="Verdana" panose="020B0604030504040204" pitchFamily="34" charset="0"/>
            </a:endParaRPr>
          </a:p>
        </p:txBody>
      </p:sp>
      <p:sp>
        <p:nvSpPr>
          <p:cNvPr id="2" name="Text Placeholder 1"/>
          <p:cNvSpPr>
            <a:spLocks noGrp="1"/>
          </p:cNvSpPr>
          <p:nvPr>
            <p:ph type="body" sz="quarter" idx="13"/>
          </p:nvPr>
        </p:nvSpPr>
        <p:spPr>
          <a:xfrm>
            <a:off x="514664" y="651599"/>
            <a:ext cx="11456571" cy="283824"/>
          </a:xfrm>
        </p:spPr>
        <p:txBody>
          <a:bodyPr/>
          <a:lstStyle/>
          <a:p>
            <a:pPr algn="just"/>
            <a:r>
              <a:rPr lang="en-US" sz="1400">
                <a:solidFill>
                  <a:schemeClr val="tx1">
                    <a:lumMod val="65000"/>
                    <a:lumOff val="35000"/>
                  </a:schemeClr>
                </a:solidFill>
                <a:latin typeface="Arial" panose="020B0604020202020204" pitchFamily="34" charset="0"/>
                <a:cs typeface="Arial" panose="020B0604020202020204" pitchFamily="34" charset="0"/>
              </a:rPr>
              <a:t>Driving Regional Development Through Power and Water Resources</a:t>
            </a:r>
          </a:p>
        </p:txBody>
      </p:sp>
      <p:sp>
        <p:nvSpPr>
          <p:cNvPr id="6" name="Title 5"/>
          <p:cNvSpPr>
            <a:spLocks noGrp="1"/>
          </p:cNvSpPr>
          <p:nvPr>
            <p:ph type="title"/>
          </p:nvPr>
        </p:nvSpPr>
        <p:spPr/>
        <p:txBody>
          <a:bodyPr vert="horz"/>
          <a:lstStyle/>
          <a:p>
            <a:pPr>
              <a:tabLst>
                <a:tab pos="461963" algn="l"/>
              </a:tabLst>
            </a:pPr>
            <a:r>
              <a:rPr lang="en-US" sz="2000" b="1">
                <a:latin typeface="Arial" panose="020B0604020202020204" pitchFamily="34" charset="0"/>
                <a:cs typeface="Arial" panose="020B0604020202020204" pitchFamily="34" charset="0"/>
              </a:rPr>
              <a:t>Damodar Valley Corporation (DVC) — a towering legacy!</a:t>
            </a:r>
            <a:endParaRPr lang="en-GB" sz="2000" b="1">
              <a:latin typeface="Arial" panose="020B0604020202020204" pitchFamily="34" charset="0"/>
              <a:cs typeface="Arial" panose="020B0604020202020204" pitchFamily="34" charset="0"/>
            </a:endParaRPr>
          </a:p>
        </p:txBody>
      </p:sp>
      <p:cxnSp>
        <p:nvCxnSpPr>
          <p:cNvPr id="42" name="Straight Connector 41">
            <a:extLst>
              <a:ext uri="{FF2B5EF4-FFF2-40B4-BE49-F238E27FC236}">
                <a16:creationId xmlns:a16="http://schemas.microsoft.com/office/drawing/2014/main" id="{C3307A9C-FA80-4775-B35A-1A643EF2A1BC}"/>
              </a:ext>
            </a:extLst>
          </p:cNvPr>
          <p:cNvCxnSpPr/>
          <p:nvPr/>
        </p:nvCxnSpPr>
        <p:spPr>
          <a:xfrm flipV="1">
            <a:off x="514664" y="910950"/>
            <a:ext cx="111960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67" name="Rectangle: Diagonal Corners Rounded 266">
            <a:extLst>
              <a:ext uri="{FF2B5EF4-FFF2-40B4-BE49-F238E27FC236}">
                <a16:creationId xmlns:a16="http://schemas.microsoft.com/office/drawing/2014/main" id="{ACD21F40-9BA4-D2E2-059E-9FF9540D5BB8}"/>
              </a:ext>
            </a:extLst>
          </p:cNvPr>
          <p:cNvSpPr/>
          <p:nvPr/>
        </p:nvSpPr>
        <p:spPr>
          <a:xfrm>
            <a:off x="501650" y="976918"/>
            <a:ext cx="11209014" cy="666961"/>
          </a:xfrm>
          <a:prstGeom prst="round2Diag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28650" lvl="1" algn="just"/>
            <a:r>
              <a:rPr lang="en-US" sz="1300">
                <a:latin typeface="Arial" panose="020B0604020202020204" pitchFamily="34" charset="0"/>
                <a:ea typeface="Verdana" panose="020B0604030504040204" pitchFamily="34" charset="0"/>
                <a:cs typeface="Arial" panose="020B0604020202020204" pitchFamily="34" charset="0"/>
              </a:rPr>
              <a:t>DVC is a key power sector player in Eastern India - driving growth, transforming lives &amp; communities. Its remarkable turnaround over past few years offers an opportunity to drive growth, strategic transformation, operational efficiency, resilience and sustainability. </a:t>
            </a:r>
          </a:p>
        </p:txBody>
      </p:sp>
      <p:grpSp>
        <p:nvGrpSpPr>
          <p:cNvPr id="268" name="Graphic 4">
            <a:extLst>
              <a:ext uri="{FF2B5EF4-FFF2-40B4-BE49-F238E27FC236}">
                <a16:creationId xmlns:a16="http://schemas.microsoft.com/office/drawing/2014/main" id="{9C1B5919-B1C8-4654-50BA-104498F1F661}"/>
              </a:ext>
            </a:extLst>
          </p:cNvPr>
          <p:cNvGrpSpPr/>
          <p:nvPr/>
        </p:nvGrpSpPr>
        <p:grpSpPr>
          <a:xfrm>
            <a:off x="647201" y="1082254"/>
            <a:ext cx="457202" cy="457203"/>
            <a:chOff x="2998797" y="918179"/>
            <a:chExt cx="362309" cy="361971"/>
          </a:xfrm>
          <a:solidFill>
            <a:schemeClr val="bg1"/>
          </a:solidFill>
        </p:grpSpPr>
        <p:sp>
          <p:nvSpPr>
            <p:cNvPr id="269" name="Graphic 4">
              <a:extLst>
                <a:ext uri="{FF2B5EF4-FFF2-40B4-BE49-F238E27FC236}">
                  <a16:creationId xmlns:a16="http://schemas.microsoft.com/office/drawing/2014/main" id="{509987AD-0C58-9DDD-ACA2-D86ADBB812DE}"/>
                </a:ext>
              </a:extLst>
            </p:cNvPr>
            <p:cNvSpPr/>
            <p:nvPr/>
          </p:nvSpPr>
          <p:spPr>
            <a:xfrm>
              <a:off x="3134264" y="1036282"/>
              <a:ext cx="88820" cy="29366"/>
            </a:xfrm>
            <a:custGeom>
              <a:avLst/>
              <a:gdLst>
                <a:gd name="connsiteX0" fmla="*/ 44730 w 88820"/>
                <a:gd name="connsiteY0" fmla="*/ 0 h 29366"/>
                <a:gd name="connsiteX1" fmla="*/ 0 w 88820"/>
                <a:gd name="connsiteY1" fmla="*/ 29366 h 29366"/>
                <a:gd name="connsiteX2" fmla="*/ 88820 w 88820"/>
                <a:gd name="connsiteY2" fmla="*/ 29366 h 29366"/>
                <a:gd name="connsiteX3" fmla="*/ 44730 w 88820"/>
                <a:gd name="connsiteY3" fmla="*/ 0 h 29366"/>
              </a:gdLst>
              <a:ahLst/>
              <a:cxnLst>
                <a:cxn ang="0">
                  <a:pos x="connsiteX0" y="connsiteY0"/>
                </a:cxn>
                <a:cxn ang="0">
                  <a:pos x="connsiteX1" y="connsiteY1"/>
                </a:cxn>
                <a:cxn ang="0">
                  <a:pos x="connsiteX2" y="connsiteY2"/>
                </a:cxn>
                <a:cxn ang="0">
                  <a:pos x="connsiteX3" y="connsiteY3"/>
                </a:cxn>
              </a:cxnLst>
              <a:rect l="l" t="t" r="r" b="b"/>
              <a:pathLst>
                <a:path w="88820" h="29366">
                  <a:moveTo>
                    <a:pt x="44730" y="0"/>
                  </a:moveTo>
                  <a:cubicBezTo>
                    <a:pt x="25560" y="0"/>
                    <a:pt x="7668" y="12130"/>
                    <a:pt x="0" y="29366"/>
                  </a:cubicBezTo>
                  <a:lnTo>
                    <a:pt x="88820" y="29366"/>
                  </a:lnTo>
                  <a:cubicBezTo>
                    <a:pt x="81791" y="11491"/>
                    <a:pt x="64538" y="0"/>
                    <a:pt x="44730" y="0"/>
                  </a:cubicBezTo>
                  <a:close/>
                </a:path>
              </a:pathLst>
            </a:custGeom>
            <a:grpFill/>
            <a:ln w="6390" cap="flat">
              <a:noFill/>
              <a:prstDash val="solid"/>
              <a:miter/>
            </a:ln>
          </p:spPr>
          <p:txBody>
            <a:bodyPr rtlCol="0" anchor="ctr"/>
            <a:lstStyle/>
            <a:p>
              <a:endParaRPr lang="en-US" sz="1600">
                <a:latin typeface="Verdana" panose="020B0604030504040204" pitchFamily="34" charset="0"/>
                <a:ea typeface="Verdana" panose="020B0604030504040204" pitchFamily="34" charset="0"/>
                <a:cs typeface="Arial" panose="020B0604020202020204" pitchFamily="34" charset="0"/>
              </a:endParaRPr>
            </a:p>
          </p:txBody>
        </p:sp>
        <p:sp>
          <p:nvSpPr>
            <p:cNvPr id="270" name="Graphic 4">
              <a:extLst>
                <a:ext uri="{FF2B5EF4-FFF2-40B4-BE49-F238E27FC236}">
                  <a16:creationId xmlns:a16="http://schemas.microsoft.com/office/drawing/2014/main" id="{B7769CB4-C299-939F-CF7E-913B4ED490B8}"/>
                </a:ext>
              </a:extLst>
            </p:cNvPr>
            <p:cNvSpPr/>
            <p:nvPr/>
          </p:nvSpPr>
          <p:spPr>
            <a:xfrm>
              <a:off x="2998797" y="918179"/>
              <a:ext cx="362309" cy="361971"/>
            </a:xfrm>
            <a:custGeom>
              <a:avLst/>
              <a:gdLst>
                <a:gd name="connsiteX0" fmla="*/ 180835 w 362309"/>
                <a:gd name="connsiteY0" fmla="*/ 0 h 361971"/>
                <a:gd name="connsiteX1" fmla="*/ 0 w 362309"/>
                <a:gd name="connsiteY1" fmla="*/ 181305 h 361971"/>
                <a:gd name="connsiteX2" fmla="*/ 181474 w 362309"/>
                <a:gd name="connsiteY2" fmla="*/ 361972 h 361971"/>
                <a:gd name="connsiteX3" fmla="*/ 362310 w 362309"/>
                <a:gd name="connsiteY3" fmla="*/ 181305 h 361971"/>
                <a:gd name="connsiteX4" fmla="*/ 180835 w 362309"/>
                <a:gd name="connsiteY4" fmla="*/ 0 h 361971"/>
                <a:gd name="connsiteX5" fmla="*/ 180835 w 362309"/>
                <a:gd name="connsiteY5" fmla="*/ 0 h 361971"/>
                <a:gd name="connsiteX6" fmla="*/ 113741 w 362309"/>
                <a:gd name="connsiteY6" fmla="*/ 147470 h 361971"/>
                <a:gd name="connsiteX7" fmla="*/ 122048 w 362309"/>
                <a:gd name="connsiteY7" fmla="*/ 147470 h 361971"/>
                <a:gd name="connsiteX8" fmla="*/ 173806 w 362309"/>
                <a:gd name="connsiteY8" fmla="*/ 105336 h 361971"/>
                <a:gd name="connsiteX9" fmla="*/ 173806 w 362309"/>
                <a:gd name="connsiteY9" fmla="*/ 84907 h 361971"/>
                <a:gd name="connsiteX10" fmla="*/ 180196 w 362309"/>
                <a:gd name="connsiteY10" fmla="*/ 78523 h 361971"/>
                <a:gd name="connsiteX11" fmla="*/ 186586 w 362309"/>
                <a:gd name="connsiteY11" fmla="*/ 84907 h 361971"/>
                <a:gd name="connsiteX12" fmla="*/ 186586 w 362309"/>
                <a:gd name="connsiteY12" fmla="*/ 105336 h 361971"/>
                <a:gd name="connsiteX13" fmla="*/ 238345 w 362309"/>
                <a:gd name="connsiteY13" fmla="*/ 147470 h 361971"/>
                <a:gd name="connsiteX14" fmla="*/ 247291 w 362309"/>
                <a:gd name="connsiteY14" fmla="*/ 147470 h 361971"/>
                <a:gd name="connsiteX15" fmla="*/ 253681 w 362309"/>
                <a:gd name="connsiteY15" fmla="*/ 153854 h 361971"/>
                <a:gd name="connsiteX16" fmla="*/ 247291 w 362309"/>
                <a:gd name="connsiteY16" fmla="*/ 160238 h 361971"/>
                <a:gd name="connsiteX17" fmla="*/ 113741 w 362309"/>
                <a:gd name="connsiteY17" fmla="*/ 160238 h 361971"/>
                <a:gd name="connsiteX18" fmla="*/ 107351 w 362309"/>
                <a:gd name="connsiteY18" fmla="*/ 153854 h 361971"/>
                <a:gd name="connsiteX19" fmla="*/ 113741 w 362309"/>
                <a:gd name="connsiteY19" fmla="*/ 147470 h 361971"/>
                <a:gd name="connsiteX20" fmla="*/ 93293 w 362309"/>
                <a:gd name="connsiteY20" fmla="*/ 193435 h 361971"/>
                <a:gd name="connsiteX21" fmla="*/ 121409 w 362309"/>
                <a:gd name="connsiteY21" fmla="*/ 193435 h 361971"/>
                <a:gd name="connsiteX22" fmla="*/ 121409 w 362309"/>
                <a:gd name="connsiteY22" fmla="*/ 173006 h 361971"/>
                <a:gd name="connsiteX23" fmla="*/ 127799 w 362309"/>
                <a:gd name="connsiteY23" fmla="*/ 166622 h 361971"/>
                <a:gd name="connsiteX24" fmla="*/ 134189 w 362309"/>
                <a:gd name="connsiteY24" fmla="*/ 173006 h 361971"/>
                <a:gd name="connsiteX25" fmla="*/ 134189 w 362309"/>
                <a:gd name="connsiteY25" fmla="*/ 193435 h 361971"/>
                <a:gd name="connsiteX26" fmla="*/ 156553 w 362309"/>
                <a:gd name="connsiteY26" fmla="*/ 193435 h 361971"/>
                <a:gd name="connsiteX27" fmla="*/ 156553 w 362309"/>
                <a:gd name="connsiteY27" fmla="*/ 173006 h 361971"/>
                <a:gd name="connsiteX28" fmla="*/ 162943 w 362309"/>
                <a:gd name="connsiteY28" fmla="*/ 166622 h 361971"/>
                <a:gd name="connsiteX29" fmla="*/ 169333 w 362309"/>
                <a:gd name="connsiteY29" fmla="*/ 173006 h 361971"/>
                <a:gd name="connsiteX30" fmla="*/ 169333 w 362309"/>
                <a:gd name="connsiteY30" fmla="*/ 193435 h 361971"/>
                <a:gd name="connsiteX31" fmla="*/ 191698 w 362309"/>
                <a:gd name="connsiteY31" fmla="*/ 193435 h 361971"/>
                <a:gd name="connsiteX32" fmla="*/ 191698 w 362309"/>
                <a:gd name="connsiteY32" fmla="*/ 173006 h 361971"/>
                <a:gd name="connsiteX33" fmla="*/ 198088 w 362309"/>
                <a:gd name="connsiteY33" fmla="*/ 166622 h 361971"/>
                <a:gd name="connsiteX34" fmla="*/ 204478 w 362309"/>
                <a:gd name="connsiteY34" fmla="*/ 173006 h 361971"/>
                <a:gd name="connsiteX35" fmla="*/ 204478 w 362309"/>
                <a:gd name="connsiteY35" fmla="*/ 193435 h 361971"/>
                <a:gd name="connsiteX36" fmla="*/ 226843 w 362309"/>
                <a:gd name="connsiteY36" fmla="*/ 193435 h 361971"/>
                <a:gd name="connsiteX37" fmla="*/ 226843 w 362309"/>
                <a:gd name="connsiteY37" fmla="*/ 173006 h 361971"/>
                <a:gd name="connsiteX38" fmla="*/ 233233 w 362309"/>
                <a:gd name="connsiteY38" fmla="*/ 166622 h 361971"/>
                <a:gd name="connsiteX39" fmla="*/ 239623 w 362309"/>
                <a:gd name="connsiteY39" fmla="*/ 173006 h 361971"/>
                <a:gd name="connsiteX40" fmla="*/ 239623 w 362309"/>
                <a:gd name="connsiteY40" fmla="*/ 193435 h 361971"/>
                <a:gd name="connsiteX41" fmla="*/ 267739 w 362309"/>
                <a:gd name="connsiteY41" fmla="*/ 193435 h 361971"/>
                <a:gd name="connsiteX42" fmla="*/ 274128 w 362309"/>
                <a:gd name="connsiteY42" fmla="*/ 199819 h 361971"/>
                <a:gd name="connsiteX43" fmla="*/ 267739 w 362309"/>
                <a:gd name="connsiteY43" fmla="*/ 206203 h 361971"/>
                <a:gd name="connsiteX44" fmla="*/ 92654 w 362309"/>
                <a:gd name="connsiteY44" fmla="*/ 206203 h 361971"/>
                <a:gd name="connsiteX45" fmla="*/ 86264 w 362309"/>
                <a:gd name="connsiteY45" fmla="*/ 199819 h 361971"/>
                <a:gd name="connsiteX46" fmla="*/ 93293 w 362309"/>
                <a:gd name="connsiteY46" fmla="*/ 193435 h 361971"/>
                <a:gd name="connsiteX47" fmla="*/ 93293 w 362309"/>
                <a:gd name="connsiteY47" fmla="*/ 193435 h 361971"/>
                <a:gd name="connsiteX48" fmla="*/ 278602 w 362309"/>
                <a:gd name="connsiteY48" fmla="*/ 282810 h 361971"/>
                <a:gd name="connsiteX49" fmla="*/ 83708 w 362309"/>
                <a:gd name="connsiteY49" fmla="*/ 282810 h 361971"/>
                <a:gd name="connsiteX50" fmla="*/ 77318 w 362309"/>
                <a:gd name="connsiteY50" fmla="*/ 276426 h 361971"/>
                <a:gd name="connsiteX51" fmla="*/ 83708 w 362309"/>
                <a:gd name="connsiteY51" fmla="*/ 270042 h 361971"/>
                <a:gd name="connsiteX52" fmla="*/ 99044 w 362309"/>
                <a:gd name="connsiteY52" fmla="*/ 270042 h 361971"/>
                <a:gd name="connsiteX53" fmla="*/ 99044 w 362309"/>
                <a:gd name="connsiteY53" fmla="*/ 219609 h 361971"/>
                <a:gd name="connsiteX54" fmla="*/ 105434 w 362309"/>
                <a:gd name="connsiteY54" fmla="*/ 213225 h 361971"/>
                <a:gd name="connsiteX55" fmla="*/ 111824 w 362309"/>
                <a:gd name="connsiteY55" fmla="*/ 219609 h 361971"/>
                <a:gd name="connsiteX56" fmla="*/ 111824 w 362309"/>
                <a:gd name="connsiteY56" fmla="*/ 270042 h 361971"/>
                <a:gd name="connsiteX57" fmla="*/ 136745 w 362309"/>
                <a:gd name="connsiteY57" fmla="*/ 270042 h 361971"/>
                <a:gd name="connsiteX58" fmla="*/ 136745 w 362309"/>
                <a:gd name="connsiteY58" fmla="*/ 219609 h 361971"/>
                <a:gd name="connsiteX59" fmla="*/ 143135 w 362309"/>
                <a:gd name="connsiteY59" fmla="*/ 213225 h 361971"/>
                <a:gd name="connsiteX60" fmla="*/ 149525 w 362309"/>
                <a:gd name="connsiteY60" fmla="*/ 219609 h 361971"/>
                <a:gd name="connsiteX61" fmla="*/ 149525 w 362309"/>
                <a:gd name="connsiteY61" fmla="*/ 270042 h 361971"/>
                <a:gd name="connsiteX62" fmla="*/ 174445 w 362309"/>
                <a:gd name="connsiteY62" fmla="*/ 270042 h 361971"/>
                <a:gd name="connsiteX63" fmla="*/ 174445 w 362309"/>
                <a:gd name="connsiteY63" fmla="*/ 219609 h 361971"/>
                <a:gd name="connsiteX64" fmla="*/ 180835 w 362309"/>
                <a:gd name="connsiteY64" fmla="*/ 213225 h 361971"/>
                <a:gd name="connsiteX65" fmla="*/ 187225 w 362309"/>
                <a:gd name="connsiteY65" fmla="*/ 219609 h 361971"/>
                <a:gd name="connsiteX66" fmla="*/ 187225 w 362309"/>
                <a:gd name="connsiteY66" fmla="*/ 270042 h 361971"/>
                <a:gd name="connsiteX67" fmla="*/ 212146 w 362309"/>
                <a:gd name="connsiteY67" fmla="*/ 270042 h 361971"/>
                <a:gd name="connsiteX68" fmla="*/ 212146 w 362309"/>
                <a:gd name="connsiteY68" fmla="*/ 219609 h 361971"/>
                <a:gd name="connsiteX69" fmla="*/ 218536 w 362309"/>
                <a:gd name="connsiteY69" fmla="*/ 213225 h 361971"/>
                <a:gd name="connsiteX70" fmla="*/ 224926 w 362309"/>
                <a:gd name="connsiteY70" fmla="*/ 219609 h 361971"/>
                <a:gd name="connsiteX71" fmla="*/ 224926 w 362309"/>
                <a:gd name="connsiteY71" fmla="*/ 270042 h 361971"/>
                <a:gd name="connsiteX72" fmla="*/ 249847 w 362309"/>
                <a:gd name="connsiteY72" fmla="*/ 270042 h 361971"/>
                <a:gd name="connsiteX73" fmla="*/ 249847 w 362309"/>
                <a:gd name="connsiteY73" fmla="*/ 219609 h 361971"/>
                <a:gd name="connsiteX74" fmla="*/ 256237 w 362309"/>
                <a:gd name="connsiteY74" fmla="*/ 213225 h 361971"/>
                <a:gd name="connsiteX75" fmla="*/ 262626 w 362309"/>
                <a:gd name="connsiteY75" fmla="*/ 219609 h 361971"/>
                <a:gd name="connsiteX76" fmla="*/ 262626 w 362309"/>
                <a:gd name="connsiteY76" fmla="*/ 270042 h 361971"/>
                <a:gd name="connsiteX77" fmla="*/ 279240 w 362309"/>
                <a:gd name="connsiteY77" fmla="*/ 270042 h 361971"/>
                <a:gd name="connsiteX78" fmla="*/ 285630 w 362309"/>
                <a:gd name="connsiteY78" fmla="*/ 276426 h 361971"/>
                <a:gd name="connsiteX79" fmla="*/ 278602 w 362309"/>
                <a:gd name="connsiteY79" fmla="*/ 282810 h 361971"/>
                <a:gd name="connsiteX80" fmla="*/ 278602 w 362309"/>
                <a:gd name="connsiteY80" fmla="*/ 282810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362309" h="361971">
                  <a:moveTo>
                    <a:pt x="180835" y="0"/>
                  </a:moveTo>
                  <a:cubicBezTo>
                    <a:pt x="80513" y="0"/>
                    <a:pt x="0" y="81077"/>
                    <a:pt x="0" y="181305"/>
                  </a:cubicBezTo>
                  <a:cubicBezTo>
                    <a:pt x="0" y="281534"/>
                    <a:pt x="81152" y="361972"/>
                    <a:pt x="181474" y="361972"/>
                  </a:cubicBezTo>
                  <a:cubicBezTo>
                    <a:pt x="281157" y="361972"/>
                    <a:pt x="362310" y="280895"/>
                    <a:pt x="362310" y="181305"/>
                  </a:cubicBezTo>
                  <a:cubicBezTo>
                    <a:pt x="362310" y="81077"/>
                    <a:pt x="281157" y="0"/>
                    <a:pt x="180835" y="0"/>
                  </a:cubicBezTo>
                  <a:cubicBezTo>
                    <a:pt x="180835" y="0"/>
                    <a:pt x="180835" y="0"/>
                    <a:pt x="180835" y="0"/>
                  </a:cubicBezTo>
                  <a:close/>
                  <a:moveTo>
                    <a:pt x="113741" y="147470"/>
                  </a:moveTo>
                  <a:lnTo>
                    <a:pt x="122048" y="147470"/>
                  </a:lnTo>
                  <a:cubicBezTo>
                    <a:pt x="129716" y="124488"/>
                    <a:pt x="149525" y="107889"/>
                    <a:pt x="173806" y="105336"/>
                  </a:cubicBezTo>
                  <a:lnTo>
                    <a:pt x="173806" y="84907"/>
                  </a:lnTo>
                  <a:cubicBezTo>
                    <a:pt x="173806" y="81077"/>
                    <a:pt x="176362" y="78523"/>
                    <a:pt x="180196" y="78523"/>
                  </a:cubicBezTo>
                  <a:cubicBezTo>
                    <a:pt x="184030" y="78523"/>
                    <a:pt x="186586" y="81077"/>
                    <a:pt x="186586" y="84907"/>
                  </a:cubicBezTo>
                  <a:lnTo>
                    <a:pt x="186586" y="105336"/>
                  </a:lnTo>
                  <a:cubicBezTo>
                    <a:pt x="210868" y="107889"/>
                    <a:pt x="230677" y="124488"/>
                    <a:pt x="238345" y="147470"/>
                  </a:cubicBezTo>
                  <a:lnTo>
                    <a:pt x="247291" y="147470"/>
                  </a:lnTo>
                  <a:cubicBezTo>
                    <a:pt x="251125" y="147470"/>
                    <a:pt x="253681" y="150024"/>
                    <a:pt x="253681" y="153854"/>
                  </a:cubicBezTo>
                  <a:cubicBezTo>
                    <a:pt x="253681" y="157684"/>
                    <a:pt x="251125" y="160238"/>
                    <a:pt x="247291" y="160238"/>
                  </a:cubicBezTo>
                  <a:lnTo>
                    <a:pt x="113741" y="160238"/>
                  </a:lnTo>
                  <a:cubicBezTo>
                    <a:pt x="109907" y="160238"/>
                    <a:pt x="107351" y="157684"/>
                    <a:pt x="107351" y="153854"/>
                  </a:cubicBezTo>
                  <a:cubicBezTo>
                    <a:pt x="107351" y="150024"/>
                    <a:pt x="110546" y="147470"/>
                    <a:pt x="113741" y="147470"/>
                  </a:cubicBezTo>
                  <a:close/>
                  <a:moveTo>
                    <a:pt x="93293" y="193435"/>
                  </a:moveTo>
                  <a:lnTo>
                    <a:pt x="121409" y="193435"/>
                  </a:lnTo>
                  <a:lnTo>
                    <a:pt x="121409" y="173006"/>
                  </a:lnTo>
                  <a:cubicBezTo>
                    <a:pt x="121409" y="169176"/>
                    <a:pt x="123965" y="166622"/>
                    <a:pt x="127799" y="166622"/>
                  </a:cubicBezTo>
                  <a:cubicBezTo>
                    <a:pt x="131633" y="166622"/>
                    <a:pt x="134189" y="169176"/>
                    <a:pt x="134189" y="173006"/>
                  </a:cubicBezTo>
                  <a:lnTo>
                    <a:pt x="134189" y="193435"/>
                  </a:lnTo>
                  <a:lnTo>
                    <a:pt x="156553" y="193435"/>
                  </a:lnTo>
                  <a:lnTo>
                    <a:pt x="156553" y="173006"/>
                  </a:lnTo>
                  <a:cubicBezTo>
                    <a:pt x="156553" y="169176"/>
                    <a:pt x="159110" y="166622"/>
                    <a:pt x="162943" y="166622"/>
                  </a:cubicBezTo>
                  <a:cubicBezTo>
                    <a:pt x="166777" y="166622"/>
                    <a:pt x="169333" y="169176"/>
                    <a:pt x="169333" y="173006"/>
                  </a:cubicBezTo>
                  <a:lnTo>
                    <a:pt x="169333" y="193435"/>
                  </a:lnTo>
                  <a:lnTo>
                    <a:pt x="191698" y="193435"/>
                  </a:lnTo>
                  <a:lnTo>
                    <a:pt x="191698" y="173006"/>
                  </a:lnTo>
                  <a:cubicBezTo>
                    <a:pt x="191698" y="169176"/>
                    <a:pt x="194254" y="166622"/>
                    <a:pt x="198088" y="166622"/>
                  </a:cubicBezTo>
                  <a:cubicBezTo>
                    <a:pt x="201922" y="166622"/>
                    <a:pt x="204478" y="169176"/>
                    <a:pt x="204478" y="173006"/>
                  </a:cubicBezTo>
                  <a:lnTo>
                    <a:pt x="204478" y="193435"/>
                  </a:lnTo>
                  <a:lnTo>
                    <a:pt x="226843" y="193435"/>
                  </a:lnTo>
                  <a:lnTo>
                    <a:pt x="226843" y="173006"/>
                  </a:lnTo>
                  <a:cubicBezTo>
                    <a:pt x="226843" y="169176"/>
                    <a:pt x="229399" y="166622"/>
                    <a:pt x="233233" y="166622"/>
                  </a:cubicBezTo>
                  <a:cubicBezTo>
                    <a:pt x="237067" y="166622"/>
                    <a:pt x="239623" y="169176"/>
                    <a:pt x="239623" y="173006"/>
                  </a:cubicBezTo>
                  <a:lnTo>
                    <a:pt x="239623" y="193435"/>
                  </a:lnTo>
                  <a:lnTo>
                    <a:pt x="267739" y="193435"/>
                  </a:lnTo>
                  <a:cubicBezTo>
                    <a:pt x="271572" y="193435"/>
                    <a:pt x="274128" y="195988"/>
                    <a:pt x="274128" y="199819"/>
                  </a:cubicBezTo>
                  <a:cubicBezTo>
                    <a:pt x="274128" y="203649"/>
                    <a:pt x="271572" y="206203"/>
                    <a:pt x="267739" y="206203"/>
                  </a:cubicBezTo>
                  <a:lnTo>
                    <a:pt x="92654" y="206203"/>
                  </a:lnTo>
                  <a:cubicBezTo>
                    <a:pt x="88820" y="206203"/>
                    <a:pt x="86264" y="203649"/>
                    <a:pt x="86264" y="199819"/>
                  </a:cubicBezTo>
                  <a:cubicBezTo>
                    <a:pt x="86264" y="195988"/>
                    <a:pt x="89459" y="193435"/>
                    <a:pt x="93293" y="193435"/>
                  </a:cubicBezTo>
                  <a:lnTo>
                    <a:pt x="93293" y="193435"/>
                  </a:lnTo>
                  <a:close/>
                  <a:moveTo>
                    <a:pt x="278602" y="282810"/>
                  </a:moveTo>
                  <a:lnTo>
                    <a:pt x="83708" y="282810"/>
                  </a:lnTo>
                  <a:cubicBezTo>
                    <a:pt x="79874" y="282810"/>
                    <a:pt x="77318" y="280257"/>
                    <a:pt x="77318" y="276426"/>
                  </a:cubicBezTo>
                  <a:cubicBezTo>
                    <a:pt x="77318" y="272596"/>
                    <a:pt x="79874" y="270042"/>
                    <a:pt x="83708" y="270042"/>
                  </a:cubicBezTo>
                  <a:lnTo>
                    <a:pt x="99044" y="270042"/>
                  </a:lnTo>
                  <a:lnTo>
                    <a:pt x="99044" y="219609"/>
                  </a:lnTo>
                  <a:cubicBezTo>
                    <a:pt x="99044" y="215779"/>
                    <a:pt x="101600" y="213225"/>
                    <a:pt x="105434" y="213225"/>
                  </a:cubicBezTo>
                  <a:cubicBezTo>
                    <a:pt x="109268" y="213225"/>
                    <a:pt x="111824" y="215779"/>
                    <a:pt x="111824" y="219609"/>
                  </a:cubicBezTo>
                  <a:lnTo>
                    <a:pt x="111824" y="270042"/>
                  </a:lnTo>
                  <a:lnTo>
                    <a:pt x="136745" y="270042"/>
                  </a:lnTo>
                  <a:lnTo>
                    <a:pt x="136745" y="219609"/>
                  </a:lnTo>
                  <a:cubicBezTo>
                    <a:pt x="136745" y="215779"/>
                    <a:pt x="139301" y="213225"/>
                    <a:pt x="143135" y="213225"/>
                  </a:cubicBezTo>
                  <a:cubicBezTo>
                    <a:pt x="146969" y="213225"/>
                    <a:pt x="149525" y="215779"/>
                    <a:pt x="149525" y="219609"/>
                  </a:cubicBezTo>
                  <a:lnTo>
                    <a:pt x="149525" y="270042"/>
                  </a:lnTo>
                  <a:lnTo>
                    <a:pt x="174445" y="270042"/>
                  </a:lnTo>
                  <a:lnTo>
                    <a:pt x="174445" y="219609"/>
                  </a:lnTo>
                  <a:cubicBezTo>
                    <a:pt x="174445" y="215779"/>
                    <a:pt x="177001" y="213225"/>
                    <a:pt x="180835" y="213225"/>
                  </a:cubicBezTo>
                  <a:cubicBezTo>
                    <a:pt x="184669" y="213225"/>
                    <a:pt x="187225" y="215779"/>
                    <a:pt x="187225" y="219609"/>
                  </a:cubicBezTo>
                  <a:lnTo>
                    <a:pt x="187225" y="270042"/>
                  </a:lnTo>
                  <a:lnTo>
                    <a:pt x="212146" y="270042"/>
                  </a:lnTo>
                  <a:lnTo>
                    <a:pt x="212146" y="219609"/>
                  </a:lnTo>
                  <a:cubicBezTo>
                    <a:pt x="212146" y="215779"/>
                    <a:pt x="214702" y="213225"/>
                    <a:pt x="218536" y="213225"/>
                  </a:cubicBezTo>
                  <a:cubicBezTo>
                    <a:pt x="222370" y="213225"/>
                    <a:pt x="224926" y="215779"/>
                    <a:pt x="224926" y="219609"/>
                  </a:cubicBezTo>
                  <a:lnTo>
                    <a:pt x="224926" y="270042"/>
                  </a:lnTo>
                  <a:lnTo>
                    <a:pt x="249847" y="270042"/>
                  </a:lnTo>
                  <a:lnTo>
                    <a:pt x="249847" y="219609"/>
                  </a:lnTo>
                  <a:cubicBezTo>
                    <a:pt x="249847" y="215779"/>
                    <a:pt x="252403" y="213225"/>
                    <a:pt x="256237" y="213225"/>
                  </a:cubicBezTo>
                  <a:cubicBezTo>
                    <a:pt x="260071" y="213225"/>
                    <a:pt x="262626" y="215779"/>
                    <a:pt x="262626" y="219609"/>
                  </a:cubicBezTo>
                  <a:lnTo>
                    <a:pt x="262626" y="270042"/>
                  </a:lnTo>
                  <a:lnTo>
                    <a:pt x="279240" y="270042"/>
                  </a:lnTo>
                  <a:cubicBezTo>
                    <a:pt x="283074" y="270042"/>
                    <a:pt x="285630" y="272596"/>
                    <a:pt x="285630" y="276426"/>
                  </a:cubicBezTo>
                  <a:cubicBezTo>
                    <a:pt x="285630" y="280257"/>
                    <a:pt x="281796" y="282810"/>
                    <a:pt x="278602" y="282810"/>
                  </a:cubicBezTo>
                  <a:lnTo>
                    <a:pt x="278602" y="282810"/>
                  </a:lnTo>
                  <a:close/>
                </a:path>
              </a:pathLst>
            </a:custGeom>
            <a:grpFill/>
            <a:ln w="6390" cap="flat">
              <a:noFill/>
              <a:prstDash val="solid"/>
              <a:miter/>
            </a:ln>
          </p:spPr>
          <p:txBody>
            <a:bodyPr rtlCol="0" anchor="ctr"/>
            <a:lstStyle/>
            <a:p>
              <a:endParaRPr lang="en-US" sz="1600">
                <a:latin typeface="Verdana" panose="020B0604030504040204" pitchFamily="34" charset="0"/>
                <a:ea typeface="Verdana" panose="020B0604030504040204" pitchFamily="34" charset="0"/>
                <a:cs typeface="Arial" panose="020B0604020202020204" pitchFamily="34" charset="0"/>
              </a:endParaRPr>
            </a:p>
          </p:txBody>
        </p:sp>
      </p:grpSp>
      <p:sp>
        <p:nvSpPr>
          <p:cNvPr id="271" name="Rectangle 270">
            <a:extLst>
              <a:ext uri="{FF2B5EF4-FFF2-40B4-BE49-F238E27FC236}">
                <a16:creationId xmlns:a16="http://schemas.microsoft.com/office/drawing/2014/main" id="{D3BD2E71-A270-DCCA-D042-9F07EFC02483}"/>
              </a:ext>
            </a:extLst>
          </p:cNvPr>
          <p:cNvSpPr/>
          <p:nvPr/>
        </p:nvSpPr>
        <p:spPr bwMode="gray">
          <a:xfrm>
            <a:off x="514664" y="1818159"/>
            <a:ext cx="1692000" cy="283824"/>
          </a:xfrm>
          <a:prstGeom prst="rect">
            <a:avLst/>
          </a:prstGeom>
          <a:solidFill>
            <a:schemeClr val="accent5"/>
          </a:solidFill>
          <a:ln w="19050" algn="ctr">
            <a:noFill/>
            <a:miter lim="800000"/>
            <a:headEnd/>
            <a:tailEnd/>
          </a:ln>
        </p:spPr>
        <p:txBody>
          <a:bodyPr wrap="square" lIns="88900" tIns="88900" rIns="88900" bIns="88900" rtlCol="0" anchor="ctr"/>
          <a:lstStyle/>
          <a:p>
            <a:pPr>
              <a:lnSpc>
                <a:spcPct val="106000"/>
              </a:lnSpc>
              <a:buFont typeface="Wingdings 2" pitchFamily="18" charset="2"/>
              <a:buNone/>
            </a:pPr>
            <a:r>
              <a:rPr lang="en-US" sz="1100" b="1">
                <a:solidFill>
                  <a:schemeClr val="bg1"/>
                </a:solidFill>
                <a:latin typeface="Verdana" panose="020B0604030504040204" pitchFamily="34" charset="0"/>
                <a:ea typeface="Verdana" panose="020B0604030504040204" pitchFamily="34" charset="0"/>
                <a:cs typeface="Arial" panose="020B0604020202020204" pitchFamily="34" charset="0"/>
              </a:rPr>
              <a:t> </a:t>
            </a:r>
            <a:r>
              <a:rPr lang="en-US" sz="1200" b="1">
                <a:solidFill>
                  <a:schemeClr val="bg1"/>
                </a:solidFill>
                <a:latin typeface="Verdana" panose="020B0604030504040204" pitchFamily="34" charset="0"/>
                <a:ea typeface="Verdana" panose="020B0604030504040204" pitchFamily="34" charset="0"/>
                <a:cs typeface="Arial" panose="020B0604020202020204" pitchFamily="34" charset="0"/>
              </a:rPr>
              <a:t>DVC at a Glance</a:t>
            </a:r>
            <a:endParaRPr lang="en-US" sz="1100" b="1">
              <a:solidFill>
                <a:schemeClr val="bg1"/>
              </a:solidFill>
              <a:latin typeface="Verdana" panose="020B0604030504040204" pitchFamily="34" charset="0"/>
              <a:ea typeface="Verdana" panose="020B0604030504040204" pitchFamily="34" charset="0"/>
              <a:cs typeface="Arial" panose="020B0604020202020204" pitchFamily="34" charset="0"/>
            </a:endParaRPr>
          </a:p>
        </p:txBody>
      </p:sp>
      <p:cxnSp>
        <p:nvCxnSpPr>
          <p:cNvPr id="272" name="Straight Connector 271">
            <a:extLst>
              <a:ext uri="{FF2B5EF4-FFF2-40B4-BE49-F238E27FC236}">
                <a16:creationId xmlns:a16="http://schemas.microsoft.com/office/drawing/2014/main" id="{B32BEAAE-360E-C21A-8257-755823CE5E38}"/>
              </a:ext>
            </a:extLst>
          </p:cNvPr>
          <p:cNvCxnSpPr>
            <a:cxnSpLocks/>
          </p:cNvCxnSpPr>
          <p:nvPr/>
        </p:nvCxnSpPr>
        <p:spPr>
          <a:xfrm>
            <a:off x="514663" y="2101981"/>
            <a:ext cx="11155680" cy="0"/>
          </a:xfrm>
          <a:prstGeom prst="line">
            <a:avLst/>
          </a:prstGeom>
          <a:ln w="12700">
            <a:solidFill>
              <a:srgbClr val="26890D"/>
            </a:solidFill>
          </a:ln>
        </p:spPr>
        <p:style>
          <a:lnRef idx="1">
            <a:schemeClr val="accent1"/>
          </a:lnRef>
          <a:fillRef idx="0">
            <a:schemeClr val="accent1"/>
          </a:fillRef>
          <a:effectRef idx="0">
            <a:schemeClr val="accent1"/>
          </a:effectRef>
          <a:fontRef idx="minor">
            <a:schemeClr val="tx1"/>
          </a:fontRef>
        </p:style>
      </p:cxnSp>
      <p:sp>
        <p:nvSpPr>
          <p:cNvPr id="273" name="Rectangle 272">
            <a:extLst>
              <a:ext uri="{FF2B5EF4-FFF2-40B4-BE49-F238E27FC236}">
                <a16:creationId xmlns:a16="http://schemas.microsoft.com/office/drawing/2014/main" id="{792E4446-6BE7-7869-9ECB-2D857F2D4239}"/>
              </a:ext>
            </a:extLst>
          </p:cNvPr>
          <p:cNvSpPr/>
          <p:nvPr/>
        </p:nvSpPr>
        <p:spPr bwMode="gray">
          <a:xfrm>
            <a:off x="4224811" y="2256490"/>
            <a:ext cx="3177471" cy="4262934"/>
          </a:xfrm>
          <a:prstGeom prst="rect">
            <a:avLst/>
          </a:prstGeom>
          <a:solidFill>
            <a:schemeClr val="bg1">
              <a:lumMod val="95000"/>
            </a:schemeClr>
          </a:solidFill>
          <a:ln w="19050" algn="ctr">
            <a:noFill/>
            <a:miter lim="800000"/>
            <a:headEnd/>
            <a:tailEnd/>
          </a:ln>
        </p:spPr>
        <p:txBody>
          <a:bodyPr wrap="square" lIns="40500" tIns="40500" rIns="27000" bIns="27000" rtlCol="0" anchor="t"/>
          <a:lstStyle/>
          <a:p>
            <a:pPr marL="128588" lvl="0" indent="-102870" algn="just">
              <a:lnSpc>
                <a:spcPct val="114000"/>
              </a:lnSpc>
              <a:spcBef>
                <a:spcPts val="900"/>
              </a:spcBef>
              <a:spcAft>
                <a:spcPts val="900"/>
              </a:spcAft>
              <a:buFont typeface="Arial" panose="020B0604020202020204" pitchFamily="34" charset="0"/>
              <a:buChar char="•"/>
              <a:defRPr/>
            </a:pPr>
            <a:r>
              <a:rPr lang="en-US" sz="1200" b="1">
                <a:solidFill>
                  <a:prstClr val="black"/>
                </a:solidFill>
                <a:latin typeface="Verdana" panose="020B0604030504040204" pitchFamily="34" charset="0"/>
                <a:ea typeface="Verdana" panose="020B0604030504040204" pitchFamily="34" charset="0"/>
              </a:rPr>
              <a:t>Highest generation of 44.31 BUs</a:t>
            </a:r>
            <a:r>
              <a:rPr lang="en-US" sz="1200">
                <a:solidFill>
                  <a:prstClr val="black"/>
                </a:solidFill>
                <a:latin typeface="Verdana" panose="020B0604030504040204" pitchFamily="34" charset="0"/>
                <a:ea typeface="Verdana" panose="020B0604030504040204" pitchFamily="34" charset="0"/>
              </a:rPr>
              <a:t> &amp; </a:t>
            </a:r>
            <a:r>
              <a:rPr lang="en-US" sz="1200" b="1">
                <a:solidFill>
                  <a:prstClr val="black"/>
                </a:solidFill>
                <a:latin typeface="Verdana" panose="020B0604030504040204" pitchFamily="34" charset="0"/>
                <a:ea typeface="Verdana" panose="020B0604030504040204" pitchFamily="34" charset="0"/>
              </a:rPr>
              <a:t>highest PLF of 76.81% </a:t>
            </a:r>
            <a:r>
              <a:rPr lang="en-US" sz="1200">
                <a:solidFill>
                  <a:prstClr val="black"/>
                </a:solidFill>
                <a:latin typeface="Verdana" panose="020B0604030504040204" pitchFamily="34" charset="0"/>
                <a:ea typeface="Verdana" panose="020B0604030504040204" pitchFamily="34" charset="0"/>
              </a:rPr>
              <a:t>in</a:t>
            </a:r>
            <a:r>
              <a:rPr lang="en-US" sz="1200" b="1">
                <a:solidFill>
                  <a:prstClr val="black"/>
                </a:solidFill>
                <a:latin typeface="Verdana" panose="020B0604030504040204" pitchFamily="34" charset="0"/>
                <a:ea typeface="Verdana" panose="020B0604030504040204" pitchFamily="34" charset="0"/>
              </a:rPr>
              <a:t> </a:t>
            </a:r>
            <a:r>
              <a:rPr lang="en-US" sz="1200">
                <a:solidFill>
                  <a:prstClr val="black"/>
                </a:solidFill>
                <a:latin typeface="Verdana" panose="020B0604030504040204" pitchFamily="34" charset="0"/>
                <a:ea typeface="Verdana" panose="020B0604030504040204" pitchFamily="34" charset="0"/>
              </a:rPr>
              <a:t>FY 24.</a:t>
            </a:r>
          </a:p>
          <a:p>
            <a:pPr marL="128588" lvl="0" indent="-102870" algn="just">
              <a:lnSpc>
                <a:spcPct val="114000"/>
              </a:lnSpc>
              <a:spcBef>
                <a:spcPts val="900"/>
              </a:spcBef>
              <a:spcAft>
                <a:spcPts val="900"/>
              </a:spcAft>
              <a:buFont typeface="Arial" panose="020B0604020202020204" pitchFamily="34" charset="0"/>
              <a:buChar char="•"/>
              <a:defRPr/>
            </a:pPr>
            <a:r>
              <a:rPr lang="en-US" sz="1200" b="1">
                <a:solidFill>
                  <a:prstClr val="black"/>
                </a:solidFill>
                <a:latin typeface="Verdana" panose="020B0604030504040204" pitchFamily="34" charset="0"/>
                <a:ea typeface="Verdana" panose="020B0604030504040204" pitchFamily="34" charset="0"/>
              </a:rPr>
              <a:t>99.8%</a:t>
            </a:r>
            <a:r>
              <a:rPr lang="en-US" sz="1200">
                <a:solidFill>
                  <a:prstClr val="black"/>
                </a:solidFill>
                <a:latin typeface="Verdana" panose="020B0604030504040204" pitchFamily="34" charset="0"/>
                <a:ea typeface="Verdana" panose="020B0604030504040204" pitchFamily="34" charset="0"/>
              </a:rPr>
              <a:t> </a:t>
            </a:r>
            <a:r>
              <a:rPr lang="en-US" sz="1200" b="1">
                <a:solidFill>
                  <a:prstClr val="black"/>
                </a:solidFill>
                <a:latin typeface="Verdana" panose="020B0604030504040204" pitchFamily="34" charset="0"/>
                <a:ea typeface="Verdana" panose="020B0604030504040204" pitchFamily="34" charset="0"/>
              </a:rPr>
              <a:t>system availability </a:t>
            </a:r>
            <a:r>
              <a:rPr lang="en-US" sz="1200">
                <a:solidFill>
                  <a:prstClr val="black"/>
                </a:solidFill>
                <a:latin typeface="Verdana" panose="020B0604030504040204" pitchFamily="34" charset="0"/>
                <a:ea typeface="Verdana" panose="020B0604030504040204" pitchFamily="34" charset="0"/>
              </a:rPr>
              <a:t>in FY 24.</a:t>
            </a:r>
          </a:p>
          <a:p>
            <a:pPr marL="128588" indent="-102870" algn="just">
              <a:lnSpc>
                <a:spcPct val="114000"/>
              </a:lnSpc>
              <a:spcBef>
                <a:spcPts val="900"/>
              </a:spcBef>
              <a:spcAft>
                <a:spcPts val="900"/>
              </a:spcAft>
              <a:buFont typeface="Arial" panose="020B0604020202020204" pitchFamily="34" charset="0"/>
              <a:buChar char="•"/>
              <a:defRPr/>
            </a:pPr>
            <a:r>
              <a:rPr lang="en-US" sz="1200">
                <a:solidFill>
                  <a:prstClr val="black"/>
                </a:solidFill>
                <a:latin typeface="Verdana" panose="020B0604030504040204" pitchFamily="34" charset="0"/>
                <a:ea typeface="Verdana" panose="020B0604030504040204" pitchFamily="34" charset="0"/>
              </a:rPr>
              <a:t>Consistently amongst </a:t>
            </a:r>
            <a:r>
              <a:rPr lang="en-US" sz="1200" b="1">
                <a:solidFill>
                  <a:prstClr val="black"/>
                </a:solidFill>
                <a:latin typeface="Verdana" panose="020B0604030504040204" pitchFamily="34" charset="0"/>
                <a:ea typeface="Verdana" panose="020B0604030504040204" pitchFamily="34" charset="0"/>
              </a:rPr>
              <a:t>top 10 Central Sector TPSs</a:t>
            </a:r>
            <a:r>
              <a:rPr lang="en-US" sz="1200">
                <a:solidFill>
                  <a:prstClr val="black"/>
                </a:solidFill>
                <a:latin typeface="Verdana" panose="020B0604030504040204" pitchFamily="34" charset="0"/>
                <a:ea typeface="Verdana" panose="020B0604030504040204" pitchFamily="34" charset="0"/>
              </a:rPr>
              <a:t> based on monthly PLF</a:t>
            </a:r>
          </a:p>
          <a:p>
            <a:pPr marL="128588" lvl="0" indent="-102870" algn="just">
              <a:lnSpc>
                <a:spcPct val="114000"/>
              </a:lnSpc>
              <a:spcBef>
                <a:spcPts val="900"/>
              </a:spcBef>
              <a:spcAft>
                <a:spcPts val="900"/>
              </a:spcAft>
              <a:buFont typeface="Arial" panose="020B0604020202020204" pitchFamily="34" charset="0"/>
              <a:buChar char="•"/>
              <a:defRPr/>
            </a:pPr>
            <a:r>
              <a:rPr lang="en-US" sz="1200">
                <a:solidFill>
                  <a:prstClr val="black"/>
                </a:solidFill>
                <a:latin typeface="Verdana" panose="020B0604030504040204" pitchFamily="34" charset="0"/>
                <a:ea typeface="Verdana" panose="020B0604030504040204" pitchFamily="34" charset="0"/>
              </a:rPr>
              <a:t>“</a:t>
            </a:r>
            <a:r>
              <a:rPr lang="en-US" sz="1200" b="1">
                <a:solidFill>
                  <a:prstClr val="black"/>
                </a:solidFill>
                <a:latin typeface="Verdana" panose="020B0604030504040204" pitchFamily="34" charset="0"/>
                <a:ea typeface="Verdana" panose="020B0604030504040204" pitchFamily="34" charset="0"/>
              </a:rPr>
              <a:t>Future- Ready Inclusive Organization</a:t>
            </a:r>
            <a:r>
              <a:rPr lang="en-US" sz="1200">
                <a:solidFill>
                  <a:prstClr val="black"/>
                </a:solidFill>
                <a:latin typeface="Verdana" panose="020B0604030504040204" pitchFamily="34" charset="0"/>
                <a:ea typeface="Verdana" panose="020B0604030504040204" pitchFamily="34" charset="0"/>
              </a:rPr>
              <a:t>” amongst PSUs.</a:t>
            </a:r>
          </a:p>
          <a:p>
            <a:pPr marL="128588" lvl="0" indent="-102870" algn="just">
              <a:lnSpc>
                <a:spcPct val="114000"/>
              </a:lnSpc>
              <a:spcBef>
                <a:spcPts val="900"/>
              </a:spcBef>
              <a:spcAft>
                <a:spcPts val="900"/>
              </a:spcAft>
              <a:buFont typeface="Arial" panose="020B0604020202020204" pitchFamily="34" charset="0"/>
              <a:buChar char="•"/>
              <a:defRPr/>
            </a:pPr>
            <a:r>
              <a:rPr lang="en-US" sz="1200">
                <a:solidFill>
                  <a:prstClr val="black"/>
                </a:solidFill>
                <a:latin typeface="Verdana" panose="020B0604030504040204" pitchFamily="34" charset="0"/>
                <a:ea typeface="Verdana" panose="020B0604030504040204" pitchFamily="34" charset="0"/>
              </a:rPr>
              <a:t>Awards for Excellence in </a:t>
            </a:r>
            <a:r>
              <a:rPr lang="en-US" sz="1200" b="1">
                <a:solidFill>
                  <a:prstClr val="black"/>
                </a:solidFill>
                <a:latin typeface="Verdana" panose="020B0604030504040204" pitchFamily="34" charset="0"/>
                <a:ea typeface="Verdana" panose="020B0604030504040204" pitchFamily="34" charset="0"/>
              </a:rPr>
              <a:t>Energy Management </a:t>
            </a:r>
            <a:r>
              <a:rPr lang="en-US" sz="1200">
                <a:solidFill>
                  <a:prstClr val="black"/>
                </a:solidFill>
                <a:latin typeface="Verdana" panose="020B0604030504040204" pitchFamily="34" charset="0"/>
                <a:ea typeface="Verdana" panose="020B0604030504040204" pitchFamily="34" charset="0"/>
              </a:rPr>
              <a:t>and </a:t>
            </a:r>
            <a:r>
              <a:rPr lang="en-US" sz="1200" b="1">
                <a:solidFill>
                  <a:prstClr val="black"/>
                </a:solidFill>
                <a:latin typeface="Verdana" panose="020B0604030504040204" pitchFamily="34" charset="0"/>
                <a:ea typeface="Verdana" panose="020B0604030504040204" pitchFamily="34" charset="0"/>
              </a:rPr>
              <a:t>Ash Handling</a:t>
            </a:r>
            <a:r>
              <a:rPr lang="en-US" sz="1200">
                <a:solidFill>
                  <a:prstClr val="black"/>
                </a:solidFill>
                <a:latin typeface="Verdana" panose="020B0604030504040204" pitchFamily="34" charset="0"/>
                <a:ea typeface="Verdana" panose="020B0604030504040204" pitchFamily="34" charset="0"/>
              </a:rPr>
              <a:t>.</a:t>
            </a:r>
          </a:p>
          <a:p>
            <a:pPr marL="128588" lvl="0" indent="-102870" algn="just">
              <a:lnSpc>
                <a:spcPct val="114000"/>
              </a:lnSpc>
              <a:spcBef>
                <a:spcPts val="900"/>
              </a:spcBef>
              <a:spcAft>
                <a:spcPts val="900"/>
              </a:spcAft>
              <a:buFont typeface="Arial" panose="020B0604020202020204" pitchFamily="34" charset="0"/>
              <a:buChar char="•"/>
              <a:defRPr/>
            </a:pPr>
            <a:r>
              <a:rPr lang="en-US" sz="1200">
                <a:solidFill>
                  <a:prstClr val="black"/>
                </a:solidFill>
                <a:latin typeface="Verdana" panose="020B0604030504040204" pitchFamily="34" charset="0"/>
                <a:ea typeface="Verdana" panose="020B0604030504040204" pitchFamily="34" charset="0"/>
              </a:rPr>
              <a:t>Best Performing CPSU in </a:t>
            </a:r>
            <a:r>
              <a:rPr lang="en-US" sz="1200" b="1">
                <a:solidFill>
                  <a:prstClr val="black"/>
                </a:solidFill>
                <a:latin typeface="Verdana" panose="020B0604030504040204" pitchFamily="34" charset="0"/>
                <a:ea typeface="Verdana" panose="020B0604030504040204" pitchFamily="34" charset="0"/>
              </a:rPr>
              <a:t>Electronic Procurement.</a:t>
            </a:r>
          </a:p>
          <a:p>
            <a:pPr marL="128588" lvl="0" indent="-102870" algn="just">
              <a:lnSpc>
                <a:spcPct val="114000"/>
              </a:lnSpc>
              <a:spcBef>
                <a:spcPts val="900"/>
              </a:spcBef>
              <a:spcAft>
                <a:spcPts val="900"/>
              </a:spcAft>
              <a:buFont typeface="Arial" panose="020B0604020202020204" pitchFamily="34" charset="0"/>
              <a:buChar char="•"/>
              <a:defRPr/>
            </a:pPr>
            <a:r>
              <a:rPr lang="en-US" sz="1200">
                <a:solidFill>
                  <a:prstClr val="black"/>
                </a:solidFill>
                <a:latin typeface="Verdana" panose="020B0604030504040204" pitchFamily="34" charset="0"/>
                <a:ea typeface="Verdana" panose="020B0604030504040204" pitchFamily="34" charset="0"/>
              </a:rPr>
              <a:t>Attained globally acclaimed </a:t>
            </a:r>
            <a:r>
              <a:rPr lang="en-US" sz="1200" b="1">
                <a:solidFill>
                  <a:prstClr val="black"/>
                </a:solidFill>
                <a:latin typeface="Verdana" panose="020B0604030504040204" pitchFamily="34" charset="0"/>
                <a:ea typeface="Verdana" panose="020B0604030504040204" pitchFamily="34" charset="0"/>
              </a:rPr>
              <a:t>ISO/IEC 27001:2022</a:t>
            </a:r>
            <a:r>
              <a:rPr lang="en-US" sz="1200">
                <a:solidFill>
                  <a:prstClr val="black"/>
                </a:solidFill>
                <a:latin typeface="Verdana" panose="020B0604030504040204" pitchFamily="34" charset="0"/>
                <a:ea typeface="Verdana" panose="020B0604030504040204" pitchFamily="34" charset="0"/>
              </a:rPr>
              <a:t> certification.</a:t>
            </a:r>
          </a:p>
        </p:txBody>
      </p:sp>
      <p:grpSp>
        <p:nvGrpSpPr>
          <p:cNvPr id="274" name="Group 273">
            <a:extLst>
              <a:ext uri="{FF2B5EF4-FFF2-40B4-BE49-F238E27FC236}">
                <a16:creationId xmlns:a16="http://schemas.microsoft.com/office/drawing/2014/main" id="{2BF4E64A-64D1-899E-0555-7D6BD5D629D9}"/>
              </a:ext>
            </a:extLst>
          </p:cNvPr>
          <p:cNvGrpSpPr/>
          <p:nvPr/>
        </p:nvGrpSpPr>
        <p:grpSpPr>
          <a:xfrm>
            <a:off x="509296" y="2199833"/>
            <a:ext cx="3589302" cy="700192"/>
            <a:chOff x="501650" y="2243922"/>
            <a:chExt cx="3589302" cy="700192"/>
          </a:xfrm>
        </p:grpSpPr>
        <p:sp>
          <p:nvSpPr>
            <p:cNvPr id="275" name="Freeform 547">
              <a:extLst>
                <a:ext uri="{FF2B5EF4-FFF2-40B4-BE49-F238E27FC236}">
                  <a16:creationId xmlns:a16="http://schemas.microsoft.com/office/drawing/2014/main" id="{7798DD2C-1B4D-ACE6-2D91-4088415AABF7}"/>
                </a:ext>
              </a:extLst>
            </p:cNvPr>
            <p:cNvSpPr>
              <a:spLocks noChangeAspect="1" noEditPoints="1"/>
            </p:cNvSpPr>
            <p:nvPr/>
          </p:nvSpPr>
          <p:spPr bwMode="auto">
            <a:xfrm>
              <a:off x="501650" y="2327854"/>
              <a:ext cx="582076" cy="583787"/>
            </a:xfrm>
            <a:custGeom>
              <a:avLst/>
              <a:gdLst>
                <a:gd name="T0" fmla="*/ 282 w 512"/>
                <a:gd name="T1" fmla="*/ 215 h 512"/>
                <a:gd name="T2" fmla="*/ 221 w 512"/>
                <a:gd name="T3" fmla="*/ 275 h 512"/>
                <a:gd name="T4" fmla="*/ 233 w 512"/>
                <a:gd name="T5" fmla="*/ 192 h 512"/>
                <a:gd name="T6" fmla="*/ 278 w 512"/>
                <a:gd name="T7" fmla="*/ 192 h 512"/>
                <a:gd name="T8" fmla="*/ 282 w 512"/>
                <a:gd name="T9" fmla="*/ 215 h 512"/>
                <a:gd name="T10" fmla="*/ 277 w 512"/>
                <a:gd name="T11" fmla="*/ 133 h 512"/>
                <a:gd name="T12" fmla="*/ 256 w 512"/>
                <a:gd name="T13" fmla="*/ 119 h 512"/>
                <a:gd name="T14" fmla="*/ 234 w 512"/>
                <a:gd name="T15" fmla="*/ 133 h 512"/>
                <a:gd name="T16" fmla="*/ 234 w 512"/>
                <a:gd name="T17" fmla="*/ 170 h 512"/>
                <a:gd name="T18" fmla="*/ 277 w 512"/>
                <a:gd name="T19" fmla="*/ 170 h 512"/>
                <a:gd name="T20" fmla="*/ 277 w 512"/>
                <a:gd name="T21" fmla="*/ 133 h 512"/>
                <a:gd name="T22" fmla="*/ 285 w 512"/>
                <a:gd name="T23" fmla="*/ 241 h 512"/>
                <a:gd name="T24" fmla="*/ 216 w 512"/>
                <a:gd name="T25" fmla="*/ 310 h 512"/>
                <a:gd name="T26" fmla="*/ 204 w 512"/>
                <a:gd name="T27" fmla="*/ 394 h 512"/>
                <a:gd name="T28" fmla="*/ 209 w 512"/>
                <a:gd name="T29" fmla="*/ 394 h 512"/>
                <a:gd name="T30" fmla="*/ 295 w 512"/>
                <a:gd name="T31" fmla="*/ 308 h 512"/>
                <a:gd name="T32" fmla="*/ 285 w 512"/>
                <a:gd name="T33" fmla="*/ 241 h 512"/>
                <a:gd name="T34" fmla="*/ 512 w 512"/>
                <a:gd name="T35" fmla="*/ 256 h 512"/>
                <a:gd name="T36" fmla="*/ 256 w 512"/>
                <a:gd name="T37" fmla="*/ 512 h 512"/>
                <a:gd name="T38" fmla="*/ 0 w 512"/>
                <a:gd name="T39" fmla="*/ 256 h 512"/>
                <a:gd name="T40" fmla="*/ 256 w 512"/>
                <a:gd name="T41" fmla="*/ 0 h 512"/>
                <a:gd name="T42" fmla="*/ 512 w 512"/>
                <a:gd name="T43" fmla="*/ 256 h 512"/>
                <a:gd name="T44" fmla="*/ 373 w 512"/>
                <a:gd name="T45" fmla="*/ 405 h 512"/>
                <a:gd name="T46" fmla="*/ 362 w 512"/>
                <a:gd name="T47" fmla="*/ 394 h 512"/>
                <a:gd name="T48" fmla="*/ 329 w 512"/>
                <a:gd name="T49" fmla="*/ 394 h 512"/>
                <a:gd name="T50" fmla="*/ 300 w 512"/>
                <a:gd name="T51" fmla="*/ 192 h 512"/>
                <a:gd name="T52" fmla="*/ 330 w 512"/>
                <a:gd name="T53" fmla="*/ 192 h 512"/>
                <a:gd name="T54" fmla="*/ 341 w 512"/>
                <a:gd name="T55" fmla="*/ 181 h 512"/>
                <a:gd name="T56" fmla="*/ 341 w 512"/>
                <a:gd name="T57" fmla="*/ 160 h 512"/>
                <a:gd name="T58" fmla="*/ 330 w 512"/>
                <a:gd name="T59" fmla="*/ 149 h 512"/>
                <a:gd name="T60" fmla="*/ 320 w 512"/>
                <a:gd name="T61" fmla="*/ 160 h 512"/>
                <a:gd name="T62" fmla="*/ 320 w 512"/>
                <a:gd name="T63" fmla="*/ 170 h 512"/>
                <a:gd name="T64" fmla="*/ 298 w 512"/>
                <a:gd name="T65" fmla="*/ 170 h 512"/>
                <a:gd name="T66" fmla="*/ 298 w 512"/>
                <a:gd name="T67" fmla="*/ 128 h 512"/>
                <a:gd name="T68" fmla="*/ 294 w 512"/>
                <a:gd name="T69" fmla="*/ 119 h 512"/>
                <a:gd name="T70" fmla="*/ 262 w 512"/>
                <a:gd name="T71" fmla="*/ 97 h 512"/>
                <a:gd name="T72" fmla="*/ 250 w 512"/>
                <a:gd name="T73" fmla="*/ 97 h 512"/>
                <a:gd name="T74" fmla="*/ 218 w 512"/>
                <a:gd name="T75" fmla="*/ 119 h 512"/>
                <a:gd name="T76" fmla="*/ 213 w 512"/>
                <a:gd name="T77" fmla="*/ 128 h 512"/>
                <a:gd name="T78" fmla="*/ 213 w 512"/>
                <a:gd name="T79" fmla="*/ 170 h 512"/>
                <a:gd name="T80" fmla="*/ 192 w 512"/>
                <a:gd name="T81" fmla="*/ 170 h 512"/>
                <a:gd name="T82" fmla="*/ 192 w 512"/>
                <a:gd name="T83" fmla="*/ 160 h 512"/>
                <a:gd name="T84" fmla="*/ 181 w 512"/>
                <a:gd name="T85" fmla="*/ 149 h 512"/>
                <a:gd name="T86" fmla="*/ 170 w 512"/>
                <a:gd name="T87" fmla="*/ 160 h 512"/>
                <a:gd name="T88" fmla="*/ 170 w 512"/>
                <a:gd name="T89" fmla="*/ 181 h 512"/>
                <a:gd name="T90" fmla="*/ 181 w 512"/>
                <a:gd name="T91" fmla="*/ 192 h 512"/>
                <a:gd name="T92" fmla="*/ 211 w 512"/>
                <a:gd name="T93" fmla="*/ 192 h 512"/>
                <a:gd name="T94" fmla="*/ 182 w 512"/>
                <a:gd name="T95" fmla="*/ 394 h 512"/>
                <a:gd name="T96" fmla="*/ 149 w 512"/>
                <a:gd name="T97" fmla="*/ 394 h 512"/>
                <a:gd name="T98" fmla="*/ 138 w 512"/>
                <a:gd name="T99" fmla="*/ 405 h 512"/>
                <a:gd name="T100" fmla="*/ 149 w 512"/>
                <a:gd name="T101" fmla="*/ 416 h 512"/>
                <a:gd name="T102" fmla="*/ 362 w 512"/>
                <a:gd name="T103" fmla="*/ 416 h 512"/>
                <a:gd name="T104" fmla="*/ 373 w 512"/>
                <a:gd name="T105" fmla="*/ 405 h 512"/>
                <a:gd name="T106" fmla="*/ 239 w 512"/>
                <a:gd name="T107" fmla="*/ 394 h 512"/>
                <a:gd name="T108" fmla="*/ 307 w 512"/>
                <a:gd name="T109" fmla="*/ 394 h 512"/>
                <a:gd name="T110" fmla="*/ 299 w 512"/>
                <a:gd name="T111" fmla="*/ 334 h 512"/>
                <a:gd name="T112" fmla="*/ 239 w 512"/>
                <a:gd name="T113" fmla="*/ 394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12" h="512">
                  <a:moveTo>
                    <a:pt x="282" y="215"/>
                  </a:moveTo>
                  <a:cubicBezTo>
                    <a:pt x="221" y="275"/>
                    <a:pt x="221" y="275"/>
                    <a:pt x="221" y="275"/>
                  </a:cubicBezTo>
                  <a:cubicBezTo>
                    <a:pt x="233" y="192"/>
                    <a:pt x="233" y="192"/>
                    <a:pt x="233" y="192"/>
                  </a:cubicBezTo>
                  <a:cubicBezTo>
                    <a:pt x="278" y="192"/>
                    <a:pt x="278" y="192"/>
                    <a:pt x="278" y="192"/>
                  </a:cubicBezTo>
                  <a:lnTo>
                    <a:pt x="282" y="215"/>
                  </a:lnTo>
                  <a:close/>
                  <a:moveTo>
                    <a:pt x="277" y="133"/>
                  </a:moveTo>
                  <a:cubicBezTo>
                    <a:pt x="256" y="119"/>
                    <a:pt x="256" y="119"/>
                    <a:pt x="256" y="119"/>
                  </a:cubicBezTo>
                  <a:cubicBezTo>
                    <a:pt x="234" y="133"/>
                    <a:pt x="234" y="133"/>
                    <a:pt x="234" y="133"/>
                  </a:cubicBezTo>
                  <a:cubicBezTo>
                    <a:pt x="234" y="170"/>
                    <a:pt x="234" y="170"/>
                    <a:pt x="234" y="170"/>
                  </a:cubicBezTo>
                  <a:cubicBezTo>
                    <a:pt x="277" y="170"/>
                    <a:pt x="277" y="170"/>
                    <a:pt x="277" y="170"/>
                  </a:cubicBezTo>
                  <a:lnTo>
                    <a:pt x="277" y="133"/>
                  </a:lnTo>
                  <a:close/>
                  <a:moveTo>
                    <a:pt x="285" y="241"/>
                  </a:moveTo>
                  <a:cubicBezTo>
                    <a:pt x="216" y="310"/>
                    <a:pt x="216" y="310"/>
                    <a:pt x="216" y="310"/>
                  </a:cubicBezTo>
                  <a:cubicBezTo>
                    <a:pt x="204" y="394"/>
                    <a:pt x="204" y="394"/>
                    <a:pt x="204" y="394"/>
                  </a:cubicBezTo>
                  <a:cubicBezTo>
                    <a:pt x="209" y="394"/>
                    <a:pt x="209" y="394"/>
                    <a:pt x="209" y="394"/>
                  </a:cubicBezTo>
                  <a:cubicBezTo>
                    <a:pt x="295" y="308"/>
                    <a:pt x="295" y="308"/>
                    <a:pt x="295" y="308"/>
                  </a:cubicBezTo>
                  <a:lnTo>
                    <a:pt x="285" y="241"/>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405"/>
                  </a:moveTo>
                  <a:cubicBezTo>
                    <a:pt x="373" y="399"/>
                    <a:pt x="368" y="394"/>
                    <a:pt x="362" y="394"/>
                  </a:cubicBezTo>
                  <a:cubicBezTo>
                    <a:pt x="329" y="394"/>
                    <a:pt x="329" y="394"/>
                    <a:pt x="329" y="394"/>
                  </a:cubicBezTo>
                  <a:cubicBezTo>
                    <a:pt x="300" y="192"/>
                    <a:pt x="300" y="192"/>
                    <a:pt x="300" y="192"/>
                  </a:cubicBezTo>
                  <a:cubicBezTo>
                    <a:pt x="330" y="192"/>
                    <a:pt x="330" y="192"/>
                    <a:pt x="330" y="192"/>
                  </a:cubicBezTo>
                  <a:cubicBezTo>
                    <a:pt x="336" y="192"/>
                    <a:pt x="341" y="187"/>
                    <a:pt x="341" y="181"/>
                  </a:cubicBezTo>
                  <a:cubicBezTo>
                    <a:pt x="341" y="160"/>
                    <a:pt x="341" y="160"/>
                    <a:pt x="341" y="160"/>
                  </a:cubicBezTo>
                  <a:cubicBezTo>
                    <a:pt x="341" y="154"/>
                    <a:pt x="336" y="149"/>
                    <a:pt x="330" y="149"/>
                  </a:cubicBezTo>
                  <a:cubicBezTo>
                    <a:pt x="324" y="149"/>
                    <a:pt x="320" y="154"/>
                    <a:pt x="320" y="160"/>
                  </a:cubicBezTo>
                  <a:cubicBezTo>
                    <a:pt x="320" y="170"/>
                    <a:pt x="320" y="170"/>
                    <a:pt x="320" y="170"/>
                  </a:cubicBezTo>
                  <a:cubicBezTo>
                    <a:pt x="298" y="170"/>
                    <a:pt x="298" y="170"/>
                    <a:pt x="298" y="170"/>
                  </a:cubicBezTo>
                  <a:cubicBezTo>
                    <a:pt x="298" y="128"/>
                    <a:pt x="298" y="128"/>
                    <a:pt x="298" y="128"/>
                  </a:cubicBezTo>
                  <a:cubicBezTo>
                    <a:pt x="298" y="124"/>
                    <a:pt x="297" y="121"/>
                    <a:pt x="294" y="119"/>
                  </a:cubicBezTo>
                  <a:cubicBezTo>
                    <a:pt x="262" y="97"/>
                    <a:pt x="262" y="97"/>
                    <a:pt x="262" y="97"/>
                  </a:cubicBezTo>
                  <a:cubicBezTo>
                    <a:pt x="258" y="95"/>
                    <a:pt x="253" y="95"/>
                    <a:pt x="250" y="97"/>
                  </a:cubicBezTo>
                  <a:cubicBezTo>
                    <a:pt x="218" y="119"/>
                    <a:pt x="218" y="119"/>
                    <a:pt x="218" y="119"/>
                  </a:cubicBezTo>
                  <a:cubicBezTo>
                    <a:pt x="215" y="121"/>
                    <a:pt x="213" y="124"/>
                    <a:pt x="213" y="128"/>
                  </a:cubicBezTo>
                  <a:cubicBezTo>
                    <a:pt x="213" y="170"/>
                    <a:pt x="213" y="170"/>
                    <a:pt x="213" y="170"/>
                  </a:cubicBezTo>
                  <a:cubicBezTo>
                    <a:pt x="192" y="170"/>
                    <a:pt x="192" y="170"/>
                    <a:pt x="192" y="170"/>
                  </a:cubicBezTo>
                  <a:cubicBezTo>
                    <a:pt x="192" y="160"/>
                    <a:pt x="192" y="160"/>
                    <a:pt x="192" y="160"/>
                  </a:cubicBezTo>
                  <a:cubicBezTo>
                    <a:pt x="192" y="154"/>
                    <a:pt x="187" y="149"/>
                    <a:pt x="181" y="149"/>
                  </a:cubicBezTo>
                  <a:cubicBezTo>
                    <a:pt x="175" y="149"/>
                    <a:pt x="170" y="154"/>
                    <a:pt x="170" y="160"/>
                  </a:cubicBezTo>
                  <a:cubicBezTo>
                    <a:pt x="170" y="181"/>
                    <a:pt x="170" y="181"/>
                    <a:pt x="170" y="181"/>
                  </a:cubicBezTo>
                  <a:cubicBezTo>
                    <a:pt x="170" y="187"/>
                    <a:pt x="175" y="192"/>
                    <a:pt x="181" y="192"/>
                  </a:cubicBezTo>
                  <a:cubicBezTo>
                    <a:pt x="211" y="192"/>
                    <a:pt x="211" y="192"/>
                    <a:pt x="211" y="192"/>
                  </a:cubicBezTo>
                  <a:cubicBezTo>
                    <a:pt x="182" y="394"/>
                    <a:pt x="182" y="394"/>
                    <a:pt x="182" y="394"/>
                  </a:cubicBezTo>
                  <a:cubicBezTo>
                    <a:pt x="149" y="394"/>
                    <a:pt x="149" y="394"/>
                    <a:pt x="149" y="394"/>
                  </a:cubicBezTo>
                  <a:cubicBezTo>
                    <a:pt x="143" y="394"/>
                    <a:pt x="138" y="399"/>
                    <a:pt x="138" y="405"/>
                  </a:cubicBezTo>
                  <a:cubicBezTo>
                    <a:pt x="138" y="411"/>
                    <a:pt x="143" y="416"/>
                    <a:pt x="149" y="416"/>
                  </a:cubicBezTo>
                  <a:cubicBezTo>
                    <a:pt x="362" y="416"/>
                    <a:pt x="362" y="416"/>
                    <a:pt x="362" y="416"/>
                  </a:cubicBezTo>
                  <a:cubicBezTo>
                    <a:pt x="368" y="416"/>
                    <a:pt x="373" y="411"/>
                    <a:pt x="373" y="405"/>
                  </a:cubicBezTo>
                  <a:close/>
                  <a:moveTo>
                    <a:pt x="239" y="394"/>
                  </a:moveTo>
                  <a:cubicBezTo>
                    <a:pt x="307" y="394"/>
                    <a:pt x="307" y="394"/>
                    <a:pt x="307" y="394"/>
                  </a:cubicBezTo>
                  <a:cubicBezTo>
                    <a:pt x="299" y="334"/>
                    <a:pt x="299" y="334"/>
                    <a:pt x="299" y="334"/>
                  </a:cubicBezTo>
                  <a:lnTo>
                    <a:pt x="239" y="394"/>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a:p>
          </p:txBody>
        </p:sp>
        <p:sp>
          <p:nvSpPr>
            <p:cNvPr id="276" name="TextBox 275">
              <a:extLst>
                <a:ext uri="{FF2B5EF4-FFF2-40B4-BE49-F238E27FC236}">
                  <a16:creationId xmlns:a16="http://schemas.microsoft.com/office/drawing/2014/main" id="{441FFA48-5B55-94BF-FA3E-7D6AF84E52BF}"/>
                </a:ext>
              </a:extLst>
            </p:cNvPr>
            <p:cNvSpPr txBox="1"/>
            <p:nvPr/>
          </p:nvSpPr>
          <p:spPr>
            <a:xfrm>
              <a:off x="1083947" y="2243922"/>
              <a:ext cx="3007005" cy="700192"/>
            </a:xfrm>
            <a:prstGeom prst="rect">
              <a:avLst/>
            </a:prstGeom>
            <a:noFill/>
          </p:spPr>
          <p:txBody>
            <a:bodyPr wrap="square" rtlCol="0">
              <a:spAutoFit/>
            </a:bodyPr>
            <a:lstStyle/>
            <a:p>
              <a:r>
                <a:rPr lang="en-US" sz="1300" b="1">
                  <a:solidFill>
                    <a:schemeClr val="accent1"/>
                  </a:solidFill>
                  <a:latin typeface="Verdana" panose="020B0604030504040204" pitchFamily="34" charset="0"/>
                  <a:ea typeface="Verdana" panose="020B0604030504040204" pitchFamily="34" charset="0"/>
                </a:rPr>
                <a:t>Powerhouse of Eastern India </a:t>
              </a:r>
            </a:p>
            <a:p>
              <a:pPr algn="just">
                <a:spcBef>
                  <a:spcPts val="300"/>
                </a:spcBef>
                <a:spcAft>
                  <a:spcPts val="300"/>
                </a:spcAft>
              </a:pPr>
              <a:r>
                <a:rPr lang="en-US" sz="1200">
                  <a:latin typeface="Verdana" panose="020B0604030504040204" pitchFamily="34" charset="0"/>
                  <a:ea typeface="Verdana" panose="020B0604030504040204" pitchFamily="34" charset="0"/>
                </a:rPr>
                <a:t>6,701 MW generation capacity with an expansive Transmission network</a:t>
              </a:r>
            </a:p>
          </p:txBody>
        </p:sp>
      </p:grpSp>
      <p:grpSp>
        <p:nvGrpSpPr>
          <p:cNvPr id="277" name="Group 276">
            <a:extLst>
              <a:ext uri="{FF2B5EF4-FFF2-40B4-BE49-F238E27FC236}">
                <a16:creationId xmlns:a16="http://schemas.microsoft.com/office/drawing/2014/main" id="{1D5AC90A-834E-0837-240F-1232C357C3F9}"/>
              </a:ext>
            </a:extLst>
          </p:cNvPr>
          <p:cNvGrpSpPr/>
          <p:nvPr/>
        </p:nvGrpSpPr>
        <p:grpSpPr>
          <a:xfrm>
            <a:off x="475589" y="3159269"/>
            <a:ext cx="3595433" cy="700192"/>
            <a:chOff x="465251" y="3155557"/>
            <a:chExt cx="3595433" cy="700192"/>
          </a:xfrm>
        </p:grpSpPr>
        <p:sp>
          <p:nvSpPr>
            <p:cNvPr id="278" name="TextBox 277">
              <a:extLst>
                <a:ext uri="{FF2B5EF4-FFF2-40B4-BE49-F238E27FC236}">
                  <a16:creationId xmlns:a16="http://schemas.microsoft.com/office/drawing/2014/main" id="{AF801AD3-83EC-3A2B-4125-C32F14F38EB0}"/>
                </a:ext>
              </a:extLst>
            </p:cNvPr>
            <p:cNvSpPr txBox="1"/>
            <p:nvPr/>
          </p:nvSpPr>
          <p:spPr>
            <a:xfrm>
              <a:off x="1053679" y="3155557"/>
              <a:ext cx="3007005" cy="700192"/>
            </a:xfrm>
            <a:prstGeom prst="rect">
              <a:avLst/>
            </a:prstGeom>
            <a:noFill/>
          </p:spPr>
          <p:txBody>
            <a:bodyPr wrap="square" rtlCol="0">
              <a:spAutoFit/>
            </a:bodyPr>
            <a:lstStyle/>
            <a:p>
              <a:r>
                <a:rPr lang="en-US" sz="1300" b="1">
                  <a:solidFill>
                    <a:srgbClr val="046A38"/>
                  </a:solidFill>
                  <a:latin typeface="Verdana" panose="020B0604030504040204" pitchFamily="34" charset="0"/>
                  <a:ea typeface="Verdana" panose="020B0604030504040204" pitchFamily="34" charset="0"/>
                </a:rPr>
                <a:t>Economic Catalyst</a:t>
              </a:r>
            </a:p>
            <a:p>
              <a:pPr algn="just">
                <a:spcBef>
                  <a:spcPts val="300"/>
                </a:spcBef>
                <a:spcAft>
                  <a:spcPts val="300"/>
                </a:spcAft>
              </a:pPr>
              <a:r>
                <a:rPr lang="en-US" sz="1200">
                  <a:latin typeface="Verdana" panose="020B0604030504040204" pitchFamily="34" charset="0"/>
                  <a:ea typeface="Verdana" panose="020B0604030504040204" pitchFamily="34" charset="0"/>
                </a:rPr>
                <a:t>Amongst the largest power sector entities in the country</a:t>
              </a:r>
            </a:p>
          </p:txBody>
        </p:sp>
        <p:sp>
          <p:nvSpPr>
            <p:cNvPr id="279" name="Freeform 141">
              <a:extLst>
                <a:ext uri="{FF2B5EF4-FFF2-40B4-BE49-F238E27FC236}">
                  <a16:creationId xmlns:a16="http://schemas.microsoft.com/office/drawing/2014/main" id="{DC764EAA-DE91-7A53-8C42-603403F82588}"/>
                </a:ext>
              </a:extLst>
            </p:cNvPr>
            <p:cNvSpPr>
              <a:spLocks noChangeAspect="1" noEditPoints="1"/>
            </p:cNvSpPr>
            <p:nvPr/>
          </p:nvSpPr>
          <p:spPr bwMode="auto">
            <a:xfrm>
              <a:off x="465251" y="3172956"/>
              <a:ext cx="579600" cy="579465"/>
            </a:xfrm>
            <a:custGeom>
              <a:avLst/>
              <a:gdLst>
                <a:gd name="T0" fmla="*/ 0 w 512"/>
                <a:gd name="T1" fmla="*/ 256 h 512"/>
                <a:gd name="T2" fmla="*/ 512 w 512"/>
                <a:gd name="T3" fmla="*/ 256 h 512"/>
                <a:gd name="T4" fmla="*/ 192 w 512"/>
                <a:gd name="T5" fmla="*/ 160 h 512"/>
                <a:gd name="T6" fmla="*/ 216 w 512"/>
                <a:gd name="T7" fmla="*/ 170 h 512"/>
                <a:gd name="T8" fmla="*/ 253 w 512"/>
                <a:gd name="T9" fmla="*/ 170 h 512"/>
                <a:gd name="T10" fmla="*/ 320 w 512"/>
                <a:gd name="T11" fmla="*/ 160 h 512"/>
                <a:gd name="T12" fmla="*/ 320 w 512"/>
                <a:gd name="T13" fmla="*/ 202 h 512"/>
                <a:gd name="T14" fmla="*/ 253 w 512"/>
                <a:gd name="T15" fmla="*/ 192 h 512"/>
                <a:gd name="T16" fmla="*/ 216 w 512"/>
                <a:gd name="T17" fmla="*/ 192 h 512"/>
                <a:gd name="T18" fmla="*/ 192 w 512"/>
                <a:gd name="T19" fmla="*/ 202 h 512"/>
                <a:gd name="T20" fmla="*/ 192 w 512"/>
                <a:gd name="T21" fmla="*/ 160 h 512"/>
                <a:gd name="T22" fmla="*/ 210 w 512"/>
                <a:gd name="T23" fmla="*/ 245 h 512"/>
                <a:gd name="T24" fmla="*/ 277 w 512"/>
                <a:gd name="T25" fmla="*/ 234 h 512"/>
                <a:gd name="T26" fmla="*/ 301 w 512"/>
                <a:gd name="T27" fmla="*/ 245 h 512"/>
                <a:gd name="T28" fmla="*/ 341 w 512"/>
                <a:gd name="T29" fmla="*/ 256 h 512"/>
                <a:gd name="T30" fmla="*/ 301 w 512"/>
                <a:gd name="T31" fmla="*/ 266 h 512"/>
                <a:gd name="T32" fmla="*/ 277 w 512"/>
                <a:gd name="T33" fmla="*/ 277 h 512"/>
                <a:gd name="T34" fmla="*/ 210 w 512"/>
                <a:gd name="T35" fmla="*/ 266 h 512"/>
                <a:gd name="T36" fmla="*/ 170 w 512"/>
                <a:gd name="T37" fmla="*/ 256 h 512"/>
                <a:gd name="T38" fmla="*/ 192 w 512"/>
                <a:gd name="T39" fmla="*/ 309 h 512"/>
                <a:gd name="T40" fmla="*/ 237 w 512"/>
                <a:gd name="T41" fmla="*/ 320 h 512"/>
                <a:gd name="T42" fmla="*/ 274 w 512"/>
                <a:gd name="T43" fmla="*/ 320 h 512"/>
                <a:gd name="T44" fmla="*/ 320 w 512"/>
                <a:gd name="T45" fmla="*/ 309 h 512"/>
                <a:gd name="T46" fmla="*/ 320 w 512"/>
                <a:gd name="T47" fmla="*/ 352 h 512"/>
                <a:gd name="T48" fmla="*/ 274 w 512"/>
                <a:gd name="T49" fmla="*/ 341 h 512"/>
                <a:gd name="T50" fmla="*/ 237 w 512"/>
                <a:gd name="T51" fmla="*/ 341 h 512"/>
                <a:gd name="T52" fmla="*/ 192 w 512"/>
                <a:gd name="T53" fmla="*/ 352 h 512"/>
                <a:gd name="T54" fmla="*/ 192 w 512"/>
                <a:gd name="T55" fmla="*/ 309 h 512"/>
                <a:gd name="T56" fmla="*/ 128 w 512"/>
                <a:gd name="T57" fmla="*/ 394 h 512"/>
                <a:gd name="T58" fmla="*/ 128 w 512"/>
                <a:gd name="T59" fmla="*/ 373 h 512"/>
                <a:gd name="T60" fmla="*/ 138 w 512"/>
                <a:gd name="T61" fmla="*/ 117 h 512"/>
                <a:gd name="T62" fmla="*/ 149 w 512"/>
                <a:gd name="T63" fmla="*/ 373 h 512"/>
                <a:gd name="T64" fmla="*/ 362 w 512"/>
                <a:gd name="T65" fmla="*/ 128 h 512"/>
                <a:gd name="T66" fmla="*/ 384 w 512"/>
                <a:gd name="T67" fmla="*/ 128 h 512"/>
                <a:gd name="T68" fmla="*/ 394 w 512"/>
                <a:gd name="T69" fmla="*/ 384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192" y="160"/>
                  </a:moveTo>
                  <a:cubicBezTo>
                    <a:pt x="200" y="160"/>
                    <a:pt x="206" y="164"/>
                    <a:pt x="210" y="170"/>
                  </a:cubicBezTo>
                  <a:cubicBezTo>
                    <a:pt x="216" y="170"/>
                    <a:pt x="216" y="170"/>
                    <a:pt x="216" y="170"/>
                  </a:cubicBezTo>
                  <a:cubicBezTo>
                    <a:pt x="220" y="164"/>
                    <a:pt x="226" y="160"/>
                    <a:pt x="234" y="160"/>
                  </a:cubicBezTo>
                  <a:cubicBezTo>
                    <a:pt x="242" y="160"/>
                    <a:pt x="249" y="164"/>
                    <a:pt x="253" y="170"/>
                  </a:cubicBezTo>
                  <a:cubicBezTo>
                    <a:pt x="301" y="170"/>
                    <a:pt x="301" y="170"/>
                    <a:pt x="301" y="170"/>
                  </a:cubicBezTo>
                  <a:cubicBezTo>
                    <a:pt x="305" y="164"/>
                    <a:pt x="312" y="160"/>
                    <a:pt x="320" y="160"/>
                  </a:cubicBezTo>
                  <a:cubicBezTo>
                    <a:pt x="331" y="160"/>
                    <a:pt x="341" y="169"/>
                    <a:pt x="341" y="181"/>
                  </a:cubicBezTo>
                  <a:cubicBezTo>
                    <a:pt x="341" y="193"/>
                    <a:pt x="331" y="202"/>
                    <a:pt x="320" y="202"/>
                  </a:cubicBezTo>
                  <a:cubicBezTo>
                    <a:pt x="312" y="202"/>
                    <a:pt x="305" y="198"/>
                    <a:pt x="301" y="192"/>
                  </a:cubicBezTo>
                  <a:cubicBezTo>
                    <a:pt x="253" y="192"/>
                    <a:pt x="253" y="192"/>
                    <a:pt x="253" y="192"/>
                  </a:cubicBezTo>
                  <a:cubicBezTo>
                    <a:pt x="249" y="198"/>
                    <a:pt x="242" y="202"/>
                    <a:pt x="234" y="202"/>
                  </a:cubicBezTo>
                  <a:cubicBezTo>
                    <a:pt x="226" y="202"/>
                    <a:pt x="220" y="198"/>
                    <a:pt x="216" y="192"/>
                  </a:cubicBezTo>
                  <a:cubicBezTo>
                    <a:pt x="210" y="192"/>
                    <a:pt x="210" y="192"/>
                    <a:pt x="210" y="192"/>
                  </a:cubicBezTo>
                  <a:cubicBezTo>
                    <a:pt x="206" y="198"/>
                    <a:pt x="200" y="202"/>
                    <a:pt x="192" y="202"/>
                  </a:cubicBezTo>
                  <a:cubicBezTo>
                    <a:pt x="180" y="202"/>
                    <a:pt x="170" y="193"/>
                    <a:pt x="170" y="181"/>
                  </a:cubicBezTo>
                  <a:cubicBezTo>
                    <a:pt x="170" y="169"/>
                    <a:pt x="180" y="160"/>
                    <a:pt x="192" y="160"/>
                  </a:cubicBezTo>
                  <a:close/>
                  <a:moveTo>
                    <a:pt x="192" y="234"/>
                  </a:moveTo>
                  <a:cubicBezTo>
                    <a:pt x="200" y="234"/>
                    <a:pt x="206" y="239"/>
                    <a:pt x="210" y="245"/>
                  </a:cubicBezTo>
                  <a:cubicBezTo>
                    <a:pt x="259" y="245"/>
                    <a:pt x="259" y="245"/>
                    <a:pt x="259" y="245"/>
                  </a:cubicBezTo>
                  <a:cubicBezTo>
                    <a:pt x="262" y="239"/>
                    <a:pt x="269" y="234"/>
                    <a:pt x="277" y="234"/>
                  </a:cubicBezTo>
                  <a:cubicBezTo>
                    <a:pt x="285" y="234"/>
                    <a:pt x="292" y="239"/>
                    <a:pt x="295" y="245"/>
                  </a:cubicBezTo>
                  <a:cubicBezTo>
                    <a:pt x="301" y="245"/>
                    <a:pt x="301" y="245"/>
                    <a:pt x="301" y="245"/>
                  </a:cubicBezTo>
                  <a:cubicBezTo>
                    <a:pt x="305" y="239"/>
                    <a:pt x="312" y="234"/>
                    <a:pt x="320" y="234"/>
                  </a:cubicBezTo>
                  <a:cubicBezTo>
                    <a:pt x="331" y="234"/>
                    <a:pt x="341" y="244"/>
                    <a:pt x="341" y="256"/>
                  </a:cubicBezTo>
                  <a:cubicBezTo>
                    <a:pt x="341" y="267"/>
                    <a:pt x="331" y="277"/>
                    <a:pt x="320" y="277"/>
                  </a:cubicBezTo>
                  <a:cubicBezTo>
                    <a:pt x="312" y="277"/>
                    <a:pt x="305" y="273"/>
                    <a:pt x="301" y="266"/>
                  </a:cubicBezTo>
                  <a:cubicBezTo>
                    <a:pt x="295" y="266"/>
                    <a:pt x="295" y="266"/>
                    <a:pt x="295" y="266"/>
                  </a:cubicBezTo>
                  <a:cubicBezTo>
                    <a:pt x="292" y="273"/>
                    <a:pt x="285" y="277"/>
                    <a:pt x="277" y="277"/>
                  </a:cubicBezTo>
                  <a:cubicBezTo>
                    <a:pt x="269" y="277"/>
                    <a:pt x="262" y="273"/>
                    <a:pt x="259" y="266"/>
                  </a:cubicBezTo>
                  <a:cubicBezTo>
                    <a:pt x="210" y="266"/>
                    <a:pt x="210" y="266"/>
                    <a:pt x="210" y="266"/>
                  </a:cubicBezTo>
                  <a:cubicBezTo>
                    <a:pt x="206" y="273"/>
                    <a:pt x="200" y="277"/>
                    <a:pt x="192" y="277"/>
                  </a:cubicBezTo>
                  <a:cubicBezTo>
                    <a:pt x="180" y="277"/>
                    <a:pt x="170" y="267"/>
                    <a:pt x="170" y="256"/>
                  </a:cubicBezTo>
                  <a:cubicBezTo>
                    <a:pt x="170" y="244"/>
                    <a:pt x="180" y="234"/>
                    <a:pt x="192" y="234"/>
                  </a:cubicBezTo>
                  <a:close/>
                  <a:moveTo>
                    <a:pt x="192" y="309"/>
                  </a:moveTo>
                  <a:cubicBezTo>
                    <a:pt x="200" y="309"/>
                    <a:pt x="206" y="313"/>
                    <a:pt x="210" y="320"/>
                  </a:cubicBezTo>
                  <a:cubicBezTo>
                    <a:pt x="237" y="320"/>
                    <a:pt x="237" y="320"/>
                    <a:pt x="237" y="320"/>
                  </a:cubicBezTo>
                  <a:cubicBezTo>
                    <a:pt x="241" y="313"/>
                    <a:pt x="248" y="309"/>
                    <a:pt x="256" y="309"/>
                  </a:cubicBezTo>
                  <a:cubicBezTo>
                    <a:pt x="264" y="309"/>
                    <a:pt x="270" y="313"/>
                    <a:pt x="274" y="320"/>
                  </a:cubicBezTo>
                  <a:cubicBezTo>
                    <a:pt x="301" y="320"/>
                    <a:pt x="301" y="320"/>
                    <a:pt x="301" y="320"/>
                  </a:cubicBezTo>
                  <a:cubicBezTo>
                    <a:pt x="305" y="313"/>
                    <a:pt x="312" y="309"/>
                    <a:pt x="320" y="309"/>
                  </a:cubicBezTo>
                  <a:cubicBezTo>
                    <a:pt x="331" y="309"/>
                    <a:pt x="341" y="319"/>
                    <a:pt x="341" y="330"/>
                  </a:cubicBezTo>
                  <a:cubicBezTo>
                    <a:pt x="341" y="342"/>
                    <a:pt x="331" y="352"/>
                    <a:pt x="320" y="352"/>
                  </a:cubicBezTo>
                  <a:cubicBezTo>
                    <a:pt x="312" y="352"/>
                    <a:pt x="305" y="347"/>
                    <a:pt x="301" y="341"/>
                  </a:cubicBezTo>
                  <a:cubicBezTo>
                    <a:pt x="274" y="341"/>
                    <a:pt x="274" y="341"/>
                    <a:pt x="274" y="341"/>
                  </a:cubicBezTo>
                  <a:cubicBezTo>
                    <a:pt x="270" y="347"/>
                    <a:pt x="264" y="352"/>
                    <a:pt x="256" y="352"/>
                  </a:cubicBezTo>
                  <a:cubicBezTo>
                    <a:pt x="248" y="352"/>
                    <a:pt x="241" y="347"/>
                    <a:pt x="237" y="341"/>
                  </a:cubicBezTo>
                  <a:cubicBezTo>
                    <a:pt x="210" y="341"/>
                    <a:pt x="210" y="341"/>
                    <a:pt x="210" y="341"/>
                  </a:cubicBezTo>
                  <a:cubicBezTo>
                    <a:pt x="206" y="347"/>
                    <a:pt x="200" y="352"/>
                    <a:pt x="192" y="352"/>
                  </a:cubicBezTo>
                  <a:cubicBezTo>
                    <a:pt x="180" y="352"/>
                    <a:pt x="170" y="342"/>
                    <a:pt x="170" y="330"/>
                  </a:cubicBezTo>
                  <a:cubicBezTo>
                    <a:pt x="170" y="319"/>
                    <a:pt x="180" y="309"/>
                    <a:pt x="192" y="309"/>
                  </a:cubicBezTo>
                  <a:close/>
                  <a:moveTo>
                    <a:pt x="384" y="394"/>
                  </a:moveTo>
                  <a:cubicBezTo>
                    <a:pt x="128" y="394"/>
                    <a:pt x="128" y="394"/>
                    <a:pt x="128" y="394"/>
                  </a:cubicBezTo>
                  <a:cubicBezTo>
                    <a:pt x="122" y="394"/>
                    <a:pt x="117" y="390"/>
                    <a:pt x="117" y="384"/>
                  </a:cubicBezTo>
                  <a:cubicBezTo>
                    <a:pt x="117" y="378"/>
                    <a:pt x="122" y="373"/>
                    <a:pt x="128" y="373"/>
                  </a:cubicBezTo>
                  <a:cubicBezTo>
                    <a:pt x="128" y="128"/>
                    <a:pt x="128" y="128"/>
                    <a:pt x="128" y="128"/>
                  </a:cubicBezTo>
                  <a:cubicBezTo>
                    <a:pt x="128" y="122"/>
                    <a:pt x="132" y="117"/>
                    <a:pt x="138" y="117"/>
                  </a:cubicBezTo>
                  <a:cubicBezTo>
                    <a:pt x="144" y="117"/>
                    <a:pt x="149" y="122"/>
                    <a:pt x="149" y="128"/>
                  </a:cubicBezTo>
                  <a:cubicBezTo>
                    <a:pt x="149" y="373"/>
                    <a:pt x="149" y="373"/>
                    <a:pt x="149" y="373"/>
                  </a:cubicBezTo>
                  <a:cubicBezTo>
                    <a:pt x="362" y="373"/>
                    <a:pt x="362" y="373"/>
                    <a:pt x="362" y="373"/>
                  </a:cubicBezTo>
                  <a:cubicBezTo>
                    <a:pt x="362" y="128"/>
                    <a:pt x="362" y="128"/>
                    <a:pt x="362" y="128"/>
                  </a:cubicBezTo>
                  <a:cubicBezTo>
                    <a:pt x="362" y="122"/>
                    <a:pt x="367" y="117"/>
                    <a:pt x="373" y="117"/>
                  </a:cubicBezTo>
                  <a:cubicBezTo>
                    <a:pt x="379" y="117"/>
                    <a:pt x="384" y="122"/>
                    <a:pt x="384" y="128"/>
                  </a:cubicBezTo>
                  <a:cubicBezTo>
                    <a:pt x="384" y="373"/>
                    <a:pt x="384" y="373"/>
                    <a:pt x="384" y="373"/>
                  </a:cubicBezTo>
                  <a:cubicBezTo>
                    <a:pt x="390" y="373"/>
                    <a:pt x="394" y="378"/>
                    <a:pt x="394" y="384"/>
                  </a:cubicBezTo>
                  <a:cubicBezTo>
                    <a:pt x="394" y="390"/>
                    <a:pt x="390" y="394"/>
                    <a:pt x="384" y="394"/>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GB"/>
            </a:p>
          </p:txBody>
        </p:sp>
      </p:grpSp>
      <p:cxnSp>
        <p:nvCxnSpPr>
          <p:cNvPr id="280" name="Straight Connector 279">
            <a:extLst>
              <a:ext uri="{FF2B5EF4-FFF2-40B4-BE49-F238E27FC236}">
                <a16:creationId xmlns:a16="http://schemas.microsoft.com/office/drawing/2014/main" id="{9FA0DB15-024B-04BD-2CED-E0C99C19BBE8}"/>
              </a:ext>
            </a:extLst>
          </p:cNvPr>
          <p:cNvCxnSpPr>
            <a:cxnSpLocks/>
          </p:cNvCxnSpPr>
          <p:nvPr/>
        </p:nvCxnSpPr>
        <p:spPr>
          <a:xfrm flipV="1">
            <a:off x="4097862" y="2224966"/>
            <a:ext cx="0" cy="4294458"/>
          </a:xfrm>
          <a:prstGeom prst="line">
            <a:avLst/>
          </a:prstGeom>
          <a:ln w="19050">
            <a:gradFill flip="none" rotWithShape="1">
              <a:gsLst>
                <a:gs pos="1000">
                  <a:schemeClr val="accent6">
                    <a:lumMod val="40000"/>
                    <a:lumOff val="60000"/>
                  </a:schemeClr>
                </a:gs>
                <a:gs pos="46000">
                  <a:schemeClr val="accent6">
                    <a:lumMod val="40000"/>
                    <a:lumOff val="60000"/>
                  </a:schemeClr>
                </a:gs>
                <a:gs pos="100000">
                  <a:schemeClr val="accent4">
                    <a:lumMod val="60000"/>
                  </a:schemeClr>
                </a:gs>
              </a:gsLst>
              <a:path path="circle">
                <a:fillToRect l="50000" t="50000" r="50000" b="50000"/>
              </a:path>
              <a:tileRect/>
            </a:gradFill>
            <a:tailEnd w="lg" len="med"/>
          </a:ln>
        </p:spPr>
        <p:style>
          <a:lnRef idx="3">
            <a:schemeClr val="accent3"/>
          </a:lnRef>
          <a:fillRef idx="0">
            <a:schemeClr val="accent3"/>
          </a:fillRef>
          <a:effectRef idx="2">
            <a:schemeClr val="accent3"/>
          </a:effectRef>
          <a:fontRef idx="minor">
            <a:schemeClr val="tx1"/>
          </a:fontRef>
        </p:style>
      </p:cxnSp>
      <p:cxnSp>
        <p:nvCxnSpPr>
          <p:cNvPr id="281" name="Straight Connector 280">
            <a:extLst>
              <a:ext uri="{FF2B5EF4-FFF2-40B4-BE49-F238E27FC236}">
                <a16:creationId xmlns:a16="http://schemas.microsoft.com/office/drawing/2014/main" id="{37BD96E8-02BF-756E-BD3C-C6FFDB0228DA}"/>
              </a:ext>
            </a:extLst>
          </p:cNvPr>
          <p:cNvCxnSpPr>
            <a:cxnSpLocks/>
          </p:cNvCxnSpPr>
          <p:nvPr/>
        </p:nvCxnSpPr>
        <p:spPr>
          <a:xfrm flipV="1">
            <a:off x="7627699" y="2234896"/>
            <a:ext cx="0" cy="4294458"/>
          </a:xfrm>
          <a:prstGeom prst="line">
            <a:avLst/>
          </a:prstGeom>
          <a:ln w="19050">
            <a:gradFill flip="none" rotWithShape="1">
              <a:gsLst>
                <a:gs pos="1000">
                  <a:schemeClr val="accent6">
                    <a:lumMod val="40000"/>
                    <a:lumOff val="60000"/>
                  </a:schemeClr>
                </a:gs>
                <a:gs pos="46000">
                  <a:schemeClr val="accent6">
                    <a:lumMod val="40000"/>
                    <a:lumOff val="60000"/>
                  </a:schemeClr>
                </a:gs>
                <a:gs pos="100000">
                  <a:schemeClr val="accent4">
                    <a:lumMod val="60000"/>
                  </a:schemeClr>
                </a:gs>
              </a:gsLst>
              <a:path path="circle">
                <a:fillToRect l="50000" t="50000" r="50000" b="50000"/>
              </a:path>
              <a:tileRect/>
            </a:gradFill>
            <a:tailEnd w="lg" len="med"/>
          </a:ln>
        </p:spPr>
        <p:style>
          <a:lnRef idx="3">
            <a:schemeClr val="accent3"/>
          </a:lnRef>
          <a:fillRef idx="0">
            <a:schemeClr val="accent3"/>
          </a:fillRef>
          <a:effectRef idx="2">
            <a:schemeClr val="accent3"/>
          </a:effectRef>
          <a:fontRef idx="minor">
            <a:schemeClr val="tx1"/>
          </a:fontRef>
        </p:style>
      </p:cxnSp>
      <p:sp>
        <p:nvSpPr>
          <p:cNvPr id="282" name="Rectangle 281">
            <a:extLst>
              <a:ext uri="{FF2B5EF4-FFF2-40B4-BE49-F238E27FC236}">
                <a16:creationId xmlns:a16="http://schemas.microsoft.com/office/drawing/2014/main" id="{CD603BFF-751F-C9DE-96DD-C6ECD31AB2A0}"/>
              </a:ext>
            </a:extLst>
          </p:cNvPr>
          <p:cNvSpPr/>
          <p:nvPr/>
        </p:nvSpPr>
        <p:spPr bwMode="gray">
          <a:xfrm>
            <a:off x="7769478" y="1822524"/>
            <a:ext cx="1872119" cy="265480"/>
          </a:xfrm>
          <a:prstGeom prst="rect">
            <a:avLst/>
          </a:prstGeom>
          <a:solidFill>
            <a:schemeClr val="accent5"/>
          </a:solidFill>
          <a:ln w="19050" algn="ctr">
            <a:noFill/>
            <a:miter lim="800000"/>
            <a:headEnd/>
            <a:tailEnd/>
          </a:ln>
        </p:spPr>
        <p:txBody>
          <a:bodyPr wrap="square" lIns="88900" tIns="88900" rIns="88900" bIns="88900" rtlCol="0" anchor="ctr"/>
          <a:lstStyle/>
          <a:p>
            <a:pPr>
              <a:lnSpc>
                <a:spcPct val="106000"/>
              </a:lnSpc>
              <a:buFont typeface="Wingdings 2" pitchFamily="18" charset="2"/>
              <a:buNone/>
            </a:pPr>
            <a:r>
              <a:rPr lang="en-US" sz="1100" b="1">
                <a:solidFill>
                  <a:schemeClr val="bg1"/>
                </a:solidFill>
                <a:latin typeface="Verdana" panose="020B0604030504040204" pitchFamily="34" charset="0"/>
                <a:ea typeface="Verdana" panose="020B0604030504040204" pitchFamily="34" charset="0"/>
                <a:cs typeface="Arial" panose="020B0604020202020204" pitchFamily="34" charset="0"/>
              </a:rPr>
              <a:t>Consumer Mix</a:t>
            </a:r>
          </a:p>
        </p:txBody>
      </p:sp>
      <p:sp>
        <p:nvSpPr>
          <p:cNvPr id="283" name="Rectangle 282">
            <a:extLst>
              <a:ext uri="{FF2B5EF4-FFF2-40B4-BE49-F238E27FC236}">
                <a16:creationId xmlns:a16="http://schemas.microsoft.com/office/drawing/2014/main" id="{50418F79-1DCD-B425-9276-7CC2043370B7}"/>
              </a:ext>
            </a:extLst>
          </p:cNvPr>
          <p:cNvSpPr/>
          <p:nvPr/>
        </p:nvSpPr>
        <p:spPr bwMode="gray">
          <a:xfrm>
            <a:off x="4108601" y="1825662"/>
            <a:ext cx="2280668" cy="291548"/>
          </a:xfrm>
          <a:prstGeom prst="rect">
            <a:avLst/>
          </a:prstGeom>
          <a:solidFill>
            <a:schemeClr val="accent5"/>
          </a:solidFill>
          <a:ln w="19050" algn="ctr">
            <a:noFill/>
            <a:miter lim="800000"/>
            <a:headEnd/>
            <a:tailEnd/>
          </a:ln>
        </p:spPr>
        <p:txBody>
          <a:bodyPr wrap="square" lIns="88900" tIns="88900" rIns="88900" bIns="88900" rtlCol="0" anchor="ctr"/>
          <a:lstStyle/>
          <a:p>
            <a:pPr>
              <a:lnSpc>
                <a:spcPct val="106000"/>
              </a:lnSpc>
              <a:buFont typeface="Wingdings 2" pitchFamily="18" charset="2"/>
              <a:buNone/>
            </a:pPr>
            <a:r>
              <a:rPr lang="en-US" sz="1100" b="1">
                <a:solidFill>
                  <a:schemeClr val="bg1"/>
                </a:solidFill>
                <a:latin typeface="Verdana" panose="020B0604030504040204" pitchFamily="34" charset="0"/>
                <a:ea typeface="Verdana" panose="020B0604030504040204" pitchFamily="34" charset="0"/>
                <a:cs typeface="Arial" panose="020B0604020202020204" pitchFamily="34" charset="0"/>
              </a:rPr>
              <a:t>Achievements &amp; Accolades</a:t>
            </a:r>
          </a:p>
        </p:txBody>
      </p:sp>
      <p:grpSp>
        <p:nvGrpSpPr>
          <p:cNvPr id="284" name="Group 283">
            <a:extLst>
              <a:ext uri="{FF2B5EF4-FFF2-40B4-BE49-F238E27FC236}">
                <a16:creationId xmlns:a16="http://schemas.microsoft.com/office/drawing/2014/main" id="{7698180B-8F08-BF32-7198-92DABD6F2B24}"/>
              </a:ext>
            </a:extLst>
          </p:cNvPr>
          <p:cNvGrpSpPr/>
          <p:nvPr/>
        </p:nvGrpSpPr>
        <p:grpSpPr>
          <a:xfrm>
            <a:off x="475589" y="3976004"/>
            <a:ext cx="3603216" cy="706673"/>
            <a:chOff x="507638" y="4351657"/>
            <a:chExt cx="3603216" cy="706673"/>
          </a:xfrm>
        </p:grpSpPr>
        <p:sp>
          <p:nvSpPr>
            <p:cNvPr id="285" name="TextBox 284">
              <a:extLst>
                <a:ext uri="{FF2B5EF4-FFF2-40B4-BE49-F238E27FC236}">
                  <a16:creationId xmlns:a16="http://schemas.microsoft.com/office/drawing/2014/main" id="{E6EF283C-5C9C-D9FF-D8B2-B957B6E832DF}"/>
                </a:ext>
              </a:extLst>
            </p:cNvPr>
            <p:cNvSpPr txBox="1"/>
            <p:nvPr/>
          </p:nvSpPr>
          <p:spPr>
            <a:xfrm>
              <a:off x="1103849" y="4358138"/>
              <a:ext cx="3007005" cy="700192"/>
            </a:xfrm>
            <a:prstGeom prst="rect">
              <a:avLst/>
            </a:prstGeom>
            <a:noFill/>
          </p:spPr>
          <p:txBody>
            <a:bodyPr wrap="square" rtlCol="0">
              <a:spAutoFit/>
            </a:bodyPr>
            <a:lstStyle/>
            <a:p>
              <a:r>
                <a:rPr lang="en-US" sz="1300" b="1">
                  <a:solidFill>
                    <a:schemeClr val="accent3"/>
                  </a:solidFill>
                  <a:latin typeface="Verdana" panose="020B0604030504040204" pitchFamily="34" charset="0"/>
                  <a:ea typeface="Verdana" panose="020B0604030504040204" pitchFamily="34" charset="0"/>
                </a:rPr>
                <a:t>Social Capital</a:t>
              </a:r>
            </a:p>
            <a:p>
              <a:pPr>
                <a:spcBef>
                  <a:spcPts val="300"/>
                </a:spcBef>
                <a:spcAft>
                  <a:spcPts val="300"/>
                </a:spcAft>
              </a:pPr>
              <a:r>
                <a:rPr lang="en-US" sz="1200">
                  <a:latin typeface="Verdana" panose="020B0604030504040204" pitchFamily="34" charset="0"/>
                  <a:ea typeface="Verdana" panose="020B0604030504040204" pitchFamily="34" charset="0"/>
                </a:rPr>
                <a:t>5000+ Direct and 20000+ Indirect employment</a:t>
              </a:r>
            </a:p>
          </p:txBody>
        </p:sp>
        <p:grpSp>
          <p:nvGrpSpPr>
            <p:cNvPr id="286" name="Graphic 4">
              <a:extLst>
                <a:ext uri="{FF2B5EF4-FFF2-40B4-BE49-F238E27FC236}">
                  <a16:creationId xmlns:a16="http://schemas.microsoft.com/office/drawing/2014/main" id="{95E54716-5665-3D53-0308-E5AC6F9A5DB8}"/>
                </a:ext>
              </a:extLst>
            </p:cNvPr>
            <p:cNvGrpSpPr/>
            <p:nvPr/>
          </p:nvGrpSpPr>
          <p:grpSpPr>
            <a:xfrm>
              <a:off x="507638" y="4351657"/>
              <a:ext cx="583199" cy="583200"/>
              <a:chOff x="7192513" y="2365146"/>
              <a:chExt cx="361670" cy="361333"/>
            </a:xfrm>
            <a:solidFill>
              <a:schemeClr val="accent3"/>
            </a:solidFill>
          </p:grpSpPr>
          <p:sp>
            <p:nvSpPr>
              <p:cNvPr id="287" name="Graphic 4">
                <a:extLst>
                  <a:ext uri="{FF2B5EF4-FFF2-40B4-BE49-F238E27FC236}">
                    <a16:creationId xmlns:a16="http://schemas.microsoft.com/office/drawing/2014/main" id="{E51CC879-684D-66F8-602B-B01928CE9756}"/>
                  </a:ext>
                </a:extLst>
              </p:cNvPr>
              <p:cNvSpPr/>
              <p:nvPr/>
            </p:nvSpPr>
            <p:spPr>
              <a:xfrm>
                <a:off x="7347149" y="2460549"/>
                <a:ext cx="53675" cy="53625"/>
              </a:xfrm>
              <a:custGeom>
                <a:avLst/>
                <a:gdLst>
                  <a:gd name="connsiteX0" fmla="*/ 53675 w 53675"/>
                  <a:gd name="connsiteY0" fmla="*/ 26813 h 53625"/>
                  <a:gd name="connsiteX1" fmla="*/ 26838 w 53675"/>
                  <a:gd name="connsiteY1" fmla="*/ 53626 h 53625"/>
                  <a:gd name="connsiteX2" fmla="*/ 0 w 53675"/>
                  <a:gd name="connsiteY2" fmla="*/ 26813 h 53625"/>
                  <a:gd name="connsiteX3" fmla="*/ 26838 w 53675"/>
                  <a:gd name="connsiteY3" fmla="*/ 0 h 53625"/>
                  <a:gd name="connsiteX4" fmla="*/ 53675 w 53675"/>
                  <a:gd name="connsiteY4" fmla="*/ 26813 h 53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75" h="53625">
                    <a:moveTo>
                      <a:pt x="53675" y="26813"/>
                    </a:moveTo>
                    <a:cubicBezTo>
                      <a:pt x="53675" y="41621"/>
                      <a:pt x="41660" y="53626"/>
                      <a:pt x="26838" y="53626"/>
                    </a:cubicBezTo>
                    <a:cubicBezTo>
                      <a:pt x="12016" y="53626"/>
                      <a:pt x="0" y="41621"/>
                      <a:pt x="0" y="26813"/>
                    </a:cubicBezTo>
                    <a:cubicBezTo>
                      <a:pt x="0" y="12004"/>
                      <a:pt x="12016" y="0"/>
                      <a:pt x="26838" y="0"/>
                    </a:cubicBezTo>
                    <a:cubicBezTo>
                      <a:pt x="41660" y="0"/>
                      <a:pt x="53675" y="12004"/>
                      <a:pt x="53675" y="26813"/>
                    </a:cubicBezTo>
                    <a:close/>
                  </a:path>
                </a:pathLst>
              </a:custGeom>
              <a:grpFill/>
              <a:ln w="6390" cap="flat">
                <a:noFill/>
                <a:prstDash val="solid"/>
                <a:miter/>
              </a:ln>
            </p:spPr>
            <p:txBody>
              <a:bodyPr rtlCol="0" anchor="ctr"/>
              <a:lstStyle/>
              <a:p>
                <a:endParaRPr lang="en-US"/>
              </a:p>
            </p:txBody>
          </p:sp>
          <p:sp>
            <p:nvSpPr>
              <p:cNvPr id="288" name="Graphic 4">
                <a:extLst>
                  <a:ext uri="{FF2B5EF4-FFF2-40B4-BE49-F238E27FC236}">
                    <a16:creationId xmlns:a16="http://schemas.microsoft.com/office/drawing/2014/main" id="{FF7805F0-D80C-7C26-0F92-65B229D318BE}"/>
                  </a:ext>
                </a:extLst>
              </p:cNvPr>
              <p:cNvSpPr/>
              <p:nvPr/>
            </p:nvSpPr>
            <p:spPr>
              <a:xfrm>
                <a:off x="7432135" y="2482255"/>
                <a:ext cx="39618" cy="39580"/>
              </a:xfrm>
              <a:custGeom>
                <a:avLst/>
                <a:gdLst>
                  <a:gd name="connsiteX0" fmla="*/ 19809 w 39618"/>
                  <a:gd name="connsiteY0" fmla="*/ 39581 h 39580"/>
                  <a:gd name="connsiteX1" fmla="*/ 39618 w 39618"/>
                  <a:gd name="connsiteY1" fmla="*/ 19790 h 39580"/>
                  <a:gd name="connsiteX2" fmla="*/ 19809 w 39618"/>
                  <a:gd name="connsiteY2" fmla="*/ 0 h 39580"/>
                  <a:gd name="connsiteX3" fmla="*/ 0 w 39618"/>
                  <a:gd name="connsiteY3" fmla="*/ 19790 h 39580"/>
                  <a:gd name="connsiteX4" fmla="*/ 19809 w 39618"/>
                  <a:gd name="connsiteY4" fmla="*/ 39581 h 39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618" h="39580">
                    <a:moveTo>
                      <a:pt x="19809" y="39581"/>
                    </a:moveTo>
                    <a:cubicBezTo>
                      <a:pt x="30672" y="39581"/>
                      <a:pt x="39618" y="30643"/>
                      <a:pt x="39618" y="19790"/>
                    </a:cubicBezTo>
                    <a:cubicBezTo>
                      <a:pt x="39618" y="8938"/>
                      <a:pt x="30672" y="0"/>
                      <a:pt x="19809" y="0"/>
                    </a:cubicBezTo>
                    <a:cubicBezTo>
                      <a:pt x="8946" y="0"/>
                      <a:pt x="0" y="8938"/>
                      <a:pt x="0" y="19790"/>
                    </a:cubicBezTo>
                    <a:cubicBezTo>
                      <a:pt x="0" y="30643"/>
                      <a:pt x="8307" y="39581"/>
                      <a:pt x="19809" y="39581"/>
                    </a:cubicBezTo>
                    <a:close/>
                  </a:path>
                </a:pathLst>
              </a:custGeom>
              <a:grpFill/>
              <a:ln w="6390" cap="flat">
                <a:noFill/>
                <a:prstDash val="solid"/>
                <a:miter/>
              </a:ln>
            </p:spPr>
            <p:txBody>
              <a:bodyPr rtlCol="0" anchor="ctr"/>
              <a:lstStyle/>
              <a:p>
                <a:endParaRPr lang="en-US"/>
              </a:p>
            </p:txBody>
          </p:sp>
          <p:sp>
            <p:nvSpPr>
              <p:cNvPr id="289" name="Graphic 4">
                <a:extLst>
                  <a:ext uri="{FF2B5EF4-FFF2-40B4-BE49-F238E27FC236}">
                    <a16:creationId xmlns:a16="http://schemas.microsoft.com/office/drawing/2014/main" id="{60270CCE-5FB0-301D-2867-72CC966EB6AB}"/>
                  </a:ext>
                </a:extLst>
              </p:cNvPr>
              <p:cNvSpPr/>
              <p:nvPr/>
            </p:nvSpPr>
            <p:spPr>
              <a:xfrm>
                <a:off x="7276860" y="2482255"/>
                <a:ext cx="39617" cy="39580"/>
              </a:xfrm>
              <a:custGeom>
                <a:avLst/>
                <a:gdLst>
                  <a:gd name="connsiteX0" fmla="*/ 19809 w 39617"/>
                  <a:gd name="connsiteY0" fmla="*/ 39581 h 39580"/>
                  <a:gd name="connsiteX1" fmla="*/ 39617 w 39617"/>
                  <a:gd name="connsiteY1" fmla="*/ 19790 h 39580"/>
                  <a:gd name="connsiteX2" fmla="*/ 19809 w 39617"/>
                  <a:gd name="connsiteY2" fmla="*/ 0 h 39580"/>
                  <a:gd name="connsiteX3" fmla="*/ 0 w 39617"/>
                  <a:gd name="connsiteY3" fmla="*/ 19790 h 39580"/>
                  <a:gd name="connsiteX4" fmla="*/ 19809 w 39617"/>
                  <a:gd name="connsiteY4" fmla="*/ 39581 h 39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617" h="39580">
                    <a:moveTo>
                      <a:pt x="19809" y="39581"/>
                    </a:moveTo>
                    <a:cubicBezTo>
                      <a:pt x="30671" y="39581"/>
                      <a:pt x="39617" y="30643"/>
                      <a:pt x="39617" y="19790"/>
                    </a:cubicBezTo>
                    <a:cubicBezTo>
                      <a:pt x="39617" y="8938"/>
                      <a:pt x="30671" y="0"/>
                      <a:pt x="19809" y="0"/>
                    </a:cubicBezTo>
                    <a:cubicBezTo>
                      <a:pt x="8945" y="0"/>
                      <a:pt x="0" y="8938"/>
                      <a:pt x="0" y="19790"/>
                    </a:cubicBezTo>
                    <a:cubicBezTo>
                      <a:pt x="0" y="30643"/>
                      <a:pt x="8945" y="39581"/>
                      <a:pt x="19809" y="39581"/>
                    </a:cubicBezTo>
                    <a:close/>
                  </a:path>
                </a:pathLst>
              </a:custGeom>
              <a:grpFill/>
              <a:ln w="6390" cap="flat">
                <a:noFill/>
                <a:prstDash val="solid"/>
                <a:miter/>
              </a:ln>
            </p:spPr>
            <p:txBody>
              <a:bodyPr rtlCol="0" anchor="ctr"/>
              <a:lstStyle/>
              <a:p>
                <a:endParaRPr lang="en-US"/>
              </a:p>
            </p:txBody>
          </p:sp>
          <p:sp>
            <p:nvSpPr>
              <p:cNvPr id="290" name="Graphic 4">
                <a:extLst>
                  <a:ext uri="{FF2B5EF4-FFF2-40B4-BE49-F238E27FC236}">
                    <a16:creationId xmlns:a16="http://schemas.microsoft.com/office/drawing/2014/main" id="{C3C72118-9307-04CE-0802-D3DFDFAFFB99}"/>
                  </a:ext>
                </a:extLst>
              </p:cNvPr>
              <p:cNvSpPr/>
              <p:nvPr/>
            </p:nvSpPr>
            <p:spPr>
              <a:xfrm>
                <a:off x="7192513" y="2365146"/>
                <a:ext cx="361670" cy="361333"/>
              </a:xfrm>
              <a:custGeom>
                <a:avLst/>
                <a:gdLst>
                  <a:gd name="connsiteX0" fmla="*/ 180836 w 361670"/>
                  <a:gd name="connsiteY0" fmla="*/ 0 h 361333"/>
                  <a:gd name="connsiteX1" fmla="*/ 0 w 361670"/>
                  <a:gd name="connsiteY1" fmla="*/ 180667 h 361333"/>
                  <a:gd name="connsiteX2" fmla="*/ 180836 w 361670"/>
                  <a:gd name="connsiteY2" fmla="*/ 361333 h 361333"/>
                  <a:gd name="connsiteX3" fmla="*/ 361670 w 361670"/>
                  <a:gd name="connsiteY3" fmla="*/ 180667 h 361333"/>
                  <a:gd name="connsiteX4" fmla="*/ 180836 w 361670"/>
                  <a:gd name="connsiteY4" fmla="*/ 0 h 361333"/>
                  <a:gd name="connsiteX5" fmla="*/ 259431 w 361670"/>
                  <a:gd name="connsiteY5" fmla="*/ 98313 h 361333"/>
                  <a:gd name="connsiteX6" fmla="*/ 292021 w 361670"/>
                  <a:gd name="connsiteY6" fmla="*/ 130872 h 361333"/>
                  <a:gd name="connsiteX7" fmla="*/ 259431 w 361670"/>
                  <a:gd name="connsiteY7" fmla="*/ 163430 h 361333"/>
                  <a:gd name="connsiteX8" fmla="*/ 226843 w 361670"/>
                  <a:gd name="connsiteY8" fmla="*/ 130872 h 361333"/>
                  <a:gd name="connsiteX9" fmla="*/ 259431 w 361670"/>
                  <a:gd name="connsiteY9" fmla="*/ 98313 h 361333"/>
                  <a:gd name="connsiteX10" fmla="*/ 181474 w 361670"/>
                  <a:gd name="connsiteY10" fmla="*/ 75970 h 361333"/>
                  <a:gd name="connsiteX11" fmla="*/ 221092 w 361670"/>
                  <a:gd name="connsiteY11" fmla="*/ 115550 h 361333"/>
                  <a:gd name="connsiteX12" fmla="*/ 181474 w 361670"/>
                  <a:gd name="connsiteY12" fmla="*/ 155131 h 361333"/>
                  <a:gd name="connsiteX13" fmla="*/ 141857 w 361670"/>
                  <a:gd name="connsiteY13" fmla="*/ 115550 h 361333"/>
                  <a:gd name="connsiteX14" fmla="*/ 181474 w 361670"/>
                  <a:gd name="connsiteY14" fmla="*/ 75970 h 361333"/>
                  <a:gd name="connsiteX15" fmla="*/ 104156 w 361670"/>
                  <a:gd name="connsiteY15" fmla="*/ 98313 h 361333"/>
                  <a:gd name="connsiteX16" fmla="*/ 136745 w 361670"/>
                  <a:gd name="connsiteY16" fmla="*/ 130872 h 361333"/>
                  <a:gd name="connsiteX17" fmla="*/ 104156 w 361670"/>
                  <a:gd name="connsiteY17" fmla="*/ 163430 h 361333"/>
                  <a:gd name="connsiteX18" fmla="*/ 71568 w 361670"/>
                  <a:gd name="connsiteY18" fmla="*/ 130872 h 361333"/>
                  <a:gd name="connsiteX19" fmla="*/ 104156 w 361670"/>
                  <a:gd name="connsiteY19" fmla="*/ 98313 h 361333"/>
                  <a:gd name="connsiteX20" fmla="*/ 70289 w 361670"/>
                  <a:gd name="connsiteY20" fmla="*/ 209395 h 361333"/>
                  <a:gd name="connsiteX21" fmla="*/ 70289 w 361670"/>
                  <a:gd name="connsiteY21" fmla="*/ 260467 h 361333"/>
                  <a:gd name="connsiteX22" fmla="*/ 63899 w 361670"/>
                  <a:gd name="connsiteY22" fmla="*/ 266851 h 361333"/>
                  <a:gd name="connsiteX23" fmla="*/ 57509 w 361670"/>
                  <a:gd name="connsiteY23" fmla="*/ 260467 h 361333"/>
                  <a:gd name="connsiteX24" fmla="*/ 57509 w 361670"/>
                  <a:gd name="connsiteY24" fmla="*/ 209395 h 361333"/>
                  <a:gd name="connsiteX25" fmla="*/ 115019 w 361670"/>
                  <a:gd name="connsiteY25" fmla="*/ 172368 h 361333"/>
                  <a:gd name="connsiteX26" fmla="*/ 120131 w 361670"/>
                  <a:gd name="connsiteY26" fmla="*/ 172368 h 361333"/>
                  <a:gd name="connsiteX27" fmla="*/ 126521 w 361670"/>
                  <a:gd name="connsiteY27" fmla="*/ 178752 h 361333"/>
                  <a:gd name="connsiteX28" fmla="*/ 120131 w 361670"/>
                  <a:gd name="connsiteY28" fmla="*/ 185135 h 361333"/>
                  <a:gd name="connsiteX29" fmla="*/ 115019 w 361670"/>
                  <a:gd name="connsiteY29" fmla="*/ 185135 h 361333"/>
                  <a:gd name="connsiteX30" fmla="*/ 70289 w 361670"/>
                  <a:gd name="connsiteY30" fmla="*/ 209395 h 361333"/>
                  <a:gd name="connsiteX31" fmla="*/ 244096 w 361670"/>
                  <a:gd name="connsiteY31" fmla="*/ 265574 h 361333"/>
                  <a:gd name="connsiteX32" fmla="*/ 237706 w 361670"/>
                  <a:gd name="connsiteY32" fmla="*/ 271958 h 361333"/>
                  <a:gd name="connsiteX33" fmla="*/ 231316 w 361670"/>
                  <a:gd name="connsiteY33" fmla="*/ 265574 h 361333"/>
                  <a:gd name="connsiteX34" fmla="*/ 231316 w 361670"/>
                  <a:gd name="connsiteY34" fmla="*/ 199180 h 361333"/>
                  <a:gd name="connsiteX35" fmla="*/ 181474 w 361670"/>
                  <a:gd name="connsiteY35" fmla="*/ 174921 h 361333"/>
                  <a:gd name="connsiteX36" fmla="*/ 131633 w 361670"/>
                  <a:gd name="connsiteY36" fmla="*/ 199180 h 361333"/>
                  <a:gd name="connsiteX37" fmla="*/ 131633 w 361670"/>
                  <a:gd name="connsiteY37" fmla="*/ 265574 h 361333"/>
                  <a:gd name="connsiteX38" fmla="*/ 125243 w 361670"/>
                  <a:gd name="connsiteY38" fmla="*/ 271958 h 361333"/>
                  <a:gd name="connsiteX39" fmla="*/ 118853 w 361670"/>
                  <a:gd name="connsiteY39" fmla="*/ 265574 h 361333"/>
                  <a:gd name="connsiteX40" fmla="*/ 118853 w 361670"/>
                  <a:gd name="connsiteY40" fmla="*/ 199180 h 361333"/>
                  <a:gd name="connsiteX41" fmla="*/ 181474 w 361670"/>
                  <a:gd name="connsiteY41" fmla="*/ 162153 h 361333"/>
                  <a:gd name="connsiteX42" fmla="*/ 244096 w 361670"/>
                  <a:gd name="connsiteY42" fmla="*/ 199180 h 361333"/>
                  <a:gd name="connsiteX43" fmla="*/ 244096 w 361670"/>
                  <a:gd name="connsiteY43" fmla="*/ 265574 h 361333"/>
                  <a:gd name="connsiteX44" fmla="*/ 305439 w 361670"/>
                  <a:gd name="connsiteY44" fmla="*/ 260467 h 361333"/>
                  <a:gd name="connsiteX45" fmla="*/ 299049 w 361670"/>
                  <a:gd name="connsiteY45" fmla="*/ 266851 h 361333"/>
                  <a:gd name="connsiteX46" fmla="*/ 292659 w 361670"/>
                  <a:gd name="connsiteY46" fmla="*/ 260467 h 361333"/>
                  <a:gd name="connsiteX47" fmla="*/ 292659 w 361670"/>
                  <a:gd name="connsiteY47" fmla="*/ 209395 h 361333"/>
                  <a:gd name="connsiteX48" fmla="*/ 247930 w 361670"/>
                  <a:gd name="connsiteY48" fmla="*/ 185135 h 361333"/>
                  <a:gd name="connsiteX49" fmla="*/ 242818 w 361670"/>
                  <a:gd name="connsiteY49" fmla="*/ 185135 h 361333"/>
                  <a:gd name="connsiteX50" fmla="*/ 236428 w 361670"/>
                  <a:gd name="connsiteY50" fmla="*/ 178752 h 361333"/>
                  <a:gd name="connsiteX51" fmla="*/ 242818 w 361670"/>
                  <a:gd name="connsiteY51" fmla="*/ 172368 h 361333"/>
                  <a:gd name="connsiteX52" fmla="*/ 247930 w 361670"/>
                  <a:gd name="connsiteY52" fmla="*/ 172368 h 361333"/>
                  <a:gd name="connsiteX53" fmla="*/ 305439 w 361670"/>
                  <a:gd name="connsiteY53" fmla="*/ 209395 h 361333"/>
                  <a:gd name="connsiteX54" fmla="*/ 305439 w 361670"/>
                  <a:gd name="connsiteY54" fmla="*/ 260467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361670" h="361333">
                    <a:moveTo>
                      <a:pt x="180836" y="0"/>
                    </a:moveTo>
                    <a:cubicBezTo>
                      <a:pt x="80513" y="0"/>
                      <a:pt x="0" y="81077"/>
                      <a:pt x="0" y="180667"/>
                    </a:cubicBezTo>
                    <a:cubicBezTo>
                      <a:pt x="0" y="280257"/>
                      <a:pt x="81153" y="361333"/>
                      <a:pt x="180836" y="361333"/>
                    </a:cubicBezTo>
                    <a:cubicBezTo>
                      <a:pt x="280518" y="361333"/>
                      <a:pt x="361670" y="280257"/>
                      <a:pt x="361670" y="180667"/>
                    </a:cubicBezTo>
                    <a:cubicBezTo>
                      <a:pt x="361670" y="81077"/>
                      <a:pt x="281157" y="0"/>
                      <a:pt x="180836" y="0"/>
                    </a:cubicBezTo>
                    <a:close/>
                    <a:moveTo>
                      <a:pt x="259431" y="98313"/>
                    </a:moveTo>
                    <a:cubicBezTo>
                      <a:pt x="277323" y="98313"/>
                      <a:pt x="292021" y="112997"/>
                      <a:pt x="292021" y="130872"/>
                    </a:cubicBezTo>
                    <a:cubicBezTo>
                      <a:pt x="292021" y="148747"/>
                      <a:pt x="277323" y="163430"/>
                      <a:pt x="259431" y="163430"/>
                    </a:cubicBezTo>
                    <a:cubicBezTo>
                      <a:pt x="241540" y="163430"/>
                      <a:pt x="226843" y="148747"/>
                      <a:pt x="226843" y="130872"/>
                    </a:cubicBezTo>
                    <a:cubicBezTo>
                      <a:pt x="226204" y="112997"/>
                      <a:pt x="240901" y="98313"/>
                      <a:pt x="259431" y="98313"/>
                    </a:cubicBezTo>
                    <a:close/>
                    <a:moveTo>
                      <a:pt x="181474" y="75970"/>
                    </a:moveTo>
                    <a:cubicBezTo>
                      <a:pt x="203200" y="75970"/>
                      <a:pt x="221092" y="93845"/>
                      <a:pt x="221092" y="115550"/>
                    </a:cubicBezTo>
                    <a:cubicBezTo>
                      <a:pt x="221092" y="137256"/>
                      <a:pt x="203200" y="155131"/>
                      <a:pt x="181474" y="155131"/>
                    </a:cubicBezTo>
                    <a:cubicBezTo>
                      <a:pt x="159748" y="155131"/>
                      <a:pt x="141857" y="137256"/>
                      <a:pt x="141857" y="115550"/>
                    </a:cubicBezTo>
                    <a:cubicBezTo>
                      <a:pt x="141857" y="93845"/>
                      <a:pt x="159748" y="75970"/>
                      <a:pt x="181474" y="75970"/>
                    </a:cubicBezTo>
                    <a:close/>
                    <a:moveTo>
                      <a:pt x="104156" y="98313"/>
                    </a:moveTo>
                    <a:cubicBezTo>
                      <a:pt x="122048" y="98313"/>
                      <a:pt x="136745" y="112997"/>
                      <a:pt x="136745" y="130872"/>
                    </a:cubicBezTo>
                    <a:cubicBezTo>
                      <a:pt x="136745" y="148747"/>
                      <a:pt x="122048" y="163430"/>
                      <a:pt x="104156" y="163430"/>
                    </a:cubicBezTo>
                    <a:cubicBezTo>
                      <a:pt x="86264" y="163430"/>
                      <a:pt x="71568" y="148747"/>
                      <a:pt x="71568" y="130872"/>
                    </a:cubicBezTo>
                    <a:cubicBezTo>
                      <a:pt x="71568" y="112997"/>
                      <a:pt x="86264" y="98313"/>
                      <a:pt x="104156" y="98313"/>
                    </a:cubicBezTo>
                    <a:close/>
                    <a:moveTo>
                      <a:pt x="70289" y="209395"/>
                    </a:moveTo>
                    <a:lnTo>
                      <a:pt x="70289" y="260467"/>
                    </a:lnTo>
                    <a:cubicBezTo>
                      <a:pt x="70289" y="264297"/>
                      <a:pt x="67733" y="266851"/>
                      <a:pt x="63899" y="266851"/>
                    </a:cubicBezTo>
                    <a:cubicBezTo>
                      <a:pt x="60066" y="266851"/>
                      <a:pt x="57509" y="264297"/>
                      <a:pt x="57509" y="260467"/>
                    </a:cubicBezTo>
                    <a:lnTo>
                      <a:pt x="57509" y="209395"/>
                    </a:lnTo>
                    <a:cubicBezTo>
                      <a:pt x="57509" y="187689"/>
                      <a:pt x="94571" y="172368"/>
                      <a:pt x="115019" y="172368"/>
                    </a:cubicBezTo>
                    <a:lnTo>
                      <a:pt x="120131" y="172368"/>
                    </a:lnTo>
                    <a:cubicBezTo>
                      <a:pt x="123965" y="172368"/>
                      <a:pt x="126521" y="174921"/>
                      <a:pt x="126521" y="178752"/>
                    </a:cubicBezTo>
                    <a:cubicBezTo>
                      <a:pt x="126521" y="182582"/>
                      <a:pt x="123965" y="185135"/>
                      <a:pt x="120131" y="185135"/>
                    </a:cubicBezTo>
                    <a:lnTo>
                      <a:pt x="115019" y="185135"/>
                    </a:lnTo>
                    <a:cubicBezTo>
                      <a:pt x="97766" y="185135"/>
                      <a:pt x="70289" y="198542"/>
                      <a:pt x="70289" y="209395"/>
                    </a:cubicBezTo>
                    <a:close/>
                    <a:moveTo>
                      <a:pt x="244096" y="265574"/>
                    </a:moveTo>
                    <a:cubicBezTo>
                      <a:pt x="244096" y="269404"/>
                      <a:pt x="241540" y="271958"/>
                      <a:pt x="237706" y="271958"/>
                    </a:cubicBezTo>
                    <a:cubicBezTo>
                      <a:pt x="233872" y="271958"/>
                      <a:pt x="231316" y="269404"/>
                      <a:pt x="231316" y="265574"/>
                    </a:cubicBezTo>
                    <a:lnTo>
                      <a:pt x="231316" y="199180"/>
                    </a:lnTo>
                    <a:cubicBezTo>
                      <a:pt x="231316" y="187051"/>
                      <a:pt x="200005" y="174921"/>
                      <a:pt x="181474" y="174921"/>
                    </a:cubicBezTo>
                    <a:cubicBezTo>
                      <a:pt x="162943" y="174921"/>
                      <a:pt x="131633" y="187051"/>
                      <a:pt x="131633" y="199180"/>
                    </a:cubicBezTo>
                    <a:lnTo>
                      <a:pt x="131633" y="265574"/>
                    </a:lnTo>
                    <a:cubicBezTo>
                      <a:pt x="131633" y="269404"/>
                      <a:pt x="129077" y="271958"/>
                      <a:pt x="125243" y="271958"/>
                    </a:cubicBezTo>
                    <a:cubicBezTo>
                      <a:pt x="121409" y="271958"/>
                      <a:pt x="118853" y="269404"/>
                      <a:pt x="118853" y="265574"/>
                    </a:cubicBezTo>
                    <a:lnTo>
                      <a:pt x="118853" y="199180"/>
                    </a:lnTo>
                    <a:cubicBezTo>
                      <a:pt x="118853" y="176198"/>
                      <a:pt x="159110" y="162153"/>
                      <a:pt x="181474" y="162153"/>
                    </a:cubicBezTo>
                    <a:cubicBezTo>
                      <a:pt x="203839" y="162153"/>
                      <a:pt x="244096" y="176198"/>
                      <a:pt x="244096" y="199180"/>
                    </a:cubicBezTo>
                    <a:lnTo>
                      <a:pt x="244096" y="265574"/>
                    </a:lnTo>
                    <a:close/>
                    <a:moveTo>
                      <a:pt x="305439" y="260467"/>
                    </a:moveTo>
                    <a:cubicBezTo>
                      <a:pt x="305439" y="264297"/>
                      <a:pt x="302883" y="266851"/>
                      <a:pt x="299049" y="266851"/>
                    </a:cubicBezTo>
                    <a:cubicBezTo>
                      <a:pt x="295216" y="266851"/>
                      <a:pt x="292659" y="264297"/>
                      <a:pt x="292659" y="260467"/>
                    </a:cubicBezTo>
                    <a:lnTo>
                      <a:pt x="292659" y="209395"/>
                    </a:lnTo>
                    <a:cubicBezTo>
                      <a:pt x="292659" y="198542"/>
                      <a:pt x="265182" y="185135"/>
                      <a:pt x="247930" y="185135"/>
                    </a:cubicBezTo>
                    <a:lnTo>
                      <a:pt x="242818" y="185135"/>
                    </a:lnTo>
                    <a:cubicBezTo>
                      <a:pt x="238984" y="185135"/>
                      <a:pt x="236428" y="182582"/>
                      <a:pt x="236428" y="178752"/>
                    </a:cubicBezTo>
                    <a:cubicBezTo>
                      <a:pt x="236428" y="174921"/>
                      <a:pt x="238984" y="172368"/>
                      <a:pt x="242818" y="172368"/>
                    </a:cubicBezTo>
                    <a:lnTo>
                      <a:pt x="247930" y="172368"/>
                    </a:lnTo>
                    <a:cubicBezTo>
                      <a:pt x="268377" y="172368"/>
                      <a:pt x="305439" y="187689"/>
                      <a:pt x="305439" y="209395"/>
                    </a:cubicBezTo>
                    <a:lnTo>
                      <a:pt x="305439" y="260467"/>
                    </a:lnTo>
                    <a:close/>
                  </a:path>
                </a:pathLst>
              </a:custGeom>
              <a:grpFill/>
              <a:ln w="6390" cap="flat">
                <a:noFill/>
                <a:prstDash val="solid"/>
                <a:miter/>
              </a:ln>
            </p:spPr>
            <p:txBody>
              <a:bodyPr rtlCol="0" anchor="ctr"/>
              <a:lstStyle/>
              <a:p>
                <a:endParaRPr lang="en-US"/>
              </a:p>
            </p:txBody>
          </p:sp>
        </p:grpSp>
      </p:grpSp>
      <p:grpSp>
        <p:nvGrpSpPr>
          <p:cNvPr id="291" name="Group 290">
            <a:extLst>
              <a:ext uri="{FF2B5EF4-FFF2-40B4-BE49-F238E27FC236}">
                <a16:creationId xmlns:a16="http://schemas.microsoft.com/office/drawing/2014/main" id="{546CEB8E-9E46-50EA-28E3-27E20A95B6FA}"/>
              </a:ext>
            </a:extLst>
          </p:cNvPr>
          <p:cNvGrpSpPr/>
          <p:nvPr/>
        </p:nvGrpSpPr>
        <p:grpSpPr>
          <a:xfrm>
            <a:off x="501725" y="4776912"/>
            <a:ext cx="3606876" cy="652699"/>
            <a:chOff x="504532" y="5055578"/>
            <a:chExt cx="3606876" cy="652699"/>
          </a:xfrm>
        </p:grpSpPr>
        <p:sp>
          <p:nvSpPr>
            <p:cNvPr id="292" name="TextBox 291">
              <a:extLst>
                <a:ext uri="{FF2B5EF4-FFF2-40B4-BE49-F238E27FC236}">
                  <a16:creationId xmlns:a16="http://schemas.microsoft.com/office/drawing/2014/main" id="{A2AE08C3-6DA9-5405-131B-9A9834A57550}"/>
                </a:ext>
              </a:extLst>
            </p:cNvPr>
            <p:cNvSpPr txBox="1"/>
            <p:nvPr/>
          </p:nvSpPr>
          <p:spPr>
            <a:xfrm>
              <a:off x="1104403" y="5055578"/>
              <a:ext cx="3007005" cy="515526"/>
            </a:xfrm>
            <a:prstGeom prst="rect">
              <a:avLst/>
            </a:prstGeom>
            <a:noFill/>
          </p:spPr>
          <p:txBody>
            <a:bodyPr wrap="square" rtlCol="0">
              <a:spAutoFit/>
            </a:bodyPr>
            <a:lstStyle/>
            <a:p>
              <a:r>
                <a:rPr lang="en-US" sz="1300" b="1">
                  <a:solidFill>
                    <a:srgbClr val="002060"/>
                  </a:solidFill>
                  <a:latin typeface="Verdana" panose="020B0604030504040204" pitchFamily="34" charset="0"/>
                  <a:ea typeface="Verdana" panose="020B0604030504040204" pitchFamily="34" charset="0"/>
                </a:rPr>
                <a:t>Driving Agriculture</a:t>
              </a:r>
            </a:p>
            <a:p>
              <a:pPr algn="just">
                <a:spcBef>
                  <a:spcPts val="300"/>
                </a:spcBef>
                <a:spcAft>
                  <a:spcPts val="300"/>
                </a:spcAft>
              </a:pPr>
              <a:r>
                <a:rPr lang="en-US" sz="1200">
                  <a:latin typeface="Verdana" panose="020B0604030504040204" pitchFamily="34" charset="0"/>
                  <a:ea typeface="Verdana" panose="020B0604030504040204" pitchFamily="34" charset="0"/>
                </a:rPr>
                <a:t>Irrigating ~4,16,000 Hectares </a:t>
              </a:r>
            </a:p>
          </p:txBody>
        </p:sp>
        <p:grpSp>
          <p:nvGrpSpPr>
            <p:cNvPr id="293" name="Graphic 6">
              <a:extLst>
                <a:ext uri="{FF2B5EF4-FFF2-40B4-BE49-F238E27FC236}">
                  <a16:creationId xmlns:a16="http://schemas.microsoft.com/office/drawing/2014/main" id="{D906AECD-D019-84BE-8262-2C15A9161F73}"/>
                </a:ext>
              </a:extLst>
            </p:cNvPr>
            <p:cNvGrpSpPr/>
            <p:nvPr/>
          </p:nvGrpSpPr>
          <p:grpSpPr>
            <a:xfrm>
              <a:off x="504532" y="5125083"/>
              <a:ext cx="583204" cy="583194"/>
              <a:chOff x="7193151" y="955045"/>
              <a:chExt cx="362309" cy="361971"/>
            </a:xfrm>
            <a:solidFill>
              <a:srgbClr val="002060"/>
            </a:solidFill>
          </p:grpSpPr>
          <p:sp>
            <p:nvSpPr>
              <p:cNvPr id="294" name="Graphic 6">
                <a:extLst>
                  <a:ext uri="{FF2B5EF4-FFF2-40B4-BE49-F238E27FC236}">
                    <a16:creationId xmlns:a16="http://schemas.microsoft.com/office/drawing/2014/main" id="{2DA5018F-43C4-802C-9C83-57968341A9CC}"/>
                  </a:ext>
                </a:extLst>
              </p:cNvPr>
              <p:cNvSpPr/>
              <p:nvPr/>
            </p:nvSpPr>
            <p:spPr>
              <a:xfrm>
                <a:off x="7365429" y="1008831"/>
                <a:ext cx="18050" cy="25535"/>
              </a:xfrm>
              <a:custGeom>
                <a:avLst/>
                <a:gdLst>
                  <a:gd name="connsiteX0" fmla="*/ 9197 w 18050"/>
                  <a:gd name="connsiteY0" fmla="*/ 24259 h 25535"/>
                  <a:gd name="connsiteX1" fmla="*/ 16865 w 18050"/>
                  <a:gd name="connsiteY1" fmla="*/ 25536 h 25535"/>
                  <a:gd name="connsiteX2" fmla="*/ 17504 w 18050"/>
                  <a:gd name="connsiteY2" fmla="*/ 9576 h 25535"/>
                  <a:gd name="connsiteX3" fmla="*/ 9197 w 18050"/>
                  <a:gd name="connsiteY3" fmla="*/ 0 h 25535"/>
                  <a:gd name="connsiteX4" fmla="*/ 251 w 18050"/>
                  <a:gd name="connsiteY4" fmla="*/ 10853 h 25535"/>
                  <a:gd name="connsiteX5" fmla="*/ 1529 w 18050"/>
                  <a:gd name="connsiteY5" fmla="*/ 25536 h 25535"/>
                  <a:gd name="connsiteX6" fmla="*/ 9197 w 18050"/>
                  <a:gd name="connsiteY6" fmla="*/ 24259 h 25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050" h="25535">
                    <a:moveTo>
                      <a:pt x="9197" y="24259"/>
                    </a:moveTo>
                    <a:cubicBezTo>
                      <a:pt x="11753" y="24259"/>
                      <a:pt x="14309" y="24898"/>
                      <a:pt x="16865" y="25536"/>
                    </a:cubicBezTo>
                    <a:cubicBezTo>
                      <a:pt x="17504" y="22344"/>
                      <a:pt x="18782" y="17237"/>
                      <a:pt x="17504" y="9576"/>
                    </a:cubicBezTo>
                    <a:cubicBezTo>
                      <a:pt x="16865" y="3192"/>
                      <a:pt x="11753" y="638"/>
                      <a:pt x="9197" y="0"/>
                    </a:cubicBezTo>
                    <a:cubicBezTo>
                      <a:pt x="6641" y="638"/>
                      <a:pt x="1529" y="3830"/>
                      <a:pt x="251" y="10853"/>
                    </a:cubicBezTo>
                    <a:cubicBezTo>
                      <a:pt x="-388" y="17237"/>
                      <a:pt x="251" y="22344"/>
                      <a:pt x="1529" y="25536"/>
                    </a:cubicBezTo>
                    <a:cubicBezTo>
                      <a:pt x="4085" y="24259"/>
                      <a:pt x="6641" y="24259"/>
                      <a:pt x="9197" y="24259"/>
                    </a:cubicBezTo>
                  </a:path>
                </a:pathLst>
              </a:custGeom>
              <a:grpFill/>
              <a:ln w="6390" cap="flat">
                <a:noFill/>
                <a:prstDash val="solid"/>
                <a:miter/>
              </a:ln>
            </p:spPr>
            <p:txBody>
              <a:bodyPr rtlCol="0" anchor="ctr"/>
              <a:lstStyle/>
              <a:p>
                <a:endParaRPr lang="en-US"/>
              </a:p>
            </p:txBody>
          </p:sp>
          <p:sp>
            <p:nvSpPr>
              <p:cNvPr id="295" name="Graphic 6">
                <a:extLst>
                  <a:ext uri="{FF2B5EF4-FFF2-40B4-BE49-F238E27FC236}">
                    <a16:creationId xmlns:a16="http://schemas.microsoft.com/office/drawing/2014/main" id="{0014FAD9-9B9B-0161-BF42-99716A97F0D7}"/>
                  </a:ext>
                </a:extLst>
              </p:cNvPr>
              <p:cNvSpPr/>
              <p:nvPr/>
            </p:nvSpPr>
            <p:spPr>
              <a:xfrm>
                <a:off x="7355456" y="1045220"/>
                <a:ext cx="38339" cy="38303"/>
              </a:xfrm>
              <a:custGeom>
                <a:avLst/>
                <a:gdLst>
                  <a:gd name="connsiteX0" fmla="*/ 19170 w 38339"/>
                  <a:gd name="connsiteY0" fmla="*/ 38304 h 38303"/>
                  <a:gd name="connsiteX1" fmla="*/ 38340 w 38339"/>
                  <a:gd name="connsiteY1" fmla="*/ 19152 h 38303"/>
                  <a:gd name="connsiteX2" fmla="*/ 19170 w 38339"/>
                  <a:gd name="connsiteY2" fmla="*/ 0 h 38303"/>
                  <a:gd name="connsiteX3" fmla="*/ 0 w 38339"/>
                  <a:gd name="connsiteY3" fmla="*/ 19152 h 38303"/>
                  <a:gd name="connsiteX4" fmla="*/ 19170 w 38339"/>
                  <a:gd name="connsiteY4" fmla="*/ 38304 h 38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339" h="38303">
                    <a:moveTo>
                      <a:pt x="19170" y="38304"/>
                    </a:moveTo>
                    <a:cubicBezTo>
                      <a:pt x="29394" y="38304"/>
                      <a:pt x="38340" y="30005"/>
                      <a:pt x="38340" y="19152"/>
                    </a:cubicBezTo>
                    <a:cubicBezTo>
                      <a:pt x="38340" y="8938"/>
                      <a:pt x="30033" y="0"/>
                      <a:pt x="19170" y="0"/>
                    </a:cubicBezTo>
                    <a:cubicBezTo>
                      <a:pt x="8946" y="0"/>
                      <a:pt x="0" y="8299"/>
                      <a:pt x="0" y="19152"/>
                    </a:cubicBezTo>
                    <a:cubicBezTo>
                      <a:pt x="0" y="30005"/>
                      <a:pt x="8946" y="38304"/>
                      <a:pt x="19170" y="38304"/>
                    </a:cubicBezTo>
                  </a:path>
                </a:pathLst>
              </a:custGeom>
              <a:grpFill/>
              <a:ln w="6390" cap="flat">
                <a:noFill/>
                <a:prstDash val="solid"/>
                <a:miter/>
              </a:ln>
            </p:spPr>
            <p:txBody>
              <a:bodyPr rtlCol="0" anchor="ctr"/>
              <a:lstStyle/>
              <a:p>
                <a:endParaRPr lang="en-US"/>
              </a:p>
            </p:txBody>
          </p:sp>
          <p:sp>
            <p:nvSpPr>
              <p:cNvPr id="296" name="Graphic 6">
                <a:extLst>
                  <a:ext uri="{FF2B5EF4-FFF2-40B4-BE49-F238E27FC236}">
                    <a16:creationId xmlns:a16="http://schemas.microsoft.com/office/drawing/2014/main" id="{D7B3D139-DE19-3534-C025-73AA53C5467E}"/>
                  </a:ext>
                </a:extLst>
              </p:cNvPr>
              <p:cNvSpPr/>
              <p:nvPr/>
            </p:nvSpPr>
            <p:spPr>
              <a:xfrm>
                <a:off x="7387406" y="1084801"/>
                <a:ext cx="23390" cy="25838"/>
              </a:xfrm>
              <a:custGeom>
                <a:avLst/>
                <a:gdLst>
                  <a:gd name="connsiteX0" fmla="*/ 11502 w 23390"/>
                  <a:gd name="connsiteY0" fmla="*/ 0 h 25838"/>
                  <a:gd name="connsiteX1" fmla="*/ 0 w 23390"/>
                  <a:gd name="connsiteY1" fmla="*/ 8938 h 25838"/>
                  <a:gd name="connsiteX2" fmla="*/ 8946 w 23390"/>
                  <a:gd name="connsiteY2" fmla="*/ 22344 h 25838"/>
                  <a:gd name="connsiteX3" fmla="*/ 21087 w 23390"/>
                  <a:gd name="connsiteY3" fmla="*/ 24897 h 25838"/>
                  <a:gd name="connsiteX4" fmla="*/ 21087 w 23390"/>
                  <a:gd name="connsiteY4" fmla="*/ 10853 h 25838"/>
                  <a:gd name="connsiteX5" fmla="*/ 11502 w 23390"/>
                  <a:gd name="connsiteY5" fmla="*/ 0 h 25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390" h="25838">
                    <a:moveTo>
                      <a:pt x="11502" y="0"/>
                    </a:moveTo>
                    <a:cubicBezTo>
                      <a:pt x="8307" y="3830"/>
                      <a:pt x="4473" y="7022"/>
                      <a:pt x="0" y="8938"/>
                    </a:cubicBezTo>
                    <a:cubicBezTo>
                      <a:pt x="1278" y="12130"/>
                      <a:pt x="3834" y="16598"/>
                      <a:pt x="8946" y="22344"/>
                    </a:cubicBezTo>
                    <a:cubicBezTo>
                      <a:pt x="13419" y="26813"/>
                      <a:pt x="18531" y="26174"/>
                      <a:pt x="21087" y="24897"/>
                    </a:cubicBezTo>
                    <a:cubicBezTo>
                      <a:pt x="22365" y="22982"/>
                      <a:pt x="25560" y="17237"/>
                      <a:pt x="21087" y="10853"/>
                    </a:cubicBezTo>
                    <a:cubicBezTo>
                      <a:pt x="17892" y="5107"/>
                      <a:pt x="14058" y="1915"/>
                      <a:pt x="11502" y="0"/>
                    </a:cubicBezTo>
                  </a:path>
                </a:pathLst>
              </a:custGeom>
              <a:grpFill/>
              <a:ln w="6390" cap="flat">
                <a:noFill/>
                <a:prstDash val="solid"/>
                <a:miter/>
              </a:ln>
            </p:spPr>
            <p:txBody>
              <a:bodyPr rtlCol="0" anchor="ctr"/>
              <a:lstStyle/>
              <a:p>
                <a:endParaRPr lang="en-US"/>
              </a:p>
            </p:txBody>
          </p:sp>
          <p:sp>
            <p:nvSpPr>
              <p:cNvPr id="297" name="Graphic 6">
                <a:extLst>
                  <a:ext uri="{FF2B5EF4-FFF2-40B4-BE49-F238E27FC236}">
                    <a16:creationId xmlns:a16="http://schemas.microsoft.com/office/drawing/2014/main" id="{E71AD18A-A280-DE34-BB32-550F13C14B86}"/>
                  </a:ext>
                </a:extLst>
              </p:cNvPr>
              <p:cNvSpPr/>
              <p:nvPr/>
            </p:nvSpPr>
            <p:spPr>
              <a:xfrm>
                <a:off x="7321590" y="1042411"/>
                <a:ext cx="26198" cy="19629"/>
              </a:xfrm>
              <a:custGeom>
                <a:avLst/>
                <a:gdLst>
                  <a:gd name="connsiteX0" fmla="*/ 26199 w 26198"/>
                  <a:gd name="connsiteY0" fmla="*/ 6001 h 19629"/>
                  <a:gd name="connsiteX1" fmla="*/ 11501 w 26198"/>
                  <a:gd name="connsiteY1" fmla="*/ 255 h 19629"/>
                  <a:gd name="connsiteX2" fmla="*/ 0 w 26198"/>
                  <a:gd name="connsiteY2" fmla="*/ 4724 h 19629"/>
                  <a:gd name="connsiteX3" fmla="*/ 7668 w 26198"/>
                  <a:gd name="connsiteY3" fmla="*/ 16215 h 19629"/>
                  <a:gd name="connsiteX4" fmla="*/ 21725 w 26198"/>
                  <a:gd name="connsiteY4" fmla="*/ 19407 h 19629"/>
                  <a:gd name="connsiteX5" fmla="*/ 26199 w 26198"/>
                  <a:gd name="connsiteY5" fmla="*/ 6001 h 19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198" h="19629">
                    <a:moveTo>
                      <a:pt x="26199" y="6001"/>
                    </a:moveTo>
                    <a:cubicBezTo>
                      <a:pt x="24281" y="4724"/>
                      <a:pt x="19809" y="2170"/>
                      <a:pt x="11501" y="255"/>
                    </a:cubicBezTo>
                    <a:cubicBezTo>
                      <a:pt x="5111" y="-1022"/>
                      <a:pt x="1278" y="2809"/>
                      <a:pt x="0" y="4724"/>
                    </a:cubicBezTo>
                    <a:cubicBezTo>
                      <a:pt x="0" y="7278"/>
                      <a:pt x="639" y="13662"/>
                      <a:pt x="7668" y="16215"/>
                    </a:cubicBezTo>
                    <a:cubicBezTo>
                      <a:pt x="15335" y="19407"/>
                      <a:pt x="19809" y="20046"/>
                      <a:pt x="21725" y="19407"/>
                    </a:cubicBezTo>
                    <a:cubicBezTo>
                      <a:pt x="21725" y="14938"/>
                      <a:pt x="23642" y="10470"/>
                      <a:pt x="26199" y="6001"/>
                    </a:cubicBezTo>
                  </a:path>
                </a:pathLst>
              </a:custGeom>
              <a:grpFill/>
              <a:ln w="6390" cap="flat">
                <a:noFill/>
                <a:prstDash val="solid"/>
                <a:miter/>
              </a:ln>
            </p:spPr>
            <p:txBody>
              <a:bodyPr rtlCol="0" anchor="ctr"/>
              <a:lstStyle/>
              <a:p>
                <a:endParaRPr lang="en-US"/>
              </a:p>
            </p:txBody>
          </p:sp>
          <p:sp>
            <p:nvSpPr>
              <p:cNvPr id="298" name="Graphic 6">
                <a:extLst>
                  <a:ext uri="{FF2B5EF4-FFF2-40B4-BE49-F238E27FC236}">
                    <a16:creationId xmlns:a16="http://schemas.microsoft.com/office/drawing/2014/main" id="{C9C4CC66-A61D-479E-8F70-F6A027D5A579}"/>
                  </a:ext>
                </a:extLst>
              </p:cNvPr>
              <p:cNvSpPr/>
              <p:nvPr/>
            </p:nvSpPr>
            <p:spPr>
              <a:xfrm>
                <a:off x="7400824" y="1041561"/>
                <a:ext cx="26838" cy="20257"/>
              </a:xfrm>
              <a:custGeom>
                <a:avLst/>
                <a:gdLst>
                  <a:gd name="connsiteX0" fmla="*/ 5112 w 26838"/>
                  <a:gd name="connsiteY0" fmla="*/ 20257 h 20257"/>
                  <a:gd name="connsiteX1" fmla="*/ 20448 w 26838"/>
                  <a:gd name="connsiteY1" fmla="*/ 15789 h 20257"/>
                  <a:gd name="connsiteX2" fmla="*/ 26838 w 26838"/>
                  <a:gd name="connsiteY2" fmla="*/ 4936 h 20257"/>
                  <a:gd name="connsiteX3" fmla="*/ 13419 w 26838"/>
                  <a:gd name="connsiteY3" fmla="*/ 467 h 20257"/>
                  <a:gd name="connsiteX4" fmla="*/ 0 w 26838"/>
                  <a:gd name="connsiteY4" fmla="*/ 6213 h 20257"/>
                  <a:gd name="connsiteX5" fmla="*/ 5112 w 26838"/>
                  <a:gd name="connsiteY5" fmla="*/ 20257 h 20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838" h="20257">
                    <a:moveTo>
                      <a:pt x="5112" y="20257"/>
                    </a:moveTo>
                    <a:cubicBezTo>
                      <a:pt x="8307" y="20257"/>
                      <a:pt x="14058" y="18981"/>
                      <a:pt x="20448" y="15789"/>
                    </a:cubicBezTo>
                    <a:cubicBezTo>
                      <a:pt x="26199" y="12597"/>
                      <a:pt x="26838" y="7490"/>
                      <a:pt x="26838" y="4936"/>
                    </a:cubicBezTo>
                    <a:cubicBezTo>
                      <a:pt x="25560" y="3021"/>
                      <a:pt x="21087" y="-1448"/>
                      <a:pt x="13419" y="467"/>
                    </a:cubicBezTo>
                    <a:cubicBezTo>
                      <a:pt x="7030" y="1744"/>
                      <a:pt x="2556" y="4298"/>
                      <a:pt x="0" y="6213"/>
                    </a:cubicBezTo>
                    <a:cubicBezTo>
                      <a:pt x="3195" y="10681"/>
                      <a:pt x="5112" y="15150"/>
                      <a:pt x="5112" y="20257"/>
                    </a:cubicBezTo>
                  </a:path>
                </a:pathLst>
              </a:custGeom>
              <a:grpFill/>
              <a:ln w="6390" cap="flat">
                <a:noFill/>
                <a:prstDash val="solid"/>
                <a:miter/>
              </a:ln>
            </p:spPr>
            <p:txBody>
              <a:bodyPr rtlCol="0" anchor="ctr"/>
              <a:lstStyle/>
              <a:p>
                <a:endParaRPr lang="en-US"/>
              </a:p>
            </p:txBody>
          </p:sp>
          <p:sp>
            <p:nvSpPr>
              <p:cNvPr id="299" name="Graphic 6">
                <a:extLst>
                  <a:ext uri="{FF2B5EF4-FFF2-40B4-BE49-F238E27FC236}">
                    <a16:creationId xmlns:a16="http://schemas.microsoft.com/office/drawing/2014/main" id="{5E598122-E833-6E02-2E4C-B79924B4BF3B}"/>
                  </a:ext>
                </a:extLst>
              </p:cNvPr>
              <p:cNvSpPr/>
              <p:nvPr/>
            </p:nvSpPr>
            <p:spPr>
              <a:xfrm>
                <a:off x="7381016" y="1148641"/>
                <a:ext cx="49202" cy="42194"/>
              </a:xfrm>
              <a:custGeom>
                <a:avLst/>
                <a:gdLst>
                  <a:gd name="connsiteX0" fmla="*/ 0 w 49202"/>
                  <a:gd name="connsiteY0" fmla="*/ 42134 h 42194"/>
                  <a:gd name="connsiteX1" fmla="*/ 38340 w 49202"/>
                  <a:gd name="connsiteY1" fmla="*/ 29366 h 42194"/>
                  <a:gd name="connsiteX2" fmla="*/ 49203 w 49202"/>
                  <a:gd name="connsiteY2" fmla="*/ 0 h 42194"/>
                  <a:gd name="connsiteX3" fmla="*/ 10863 w 49202"/>
                  <a:gd name="connsiteY3" fmla="*/ 14045 h 42194"/>
                  <a:gd name="connsiteX4" fmla="*/ 0 w 49202"/>
                  <a:gd name="connsiteY4" fmla="*/ 42134 h 42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202" h="42194">
                    <a:moveTo>
                      <a:pt x="0" y="42134"/>
                    </a:moveTo>
                    <a:cubicBezTo>
                      <a:pt x="17253" y="42773"/>
                      <a:pt x="30033" y="38304"/>
                      <a:pt x="38340" y="29366"/>
                    </a:cubicBezTo>
                    <a:cubicBezTo>
                      <a:pt x="47286" y="19790"/>
                      <a:pt x="48563" y="7022"/>
                      <a:pt x="49203" y="0"/>
                    </a:cubicBezTo>
                    <a:cubicBezTo>
                      <a:pt x="31950" y="638"/>
                      <a:pt x="19170" y="5107"/>
                      <a:pt x="10863" y="14045"/>
                    </a:cubicBezTo>
                    <a:cubicBezTo>
                      <a:pt x="1917" y="23621"/>
                      <a:pt x="0" y="35750"/>
                      <a:pt x="0" y="42134"/>
                    </a:cubicBezTo>
                  </a:path>
                </a:pathLst>
              </a:custGeom>
              <a:grpFill/>
              <a:ln w="6390" cap="flat">
                <a:noFill/>
                <a:prstDash val="solid"/>
                <a:miter/>
              </a:ln>
            </p:spPr>
            <p:txBody>
              <a:bodyPr rtlCol="0" anchor="ctr"/>
              <a:lstStyle/>
              <a:p>
                <a:endParaRPr lang="en-US"/>
              </a:p>
            </p:txBody>
          </p:sp>
          <p:sp>
            <p:nvSpPr>
              <p:cNvPr id="300" name="Graphic 6">
                <a:extLst>
                  <a:ext uri="{FF2B5EF4-FFF2-40B4-BE49-F238E27FC236}">
                    <a16:creationId xmlns:a16="http://schemas.microsoft.com/office/drawing/2014/main" id="{9F5D25E3-1FFF-B1C8-B51F-8B1E33467F48}"/>
                  </a:ext>
                </a:extLst>
              </p:cNvPr>
              <p:cNvSpPr/>
              <p:nvPr/>
            </p:nvSpPr>
            <p:spPr>
              <a:xfrm>
                <a:off x="7193151" y="955045"/>
                <a:ext cx="362309" cy="361971"/>
              </a:xfrm>
              <a:custGeom>
                <a:avLst/>
                <a:gdLst>
                  <a:gd name="connsiteX0" fmla="*/ 235150 w 362309"/>
                  <a:gd name="connsiteY0" fmla="*/ 268127 h 361971"/>
                  <a:gd name="connsiteX1" fmla="*/ 189143 w 362309"/>
                  <a:gd name="connsiteY1" fmla="*/ 284726 h 361971"/>
                  <a:gd name="connsiteX2" fmla="*/ 180836 w 362309"/>
                  <a:gd name="connsiteY2" fmla="*/ 284726 h 361971"/>
                  <a:gd name="connsiteX3" fmla="*/ 180836 w 362309"/>
                  <a:gd name="connsiteY3" fmla="*/ 284726 h 361971"/>
                  <a:gd name="connsiteX4" fmla="*/ 180836 w 362309"/>
                  <a:gd name="connsiteY4" fmla="*/ 284726 h 361971"/>
                  <a:gd name="connsiteX5" fmla="*/ 172528 w 362309"/>
                  <a:gd name="connsiteY5" fmla="*/ 284726 h 361971"/>
                  <a:gd name="connsiteX6" fmla="*/ 126521 w 362309"/>
                  <a:gd name="connsiteY6" fmla="*/ 268127 h 361971"/>
                  <a:gd name="connsiteX7" fmla="*/ 112464 w 362309"/>
                  <a:gd name="connsiteY7" fmla="*/ 222801 h 361971"/>
                  <a:gd name="connsiteX8" fmla="*/ 118853 w 362309"/>
                  <a:gd name="connsiteY8" fmla="*/ 217055 h 361971"/>
                  <a:gd name="connsiteX9" fmla="*/ 173168 w 362309"/>
                  <a:gd name="connsiteY9" fmla="*/ 235569 h 361971"/>
                  <a:gd name="connsiteX10" fmla="*/ 175084 w 362309"/>
                  <a:gd name="connsiteY10" fmla="*/ 237484 h 361971"/>
                  <a:gd name="connsiteX11" fmla="*/ 175084 w 362309"/>
                  <a:gd name="connsiteY11" fmla="*/ 190881 h 361971"/>
                  <a:gd name="connsiteX12" fmla="*/ 170612 w 362309"/>
                  <a:gd name="connsiteY12" fmla="*/ 195988 h 361971"/>
                  <a:gd name="connsiteX13" fmla="*/ 152081 w 362309"/>
                  <a:gd name="connsiteY13" fmla="*/ 204287 h 361971"/>
                  <a:gd name="connsiteX14" fmla="*/ 141218 w 362309"/>
                  <a:gd name="connsiteY14" fmla="*/ 201734 h 361971"/>
                  <a:gd name="connsiteX15" fmla="*/ 139301 w 362309"/>
                  <a:gd name="connsiteY15" fmla="*/ 200457 h 361971"/>
                  <a:gd name="connsiteX16" fmla="*/ 136106 w 362309"/>
                  <a:gd name="connsiteY16" fmla="*/ 172368 h 361971"/>
                  <a:gd name="connsiteX17" fmla="*/ 150164 w 362309"/>
                  <a:gd name="connsiteY17" fmla="*/ 155769 h 361971"/>
                  <a:gd name="connsiteX18" fmla="*/ 149525 w 362309"/>
                  <a:gd name="connsiteY18" fmla="*/ 155769 h 361971"/>
                  <a:gd name="connsiteX19" fmla="*/ 130994 w 362309"/>
                  <a:gd name="connsiteY19" fmla="*/ 151300 h 361971"/>
                  <a:gd name="connsiteX20" fmla="*/ 115658 w 362309"/>
                  <a:gd name="connsiteY20" fmla="*/ 124488 h 361971"/>
                  <a:gd name="connsiteX21" fmla="*/ 116297 w 362309"/>
                  <a:gd name="connsiteY21" fmla="*/ 122572 h 361971"/>
                  <a:gd name="connsiteX22" fmla="*/ 142496 w 362309"/>
                  <a:gd name="connsiteY22" fmla="*/ 110443 h 361971"/>
                  <a:gd name="connsiteX23" fmla="*/ 162305 w 362309"/>
                  <a:gd name="connsiteY23" fmla="*/ 118104 h 361971"/>
                  <a:gd name="connsiteX24" fmla="*/ 160388 w 362309"/>
                  <a:gd name="connsiteY24" fmla="*/ 98313 h 361971"/>
                  <a:gd name="connsiteX25" fmla="*/ 180197 w 362309"/>
                  <a:gd name="connsiteY25" fmla="*/ 75331 h 361971"/>
                  <a:gd name="connsiteX26" fmla="*/ 182113 w 362309"/>
                  <a:gd name="connsiteY26" fmla="*/ 75331 h 361971"/>
                  <a:gd name="connsiteX27" fmla="*/ 201923 w 362309"/>
                  <a:gd name="connsiteY27" fmla="*/ 95760 h 361971"/>
                  <a:gd name="connsiteX28" fmla="*/ 200644 w 362309"/>
                  <a:gd name="connsiteY28" fmla="*/ 116827 h 361971"/>
                  <a:gd name="connsiteX29" fmla="*/ 218536 w 362309"/>
                  <a:gd name="connsiteY29" fmla="*/ 109166 h 361971"/>
                  <a:gd name="connsiteX30" fmla="*/ 246652 w 362309"/>
                  <a:gd name="connsiteY30" fmla="*/ 121296 h 361971"/>
                  <a:gd name="connsiteX31" fmla="*/ 247291 w 362309"/>
                  <a:gd name="connsiteY31" fmla="*/ 123211 h 361971"/>
                  <a:gd name="connsiteX32" fmla="*/ 233872 w 362309"/>
                  <a:gd name="connsiteY32" fmla="*/ 148747 h 361971"/>
                  <a:gd name="connsiteX33" fmla="*/ 213424 w 362309"/>
                  <a:gd name="connsiteY33" fmla="*/ 154492 h 361971"/>
                  <a:gd name="connsiteX34" fmla="*/ 226204 w 362309"/>
                  <a:gd name="connsiteY34" fmla="*/ 168537 h 361971"/>
                  <a:gd name="connsiteX35" fmla="*/ 223648 w 362309"/>
                  <a:gd name="connsiteY35" fmla="*/ 198542 h 361971"/>
                  <a:gd name="connsiteX36" fmla="*/ 221731 w 362309"/>
                  <a:gd name="connsiteY36" fmla="*/ 199819 h 361971"/>
                  <a:gd name="connsiteX37" fmla="*/ 210229 w 362309"/>
                  <a:gd name="connsiteY37" fmla="*/ 202372 h 361971"/>
                  <a:gd name="connsiteX38" fmla="*/ 192977 w 362309"/>
                  <a:gd name="connsiteY38" fmla="*/ 195350 h 361971"/>
                  <a:gd name="connsiteX39" fmla="*/ 187225 w 362309"/>
                  <a:gd name="connsiteY39" fmla="*/ 188327 h 361971"/>
                  <a:gd name="connsiteX40" fmla="*/ 187225 w 362309"/>
                  <a:gd name="connsiteY40" fmla="*/ 234292 h 361971"/>
                  <a:gd name="connsiteX41" fmla="*/ 187225 w 362309"/>
                  <a:gd name="connsiteY41" fmla="*/ 233654 h 361971"/>
                  <a:gd name="connsiteX42" fmla="*/ 241540 w 362309"/>
                  <a:gd name="connsiteY42" fmla="*/ 215779 h 361971"/>
                  <a:gd name="connsiteX43" fmla="*/ 247930 w 362309"/>
                  <a:gd name="connsiteY43" fmla="*/ 221524 h 361971"/>
                  <a:gd name="connsiteX44" fmla="*/ 235150 w 362309"/>
                  <a:gd name="connsiteY44" fmla="*/ 268127 h 361971"/>
                  <a:gd name="connsiteX45" fmla="*/ 181474 w 362309"/>
                  <a:gd name="connsiteY45" fmla="*/ 0 h 361971"/>
                  <a:gd name="connsiteX46" fmla="*/ 0 w 362309"/>
                  <a:gd name="connsiteY46" fmla="*/ 180667 h 361971"/>
                  <a:gd name="connsiteX47" fmla="*/ 180836 w 362309"/>
                  <a:gd name="connsiteY47" fmla="*/ 361972 h 361971"/>
                  <a:gd name="connsiteX48" fmla="*/ 362310 w 362309"/>
                  <a:gd name="connsiteY48" fmla="*/ 181305 h 361971"/>
                  <a:gd name="connsiteX49" fmla="*/ 181474 w 362309"/>
                  <a:gd name="connsiteY49" fmla="*/ 0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362309" h="361971">
                    <a:moveTo>
                      <a:pt x="235150" y="268127"/>
                    </a:moveTo>
                    <a:cubicBezTo>
                      <a:pt x="224926" y="278980"/>
                      <a:pt x="208951" y="284726"/>
                      <a:pt x="189143" y="284726"/>
                    </a:cubicBezTo>
                    <a:cubicBezTo>
                      <a:pt x="186587" y="284726"/>
                      <a:pt x="184031" y="284726"/>
                      <a:pt x="180836" y="284726"/>
                    </a:cubicBezTo>
                    <a:lnTo>
                      <a:pt x="180836" y="284726"/>
                    </a:lnTo>
                    <a:lnTo>
                      <a:pt x="180836" y="284726"/>
                    </a:lnTo>
                    <a:cubicBezTo>
                      <a:pt x="178279" y="284726"/>
                      <a:pt x="175084" y="284726"/>
                      <a:pt x="172528" y="284726"/>
                    </a:cubicBezTo>
                    <a:cubicBezTo>
                      <a:pt x="152720" y="284726"/>
                      <a:pt x="136745" y="278980"/>
                      <a:pt x="126521" y="268127"/>
                    </a:cubicBezTo>
                    <a:cubicBezTo>
                      <a:pt x="109269" y="250252"/>
                      <a:pt x="112464" y="224078"/>
                      <a:pt x="112464" y="222801"/>
                    </a:cubicBezTo>
                    <a:cubicBezTo>
                      <a:pt x="113102" y="219609"/>
                      <a:pt x="115658" y="217055"/>
                      <a:pt x="118853" y="217055"/>
                    </a:cubicBezTo>
                    <a:cubicBezTo>
                      <a:pt x="143135" y="216417"/>
                      <a:pt x="161666" y="222163"/>
                      <a:pt x="173168" y="235569"/>
                    </a:cubicBezTo>
                    <a:cubicBezTo>
                      <a:pt x="173807" y="236207"/>
                      <a:pt x="174446" y="236846"/>
                      <a:pt x="175084" y="237484"/>
                    </a:cubicBezTo>
                    <a:lnTo>
                      <a:pt x="175084" y="190881"/>
                    </a:lnTo>
                    <a:cubicBezTo>
                      <a:pt x="173807" y="192158"/>
                      <a:pt x="172528" y="194073"/>
                      <a:pt x="170612" y="195988"/>
                    </a:cubicBezTo>
                    <a:cubicBezTo>
                      <a:pt x="164861" y="202372"/>
                      <a:pt x="157832" y="204287"/>
                      <a:pt x="152081" y="204287"/>
                    </a:cubicBezTo>
                    <a:cubicBezTo>
                      <a:pt x="147608" y="204287"/>
                      <a:pt x="143774" y="203011"/>
                      <a:pt x="141218" y="201734"/>
                    </a:cubicBezTo>
                    <a:cubicBezTo>
                      <a:pt x="140579" y="201095"/>
                      <a:pt x="139940" y="201095"/>
                      <a:pt x="139301" y="200457"/>
                    </a:cubicBezTo>
                    <a:cubicBezTo>
                      <a:pt x="134828" y="195988"/>
                      <a:pt x="129077" y="184497"/>
                      <a:pt x="136106" y="172368"/>
                    </a:cubicBezTo>
                    <a:cubicBezTo>
                      <a:pt x="141218" y="164068"/>
                      <a:pt x="146330" y="158961"/>
                      <a:pt x="150164" y="155769"/>
                    </a:cubicBezTo>
                    <a:lnTo>
                      <a:pt x="149525" y="155769"/>
                    </a:lnTo>
                    <a:cubicBezTo>
                      <a:pt x="145052" y="155769"/>
                      <a:pt x="139301" y="155131"/>
                      <a:pt x="130994" y="151300"/>
                    </a:cubicBezTo>
                    <a:cubicBezTo>
                      <a:pt x="116936" y="144916"/>
                      <a:pt x="115019" y="131510"/>
                      <a:pt x="115658" y="124488"/>
                    </a:cubicBezTo>
                    <a:cubicBezTo>
                      <a:pt x="115658" y="123849"/>
                      <a:pt x="116297" y="123211"/>
                      <a:pt x="116297" y="122572"/>
                    </a:cubicBezTo>
                    <a:cubicBezTo>
                      <a:pt x="118853" y="117465"/>
                      <a:pt x="128438" y="107889"/>
                      <a:pt x="142496" y="110443"/>
                    </a:cubicBezTo>
                    <a:cubicBezTo>
                      <a:pt x="152720" y="112358"/>
                      <a:pt x="159110" y="115550"/>
                      <a:pt x="162305" y="118104"/>
                    </a:cubicBezTo>
                    <a:cubicBezTo>
                      <a:pt x="161027" y="113635"/>
                      <a:pt x="159748" y="107251"/>
                      <a:pt x="160388" y="98313"/>
                    </a:cubicBezTo>
                    <a:cubicBezTo>
                      <a:pt x="161666" y="82992"/>
                      <a:pt x="174446" y="76608"/>
                      <a:pt x="180197" y="75331"/>
                    </a:cubicBezTo>
                    <a:cubicBezTo>
                      <a:pt x="180836" y="75331"/>
                      <a:pt x="181474" y="75331"/>
                      <a:pt x="182113" y="75331"/>
                    </a:cubicBezTo>
                    <a:cubicBezTo>
                      <a:pt x="187864" y="75969"/>
                      <a:pt x="200005" y="81715"/>
                      <a:pt x="201923" y="95760"/>
                    </a:cubicBezTo>
                    <a:cubicBezTo>
                      <a:pt x="203200" y="105336"/>
                      <a:pt x="201923" y="112358"/>
                      <a:pt x="200644" y="116827"/>
                    </a:cubicBezTo>
                    <a:cubicBezTo>
                      <a:pt x="204478" y="114273"/>
                      <a:pt x="210229" y="111081"/>
                      <a:pt x="218536" y="109166"/>
                    </a:cubicBezTo>
                    <a:cubicBezTo>
                      <a:pt x="233233" y="105974"/>
                      <a:pt x="243457" y="115550"/>
                      <a:pt x="246652" y="121296"/>
                    </a:cubicBezTo>
                    <a:cubicBezTo>
                      <a:pt x="247291" y="121934"/>
                      <a:pt x="247291" y="122572"/>
                      <a:pt x="247291" y="123211"/>
                    </a:cubicBezTo>
                    <a:cubicBezTo>
                      <a:pt x="248569" y="128956"/>
                      <a:pt x="246652" y="142363"/>
                      <a:pt x="233872" y="148747"/>
                    </a:cubicBezTo>
                    <a:cubicBezTo>
                      <a:pt x="225565" y="153216"/>
                      <a:pt x="217897" y="154492"/>
                      <a:pt x="213424" y="154492"/>
                    </a:cubicBezTo>
                    <a:cubicBezTo>
                      <a:pt x="217258" y="157046"/>
                      <a:pt x="221731" y="161515"/>
                      <a:pt x="226204" y="168537"/>
                    </a:cubicBezTo>
                    <a:cubicBezTo>
                      <a:pt x="234511" y="181944"/>
                      <a:pt x="228121" y="194073"/>
                      <a:pt x="223648" y="198542"/>
                    </a:cubicBezTo>
                    <a:cubicBezTo>
                      <a:pt x="223009" y="199180"/>
                      <a:pt x="222370" y="199819"/>
                      <a:pt x="221731" y="199819"/>
                    </a:cubicBezTo>
                    <a:cubicBezTo>
                      <a:pt x="219175" y="201095"/>
                      <a:pt x="215341" y="202372"/>
                      <a:pt x="210229" y="202372"/>
                    </a:cubicBezTo>
                    <a:cubicBezTo>
                      <a:pt x="205118" y="202372"/>
                      <a:pt x="198728" y="200457"/>
                      <a:pt x="192977" y="195350"/>
                    </a:cubicBezTo>
                    <a:cubicBezTo>
                      <a:pt x="190420" y="192796"/>
                      <a:pt x="188503" y="190881"/>
                      <a:pt x="187225" y="188327"/>
                    </a:cubicBezTo>
                    <a:lnTo>
                      <a:pt x="187225" y="234292"/>
                    </a:lnTo>
                    <a:cubicBezTo>
                      <a:pt x="187225" y="234292"/>
                      <a:pt x="187225" y="234292"/>
                      <a:pt x="187225" y="233654"/>
                    </a:cubicBezTo>
                    <a:cubicBezTo>
                      <a:pt x="198728" y="220886"/>
                      <a:pt x="217258" y="214502"/>
                      <a:pt x="241540" y="215779"/>
                    </a:cubicBezTo>
                    <a:cubicBezTo>
                      <a:pt x="244735" y="215779"/>
                      <a:pt x="247291" y="218332"/>
                      <a:pt x="247930" y="221524"/>
                    </a:cubicBezTo>
                    <a:cubicBezTo>
                      <a:pt x="249208" y="224078"/>
                      <a:pt x="252403" y="250252"/>
                      <a:pt x="235150" y="268127"/>
                    </a:cubicBezTo>
                    <a:moveTo>
                      <a:pt x="181474" y="0"/>
                    </a:moveTo>
                    <a:cubicBezTo>
                      <a:pt x="81153" y="0"/>
                      <a:pt x="0" y="81077"/>
                      <a:pt x="0" y="180667"/>
                    </a:cubicBezTo>
                    <a:cubicBezTo>
                      <a:pt x="0" y="280895"/>
                      <a:pt x="81153" y="361972"/>
                      <a:pt x="180836" y="361972"/>
                    </a:cubicBezTo>
                    <a:cubicBezTo>
                      <a:pt x="281157" y="361972"/>
                      <a:pt x="362310" y="280895"/>
                      <a:pt x="362310" y="181305"/>
                    </a:cubicBezTo>
                    <a:cubicBezTo>
                      <a:pt x="362310" y="81077"/>
                      <a:pt x="281157" y="0"/>
                      <a:pt x="181474" y="0"/>
                    </a:cubicBezTo>
                  </a:path>
                </a:pathLst>
              </a:custGeom>
              <a:grpFill/>
              <a:ln w="6390" cap="flat">
                <a:noFill/>
                <a:prstDash val="solid"/>
                <a:miter/>
              </a:ln>
            </p:spPr>
            <p:txBody>
              <a:bodyPr rtlCol="0" anchor="ctr"/>
              <a:lstStyle/>
              <a:p>
                <a:endParaRPr lang="en-US"/>
              </a:p>
            </p:txBody>
          </p:sp>
          <p:sp>
            <p:nvSpPr>
              <p:cNvPr id="301" name="Graphic 6">
                <a:extLst>
                  <a:ext uri="{FF2B5EF4-FFF2-40B4-BE49-F238E27FC236}">
                    <a16:creationId xmlns:a16="http://schemas.microsoft.com/office/drawing/2014/main" id="{6A76420D-D4EC-3BD2-8263-194772DA0060}"/>
                  </a:ext>
                </a:extLst>
              </p:cNvPr>
              <p:cNvSpPr/>
              <p:nvPr/>
            </p:nvSpPr>
            <p:spPr>
              <a:xfrm>
                <a:off x="7339217" y="1085439"/>
                <a:ext cx="23907" cy="24843"/>
              </a:xfrm>
              <a:custGeom>
                <a:avLst/>
                <a:gdLst>
                  <a:gd name="connsiteX0" fmla="*/ 11767 w 23907"/>
                  <a:gd name="connsiteY0" fmla="*/ 0 h 24843"/>
                  <a:gd name="connsiteX1" fmla="*/ 1543 w 23907"/>
                  <a:gd name="connsiteY1" fmla="*/ 12130 h 24843"/>
                  <a:gd name="connsiteX2" fmla="*/ 2182 w 23907"/>
                  <a:gd name="connsiteY2" fmla="*/ 24259 h 24843"/>
                  <a:gd name="connsiteX3" fmla="*/ 15601 w 23907"/>
                  <a:gd name="connsiteY3" fmla="*/ 20429 h 24843"/>
                  <a:gd name="connsiteX4" fmla="*/ 23908 w 23907"/>
                  <a:gd name="connsiteY4" fmla="*/ 7661 h 24843"/>
                  <a:gd name="connsiteX5" fmla="*/ 11767 w 23907"/>
                  <a:gd name="connsiteY5" fmla="*/ 0 h 24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907" h="24843">
                    <a:moveTo>
                      <a:pt x="11767" y="0"/>
                    </a:moveTo>
                    <a:cubicBezTo>
                      <a:pt x="9211" y="1915"/>
                      <a:pt x="5377" y="5746"/>
                      <a:pt x="1543" y="12130"/>
                    </a:cubicBezTo>
                    <a:cubicBezTo>
                      <a:pt x="-1652" y="17875"/>
                      <a:pt x="903" y="22344"/>
                      <a:pt x="2182" y="24259"/>
                    </a:cubicBezTo>
                    <a:cubicBezTo>
                      <a:pt x="4738" y="24898"/>
                      <a:pt x="10488" y="26174"/>
                      <a:pt x="15601" y="20429"/>
                    </a:cubicBezTo>
                    <a:cubicBezTo>
                      <a:pt x="20713" y="14683"/>
                      <a:pt x="23268" y="10214"/>
                      <a:pt x="23908" y="7661"/>
                    </a:cubicBezTo>
                    <a:cubicBezTo>
                      <a:pt x="19434" y="7022"/>
                      <a:pt x="14962" y="3830"/>
                      <a:pt x="11767" y="0"/>
                    </a:cubicBezTo>
                  </a:path>
                </a:pathLst>
              </a:custGeom>
              <a:grpFill/>
              <a:ln w="6390" cap="flat">
                <a:noFill/>
                <a:prstDash val="solid"/>
                <a:miter/>
              </a:ln>
            </p:spPr>
            <p:txBody>
              <a:bodyPr rtlCol="0" anchor="ctr"/>
              <a:lstStyle/>
              <a:p>
                <a:endParaRPr lang="en-US"/>
              </a:p>
            </p:txBody>
          </p:sp>
          <p:sp>
            <p:nvSpPr>
              <p:cNvPr id="302" name="Graphic 6">
                <a:extLst>
                  <a:ext uri="{FF2B5EF4-FFF2-40B4-BE49-F238E27FC236}">
                    <a16:creationId xmlns:a16="http://schemas.microsoft.com/office/drawing/2014/main" id="{E2AEE9ED-5F24-F8AF-D437-63611876F3A5}"/>
                  </a:ext>
                </a:extLst>
              </p:cNvPr>
              <p:cNvSpPr/>
              <p:nvPr/>
            </p:nvSpPr>
            <p:spPr>
              <a:xfrm>
                <a:off x="7319034" y="1149279"/>
                <a:ext cx="49202" cy="42134"/>
              </a:xfrm>
              <a:custGeom>
                <a:avLst/>
                <a:gdLst>
                  <a:gd name="connsiteX0" fmla="*/ 0 w 49202"/>
                  <a:gd name="connsiteY0" fmla="*/ 0 h 42134"/>
                  <a:gd name="connsiteX1" fmla="*/ 10863 w 49202"/>
                  <a:gd name="connsiteY1" fmla="*/ 29366 h 42134"/>
                  <a:gd name="connsiteX2" fmla="*/ 49202 w 49202"/>
                  <a:gd name="connsiteY2" fmla="*/ 42134 h 42134"/>
                  <a:gd name="connsiteX3" fmla="*/ 38978 w 49202"/>
                  <a:gd name="connsiteY3" fmla="*/ 14045 h 42134"/>
                  <a:gd name="connsiteX4" fmla="*/ 0 w 49202"/>
                  <a:gd name="connsiteY4" fmla="*/ 0 h 421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202" h="42134">
                    <a:moveTo>
                      <a:pt x="0" y="0"/>
                    </a:moveTo>
                    <a:cubicBezTo>
                      <a:pt x="0" y="7022"/>
                      <a:pt x="1917" y="19790"/>
                      <a:pt x="10863" y="29366"/>
                    </a:cubicBezTo>
                    <a:cubicBezTo>
                      <a:pt x="19170" y="38304"/>
                      <a:pt x="31950" y="42134"/>
                      <a:pt x="49202" y="42134"/>
                    </a:cubicBezTo>
                    <a:cubicBezTo>
                      <a:pt x="49202" y="35112"/>
                      <a:pt x="47286" y="23621"/>
                      <a:pt x="38978" y="14045"/>
                    </a:cubicBezTo>
                    <a:cubicBezTo>
                      <a:pt x="30032" y="5107"/>
                      <a:pt x="17253" y="0"/>
                      <a:pt x="0" y="0"/>
                    </a:cubicBezTo>
                  </a:path>
                </a:pathLst>
              </a:custGeom>
              <a:grpFill/>
              <a:ln w="6390" cap="flat">
                <a:noFill/>
                <a:prstDash val="solid"/>
                <a:miter/>
              </a:ln>
            </p:spPr>
            <p:txBody>
              <a:bodyPr rtlCol="0" anchor="ctr"/>
              <a:lstStyle/>
              <a:p>
                <a:endParaRPr lang="en-US"/>
              </a:p>
            </p:txBody>
          </p:sp>
        </p:grpSp>
      </p:grpSp>
      <p:grpSp>
        <p:nvGrpSpPr>
          <p:cNvPr id="303" name="Group 302">
            <a:extLst>
              <a:ext uri="{FF2B5EF4-FFF2-40B4-BE49-F238E27FC236}">
                <a16:creationId xmlns:a16="http://schemas.microsoft.com/office/drawing/2014/main" id="{85A9D317-9510-4D33-DC1E-5625730C616C}"/>
              </a:ext>
            </a:extLst>
          </p:cNvPr>
          <p:cNvGrpSpPr/>
          <p:nvPr/>
        </p:nvGrpSpPr>
        <p:grpSpPr>
          <a:xfrm>
            <a:off x="519536" y="5514636"/>
            <a:ext cx="3568601" cy="700521"/>
            <a:chOff x="531442" y="5769828"/>
            <a:chExt cx="3568601" cy="700521"/>
          </a:xfrm>
        </p:grpSpPr>
        <p:sp>
          <p:nvSpPr>
            <p:cNvPr id="304" name="TextBox 303">
              <a:extLst>
                <a:ext uri="{FF2B5EF4-FFF2-40B4-BE49-F238E27FC236}">
                  <a16:creationId xmlns:a16="http://schemas.microsoft.com/office/drawing/2014/main" id="{A0A194D4-8E1A-1C77-0C9E-7A6A3123A22F}"/>
                </a:ext>
              </a:extLst>
            </p:cNvPr>
            <p:cNvSpPr txBox="1"/>
            <p:nvPr/>
          </p:nvSpPr>
          <p:spPr>
            <a:xfrm>
              <a:off x="1093038" y="5769828"/>
              <a:ext cx="3007005" cy="700192"/>
            </a:xfrm>
            <a:prstGeom prst="rect">
              <a:avLst/>
            </a:prstGeom>
            <a:noFill/>
          </p:spPr>
          <p:txBody>
            <a:bodyPr wrap="square" rtlCol="0">
              <a:spAutoFit/>
            </a:bodyPr>
            <a:lstStyle/>
            <a:p>
              <a:r>
                <a:rPr lang="en-US" sz="1300" b="1">
                  <a:solidFill>
                    <a:srgbClr val="007CB0"/>
                  </a:solidFill>
                  <a:latin typeface="Verdana" panose="020B0604030504040204" pitchFamily="34" charset="0"/>
                  <a:ea typeface="Verdana" panose="020B0604030504040204" pitchFamily="34" charset="0"/>
                </a:rPr>
                <a:t>Flood Control</a:t>
              </a:r>
            </a:p>
            <a:p>
              <a:pPr algn="just">
                <a:spcBef>
                  <a:spcPts val="300"/>
                </a:spcBef>
                <a:spcAft>
                  <a:spcPts val="300"/>
                </a:spcAft>
              </a:pPr>
              <a:r>
                <a:rPr lang="en-US" sz="1200">
                  <a:latin typeface="Verdana" panose="020B0604030504040204" pitchFamily="34" charset="0"/>
                  <a:ea typeface="Verdana" panose="020B0604030504040204" pitchFamily="34" charset="0"/>
                </a:rPr>
                <a:t>Enables Flood Control for Jharkhand and West Bengal</a:t>
              </a:r>
            </a:p>
          </p:txBody>
        </p:sp>
        <p:grpSp>
          <p:nvGrpSpPr>
            <p:cNvPr id="305" name="Group 304">
              <a:extLst>
                <a:ext uri="{FF2B5EF4-FFF2-40B4-BE49-F238E27FC236}">
                  <a16:creationId xmlns:a16="http://schemas.microsoft.com/office/drawing/2014/main" id="{8588C8BC-D4E0-0333-B78D-C3F2A2725E45}"/>
                </a:ext>
              </a:extLst>
            </p:cNvPr>
            <p:cNvGrpSpPr/>
            <p:nvPr/>
          </p:nvGrpSpPr>
          <p:grpSpPr>
            <a:xfrm>
              <a:off x="531442" y="5887149"/>
              <a:ext cx="583200" cy="583200"/>
              <a:chOff x="10073926" y="3653755"/>
              <a:chExt cx="444862" cy="408795"/>
            </a:xfrm>
          </p:grpSpPr>
          <p:sp>
            <p:nvSpPr>
              <p:cNvPr id="306" name="Oval 305">
                <a:extLst>
                  <a:ext uri="{FF2B5EF4-FFF2-40B4-BE49-F238E27FC236}">
                    <a16:creationId xmlns:a16="http://schemas.microsoft.com/office/drawing/2014/main" id="{8118037C-CC1B-F0FB-CD31-37C1425ADED6}"/>
                  </a:ext>
                </a:extLst>
              </p:cNvPr>
              <p:cNvSpPr/>
              <p:nvPr/>
            </p:nvSpPr>
            <p:spPr bwMode="gray">
              <a:xfrm>
                <a:off x="10073926" y="3653755"/>
                <a:ext cx="444862" cy="408795"/>
              </a:xfrm>
              <a:prstGeom prst="ellipse">
                <a:avLst/>
              </a:prstGeom>
              <a:solidFill>
                <a:schemeClr val="bg1"/>
              </a:solidFill>
              <a:ln w="19050" algn="ctr">
                <a:solidFill>
                  <a:srgbClr val="00A3E0"/>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00" b="1">
                  <a:solidFill>
                    <a:schemeClr val="bg1"/>
                  </a:solidFill>
                  <a:latin typeface="Verdana" panose="020B0604030504040204" pitchFamily="34" charset="0"/>
                  <a:ea typeface="Verdana" panose="020B0604030504040204" pitchFamily="34" charset="0"/>
                </a:endParaRPr>
              </a:p>
            </p:txBody>
          </p:sp>
          <p:pic>
            <p:nvPicPr>
              <p:cNvPr id="307" name="Graphic 306" descr="Wave with solid fill">
                <a:extLst>
                  <a:ext uri="{FF2B5EF4-FFF2-40B4-BE49-F238E27FC236}">
                    <a16:creationId xmlns:a16="http://schemas.microsoft.com/office/drawing/2014/main" id="{D3488CAD-1F56-2E33-95D0-016F4B2C7844}"/>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10126365" y="3701942"/>
                <a:ext cx="339985" cy="312421"/>
              </a:xfrm>
              <a:prstGeom prst="rect">
                <a:avLst/>
              </a:prstGeom>
            </p:spPr>
          </p:pic>
        </p:grpSp>
      </p:grpSp>
      <p:graphicFrame>
        <p:nvGraphicFramePr>
          <p:cNvPr id="261" name="Chart 260">
            <a:extLst>
              <a:ext uri="{FF2B5EF4-FFF2-40B4-BE49-F238E27FC236}">
                <a16:creationId xmlns:a16="http://schemas.microsoft.com/office/drawing/2014/main" id="{CA1A3A83-3240-0840-698D-DB883F6283DF}"/>
              </a:ext>
            </a:extLst>
          </p:cNvPr>
          <p:cNvGraphicFramePr/>
          <p:nvPr>
            <p:custDataLst>
              <p:tags r:id="rId2"/>
            </p:custDataLst>
            <p:extLst>
              <p:ext uri="{D42A27DB-BD31-4B8C-83A1-F6EECF244321}">
                <p14:modId xmlns:p14="http://schemas.microsoft.com/office/powerpoint/2010/main" val="2124147764"/>
              </p:ext>
            </p:extLst>
          </p:nvPr>
        </p:nvGraphicFramePr>
        <p:xfrm>
          <a:off x="9258300" y="1928813"/>
          <a:ext cx="2689225" cy="2190750"/>
        </p:xfrm>
        <a:graphic>
          <a:graphicData uri="http://schemas.openxmlformats.org/drawingml/2006/chart">
            <c:chart xmlns:c="http://schemas.openxmlformats.org/drawingml/2006/chart" xmlns:r="http://schemas.openxmlformats.org/officeDocument/2006/relationships" r:id="rId22"/>
          </a:graphicData>
        </a:graphic>
      </p:graphicFrame>
      <p:sp>
        <p:nvSpPr>
          <p:cNvPr id="111" name="Text Placeholder 18">
            <a:extLst>
              <a:ext uri="{FF2B5EF4-FFF2-40B4-BE49-F238E27FC236}">
                <a16:creationId xmlns:a16="http://schemas.microsoft.com/office/drawing/2014/main" id="{6020EBF4-FF7A-1008-C551-ACA194D6FC17}"/>
              </a:ext>
            </a:extLst>
          </p:cNvPr>
          <p:cNvSpPr>
            <a:spLocks noGrp="1"/>
          </p:cNvSpPr>
          <p:nvPr>
            <p:custDataLst>
              <p:tags r:id="rId3"/>
            </p:custDataLst>
          </p:nvPr>
        </p:nvSpPr>
        <p:spPr bwMode="gray">
          <a:xfrm>
            <a:off x="9856788" y="2886076"/>
            <a:ext cx="311150" cy="182563"/>
          </a:xfrm>
          <a:prstGeom prst="rect">
            <a:avLst/>
          </a:prstGeom>
          <a:solidFill>
            <a:srgbClr val="62B5E5"/>
          </a:solidFill>
          <a:ln>
            <a:noFill/>
          </a:ln>
          <a:effectLst/>
        </p:spPr>
        <p:txBody>
          <a:bodyPr vert="horz" wrap="none" lIns="25400" tIns="0" rIns="25400" bIns="0" rtlCol="0" anchor="ctr">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lvl="0" algn="ctr">
              <a:spcBef>
                <a:spcPct val="0"/>
              </a:spcBef>
              <a:spcAft>
                <a:spcPct val="0"/>
              </a:spcAft>
            </a:pPr>
            <a:fld id="{3726F2A9-8D2E-4C59-BB1A-3297705E9F50}" type="datetime'''''''''''''''''''''''1''%'''''">
              <a:rPr lang="en-US" altLang="en-US" sz="1200" smtClean="0">
                <a:effectLst/>
                <a:latin typeface="Verdana" panose="020B0604030504040204" pitchFamily="34" charset="0"/>
                <a:ea typeface="Verdana" panose="020B0604030504040204" pitchFamily="34" charset="0"/>
                <a:sym typeface="Verdana" panose="020B0604030504040204" pitchFamily="34" charset="0"/>
              </a:rPr>
              <a:pPr lvl="0" algn="ctr">
                <a:spcBef>
                  <a:spcPct val="0"/>
                </a:spcBef>
                <a:spcAft>
                  <a:spcPct val="0"/>
                </a:spcAft>
              </a:pPr>
              <a:t>1%</a:t>
            </a:fld>
            <a:endParaRPr lang="en-US" sz="1200" noProof="0">
              <a:latin typeface="Verdana" panose="020B0604030504040204" pitchFamily="34" charset="0"/>
              <a:ea typeface="Verdana" panose="020B0604030504040204" pitchFamily="34" charset="0"/>
              <a:sym typeface="Verdana" panose="020B0604030504040204" pitchFamily="34" charset="0"/>
            </a:endParaRPr>
          </a:p>
        </p:txBody>
      </p:sp>
      <p:sp>
        <p:nvSpPr>
          <p:cNvPr id="112" name="Text Placeholder 18">
            <a:extLst>
              <a:ext uri="{FF2B5EF4-FFF2-40B4-BE49-F238E27FC236}">
                <a16:creationId xmlns:a16="http://schemas.microsoft.com/office/drawing/2014/main" id="{9AF66440-1426-D64D-45D3-6675A53CC4EB}"/>
              </a:ext>
            </a:extLst>
          </p:cNvPr>
          <p:cNvSpPr>
            <a:spLocks noGrp="1"/>
          </p:cNvSpPr>
          <p:nvPr>
            <p:custDataLst>
              <p:tags r:id="rId4"/>
            </p:custDataLst>
          </p:nvPr>
        </p:nvSpPr>
        <p:spPr bwMode="gray">
          <a:xfrm>
            <a:off x="10142538" y="2824164"/>
            <a:ext cx="311150" cy="182563"/>
          </a:xfrm>
          <a:prstGeom prst="rect">
            <a:avLst/>
          </a:prstGeom>
          <a:solidFill>
            <a:srgbClr val="012169"/>
          </a:solidFill>
          <a:ln>
            <a:noFill/>
          </a:ln>
          <a:effectLst/>
        </p:spPr>
        <p:txBody>
          <a:bodyPr vert="horz" wrap="none" lIns="25400" tIns="0" rIns="25400" bIns="0" rtlCol="0" anchor="ctr">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lvl="0" algn="ctr">
              <a:spcBef>
                <a:spcPct val="0"/>
              </a:spcBef>
              <a:spcAft>
                <a:spcPct val="0"/>
              </a:spcAft>
            </a:pPr>
            <a:fld id="{418E7920-31AC-4170-B301-8AE7EB66B1F7}" type="datetime'''''''''''''''''''''''''''''''''''''7''''''%'''''">
              <a:rPr lang="en-US" altLang="en-US" sz="1200" smtClean="0">
                <a:solidFill>
                  <a:schemeClr val="bg1"/>
                </a:solidFill>
                <a:effectLst/>
                <a:latin typeface="Verdana" panose="020B0604030504040204" pitchFamily="34" charset="0"/>
                <a:ea typeface="Verdana" panose="020B0604030504040204" pitchFamily="34" charset="0"/>
                <a:sym typeface="Verdana" panose="020B0604030504040204" pitchFamily="34" charset="0"/>
              </a:rPr>
              <a:pPr lvl="0" algn="ctr">
                <a:spcBef>
                  <a:spcPct val="0"/>
                </a:spcBef>
                <a:spcAft>
                  <a:spcPct val="0"/>
                </a:spcAft>
              </a:pPr>
              <a:t>7%</a:t>
            </a:fld>
            <a:endParaRPr lang="en-US" sz="1200" noProof="0">
              <a:solidFill>
                <a:schemeClr val="bg1"/>
              </a:solidFill>
              <a:latin typeface="Verdana" panose="020B0604030504040204" pitchFamily="34" charset="0"/>
              <a:ea typeface="Verdana" panose="020B0604030504040204" pitchFamily="34" charset="0"/>
              <a:sym typeface="Verdana" panose="020B0604030504040204" pitchFamily="34" charset="0"/>
            </a:endParaRPr>
          </a:p>
        </p:txBody>
      </p:sp>
      <p:sp>
        <p:nvSpPr>
          <p:cNvPr id="55" name="TextBox 54">
            <a:extLst>
              <a:ext uri="{FF2B5EF4-FFF2-40B4-BE49-F238E27FC236}">
                <a16:creationId xmlns:a16="http://schemas.microsoft.com/office/drawing/2014/main" id="{097F9A83-05F6-EDB2-11D5-AFFAEC87D84E}"/>
              </a:ext>
            </a:extLst>
          </p:cNvPr>
          <p:cNvSpPr txBox="1"/>
          <p:nvPr/>
        </p:nvSpPr>
        <p:spPr>
          <a:xfrm>
            <a:off x="9904916" y="3797990"/>
            <a:ext cx="1434092" cy="276999"/>
          </a:xfrm>
          <a:prstGeom prst="rect">
            <a:avLst/>
          </a:prstGeom>
          <a:noFill/>
        </p:spPr>
        <p:txBody>
          <a:bodyPr wrap="square">
            <a:spAutoFit/>
          </a:bodyPr>
          <a:lstStyle/>
          <a:p>
            <a:pPr algn="ctr"/>
            <a:r>
              <a:rPr lang="en-US" sz="1200" b="1">
                <a:solidFill>
                  <a:prstClr val="black"/>
                </a:solidFill>
                <a:latin typeface="Verdana" panose="020B0604030504040204" pitchFamily="34" charset="0"/>
                <a:ea typeface="Verdana" panose="020B0604030504040204" pitchFamily="34" charset="0"/>
                <a:cs typeface="Arial" panose="020B0604020202020204" pitchFamily="34" charset="0"/>
              </a:rPr>
              <a:t>Jharkhand</a:t>
            </a:r>
          </a:p>
        </p:txBody>
      </p:sp>
      <p:sp>
        <p:nvSpPr>
          <p:cNvPr id="56" name="TextBox 55">
            <a:extLst>
              <a:ext uri="{FF2B5EF4-FFF2-40B4-BE49-F238E27FC236}">
                <a16:creationId xmlns:a16="http://schemas.microsoft.com/office/drawing/2014/main" id="{DA36C8DB-E3CE-F13E-8A75-601BD8104CD3}"/>
              </a:ext>
            </a:extLst>
          </p:cNvPr>
          <p:cNvSpPr txBox="1"/>
          <p:nvPr/>
        </p:nvSpPr>
        <p:spPr>
          <a:xfrm>
            <a:off x="8098341" y="3815566"/>
            <a:ext cx="1434092" cy="276999"/>
          </a:xfrm>
          <a:prstGeom prst="rect">
            <a:avLst/>
          </a:prstGeom>
          <a:noFill/>
        </p:spPr>
        <p:txBody>
          <a:bodyPr wrap="square">
            <a:spAutoFit/>
          </a:bodyPr>
          <a:lstStyle/>
          <a:p>
            <a:pPr algn="ctr"/>
            <a:r>
              <a:rPr lang="en-US" sz="1200" b="1">
                <a:solidFill>
                  <a:prstClr val="black"/>
                </a:solidFill>
                <a:latin typeface="Verdana" panose="020B0604030504040204" pitchFamily="34" charset="0"/>
                <a:ea typeface="Verdana" panose="020B0604030504040204" pitchFamily="34" charset="0"/>
                <a:cs typeface="Arial" panose="020B0604020202020204" pitchFamily="34" charset="0"/>
              </a:rPr>
              <a:t>West Bengal</a:t>
            </a:r>
          </a:p>
        </p:txBody>
      </p:sp>
      <p:sp>
        <p:nvSpPr>
          <p:cNvPr id="106" name="Rectangle 105">
            <a:extLst>
              <a:ext uri="{FF2B5EF4-FFF2-40B4-BE49-F238E27FC236}">
                <a16:creationId xmlns:a16="http://schemas.microsoft.com/office/drawing/2014/main" id="{57609278-B683-04DE-0116-652EEBD2C1AA}"/>
              </a:ext>
            </a:extLst>
          </p:cNvPr>
          <p:cNvSpPr/>
          <p:nvPr>
            <p:custDataLst>
              <p:tags r:id="rId5"/>
            </p:custDataLst>
          </p:nvPr>
        </p:nvSpPr>
        <p:spPr bwMode="auto">
          <a:xfrm>
            <a:off x="8223250" y="4197350"/>
            <a:ext cx="196850" cy="147638"/>
          </a:xfrm>
          <a:prstGeom prst="rect">
            <a:avLst/>
          </a:prstGeom>
          <a:solidFill>
            <a:srgbClr val="86BC25"/>
          </a:solidFill>
          <a:ln w="19050" algn="ctr">
            <a:noFill/>
            <a:miter lim="800000"/>
            <a:headEnd/>
            <a:tailEnd/>
          </a:ln>
          <a:effectLst/>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64" name="Rectangle 63">
            <a:extLst>
              <a:ext uri="{FF2B5EF4-FFF2-40B4-BE49-F238E27FC236}">
                <a16:creationId xmlns:a16="http://schemas.microsoft.com/office/drawing/2014/main" id="{095FCE27-D81A-8C5E-D893-4D4CAE43B627}"/>
              </a:ext>
            </a:extLst>
          </p:cNvPr>
          <p:cNvSpPr/>
          <p:nvPr>
            <p:custDataLst>
              <p:tags r:id="rId6"/>
            </p:custDataLst>
          </p:nvPr>
        </p:nvSpPr>
        <p:spPr bwMode="auto">
          <a:xfrm>
            <a:off x="8991600" y="4197350"/>
            <a:ext cx="196850" cy="147638"/>
          </a:xfrm>
          <a:prstGeom prst="rect">
            <a:avLst/>
          </a:prstGeom>
          <a:solidFill>
            <a:srgbClr val="046A38"/>
          </a:solidFill>
          <a:ln w="19050" algn="ctr">
            <a:noFill/>
            <a:miter lim="800000"/>
            <a:headEnd/>
            <a:tailEnd/>
          </a:ln>
          <a:effectLst/>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14" name="Rectangle 113">
            <a:extLst>
              <a:ext uri="{FF2B5EF4-FFF2-40B4-BE49-F238E27FC236}">
                <a16:creationId xmlns:a16="http://schemas.microsoft.com/office/drawing/2014/main" id="{E81192DA-2298-F931-DA30-E1349D5CAE81}"/>
              </a:ext>
            </a:extLst>
          </p:cNvPr>
          <p:cNvSpPr/>
          <p:nvPr>
            <p:custDataLst>
              <p:tags r:id="rId7"/>
            </p:custDataLst>
          </p:nvPr>
        </p:nvSpPr>
        <p:spPr bwMode="auto">
          <a:xfrm>
            <a:off x="9759950" y="4197350"/>
            <a:ext cx="196850" cy="147638"/>
          </a:xfrm>
          <a:prstGeom prst="rect">
            <a:avLst/>
          </a:prstGeom>
          <a:solidFill>
            <a:srgbClr val="62B5E5"/>
          </a:solidFill>
          <a:ln w="19050" algn="ctr">
            <a:noFill/>
            <a:miter lim="800000"/>
            <a:headEnd/>
            <a:tailEnd/>
          </a:ln>
          <a:effectLst/>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66" name="Rectangle 65">
            <a:extLst>
              <a:ext uri="{FF2B5EF4-FFF2-40B4-BE49-F238E27FC236}">
                <a16:creationId xmlns:a16="http://schemas.microsoft.com/office/drawing/2014/main" id="{353B20C7-D1BD-CD2F-3EB6-B6A2A360280F}"/>
              </a:ext>
            </a:extLst>
          </p:cNvPr>
          <p:cNvSpPr/>
          <p:nvPr>
            <p:custDataLst>
              <p:tags r:id="rId8"/>
            </p:custDataLst>
          </p:nvPr>
        </p:nvSpPr>
        <p:spPr bwMode="auto">
          <a:xfrm>
            <a:off x="10617200" y="4197350"/>
            <a:ext cx="196850" cy="147638"/>
          </a:xfrm>
          <a:prstGeom prst="rect">
            <a:avLst/>
          </a:prstGeom>
          <a:solidFill>
            <a:srgbClr val="012169"/>
          </a:solidFill>
          <a:ln w="19050" algn="ctr">
            <a:noFill/>
            <a:miter lim="800000"/>
            <a:headEnd/>
            <a:tailEnd/>
          </a:ln>
          <a:effectLst/>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03" name="Text Placeholder 18">
            <a:extLst>
              <a:ext uri="{FF2B5EF4-FFF2-40B4-BE49-F238E27FC236}">
                <a16:creationId xmlns:a16="http://schemas.microsoft.com/office/drawing/2014/main" id="{1879CE56-0756-6C4D-CD70-EA6918CBC904}"/>
              </a:ext>
            </a:extLst>
          </p:cNvPr>
          <p:cNvSpPr>
            <a:spLocks noGrp="1"/>
          </p:cNvSpPr>
          <p:nvPr>
            <p:custDataLst>
              <p:tags r:id="rId9"/>
            </p:custDataLst>
          </p:nvPr>
        </p:nvSpPr>
        <p:spPr bwMode="auto">
          <a:xfrm>
            <a:off x="8470900" y="4192588"/>
            <a:ext cx="419100" cy="1682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lvl="0">
              <a:spcBef>
                <a:spcPct val="0"/>
              </a:spcBef>
              <a:spcAft>
                <a:spcPct val="0"/>
              </a:spcAft>
            </a:pPr>
            <a:fld id="{5F939326-4C18-4418-B08B-038B24752E1A}" type="datetime'1''''1'''''''''''''''''''''''' ''''KV'''''''''''''''''''''''">
              <a:rPr lang="en-US" altLang="en-US" sz="1100" smtClean="0">
                <a:latin typeface="Verdana" panose="020B0604030504040204" pitchFamily="34" charset="0"/>
                <a:ea typeface="Verdana" panose="020B0604030504040204" pitchFamily="34" charset="0"/>
              </a:rPr>
              <a:pPr lvl="0">
                <a:spcBef>
                  <a:spcPct val="0"/>
                </a:spcBef>
                <a:spcAft>
                  <a:spcPct val="0"/>
                </a:spcAft>
              </a:pPr>
              <a:t>11 KV</a:t>
            </a:fld>
            <a:endParaRPr lang="en-US" sz="1100" noProof="0">
              <a:latin typeface="Verdana" panose="020B0604030504040204" pitchFamily="34" charset="0"/>
              <a:ea typeface="Verdana" panose="020B0604030504040204" pitchFamily="34" charset="0"/>
              <a:sym typeface="Verdana" panose="020B0604030504040204" pitchFamily="34" charset="0"/>
            </a:endParaRPr>
          </a:p>
        </p:txBody>
      </p:sp>
      <p:sp>
        <p:nvSpPr>
          <p:cNvPr id="58" name="Text Placeholder 18">
            <a:extLst>
              <a:ext uri="{FF2B5EF4-FFF2-40B4-BE49-F238E27FC236}">
                <a16:creationId xmlns:a16="http://schemas.microsoft.com/office/drawing/2014/main" id="{D9C1A77C-D1E2-71A6-DC86-737921262BFB}"/>
              </a:ext>
            </a:extLst>
          </p:cNvPr>
          <p:cNvSpPr>
            <a:spLocks noGrp="1"/>
          </p:cNvSpPr>
          <p:nvPr>
            <p:custDataLst>
              <p:tags r:id="rId10"/>
            </p:custDataLst>
          </p:nvPr>
        </p:nvSpPr>
        <p:spPr bwMode="auto">
          <a:xfrm>
            <a:off x="9239250" y="4192588"/>
            <a:ext cx="419100" cy="1682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lvl="0">
              <a:spcBef>
                <a:spcPct val="0"/>
              </a:spcBef>
              <a:spcAft>
                <a:spcPct val="0"/>
              </a:spcAft>
            </a:pPr>
            <a:fld id="{F9ACDF65-585C-41DE-AD36-3E6FD37CC3EF}" type="datetime'''3''3'''''''''''''''''' ''''''''''''''KV'">
              <a:rPr lang="en-US" altLang="en-US" sz="1100" smtClean="0">
                <a:latin typeface="Verdana" panose="020B0604030504040204" pitchFamily="34" charset="0"/>
                <a:ea typeface="Verdana" panose="020B0604030504040204" pitchFamily="34" charset="0"/>
              </a:rPr>
              <a:pPr lvl="0">
                <a:spcBef>
                  <a:spcPct val="0"/>
                </a:spcBef>
                <a:spcAft>
                  <a:spcPct val="0"/>
                </a:spcAft>
              </a:pPr>
              <a:t>33 KV</a:t>
            </a:fld>
            <a:endParaRPr lang="en-US" sz="1100" noProof="0">
              <a:latin typeface="Verdana" panose="020B0604030504040204" pitchFamily="34" charset="0"/>
              <a:ea typeface="Verdana" panose="020B0604030504040204" pitchFamily="34" charset="0"/>
              <a:sym typeface="Verdana" panose="020B0604030504040204" pitchFamily="34" charset="0"/>
            </a:endParaRPr>
          </a:p>
        </p:txBody>
      </p:sp>
      <p:sp>
        <p:nvSpPr>
          <p:cNvPr id="109" name="Text Placeholder 18">
            <a:extLst>
              <a:ext uri="{FF2B5EF4-FFF2-40B4-BE49-F238E27FC236}">
                <a16:creationId xmlns:a16="http://schemas.microsoft.com/office/drawing/2014/main" id="{F9770DBA-E0C7-B9AD-4EE3-8B6C9F10A7EE}"/>
              </a:ext>
            </a:extLst>
          </p:cNvPr>
          <p:cNvSpPr>
            <a:spLocks noGrp="1"/>
          </p:cNvSpPr>
          <p:nvPr>
            <p:custDataLst>
              <p:tags r:id="rId11"/>
            </p:custDataLst>
          </p:nvPr>
        </p:nvSpPr>
        <p:spPr bwMode="auto">
          <a:xfrm>
            <a:off x="10007600" y="4192588"/>
            <a:ext cx="508000" cy="1682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lvl="0">
              <a:spcBef>
                <a:spcPct val="0"/>
              </a:spcBef>
              <a:spcAft>
                <a:spcPct val="0"/>
              </a:spcAft>
            </a:pPr>
            <a:fld id="{8452DBBB-382C-4919-8143-738244CE6313}" type="datetime'220'''''''''''''' ''K''''''''''''''''''''''''V'''''">
              <a:rPr lang="en-US" altLang="en-US" sz="1100" smtClean="0">
                <a:latin typeface="Verdana" panose="020B0604030504040204" pitchFamily="34" charset="0"/>
                <a:ea typeface="Verdana" panose="020B0604030504040204" pitchFamily="34" charset="0"/>
              </a:rPr>
              <a:pPr lvl="0">
                <a:spcBef>
                  <a:spcPct val="0"/>
                </a:spcBef>
                <a:spcAft>
                  <a:spcPct val="0"/>
                </a:spcAft>
              </a:pPr>
              <a:t>220 KV</a:t>
            </a:fld>
            <a:endParaRPr lang="en-US" sz="1100" noProof="0">
              <a:latin typeface="Verdana" panose="020B0604030504040204" pitchFamily="34" charset="0"/>
              <a:ea typeface="Verdana" panose="020B0604030504040204" pitchFamily="34" charset="0"/>
              <a:sym typeface="Verdana" panose="020B0604030504040204" pitchFamily="34" charset="0"/>
            </a:endParaRPr>
          </a:p>
        </p:txBody>
      </p:sp>
      <p:sp>
        <p:nvSpPr>
          <p:cNvPr id="60" name="Text Placeholder 18">
            <a:extLst>
              <a:ext uri="{FF2B5EF4-FFF2-40B4-BE49-F238E27FC236}">
                <a16:creationId xmlns:a16="http://schemas.microsoft.com/office/drawing/2014/main" id="{160C69F2-0B85-EE25-3BB8-CF80F09B2EDC}"/>
              </a:ext>
            </a:extLst>
          </p:cNvPr>
          <p:cNvSpPr>
            <a:spLocks noGrp="1"/>
          </p:cNvSpPr>
          <p:nvPr>
            <p:custDataLst>
              <p:tags r:id="rId12"/>
            </p:custDataLst>
          </p:nvPr>
        </p:nvSpPr>
        <p:spPr bwMode="auto">
          <a:xfrm>
            <a:off x="10864850" y="4192588"/>
            <a:ext cx="508000" cy="1682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lvl="0">
              <a:spcBef>
                <a:spcPct val="0"/>
              </a:spcBef>
              <a:spcAft>
                <a:spcPct val="0"/>
              </a:spcAft>
            </a:pPr>
            <a:fld id="{16F36CB7-C700-43F2-83F0-ACF3B96D37BE}" type="datetime'''1''32'''''''''' ''''''''''''''''''''''''''K''V'">
              <a:rPr lang="en-US" altLang="en-US" sz="1100" smtClean="0">
                <a:latin typeface="Verdana" panose="020B0604030504040204" pitchFamily="34" charset="0"/>
                <a:ea typeface="Verdana" panose="020B0604030504040204" pitchFamily="34" charset="0"/>
              </a:rPr>
              <a:pPr lvl="0">
                <a:spcBef>
                  <a:spcPct val="0"/>
                </a:spcBef>
                <a:spcAft>
                  <a:spcPct val="0"/>
                </a:spcAft>
              </a:pPr>
              <a:t>132 KV</a:t>
            </a:fld>
            <a:endParaRPr lang="en-US" sz="1100" noProof="0">
              <a:latin typeface="Verdana" panose="020B0604030504040204" pitchFamily="34" charset="0"/>
              <a:ea typeface="Verdana" panose="020B0604030504040204" pitchFamily="34" charset="0"/>
              <a:sym typeface="Verdana" panose="020B0604030504040204" pitchFamily="34" charset="0"/>
            </a:endParaRPr>
          </a:p>
        </p:txBody>
      </p:sp>
      <p:sp>
        <p:nvSpPr>
          <p:cNvPr id="79" name="TextBox 78">
            <a:extLst>
              <a:ext uri="{FF2B5EF4-FFF2-40B4-BE49-F238E27FC236}">
                <a16:creationId xmlns:a16="http://schemas.microsoft.com/office/drawing/2014/main" id="{ACDA9E85-B2F4-EEFB-0738-B823726A11BF}"/>
              </a:ext>
            </a:extLst>
          </p:cNvPr>
          <p:cNvSpPr txBox="1"/>
          <p:nvPr/>
        </p:nvSpPr>
        <p:spPr>
          <a:xfrm>
            <a:off x="10454326" y="2972447"/>
            <a:ext cx="525635" cy="276999"/>
          </a:xfrm>
          <a:prstGeom prst="rect">
            <a:avLst/>
          </a:prstGeom>
          <a:noFill/>
        </p:spPr>
        <p:txBody>
          <a:bodyPr wrap="square" lIns="0" tIns="0" rIns="0" bIns="0" rtlCol="0">
            <a:spAutoFit/>
          </a:bodyPr>
          <a:lstStyle/>
          <a:p>
            <a:pPr>
              <a:spcBef>
                <a:spcPts val="600"/>
              </a:spcBef>
              <a:buSzPct val="100000"/>
            </a:pPr>
            <a:r>
              <a:rPr lang="en-US" b="1"/>
              <a:t>215</a:t>
            </a:r>
          </a:p>
        </p:txBody>
      </p:sp>
      <p:graphicFrame>
        <p:nvGraphicFramePr>
          <p:cNvPr id="326" name="Chart 325">
            <a:extLst>
              <a:ext uri="{FF2B5EF4-FFF2-40B4-BE49-F238E27FC236}">
                <a16:creationId xmlns:a16="http://schemas.microsoft.com/office/drawing/2014/main" id="{AC22DE19-818E-5ACF-D559-DF5CE2A6AB91}"/>
              </a:ext>
            </a:extLst>
          </p:cNvPr>
          <p:cNvGraphicFramePr/>
          <p:nvPr>
            <p:custDataLst>
              <p:tags r:id="rId13"/>
            </p:custDataLst>
            <p:extLst>
              <p:ext uri="{D42A27DB-BD31-4B8C-83A1-F6EECF244321}">
                <p14:modId xmlns:p14="http://schemas.microsoft.com/office/powerpoint/2010/main" val="2000030411"/>
              </p:ext>
            </p:extLst>
          </p:nvPr>
        </p:nvGraphicFramePr>
        <p:xfrm>
          <a:off x="7518400" y="1928813"/>
          <a:ext cx="2689225" cy="2190750"/>
        </p:xfrm>
        <a:graphic>
          <a:graphicData uri="http://schemas.openxmlformats.org/drawingml/2006/chart">
            <c:chart xmlns:c="http://schemas.openxmlformats.org/drawingml/2006/chart" xmlns:r="http://schemas.openxmlformats.org/officeDocument/2006/relationships" r:id="rId23"/>
          </a:graphicData>
        </a:graphic>
      </p:graphicFrame>
      <p:sp>
        <p:nvSpPr>
          <p:cNvPr id="316" name="Text Placeholder 18">
            <a:extLst>
              <a:ext uri="{FF2B5EF4-FFF2-40B4-BE49-F238E27FC236}">
                <a16:creationId xmlns:a16="http://schemas.microsoft.com/office/drawing/2014/main" id="{01590FE2-5A69-CF2F-E594-9EB5233C7F6B}"/>
              </a:ext>
            </a:extLst>
          </p:cNvPr>
          <p:cNvSpPr>
            <a:spLocks noGrp="1"/>
          </p:cNvSpPr>
          <p:nvPr>
            <p:custDataLst>
              <p:tags r:id="rId14"/>
            </p:custDataLst>
          </p:nvPr>
        </p:nvSpPr>
        <p:spPr bwMode="gray">
          <a:xfrm>
            <a:off x="8759825" y="2314576"/>
            <a:ext cx="311150" cy="182563"/>
          </a:xfrm>
          <a:prstGeom prst="rect">
            <a:avLst/>
          </a:prstGeom>
          <a:solidFill>
            <a:srgbClr val="62B5E5"/>
          </a:solidFill>
          <a:ln>
            <a:noFill/>
          </a:ln>
          <a:effectLst/>
        </p:spPr>
        <p:txBody>
          <a:bodyPr vert="horz" wrap="none" lIns="25400" tIns="0" rIns="25400" bIns="0" rtlCol="0" anchor="ctr">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lvl="0" algn="ctr">
              <a:spcBef>
                <a:spcPct val="0"/>
              </a:spcBef>
              <a:spcAft>
                <a:spcPct val="0"/>
              </a:spcAft>
            </a:pPr>
            <a:fld id="{977BB0B5-E8B0-44E4-9E5E-0234CB7EE1E8}" type="datetime'''''''''3''''''''''''''''''''''''''''''%'''''''''''">
              <a:rPr lang="en-US" altLang="en-US" sz="1200" smtClean="0">
                <a:effectLst/>
                <a:latin typeface="Verdana" panose="020B0604030504040204" pitchFamily="34" charset="0"/>
                <a:ea typeface="Verdana" panose="020B0604030504040204" pitchFamily="34" charset="0"/>
                <a:sym typeface="Verdana" panose="020B0604030504040204" pitchFamily="34" charset="0"/>
              </a:rPr>
              <a:pPr lvl="0" algn="ctr">
                <a:spcBef>
                  <a:spcPct val="0"/>
                </a:spcBef>
                <a:spcAft>
                  <a:spcPct val="0"/>
                </a:spcAft>
              </a:pPr>
              <a:t>3%</a:t>
            </a:fld>
            <a:endParaRPr lang="en-US" sz="1200" noProof="0">
              <a:latin typeface="Verdana" panose="020B0604030504040204" pitchFamily="34" charset="0"/>
              <a:ea typeface="Verdana" panose="020B0604030504040204" pitchFamily="34" charset="0"/>
              <a:sym typeface="Verdana" panose="020B0604030504040204" pitchFamily="34" charset="0"/>
            </a:endParaRPr>
          </a:p>
        </p:txBody>
      </p:sp>
      <p:sp>
        <p:nvSpPr>
          <p:cNvPr id="317" name="Text Placeholder 18">
            <a:extLst>
              <a:ext uri="{FF2B5EF4-FFF2-40B4-BE49-F238E27FC236}">
                <a16:creationId xmlns:a16="http://schemas.microsoft.com/office/drawing/2014/main" id="{89744F27-7EAC-84F4-FE0B-261FBDC2CA52}"/>
              </a:ext>
            </a:extLst>
          </p:cNvPr>
          <p:cNvSpPr>
            <a:spLocks noGrp="1"/>
          </p:cNvSpPr>
          <p:nvPr>
            <p:custDataLst>
              <p:tags r:id="rId15"/>
            </p:custDataLst>
          </p:nvPr>
        </p:nvSpPr>
        <p:spPr bwMode="gray">
          <a:xfrm>
            <a:off x="9053513" y="2566989"/>
            <a:ext cx="407988" cy="182563"/>
          </a:xfrm>
          <a:prstGeom prst="rect">
            <a:avLst/>
          </a:prstGeom>
          <a:solidFill>
            <a:srgbClr val="012169"/>
          </a:solidFill>
          <a:ln>
            <a:noFill/>
          </a:ln>
          <a:effectLst/>
        </p:spPr>
        <p:txBody>
          <a:bodyPr vert="horz" wrap="none" lIns="25400" tIns="0" rIns="25400" bIns="0" rtlCol="0" anchor="ctr">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lvl="0" algn="ctr">
              <a:spcBef>
                <a:spcPct val="0"/>
              </a:spcBef>
              <a:spcAft>
                <a:spcPct val="0"/>
              </a:spcAft>
            </a:pPr>
            <a:fld id="{4672F5AC-7C85-421E-9779-47B539FECA58}" type="datetime'''''''''''''''2''''''''''''''''''''''''''''1''%'''''''''''">
              <a:rPr lang="en-US" altLang="en-US" sz="1200" smtClean="0">
                <a:solidFill>
                  <a:schemeClr val="bg1"/>
                </a:solidFill>
                <a:effectLst/>
                <a:latin typeface="Verdana" panose="020B0604030504040204" pitchFamily="34" charset="0"/>
                <a:ea typeface="Verdana" panose="020B0604030504040204" pitchFamily="34" charset="0"/>
                <a:sym typeface="Verdana" panose="020B0604030504040204" pitchFamily="34" charset="0"/>
              </a:rPr>
              <a:pPr lvl="0" algn="ctr">
                <a:spcBef>
                  <a:spcPct val="0"/>
                </a:spcBef>
                <a:spcAft>
                  <a:spcPct val="0"/>
                </a:spcAft>
              </a:pPr>
              <a:t>21%</a:t>
            </a:fld>
            <a:endParaRPr lang="en-US" sz="1200" noProof="0">
              <a:solidFill>
                <a:schemeClr val="bg1"/>
              </a:solidFill>
              <a:latin typeface="Verdana" panose="020B0604030504040204" pitchFamily="34" charset="0"/>
              <a:ea typeface="Verdana" panose="020B0604030504040204" pitchFamily="34" charset="0"/>
              <a:sym typeface="Verdana" panose="020B0604030504040204" pitchFamily="34" charset="0"/>
            </a:endParaRPr>
          </a:p>
        </p:txBody>
      </p:sp>
      <p:sp>
        <p:nvSpPr>
          <p:cNvPr id="323" name="TextBox 322">
            <a:extLst>
              <a:ext uri="{FF2B5EF4-FFF2-40B4-BE49-F238E27FC236}">
                <a16:creationId xmlns:a16="http://schemas.microsoft.com/office/drawing/2014/main" id="{B5F5BF19-5A15-24CC-6332-817ABAD2517D}"/>
              </a:ext>
            </a:extLst>
          </p:cNvPr>
          <p:cNvSpPr txBox="1"/>
          <p:nvPr/>
        </p:nvSpPr>
        <p:spPr>
          <a:xfrm>
            <a:off x="8642989" y="2904049"/>
            <a:ext cx="525635" cy="276999"/>
          </a:xfrm>
          <a:prstGeom prst="rect">
            <a:avLst/>
          </a:prstGeom>
          <a:noFill/>
        </p:spPr>
        <p:txBody>
          <a:bodyPr wrap="square" lIns="0" tIns="0" rIns="0" bIns="0" rtlCol="0">
            <a:spAutoFit/>
          </a:bodyPr>
          <a:lstStyle/>
          <a:p>
            <a:pPr>
              <a:spcBef>
                <a:spcPts val="600"/>
              </a:spcBef>
              <a:buSzPct val="100000"/>
            </a:pPr>
            <a:r>
              <a:rPr lang="en-US" b="1"/>
              <a:t>111</a:t>
            </a:r>
          </a:p>
        </p:txBody>
      </p:sp>
    </p:spTree>
    <p:extLst>
      <p:ext uri="{BB962C8B-B14F-4D97-AF65-F5344CB8AC3E}">
        <p14:creationId xmlns:p14="http://schemas.microsoft.com/office/powerpoint/2010/main" val="3523782250"/>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alpha val="18000"/>
          </a:schemeClr>
        </a:solidFill>
        <a:effectLst/>
      </p:bgPr>
    </p:bg>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85E75AA5-7793-42EB-A8A1-2973E74D202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10" name="Object 9" hidden="1">
                        <a:extLst>
                          <a:ext uri="{FF2B5EF4-FFF2-40B4-BE49-F238E27FC236}">
                            <a16:creationId xmlns:a16="http://schemas.microsoft.com/office/drawing/2014/main" id="{85E75AA5-7793-42EB-A8A1-2973E74D202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ext Placeholder 1"/>
          <p:cNvSpPr>
            <a:spLocks noGrp="1"/>
          </p:cNvSpPr>
          <p:nvPr>
            <p:ph type="body" sz="quarter" idx="13"/>
          </p:nvPr>
        </p:nvSpPr>
        <p:spPr>
          <a:xfrm>
            <a:off x="514664" y="651599"/>
            <a:ext cx="11456571" cy="283824"/>
          </a:xfrm>
        </p:spPr>
        <p:txBody>
          <a:bodyPr/>
          <a:lstStyle/>
          <a:p>
            <a:pPr algn="just"/>
            <a:r>
              <a:rPr lang="en-US" sz="1400">
                <a:solidFill>
                  <a:schemeClr val="tx1">
                    <a:lumMod val="65000"/>
                    <a:lumOff val="35000"/>
                  </a:schemeClr>
                </a:solidFill>
                <a:latin typeface="Arial" panose="020B0604020202020204" pitchFamily="34" charset="0"/>
                <a:cs typeface="Arial" panose="020B0604020202020204" pitchFamily="34" charset="0"/>
              </a:rPr>
              <a:t>Driving Innovation, Satisfaction, and Sustainable Growth Towards Achieving Strategic Goals</a:t>
            </a:r>
          </a:p>
        </p:txBody>
      </p:sp>
      <p:sp>
        <p:nvSpPr>
          <p:cNvPr id="6" name="Title 5"/>
          <p:cNvSpPr>
            <a:spLocks noGrp="1"/>
          </p:cNvSpPr>
          <p:nvPr>
            <p:ph type="title"/>
          </p:nvPr>
        </p:nvSpPr>
        <p:spPr/>
        <p:txBody>
          <a:bodyPr vert="horz"/>
          <a:lstStyle/>
          <a:p>
            <a:pPr>
              <a:tabLst>
                <a:tab pos="461963" algn="l"/>
              </a:tabLst>
            </a:pPr>
            <a:r>
              <a:rPr lang="en-US" sz="2000" b="1">
                <a:latin typeface="Arial" panose="020B0604020202020204" pitchFamily="34" charset="0"/>
                <a:cs typeface="Arial" panose="020B0604020202020204" pitchFamily="34" charset="0"/>
              </a:rPr>
              <a:t>Customer Centricity: The Key to DVC’s Future Success</a:t>
            </a:r>
            <a:endParaRPr lang="en-GB" sz="2000" b="1">
              <a:latin typeface="Arial" panose="020B0604020202020204" pitchFamily="34" charset="0"/>
              <a:cs typeface="Arial" panose="020B0604020202020204" pitchFamily="34" charset="0"/>
            </a:endParaRPr>
          </a:p>
        </p:txBody>
      </p:sp>
      <p:cxnSp>
        <p:nvCxnSpPr>
          <p:cNvPr id="42" name="Straight Connector 41">
            <a:extLst>
              <a:ext uri="{FF2B5EF4-FFF2-40B4-BE49-F238E27FC236}">
                <a16:creationId xmlns:a16="http://schemas.microsoft.com/office/drawing/2014/main" id="{C3307A9C-FA80-4775-B35A-1A643EF2A1BC}"/>
              </a:ext>
            </a:extLst>
          </p:cNvPr>
          <p:cNvCxnSpPr/>
          <p:nvPr/>
        </p:nvCxnSpPr>
        <p:spPr>
          <a:xfrm flipV="1">
            <a:off x="514664" y="910950"/>
            <a:ext cx="111960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9" name="object 9">
            <a:extLst>
              <a:ext uri="{FF2B5EF4-FFF2-40B4-BE49-F238E27FC236}">
                <a16:creationId xmlns:a16="http://schemas.microsoft.com/office/drawing/2014/main" id="{34552439-4CF3-70E0-8C9D-723D0A30EE0D}"/>
              </a:ext>
            </a:extLst>
          </p:cNvPr>
          <p:cNvSpPr/>
          <p:nvPr/>
        </p:nvSpPr>
        <p:spPr>
          <a:xfrm flipV="1">
            <a:off x="6278047" y="1964776"/>
            <a:ext cx="5010187" cy="129753"/>
          </a:xfrm>
          <a:custGeom>
            <a:avLst/>
            <a:gdLst/>
            <a:ahLst/>
            <a:cxnLst/>
            <a:rect l="l" t="t" r="r" b="b"/>
            <a:pathLst>
              <a:path w="9596120">
                <a:moveTo>
                  <a:pt x="0" y="0"/>
                </a:moveTo>
                <a:lnTo>
                  <a:pt x="9596031" y="0"/>
                </a:lnTo>
              </a:path>
            </a:pathLst>
          </a:custGeom>
          <a:ln w="12700">
            <a:solidFill>
              <a:schemeClr val="tx1"/>
            </a:solidFill>
            <a:prstDash val="dot"/>
          </a:ln>
        </p:spPr>
        <p:txBody>
          <a:bodyPr wrap="square" lIns="0" tIns="0" rIns="0" bIns="0" rtlCol="0"/>
          <a:lstStyle/>
          <a:p>
            <a:endParaRPr>
              <a:latin typeface="Aptos" panose="020B0004020202020204" pitchFamily="34" charset="0"/>
            </a:endParaRPr>
          </a:p>
        </p:txBody>
      </p:sp>
      <p:sp>
        <p:nvSpPr>
          <p:cNvPr id="33" name="object 9">
            <a:extLst>
              <a:ext uri="{FF2B5EF4-FFF2-40B4-BE49-F238E27FC236}">
                <a16:creationId xmlns:a16="http://schemas.microsoft.com/office/drawing/2014/main" id="{0D02F717-9A2A-4E3E-912E-53193AE13795}"/>
              </a:ext>
            </a:extLst>
          </p:cNvPr>
          <p:cNvSpPr/>
          <p:nvPr/>
        </p:nvSpPr>
        <p:spPr>
          <a:xfrm flipV="1">
            <a:off x="914400" y="1950456"/>
            <a:ext cx="4232681" cy="350517"/>
          </a:xfrm>
          <a:custGeom>
            <a:avLst/>
            <a:gdLst/>
            <a:ahLst/>
            <a:cxnLst/>
            <a:rect l="l" t="t" r="r" b="b"/>
            <a:pathLst>
              <a:path w="9596120">
                <a:moveTo>
                  <a:pt x="0" y="0"/>
                </a:moveTo>
                <a:lnTo>
                  <a:pt x="9596031" y="0"/>
                </a:lnTo>
              </a:path>
            </a:pathLst>
          </a:custGeom>
          <a:ln w="12700">
            <a:solidFill>
              <a:schemeClr val="tx1"/>
            </a:solidFill>
            <a:prstDash val="dot"/>
          </a:ln>
        </p:spPr>
        <p:txBody>
          <a:bodyPr wrap="square" lIns="0" tIns="0" rIns="0" bIns="0" rtlCol="0"/>
          <a:lstStyle/>
          <a:p>
            <a:endParaRPr>
              <a:latin typeface="Aptos" panose="020B0004020202020204" pitchFamily="34" charset="0"/>
            </a:endParaRPr>
          </a:p>
        </p:txBody>
      </p:sp>
      <p:grpSp>
        <p:nvGrpSpPr>
          <p:cNvPr id="284" name="Group 283">
            <a:extLst>
              <a:ext uri="{FF2B5EF4-FFF2-40B4-BE49-F238E27FC236}">
                <a16:creationId xmlns:a16="http://schemas.microsoft.com/office/drawing/2014/main" id="{F598A79F-7DAF-97E4-FE13-187B51257CA9}"/>
              </a:ext>
            </a:extLst>
          </p:cNvPr>
          <p:cNvGrpSpPr/>
          <p:nvPr/>
        </p:nvGrpSpPr>
        <p:grpSpPr>
          <a:xfrm>
            <a:off x="539437" y="1998062"/>
            <a:ext cx="11150913" cy="4468209"/>
            <a:chOff x="638675" y="1055237"/>
            <a:chExt cx="11150913" cy="4468209"/>
          </a:xfrm>
        </p:grpSpPr>
        <p:grpSp>
          <p:nvGrpSpPr>
            <p:cNvPr id="4" name="Graphic 4">
              <a:extLst>
                <a:ext uri="{FF2B5EF4-FFF2-40B4-BE49-F238E27FC236}">
                  <a16:creationId xmlns:a16="http://schemas.microsoft.com/office/drawing/2014/main" id="{F6C79C40-8585-55A0-03F0-51E5FCF74854}"/>
                </a:ext>
              </a:extLst>
            </p:cNvPr>
            <p:cNvGrpSpPr>
              <a:grpSpLocks noChangeAspect="1"/>
            </p:cNvGrpSpPr>
            <p:nvPr/>
          </p:nvGrpSpPr>
          <p:grpSpPr>
            <a:xfrm>
              <a:off x="638675" y="1055237"/>
              <a:ext cx="467615" cy="468000"/>
              <a:chOff x="7191874" y="918179"/>
              <a:chExt cx="361674" cy="361971"/>
            </a:xfrm>
            <a:solidFill>
              <a:schemeClr val="bg1"/>
            </a:solidFill>
          </p:grpSpPr>
          <p:sp>
            <p:nvSpPr>
              <p:cNvPr id="5" name="Graphic 4">
                <a:extLst>
                  <a:ext uri="{FF2B5EF4-FFF2-40B4-BE49-F238E27FC236}">
                    <a16:creationId xmlns:a16="http://schemas.microsoft.com/office/drawing/2014/main" id="{0FE9D7E8-2E3B-5673-A7D2-C940BAC92C8C}"/>
                  </a:ext>
                </a:extLst>
              </p:cNvPr>
              <p:cNvSpPr/>
              <p:nvPr/>
            </p:nvSpPr>
            <p:spPr>
              <a:xfrm>
                <a:off x="7346797" y="1094377"/>
                <a:ext cx="63611" cy="57455"/>
              </a:xfrm>
              <a:custGeom>
                <a:avLst/>
                <a:gdLst>
                  <a:gd name="connsiteX0" fmla="*/ 2269 w 63611"/>
                  <a:gd name="connsiteY0" fmla="*/ 45326 h 57455"/>
                  <a:gd name="connsiteX1" fmla="*/ 36136 w 63611"/>
                  <a:gd name="connsiteY1" fmla="*/ 7022 h 57455"/>
                  <a:gd name="connsiteX2" fmla="*/ 45082 w 63611"/>
                  <a:gd name="connsiteY2" fmla="*/ 9576 h 57455"/>
                  <a:gd name="connsiteX3" fmla="*/ 42526 w 63611"/>
                  <a:gd name="connsiteY3" fmla="*/ 18514 h 57455"/>
                  <a:gd name="connsiteX4" fmla="*/ 25912 w 63611"/>
                  <a:gd name="connsiteY4" fmla="*/ 33197 h 57455"/>
                  <a:gd name="connsiteX5" fmla="*/ 39969 w 63611"/>
                  <a:gd name="connsiteY5" fmla="*/ 33835 h 57455"/>
                  <a:gd name="connsiteX6" fmla="*/ 44442 w 63611"/>
                  <a:gd name="connsiteY6" fmla="*/ 41496 h 57455"/>
                  <a:gd name="connsiteX7" fmla="*/ 36774 w 63611"/>
                  <a:gd name="connsiteY7" fmla="*/ 45965 h 57455"/>
                  <a:gd name="connsiteX8" fmla="*/ 36774 w 63611"/>
                  <a:gd name="connsiteY8" fmla="*/ 45965 h 57455"/>
                  <a:gd name="connsiteX9" fmla="*/ 16966 w 63611"/>
                  <a:gd name="connsiteY9" fmla="*/ 47241 h 57455"/>
                  <a:gd name="connsiteX10" fmla="*/ 13132 w 63611"/>
                  <a:gd name="connsiteY10" fmla="*/ 54902 h 57455"/>
                  <a:gd name="connsiteX11" fmla="*/ 25272 w 63611"/>
                  <a:gd name="connsiteY11" fmla="*/ 57456 h 57455"/>
                  <a:gd name="connsiteX12" fmla="*/ 46998 w 63611"/>
                  <a:gd name="connsiteY12" fmla="*/ 50433 h 57455"/>
                  <a:gd name="connsiteX13" fmla="*/ 57222 w 63611"/>
                  <a:gd name="connsiteY13" fmla="*/ 23621 h 57455"/>
                  <a:gd name="connsiteX14" fmla="*/ 63612 w 63611"/>
                  <a:gd name="connsiteY14" fmla="*/ 638 h 57455"/>
                  <a:gd name="connsiteX15" fmla="*/ 51472 w 63611"/>
                  <a:gd name="connsiteY15" fmla="*/ 0 h 57455"/>
                  <a:gd name="connsiteX16" fmla="*/ 13132 w 63611"/>
                  <a:gd name="connsiteY16" fmla="*/ 9576 h 57455"/>
                  <a:gd name="connsiteX17" fmla="*/ 2269 w 63611"/>
                  <a:gd name="connsiteY17" fmla="*/ 45326 h 57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3611" h="57455">
                    <a:moveTo>
                      <a:pt x="2269" y="45326"/>
                    </a:moveTo>
                    <a:cubicBezTo>
                      <a:pt x="9297" y="29366"/>
                      <a:pt x="21438" y="15960"/>
                      <a:pt x="36136" y="7022"/>
                    </a:cubicBezTo>
                    <a:cubicBezTo>
                      <a:pt x="39331" y="5107"/>
                      <a:pt x="43164" y="6384"/>
                      <a:pt x="45082" y="9576"/>
                    </a:cubicBezTo>
                    <a:cubicBezTo>
                      <a:pt x="46998" y="12768"/>
                      <a:pt x="45721" y="16598"/>
                      <a:pt x="42526" y="18514"/>
                    </a:cubicBezTo>
                    <a:cubicBezTo>
                      <a:pt x="36136" y="22344"/>
                      <a:pt x="30385" y="27451"/>
                      <a:pt x="25912" y="33197"/>
                    </a:cubicBezTo>
                    <a:cubicBezTo>
                      <a:pt x="30385" y="32558"/>
                      <a:pt x="35497" y="33197"/>
                      <a:pt x="39969" y="33835"/>
                    </a:cubicBezTo>
                    <a:cubicBezTo>
                      <a:pt x="43164" y="35112"/>
                      <a:pt x="45082" y="38304"/>
                      <a:pt x="44442" y="41496"/>
                    </a:cubicBezTo>
                    <a:cubicBezTo>
                      <a:pt x="43803" y="44688"/>
                      <a:pt x="39969" y="46603"/>
                      <a:pt x="36774" y="45965"/>
                    </a:cubicBezTo>
                    <a:cubicBezTo>
                      <a:pt x="36774" y="45965"/>
                      <a:pt x="36774" y="45965"/>
                      <a:pt x="36774" y="45965"/>
                    </a:cubicBezTo>
                    <a:cubicBezTo>
                      <a:pt x="30385" y="45326"/>
                      <a:pt x="23356" y="45326"/>
                      <a:pt x="16966" y="47241"/>
                    </a:cubicBezTo>
                    <a:cubicBezTo>
                      <a:pt x="15687" y="49795"/>
                      <a:pt x="14410" y="52349"/>
                      <a:pt x="13132" y="54902"/>
                    </a:cubicBezTo>
                    <a:cubicBezTo>
                      <a:pt x="16966" y="56817"/>
                      <a:pt x="20800" y="57456"/>
                      <a:pt x="25272" y="57456"/>
                    </a:cubicBezTo>
                    <a:cubicBezTo>
                      <a:pt x="32941" y="57456"/>
                      <a:pt x="40608" y="54902"/>
                      <a:pt x="46998" y="50433"/>
                    </a:cubicBezTo>
                    <a:cubicBezTo>
                      <a:pt x="52749" y="45965"/>
                      <a:pt x="55305" y="35112"/>
                      <a:pt x="57222" y="23621"/>
                    </a:cubicBezTo>
                    <a:cubicBezTo>
                      <a:pt x="58500" y="15960"/>
                      <a:pt x="61057" y="7661"/>
                      <a:pt x="63612" y="638"/>
                    </a:cubicBezTo>
                    <a:cubicBezTo>
                      <a:pt x="59139" y="638"/>
                      <a:pt x="55305" y="0"/>
                      <a:pt x="51472" y="0"/>
                    </a:cubicBezTo>
                    <a:cubicBezTo>
                      <a:pt x="32941" y="0"/>
                      <a:pt x="21438" y="3192"/>
                      <a:pt x="13132" y="9576"/>
                    </a:cubicBezTo>
                    <a:cubicBezTo>
                      <a:pt x="2269" y="17875"/>
                      <a:pt x="-3482" y="33835"/>
                      <a:pt x="2269" y="45326"/>
                    </a:cubicBezTo>
                    <a:close/>
                  </a:path>
                </a:pathLst>
              </a:custGeom>
              <a:grpFill/>
              <a:ln w="6390" cap="flat">
                <a:noFill/>
                <a:prstDash val="solid"/>
                <a:miter/>
              </a:ln>
            </p:spPr>
            <p:txBody>
              <a:bodyPr rtlCol="0" anchor="ctr"/>
              <a:lstStyle/>
              <a:p>
                <a:endParaRPr lang="en-US">
                  <a:latin typeface="Arial" panose="020B0604020202020204" pitchFamily="34" charset="0"/>
                  <a:cs typeface="Arial" panose="020B0604020202020204" pitchFamily="34" charset="0"/>
                </a:endParaRPr>
              </a:p>
            </p:txBody>
          </p:sp>
          <p:sp>
            <p:nvSpPr>
              <p:cNvPr id="7" name="Graphic 4">
                <a:extLst>
                  <a:ext uri="{FF2B5EF4-FFF2-40B4-BE49-F238E27FC236}">
                    <a16:creationId xmlns:a16="http://schemas.microsoft.com/office/drawing/2014/main" id="{A7F97972-59CC-2698-F2A2-FDC9A361201C}"/>
                  </a:ext>
                </a:extLst>
              </p:cNvPr>
              <p:cNvSpPr/>
              <p:nvPr/>
            </p:nvSpPr>
            <p:spPr>
              <a:xfrm>
                <a:off x="7313921" y="1024791"/>
                <a:ext cx="12141" cy="27451"/>
              </a:xfrm>
              <a:custGeom>
                <a:avLst/>
                <a:gdLst>
                  <a:gd name="connsiteX0" fmla="*/ 12141 w 12141"/>
                  <a:gd name="connsiteY0" fmla="*/ 0 h 27451"/>
                  <a:gd name="connsiteX1" fmla="*/ 0 w 12141"/>
                  <a:gd name="connsiteY1" fmla="*/ 0 h 27451"/>
                  <a:gd name="connsiteX2" fmla="*/ 0 w 12141"/>
                  <a:gd name="connsiteY2" fmla="*/ 27451 h 27451"/>
                  <a:gd name="connsiteX3" fmla="*/ 12141 w 12141"/>
                  <a:gd name="connsiteY3" fmla="*/ 15960 h 27451"/>
                </a:gdLst>
                <a:ahLst/>
                <a:cxnLst>
                  <a:cxn ang="0">
                    <a:pos x="connsiteX0" y="connsiteY0"/>
                  </a:cxn>
                  <a:cxn ang="0">
                    <a:pos x="connsiteX1" y="connsiteY1"/>
                  </a:cxn>
                  <a:cxn ang="0">
                    <a:pos x="connsiteX2" y="connsiteY2"/>
                  </a:cxn>
                  <a:cxn ang="0">
                    <a:pos x="connsiteX3" y="connsiteY3"/>
                  </a:cxn>
                </a:cxnLst>
                <a:rect l="l" t="t" r="r" b="b"/>
                <a:pathLst>
                  <a:path w="12141" h="27451">
                    <a:moveTo>
                      <a:pt x="12141" y="0"/>
                    </a:moveTo>
                    <a:lnTo>
                      <a:pt x="0" y="0"/>
                    </a:lnTo>
                    <a:lnTo>
                      <a:pt x="0" y="27451"/>
                    </a:lnTo>
                    <a:lnTo>
                      <a:pt x="12141" y="15960"/>
                    </a:lnTo>
                    <a:close/>
                  </a:path>
                </a:pathLst>
              </a:custGeom>
              <a:grpFill/>
              <a:ln w="6390" cap="flat">
                <a:noFill/>
                <a:prstDash val="solid"/>
                <a:miter/>
              </a:ln>
            </p:spPr>
            <p:txBody>
              <a:bodyPr rtlCol="0" anchor="ctr"/>
              <a:lstStyle/>
              <a:p>
                <a:endParaRPr lang="en-US">
                  <a:latin typeface="Arial" panose="020B0604020202020204" pitchFamily="34" charset="0"/>
                  <a:cs typeface="Arial" panose="020B0604020202020204" pitchFamily="34" charset="0"/>
                </a:endParaRPr>
              </a:p>
            </p:txBody>
          </p:sp>
          <p:sp>
            <p:nvSpPr>
              <p:cNvPr id="8" name="Graphic 4">
                <a:extLst>
                  <a:ext uri="{FF2B5EF4-FFF2-40B4-BE49-F238E27FC236}">
                    <a16:creationId xmlns:a16="http://schemas.microsoft.com/office/drawing/2014/main" id="{DDCB27F1-C5F1-B787-2D7B-4DBFCA52B3ED}"/>
                  </a:ext>
                </a:extLst>
              </p:cNvPr>
              <p:cNvSpPr/>
              <p:nvPr/>
            </p:nvSpPr>
            <p:spPr>
              <a:xfrm>
                <a:off x="7304975" y="1012662"/>
                <a:ext cx="136744" cy="175559"/>
              </a:xfrm>
              <a:custGeom>
                <a:avLst/>
                <a:gdLst>
                  <a:gd name="connsiteX0" fmla="*/ 31950 w 136744"/>
                  <a:gd name="connsiteY0" fmla="*/ 35750 h 175559"/>
                  <a:gd name="connsiteX1" fmla="*/ 31950 w 136744"/>
                  <a:gd name="connsiteY1" fmla="*/ 35750 h 175559"/>
                  <a:gd name="connsiteX2" fmla="*/ 0 w 136744"/>
                  <a:gd name="connsiteY2" fmla="*/ 66393 h 175559"/>
                  <a:gd name="connsiteX3" fmla="*/ 0 w 136744"/>
                  <a:gd name="connsiteY3" fmla="*/ 175560 h 175559"/>
                  <a:gd name="connsiteX4" fmla="*/ 136745 w 136744"/>
                  <a:gd name="connsiteY4" fmla="*/ 175560 h 175559"/>
                  <a:gd name="connsiteX5" fmla="*/ 136745 w 136744"/>
                  <a:gd name="connsiteY5" fmla="*/ 69585 h 175559"/>
                  <a:gd name="connsiteX6" fmla="*/ 69012 w 136744"/>
                  <a:gd name="connsiteY6" fmla="*/ 0 h 175559"/>
                  <a:gd name="connsiteX7" fmla="*/ 31950 w 136744"/>
                  <a:gd name="connsiteY7" fmla="*/ 35750 h 175559"/>
                  <a:gd name="connsiteX8" fmla="*/ 115019 w 136744"/>
                  <a:gd name="connsiteY8" fmla="*/ 70224 h 175559"/>
                  <a:gd name="connsiteX9" fmla="*/ 120131 w 136744"/>
                  <a:gd name="connsiteY9" fmla="*/ 74054 h 175559"/>
                  <a:gd name="connsiteX10" fmla="*/ 119492 w 136744"/>
                  <a:gd name="connsiteY10" fmla="*/ 80438 h 175559"/>
                  <a:gd name="connsiteX11" fmla="*/ 110546 w 136744"/>
                  <a:gd name="connsiteY11" fmla="*/ 108528 h 175559"/>
                  <a:gd name="connsiteX12" fmla="*/ 95849 w 136744"/>
                  <a:gd name="connsiteY12" fmla="*/ 143001 h 175559"/>
                  <a:gd name="connsiteX13" fmla="*/ 66456 w 136744"/>
                  <a:gd name="connsiteY13" fmla="*/ 153216 h 175559"/>
                  <a:gd name="connsiteX14" fmla="*/ 65817 w 136744"/>
                  <a:gd name="connsiteY14" fmla="*/ 153216 h 175559"/>
                  <a:gd name="connsiteX15" fmla="*/ 49203 w 136744"/>
                  <a:gd name="connsiteY15" fmla="*/ 149385 h 175559"/>
                  <a:gd name="connsiteX16" fmla="*/ 45369 w 136744"/>
                  <a:gd name="connsiteY16" fmla="*/ 162792 h 175559"/>
                  <a:gd name="connsiteX17" fmla="*/ 38979 w 136744"/>
                  <a:gd name="connsiteY17" fmla="*/ 167899 h 175559"/>
                  <a:gd name="connsiteX18" fmla="*/ 37701 w 136744"/>
                  <a:gd name="connsiteY18" fmla="*/ 167899 h 175559"/>
                  <a:gd name="connsiteX19" fmla="*/ 32589 w 136744"/>
                  <a:gd name="connsiteY19" fmla="*/ 160238 h 175559"/>
                  <a:gd name="connsiteX20" fmla="*/ 32589 w 136744"/>
                  <a:gd name="connsiteY20" fmla="*/ 160238 h 175559"/>
                  <a:gd name="connsiteX21" fmla="*/ 38340 w 136744"/>
                  <a:gd name="connsiteY21" fmla="*/ 141724 h 175559"/>
                  <a:gd name="connsiteX22" fmla="*/ 37062 w 136744"/>
                  <a:gd name="connsiteY22" fmla="*/ 140448 h 175559"/>
                  <a:gd name="connsiteX23" fmla="*/ 46647 w 136744"/>
                  <a:gd name="connsiteY23" fmla="*/ 82992 h 175559"/>
                  <a:gd name="connsiteX24" fmla="*/ 115019 w 136744"/>
                  <a:gd name="connsiteY24" fmla="*/ 70224 h 175559"/>
                  <a:gd name="connsiteX25" fmla="*/ 115019 w 136744"/>
                  <a:gd name="connsiteY25" fmla="*/ 70224 h 175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36744" h="175559">
                    <a:moveTo>
                      <a:pt x="31950" y="35750"/>
                    </a:moveTo>
                    <a:lnTo>
                      <a:pt x="31950" y="35750"/>
                    </a:lnTo>
                    <a:lnTo>
                      <a:pt x="0" y="66393"/>
                    </a:lnTo>
                    <a:lnTo>
                      <a:pt x="0" y="175560"/>
                    </a:lnTo>
                    <a:lnTo>
                      <a:pt x="136745" y="175560"/>
                    </a:lnTo>
                    <a:lnTo>
                      <a:pt x="136745" y="69585"/>
                    </a:lnTo>
                    <a:lnTo>
                      <a:pt x="69012" y="0"/>
                    </a:lnTo>
                    <a:lnTo>
                      <a:pt x="31950" y="35750"/>
                    </a:lnTo>
                    <a:close/>
                    <a:moveTo>
                      <a:pt x="115019" y="70224"/>
                    </a:moveTo>
                    <a:cubicBezTo>
                      <a:pt x="117575" y="70224"/>
                      <a:pt x="119492" y="71501"/>
                      <a:pt x="120131" y="74054"/>
                    </a:cubicBezTo>
                    <a:cubicBezTo>
                      <a:pt x="121409" y="75969"/>
                      <a:pt x="120770" y="78523"/>
                      <a:pt x="119492" y="80438"/>
                    </a:cubicBezTo>
                    <a:cubicBezTo>
                      <a:pt x="115019" y="89376"/>
                      <a:pt x="111824" y="98313"/>
                      <a:pt x="110546" y="108528"/>
                    </a:cubicBezTo>
                    <a:cubicBezTo>
                      <a:pt x="107990" y="121934"/>
                      <a:pt x="104795" y="135340"/>
                      <a:pt x="95849" y="143001"/>
                    </a:cubicBezTo>
                    <a:cubicBezTo>
                      <a:pt x="87543" y="149385"/>
                      <a:pt x="77319" y="153216"/>
                      <a:pt x="66456" y="153216"/>
                    </a:cubicBezTo>
                    <a:lnTo>
                      <a:pt x="65817" y="153216"/>
                    </a:lnTo>
                    <a:cubicBezTo>
                      <a:pt x="60066" y="153216"/>
                      <a:pt x="54314" y="151939"/>
                      <a:pt x="49203" y="149385"/>
                    </a:cubicBezTo>
                    <a:cubicBezTo>
                      <a:pt x="47925" y="153854"/>
                      <a:pt x="46647" y="158323"/>
                      <a:pt x="45369" y="162792"/>
                    </a:cubicBezTo>
                    <a:cubicBezTo>
                      <a:pt x="44730" y="165984"/>
                      <a:pt x="42174" y="167899"/>
                      <a:pt x="38979" y="167899"/>
                    </a:cubicBezTo>
                    <a:cubicBezTo>
                      <a:pt x="38340" y="167899"/>
                      <a:pt x="38340" y="167899"/>
                      <a:pt x="37701" y="167899"/>
                    </a:cubicBezTo>
                    <a:cubicBezTo>
                      <a:pt x="34506" y="167260"/>
                      <a:pt x="31950" y="164068"/>
                      <a:pt x="32589" y="160238"/>
                    </a:cubicBezTo>
                    <a:cubicBezTo>
                      <a:pt x="32589" y="160238"/>
                      <a:pt x="32589" y="160238"/>
                      <a:pt x="32589" y="160238"/>
                    </a:cubicBezTo>
                    <a:cubicBezTo>
                      <a:pt x="33867" y="153854"/>
                      <a:pt x="35784" y="147470"/>
                      <a:pt x="38340" y="141724"/>
                    </a:cubicBezTo>
                    <a:cubicBezTo>
                      <a:pt x="37701" y="141086"/>
                      <a:pt x="37062" y="141086"/>
                      <a:pt x="37062" y="140448"/>
                    </a:cubicBezTo>
                    <a:cubicBezTo>
                      <a:pt x="23004" y="123211"/>
                      <a:pt x="30672" y="95760"/>
                      <a:pt x="46647" y="82992"/>
                    </a:cubicBezTo>
                    <a:cubicBezTo>
                      <a:pt x="62622" y="70224"/>
                      <a:pt x="84986" y="67670"/>
                      <a:pt x="115019" y="70224"/>
                    </a:cubicBezTo>
                    <a:lnTo>
                      <a:pt x="115019" y="70224"/>
                    </a:lnTo>
                    <a:close/>
                  </a:path>
                </a:pathLst>
              </a:custGeom>
              <a:grpFill/>
              <a:ln w="6390" cap="flat">
                <a:noFill/>
                <a:prstDash val="solid"/>
                <a:miter/>
              </a:ln>
            </p:spPr>
            <p:txBody>
              <a:bodyPr rtlCol="0" anchor="ctr"/>
              <a:lstStyle/>
              <a:p>
                <a:endParaRPr lang="en-US">
                  <a:latin typeface="Arial" panose="020B0604020202020204" pitchFamily="34" charset="0"/>
                  <a:cs typeface="Arial" panose="020B0604020202020204" pitchFamily="34" charset="0"/>
                </a:endParaRPr>
              </a:p>
            </p:txBody>
          </p:sp>
          <p:sp>
            <p:nvSpPr>
              <p:cNvPr id="9" name="Graphic 4">
                <a:extLst>
                  <a:ext uri="{FF2B5EF4-FFF2-40B4-BE49-F238E27FC236}">
                    <a16:creationId xmlns:a16="http://schemas.microsoft.com/office/drawing/2014/main" id="{F2314499-048E-045F-8F55-A0A1D5166B52}"/>
                  </a:ext>
                </a:extLst>
              </p:cNvPr>
              <p:cNvSpPr/>
              <p:nvPr/>
            </p:nvSpPr>
            <p:spPr>
              <a:xfrm>
                <a:off x="7191874" y="918179"/>
                <a:ext cx="361674" cy="361971"/>
              </a:xfrm>
              <a:custGeom>
                <a:avLst/>
                <a:gdLst>
                  <a:gd name="connsiteX0" fmla="*/ 180836 w 361674"/>
                  <a:gd name="connsiteY0" fmla="*/ 0 h 361971"/>
                  <a:gd name="connsiteX1" fmla="*/ 0 w 361674"/>
                  <a:gd name="connsiteY1" fmla="*/ 180667 h 361971"/>
                  <a:gd name="connsiteX2" fmla="*/ 180836 w 361674"/>
                  <a:gd name="connsiteY2" fmla="*/ 361972 h 361971"/>
                  <a:gd name="connsiteX3" fmla="*/ 361670 w 361674"/>
                  <a:gd name="connsiteY3" fmla="*/ 181305 h 361971"/>
                  <a:gd name="connsiteX4" fmla="*/ 361670 w 361674"/>
                  <a:gd name="connsiteY4" fmla="*/ 181305 h 361971"/>
                  <a:gd name="connsiteX5" fmla="*/ 180836 w 361674"/>
                  <a:gd name="connsiteY5" fmla="*/ 0 h 361971"/>
                  <a:gd name="connsiteX6" fmla="*/ 285630 w 361674"/>
                  <a:gd name="connsiteY6" fmla="*/ 192158 h 361971"/>
                  <a:gd name="connsiteX7" fmla="*/ 281157 w 361674"/>
                  <a:gd name="connsiteY7" fmla="*/ 194073 h 361971"/>
                  <a:gd name="connsiteX8" fmla="*/ 276685 w 361674"/>
                  <a:gd name="connsiteY8" fmla="*/ 192158 h 361971"/>
                  <a:gd name="connsiteX9" fmla="*/ 261987 w 361674"/>
                  <a:gd name="connsiteY9" fmla="*/ 176836 h 361971"/>
                  <a:gd name="connsiteX10" fmla="*/ 261987 w 361674"/>
                  <a:gd name="connsiteY10" fmla="*/ 276426 h 361971"/>
                  <a:gd name="connsiteX11" fmla="*/ 255597 w 361674"/>
                  <a:gd name="connsiteY11" fmla="*/ 282810 h 361971"/>
                  <a:gd name="connsiteX12" fmla="*/ 106073 w 361674"/>
                  <a:gd name="connsiteY12" fmla="*/ 282810 h 361971"/>
                  <a:gd name="connsiteX13" fmla="*/ 99683 w 361674"/>
                  <a:gd name="connsiteY13" fmla="*/ 276426 h 361971"/>
                  <a:gd name="connsiteX14" fmla="*/ 99683 w 361674"/>
                  <a:gd name="connsiteY14" fmla="*/ 173006 h 361971"/>
                  <a:gd name="connsiteX15" fmla="*/ 84347 w 361674"/>
                  <a:gd name="connsiteY15" fmla="*/ 187689 h 361971"/>
                  <a:gd name="connsiteX16" fmla="*/ 75402 w 361674"/>
                  <a:gd name="connsiteY16" fmla="*/ 187689 h 361971"/>
                  <a:gd name="connsiteX17" fmla="*/ 75402 w 361674"/>
                  <a:gd name="connsiteY17" fmla="*/ 178752 h 361971"/>
                  <a:gd name="connsiteX18" fmla="*/ 75402 w 361674"/>
                  <a:gd name="connsiteY18" fmla="*/ 178752 h 361971"/>
                  <a:gd name="connsiteX19" fmla="*/ 108629 w 361674"/>
                  <a:gd name="connsiteY19" fmla="*/ 146832 h 361971"/>
                  <a:gd name="connsiteX20" fmla="*/ 107990 w 361674"/>
                  <a:gd name="connsiteY20" fmla="*/ 144916 h 361971"/>
                  <a:gd name="connsiteX21" fmla="*/ 107990 w 361674"/>
                  <a:gd name="connsiteY21" fmla="*/ 100867 h 361971"/>
                  <a:gd name="connsiteX22" fmla="*/ 114380 w 361674"/>
                  <a:gd name="connsiteY22" fmla="*/ 94483 h 361971"/>
                  <a:gd name="connsiteX23" fmla="*/ 139301 w 361674"/>
                  <a:gd name="connsiteY23" fmla="*/ 94483 h 361971"/>
                  <a:gd name="connsiteX24" fmla="*/ 145691 w 361674"/>
                  <a:gd name="connsiteY24" fmla="*/ 100867 h 361971"/>
                  <a:gd name="connsiteX25" fmla="*/ 145691 w 361674"/>
                  <a:gd name="connsiteY25" fmla="*/ 111720 h 361971"/>
                  <a:gd name="connsiteX26" fmla="*/ 177001 w 361674"/>
                  <a:gd name="connsiteY26" fmla="*/ 81715 h 361971"/>
                  <a:gd name="connsiteX27" fmla="*/ 185947 w 361674"/>
                  <a:gd name="connsiteY27" fmla="*/ 81715 h 361971"/>
                  <a:gd name="connsiteX28" fmla="*/ 284352 w 361674"/>
                  <a:gd name="connsiteY28" fmla="*/ 184497 h 361971"/>
                  <a:gd name="connsiteX29" fmla="*/ 285630 w 361674"/>
                  <a:gd name="connsiteY29" fmla="*/ 192158 h 361971"/>
                  <a:gd name="connsiteX30" fmla="*/ 285630 w 361674"/>
                  <a:gd name="connsiteY30" fmla="*/ 192158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61674" h="361971">
                    <a:moveTo>
                      <a:pt x="180836" y="0"/>
                    </a:moveTo>
                    <a:cubicBezTo>
                      <a:pt x="80513" y="0"/>
                      <a:pt x="0" y="81077"/>
                      <a:pt x="0" y="180667"/>
                    </a:cubicBezTo>
                    <a:cubicBezTo>
                      <a:pt x="0" y="280895"/>
                      <a:pt x="81152" y="361972"/>
                      <a:pt x="180836" y="361972"/>
                    </a:cubicBezTo>
                    <a:cubicBezTo>
                      <a:pt x="281157" y="361972"/>
                      <a:pt x="361670" y="280895"/>
                      <a:pt x="361670" y="181305"/>
                    </a:cubicBezTo>
                    <a:lnTo>
                      <a:pt x="361670" y="181305"/>
                    </a:lnTo>
                    <a:cubicBezTo>
                      <a:pt x="362309" y="81077"/>
                      <a:pt x="281157" y="0"/>
                      <a:pt x="180836" y="0"/>
                    </a:cubicBezTo>
                    <a:close/>
                    <a:moveTo>
                      <a:pt x="285630" y="192158"/>
                    </a:moveTo>
                    <a:cubicBezTo>
                      <a:pt x="284352" y="193435"/>
                      <a:pt x="283075" y="194073"/>
                      <a:pt x="281157" y="194073"/>
                    </a:cubicBezTo>
                    <a:cubicBezTo>
                      <a:pt x="279240" y="194073"/>
                      <a:pt x="277962" y="193435"/>
                      <a:pt x="276685" y="192158"/>
                    </a:cubicBezTo>
                    <a:lnTo>
                      <a:pt x="261987" y="176836"/>
                    </a:lnTo>
                    <a:lnTo>
                      <a:pt x="261987" y="276426"/>
                    </a:lnTo>
                    <a:cubicBezTo>
                      <a:pt x="261987" y="280257"/>
                      <a:pt x="259431" y="282810"/>
                      <a:pt x="255597" y="282810"/>
                    </a:cubicBezTo>
                    <a:lnTo>
                      <a:pt x="106073" y="282810"/>
                    </a:lnTo>
                    <a:cubicBezTo>
                      <a:pt x="102239" y="282810"/>
                      <a:pt x="99683" y="280257"/>
                      <a:pt x="99683" y="276426"/>
                    </a:cubicBezTo>
                    <a:lnTo>
                      <a:pt x="99683" y="173006"/>
                    </a:lnTo>
                    <a:lnTo>
                      <a:pt x="84347" y="187689"/>
                    </a:lnTo>
                    <a:cubicBezTo>
                      <a:pt x="81792" y="190243"/>
                      <a:pt x="77957" y="190243"/>
                      <a:pt x="75402" y="187689"/>
                    </a:cubicBezTo>
                    <a:cubicBezTo>
                      <a:pt x="72845" y="185135"/>
                      <a:pt x="72845" y="181305"/>
                      <a:pt x="75402" y="178752"/>
                    </a:cubicBezTo>
                    <a:cubicBezTo>
                      <a:pt x="75402" y="178752"/>
                      <a:pt x="75402" y="178752"/>
                      <a:pt x="75402" y="178752"/>
                    </a:cubicBezTo>
                    <a:lnTo>
                      <a:pt x="108629" y="146832"/>
                    </a:lnTo>
                    <a:cubicBezTo>
                      <a:pt x="108629" y="146193"/>
                      <a:pt x="107990" y="145555"/>
                      <a:pt x="107990" y="144916"/>
                    </a:cubicBezTo>
                    <a:lnTo>
                      <a:pt x="107990" y="100867"/>
                    </a:lnTo>
                    <a:cubicBezTo>
                      <a:pt x="107990" y="97037"/>
                      <a:pt x="110546" y="94483"/>
                      <a:pt x="114380" y="94483"/>
                    </a:cubicBezTo>
                    <a:lnTo>
                      <a:pt x="139301" y="94483"/>
                    </a:lnTo>
                    <a:cubicBezTo>
                      <a:pt x="143135" y="94483"/>
                      <a:pt x="145691" y="97037"/>
                      <a:pt x="145691" y="100867"/>
                    </a:cubicBezTo>
                    <a:lnTo>
                      <a:pt x="145691" y="111720"/>
                    </a:lnTo>
                    <a:lnTo>
                      <a:pt x="177001" y="81715"/>
                    </a:lnTo>
                    <a:cubicBezTo>
                      <a:pt x="179557" y="79161"/>
                      <a:pt x="183391" y="79161"/>
                      <a:pt x="185947" y="81715"/>
                    </a:cubicBezTo>
                    <a:lnTo>
                      <a:pt x="284352" y="184497"/>
                    </a:lnTo>
                    <a:cubicBezTo>
                      <a:pt x="288186" y="185774"/>
                      <a:pt x="288186" y="189604"/>
                      <a:pt x="285630" y="192158"/>
                    </a:cubicBezTo>
                    <a:lnTo>
                      <a:pt x="285630" y="192158"/>
                    </a:lnTo>
                    <a:close/>
                  </a:path>
                </a:pathLst>
              </a:custGeom>
              <a:grpFill/>
              <a:ln w="6390" cap="flat">
                <a:noFill/>
                <a:prstDash val="solid"/>
                <a:miter/>
              </a:ln>
            </p:spPr>
            <p:txBody>
              <a:bodyPr rtlCol="0" anchor="ctr"/>
              <a:lstStyle/>
              <a:p>
                <a:endParaRPr lang="en-US">
                  <a:latin typeface="Arial" panose="020B0604020202020204" pitchFamily="34" charset="0"/>
                  <a:cs typeface="Arial" panose="020B0604020202020204" pitchFamily="34" charset="0"/>
                </a:endParaRPr>
              </a:p>
            </p:txBody>
          </p:sp>
        </p:grpSp>
        <p:sp>
          <p:nvSpPr>
            <p:cNvPr id="28" name="object 9">
              <a:extLst>
                <a:ext uri="{FF2B5EF4-FFF2-40B4-BE49-F238E27FC236}">
                  <a16:creationId xmlns:a16="http://schemas.microsoft.com/office/drawing/2014/main" id="{9E3D70A3-B8B1-97C0-B2B4-5D21A6DAC557}"/>
                </a:ext>
              </a:extLst>
            </p:cNvPr>
            <p:cNvSpPr/>
            <p:nvPr/>
          </p:nvSpPr>
          <p:spPr>
            <a:xfrm flipV="1">
              <a:off x="8135863" y="4234378"/>
              <a:ext cx="3152371" cy="65718"/>
            </a:xfrm>
            <a:custGeom>
              <a:avLst/>
              <a:gdLst/>
              <a:ahLst/>
              <a:cxnLst/>
              <a:rect l="l" t="t" r="r" b="b"/>
              <a:pathLst>
                <a:path w="9596120">
                  <a:moveTo>
                    <a:pt x="0" y="0"/>
                  </a:moveTo>
                  <a:lnTo>
                    <a:pt x="9596031" y="0"/>
                  </a:lnTo>
                </a:path>
              </a:pathLst>
            </a:custGeom>
            <a:ln w="12700">
              <a:solidFill>
                <a:schemeClr val="tx1"/>
              </a:solidFill>
              <a:prstDash val="dot"/>
            </a:ln>
          </p:spPr>
          <p:txBody>
            <a:bodyPr wrap="square" lIns="0" tIns="0" rIns="0" bIns="0" rtlCol="0"/>
            <a:lstStyle/>
            <a:p>
              <a:endParaRPr>
                <a:latin typeface="Arial" panose="020B0604020202020204" pitchFamily="34" charset="0"/>
                <a:cs typeface="Arial" panose="020B0604020202020204" pitchFamily="34" charset="0"/>
              </a:endParaRPr>
            </a:p>
          </p:txBody>
        </p:sp>
        <p:sp>
          <p:nvSpPr>
            <p:cNvPr id="30" name="object 9">
              <a:extLst>
                <a:ext uri="{FF2B5EF4-FFF2-40B4-BE49-F238E27FC236}">
                  <a16:creationId xmlns:a16="http://schemas.microsoft.com/office/drawing/2014/main" id="{0CD21A5F-68B4-F6EA-D8C4-4A8577F70D9A}"/>
                </a:ext>
              </a:extLst>
            </p:cNvPr>
            <p:cNvSpPr/>
            <p:nvPr/>
          </p:nvSpPr>
          <p:spPr>
            <a:xfrm flipV="1">
              <a:off x="8135863" y="3472106"/>
              <a:ext cx="3152371" cy="65718"/>
            </a:xfrm>
            <a:custGeom>
              <a:avLst/>
              <a:gdLst/>
              <a:ahLst/>
              <a:cxnLst/>
              <a:rect l="l" t="t" r="r" b="b"/>
              <a:pathLst>
                <a:path w="9596120">
                  <a:moveTo>
                    <a:pt x="0" y="0"/>
                  </a:moveTo>
                  <a:lnTo>
                    <a:pt x="9596031" y="0"/>
                  </a:lnTo>
                </a:path>
              </a:pathLst>
            </a:custGeom>
            <a:ln w="12700">
              <a:solidFill>
                <a:schemeClr val="tx1"/>
              </a:solidFill>
              <a:prstDash val="dot"/>
            </a:ln>
          </p:spPr>
          <p:txBody>
            <a:bodyPr wrap="square" lIns="0" tIns="0" rIns="0" bIns="0" rtlCol="0"/>
            <a:lstStyle/>
            <a:p>
              <a:endParaRPr>
                <a:latin typeface="Arial" panose="020B0604020202020204" pitchFamily="34" charset="0"/>
                <a:cs typeface="Arial" panose="020B0604020202020204" pitchFamily="34" charset="0"/>
              </a:endParaRPr>
            </a:p>
          </p:txBody>
        </p:sp>
        <p:sp>
          <p:nvSpPr>
            <p:cNvPr id="31" name="object 9">
              <a:extLst>
                <a:ext uri="{FF2B5EF4-FFF2-40B4-BE49-F238E27FC236}">
                  <a16:creationId xmlns:a16="http://schemas.microsoft.com/office/drawing/2014/main" id="{1336C718-A3BA-74F4-C728-5835237D823E}"/>
                </a:ext>
              </a:extLst>
            </p:cNvPr>
            <p:cNvSpPr/>
            <p:nvPr/>
          </p:nvSpPr>
          <p:spPr>
            <a:xfrm flipV="1">
              <a:off x="8169707" y="2346186"/>
              <a:ext cx="3118527" cy="93810"/>
            </a:xfrm>
            <a:custGeom>
              <a:avLst/>
              <a:gdLst/>
              <a:ahLst/>
              <a:cxnLst/>
              <a:rect l="l" t="t" r="r" b="b"/>
              <a:pathLst>
                <a:path w="9596120">
                  <a:moveTo>
                    <a:pt x="0" y="0"/>
                  </a:moveTo>
                  <a:lnTo>
                    <a:pt x="9596031" y="0"/>
                  </a:lnTo>
                </a:path>
              </a:pathLst>
            </a:custGeom>
            <a:ln w="12700">
              <a:solidFill>
                <a:schemeClr val="tx1"/>
              </a:solidFill>
              <a:prstDash val="dot"/>
            </a:ln>
          </p:spPr>
          <p:txBody>
            <a:bodyPr wrap="square" lIns="0" tIns="0" rIns="0" bIns="0" rtlCol="0"/>
            <a:lstStyle/>
            <a:p>
              <a:endParaRPr>
                <a:latin typeface="Arial" panose="020B0604020202020204" pitchFamily="34" charset="0"/>
                <a:cs typeface="Arial" panose="020B0604020202020204" pitchFamily="34" charset="0"/>
              </a:endParaRPr>
            </a:p>
          </p:txBody>
        </p:sp>
        <p:sp>
          <p:nvSpPr>
            <p:cNvPr id="32" name="object 9">
              <a:extLst>
                <a:ext uri="{FF2B5EF4-FFF2-40B4-BE49-F238E27FC236}">
                  <a16:creationId xmlns:a16="http://schemas.microsoft.com/office/drawing/2014/main" id="{2FAF3E39-DF28-ACE8-E9E6-483ABC7CC8B2}"/>
                </a:ext>
              </a:extLst>
            </p:cNvPr>
            <p:cNvSpPr/>
            <p:nvPr/>
          </p:nvSpPr>
          <p:spPr>
            <a:xfrm flipV="1">
              <a:off x="914400" y="2443084"/>
              <a:ext cx="3079911" cy="115161"/>
            </a:xfrm>
            <a:custGeom>
              <a:avLst/>
              <a:gdLst/>
              <a:ahLst/>
              <a:cxnLst/>
              <a:rect l="l" t="t" r="r" b="b"/>
              <a:pathLst>
                <a:path w="9596120">
                  <a:moveTo>
                    <a:pt x="0" y="0"/>
                  </a:moveTo>
                  <a:lnTo>
                    <a:pt x="9596031" y="0"/>
                  </a:lnTo>
                </a:path>
              </a:pathLst>
            </a:custGeom>
            <a:ln w="12700">
              <a:solidFill>
                <a:schemeClr val="tx1"/>
              </a:solidFill>
              <a:prstDash val="dot"/>
            </a:ln>
          </p:spPr>
          <p:txBody>
            <a:bodyPr wrap="square" lIns="0" tIns="0" rIns="0" bIns="0" rtlCol="0"/>
            <a:lstStyle/>
            <a:p>
              <a:endParaRPr>
                <a:latin typeface="Arial" panose="020B0604020202020204" pitchFamily="34" charset="0"/>
                <a:cs typeface="Arial" panose="020B0604020202020204" pitchFamily="34" charset="0"/>
              </a:endParaRPr>
            </a:p>
          </p:txBody>
        </p:sp>
        <p:grpSp>
          <p:nvGrpSpPr>
            <p:cNvPr id="34" name="组合 27">
              <a:extLst>
                <a:ext uri="{FF2B5EF4-FFF2-40B4-BE49-F238E27FC236}">
                  <a16:creationId xmlns:a16="http://schemas.microsoft.com/office/drawing/2014/main" id="{FFD722D7-DB79-37EC-5784-CFB96940462C}"/>
                </a:ext>
              </a:extLst>
            </p:cNvPr>
            <p:cNvGrpSpPr/>
            <p:nvPr/>
          </p:nvGrpSpPr>
          <p:grpSpPr>
            <a:xfrm>
              <a:off x="3802223" y="1080466"/>
              <a:ext cx="4587876" cy="4378326"/>
              <a:chOff x="14103350" y="1636713"/>
              <a:chExt cx="4587876" cy="4378326"/>
            </a:xfrm>
          </p:grpSpPr>
          <p:sp>
            <p:nvSpPr>
              <p:cNvPr id="35" name="Freeform 6">
                <a:extLst>
                  <a:ext uri="{FF2B5EF4-FFF2-40B4-BE49-F238E27FC236}">
                    <a16:creationId xmlns:a16="http://schemas.microsoft.com/office/drawing/2014/main" id="{D9EC6BC9-CB5D-C5FB-0B80-023C20F5A2C9}"/>
                  </a:ext>
                </a:extLst>
              </p:cNvPr>
              <p:cNvSpPr>
                <a:spLocks/>
              </p:cNvSpPr>
              <p:nvPr/>
            </p:nvSpPr>
            <p:spPr bwMode="auto">
              <a:xfrm>
                <a:off x="15559088" y="1636713"/>
                <a:ext cx="1679575" cy="998538"/>
              </a:xfrm>
              <a:custGeom>
                <a:avLst/>
                <a:gdLst>
                  <a:gd name="T0" fmla="*/ 332 w 419"/>
                  <a:gd name="T1" fmla="*/ 250 h 250"/>
                  <a:gd name="T2" fmla="*/ 419 w 419"/>
                  <a:gd name="T3" fmla="*/ 40 h 250"/>
                  <a:gd name="T4" fmla="*/ 209 w 419"/>
                  <a:gd name="T5" fmla="*/ 0 h 250"/>
                  <a:gd name="T6" fmla="*/ 0 w 419"/>
                  <a:gd name="T7" fmla="*/ 40 h 250"/>
                  <a:gd name="T8" fmla="*/ 87 w 419"/>
                  <a:gd name="T9" fmla="*/ 250 h 250"/>
                  <a:gd name="T10" fmla="*/ 209 w 419"/>
                  <a:gd name="T11" fmla="*/ 227 h 250"/>
                  <a:gd name="T12" fmla="*/ 332 w 419"/>
                  <a:gd name="T13" fmla="*/ 250 h 250"/>
                </a:gdLst>
                <a:ahLst/>
                <a:cxnLst>
                  <a:cxn ang="0">
                    <a:pos x="T0" y="T1"/>
                  </a:cxn>
                  <a:cxn ang="0">
                    <a:pos x="T2" y="T3"/>
                  </a:cxn>
                  <a:cxn ang="0">
                    <a:pos x="T4" y="T5"/>
                  </a:cxn>
                  <a:cxn ang="0">
                    <a:pos x="T6" y="T7"/>
                  </a:cxn>
                  <a:cxn ang="0">
                    <a:pos x="T8" y="T9"/>
                  </a:cxn>
                  <a:cxn ang="0">
                    <a:pos x="T10" y="T11"/>
                  </a:cxn>
                  <a:cxn ang="0">
                    <a:pos x="T12" y="T13"/>
                  </a:cxn>
                </a:cxnLst>
                <a:rect l="0" t="0" r="r" b="b"/>
                <a:pathLst>
                  <a:path w="419" h="250">
                    <a:moveTo>
                      <a:pt x="332" y="250"/>
                    </a:moveTo>
                    <a:cubicBezTo>
                      <a:pt x="419" y="40"/>
                      <a:pt x="419" y="40"/>
                      <a:pt x="419" y="40"/>
                    </a:cubicBezTo>
                    <a:cubicBezTo>
                      <a:pt x="354" y="14"/>
                      <a:pt x="283" y="0"/>
                      <a:pt x="209" y="0"/>
                    </a:cubicBezTo>
                    <a:cubicBezTo>
                      <a:pt x="135" y="0"/>
                      <a:pt x="65" y="14"/>
                      <a:pt x="0" y="40"/>
                    </a:cubicBezTo>
                    <a:cubicBezTo>
                      <a:pt x="87" y="250"/>
                      <a:pt x="87" y="250"/>
                      <a:pt x="87" y="250"/>
                    </a:cubicBezTo>
                    <a:cubicBezTo>
                      <a:pt x="125" y="235"/>
                      <a:pt x="166" y="227"/>
                      <a:pt x="209" y="227"/>
                    </a:cubicBezTo>
                    <a:cubicBezTo>
                      <a:pt x="253" y="227"/>
                      <a:pt x="294" y="235"/>
                      <a:pt x="332" y="250"/>
                    </a:cubicBezTo>
                    <a:close/>
                  </a:path>
                </a:pathLst>
              </a:custGeom>
              <a:solidFill>
                <a:srgbClr val="E3E48D"/>
              </a:solidFill>
              <a:ln w="6350">
                <a:solidFill>
                  <a:schemeClr val="accent1"/>
                </a:solidFill>
              </a:ln>
            </p:spPr>
            <p:txBody>
              <a:bodyPr wrap="square" lIns="0" tIns="0" rIns="0" bIns="0" rtlCol="0"/>
              <a:lstStyle/>
              <a:p>
                <a:endParaRPr lang="zh-CN" altLang="en-US">
                  <a:latin typeface="Arial" panose="020B0604020202020204" pitchFamily="34" charset="0"/>
                  <a:cs typeface="Arial" panose="020B0604020202020204" pitchFamily="34" charset="0"/>
                </a:endParaRPr>
              </a:p>
            </p:txBody>
          </p:sp>
          <p:sp>
            <p:nvSpPr>
              <p:cNvPr id="36" name="Freeform 7">
                <a:extLst>
                  <a:ext uri="{FF2B5EF4-FFF2-40B4-BE49-F238E27FC236}">
                    <a16:creationId xmlns:a16="http://schemas.microsoft.com/office/drawing/2014/main" id="{90DCAAFB-B809-E00F-0044-72C2B60842B4}"/>
                  </a:ext>
                </a:extLst>
              </p:cNvPr>
              <p:cNvSpPr>
                <a:spLocks/>
              </p:cNvSpPr>
              <p:nvPr/>
            </p:nvSpPr>
            <p:spPr bwMode="auto">
              <a:xfrm>
                <a:off x="16965613" y="1824038"/>
                <a:ext cx="1536700" cy="1533525"/>
              </a:xfrm>
              <a:custGeom>
                <a:avLst/>
                <a:gdLst>
                  <a:gd name="T0" fmla="*/ 173 w 383"/>
                  <a:gd name="T1" fmla="*/ 384 h 384"/>
                  <a:gd name="T2" fmla="*/ 383 w 383"/>
                  <a:gd name="T3" fmla="*/ 297 h 384"/>
                  <a:gd name="T4" fmla="*/ 87 w 383"/>
                  <a:gd name="T5" fmla="*/ 0 h 384"/>
                  <a:gd name="T6" fmla="*/ 0 w 383"/>
                  <a:gd name="T7" fmla="*/ 210 h 384"/>
                  <a:gd name="T8" fmla="*/ 173 w 383"/>
                  <a:gd name="T9" fmla="*/ 384 h 384"/>
                </a:gdLst>
                <a:ahLst/>
                <a:cxnLst>
                  <a:cxn ang="0">
                    <a:pos x="T0" y="T1"/>
                  </a:cxn>
                  <a:cxn ang="0">
                    <a:pos x="T2" y="T3"/>
                  </a:cxn>
                  <a:cxn ang="0">
                    <a:pos x="T4" y="T5"/>
                  </a:cxn>
                  <a:cxn ang="0">
                    <a:pos x="T6" y="T7"/>
                  </a:cxn>
                  <a:cxn ang="0">
                    <a:pos x="T8" y="T9"/>
                  </a:cxn>
                </a:cxnLst>
                <a:rect l="0" t="0" r="r" b="b"/>
                <a:pathLst>
                  <a:path w="383" h="384">
                    <a:moveTo>
                      <a:pt x="173" y="384"/>
                    </a:moveTo>
                    <a:cubicBezTo>
                      <a:pt x="383" y="297"/>
                      <a:pt x="383" y="297"/>
                      <a:pt x="383" y="297"/>
                    </a:cubicBezTo>
                    <a:cubicBezTo>
                      <a:pt x="325" y="164"/>
                      <a:pt x="219" y="58"/>
                      <a:pt x="87" y="0"/>
                    </a:cubicBezTo>
                    <a:cubicBezTo>
                      <a:pt x="0" y="210"/>
                      <a:pt x="0" y="210"/>
                      <a:pt x="0" y="210"/>
                    </a:cubicBezTo>
                    <a:cubicBezTo>
                      <a:pt x="77" y="245"/>
                      <a:pt x="139" y="307"/>
                      <a:pt x="173" y="384"/>
                    </a:cubicBezTo>
                    <a:close/>
                  </a:path>
                </a:pathLst>
              </a:custGeom>
              <a:solidFill>
                <a:srgbClr val="DDEFE8"/>
              </a:solidFill>
              <a:ln w="6350">
                <a:solidFill>
                  <a:schemeClr val="accent2"/>
                </a:solidFill>
              </a:ln>
            </p:spPr>
            <p:txBody>
              <a:bodyPr wrap="square" lIns="0" tIns="0" rIns="0" bIns="0" rtlCol="0"/>
              <a:lstStyle/>
              <a:p>
                <a:endParaRPr lang="zh-CN" altLang="en-US">
                  <a:latin typeface="Arial" panose="020B0604020202020204" pitchFamily="34" charset="0"/>
                  <a:cs typeface="Arial" panose="020B0604020202020204" pitchFamily="34" charset="0"/>
                </a:endParaRPr>
              </a:p>
            </p:txBody>
          </p:sp>
          <p:sp>
            <p:nvSpPr>
              <p:cNvPr id="37" name="Freeform 8">
                <a:extLst>
                  <a:ext uri="{FF2B5EF4-FFF2-40B4-BE49-F238E27FC236}">
                    <a16:creationId xmlns:a16="http://schemas.microsoft.com/office/drawing/2014/main" id="{9BAB0C7A-F147-8B45-5E4A-063A6902E882}"/>
                  </a:ext>
                </a:extLst>
              </p:cNvPr>
              <p:cNvSpPr>
                <a:spLocks/>
              </p:cNvSpPr>
              <p:nvPr/>
            </p:nvSpPr>
            <p:spPr bwMode="auto">
              <a:xfrm>
                <a:off x="17692688" y="3081338"/>
                <a:ext cx="998538" cy="1676400"/>
              </a:xfrm>
              <a:custGeom>
                <a:avLst/>
                <a:gdLst>
                  <a:gd name="T0" fmla="*/ 0 w 249"/>
                  <a:gd name="T1" fmla="*/ 333 h 420"/>
                  <a:gd name="T2" fmla="*/ 210 w 249"/>
                  <a:gd name="T3" fmla="*/ 420 h 420"/>
                  <a:gd name="T4" fmla="*/ 249 w 249"/>
                  <a:gd name="T5" fmla="*/ 210 h 420"/>
                  <a:gd name="T6" fmla="*/ 210 w 249"/>
                  <a:gd name="T7" fmla="*/ 0 h 420"/>
                  <a:gd name="T8" fmla="*/ 0 w 249"/>
                  <a:gd name="T9" fmla="*/ 87 h 420"/>
                  <a:gd name="T10" fmla="*/ 22 w 249"/>
                  <a:gd name="T11" fmla="*/ 210 h 420"/>
                  <a:gd name="T12" fmla="*/ 0 w 249"/>
                  <a:gd name="T13" fmla="*/ 333 h 420"/>
                </a:gdLst>
                <a:ahLst/>
                <a:cxnLst>
                  <a:cxn ang="0">
                    <a:pos x="T0" y="T1"/>
                  </a:cxn>
                  <a:cxn ang="0">
                    <a:pos x="T2" y="T3"/>
                  </a:cxn>
                  <a:cxn ang="0">
                    <a:pos x="T4" y="T5"/>
                  </a:cxn>
                  <a:cxn ang="0">
                    <a:pos x="T6" y="T7"/>
                  </a:cxn>
                  <a:cxn ang="0">
                    <a:pos x="T8" y="T9"/>
                  </a:cxn>
                  <a:cxn ang="0">
                    <a:pos x="T10" y="T11"/>
                  </a:cxn>
                  <a:cxn ang="0">
                    <a:pos x="T12" y="T13"/>
                  </a:cxn>
                </a:cxnLst>
                <a:rect l="0" t="0" r="r" b="b"/>
                <a:pathLst>
                  <a:path w="249" h="420">
                    <a:moveTo>
                      <a:pt x="0" y="333"/>
                    </a:moveTo>
                    <a:cubicBezTo>
                      <a:pt x="210" y="420"/>
                      <a:pt x="210" y="420"/>
                      <a:pt x="210" y="420"/>
                    </a:cubicBezTo>
                    <a:cubicBezTo>
                      <a:pt x="235" y="355"/>
                      <a:pt x="249" y="284"/>
                      <a:pt x="249" y="210"/>
                    </a:cubicBezTo>
                    <a:cubicBezTo>
                      <a:pt x="249" y="136"/>
                      <a:pt x="235" y="65"/>
                      <a:pt x="210" y="0"/>
                    </a:cubicBezTo>
                    <a:cubicBezTo>
                      <a:pt x="0" y="87"/>
                      <a:pt x="0" y="87"/>
                      <a:pt x="0" y="87"/>
                    </a:cubicBezTo>
                    <a:cubicBezTo>
                      <a:pt x="14" y="125"/>
                      <a:pt x="22" y="167"/>
                      <a:pt x="22" y="210"/>
                    </a:cubicBezTo>
                    <a:cubicBezTo>
                      <a:pt x="22" y="253"/>
                      <a:pt x="14" y="295"/>
                      <a:pt x="0" y="333"/>
                    </a:cubicBezTo>
                    <a:close/>
                  </a:path>
                </a:pathLst>
              </a:custGeom>
              <a:solidFill>
                <a:srgbClr val="9DD4CF"/>
              </a:solidFill>
              <a:ln w="6350">
                <a:solidFill>
                  <a:schemeClr val="accent3"/>
                </a:solidFill>
              </a:ln>
            </p:spPr>
            <p:txBody>
              <a:bodyPr wrap="square" lIns="0" tIns="0" rIns="0" bIns="0" rtlCol="0"/>
              <a:lstStyle/>
              <a:p>
                <a:endParaRPr lang="zh-CN" altLang="en-US">
                  <a:latin typeface="Arial" panose="020B0604020202020204" pitchFamily="34" charset="0"/>
                  <a:cs typeface="Arial" panose="020B0604020202020204" pitchFamily="34" charset="0"/>
                </a:endParaRPr>
              </a:p>
            </p:txBody>
          </p:sp>
          <p:sp>
            <p:nvSpPr>
              <p:cNvPr id="38" name="Freeform 9">
                <a:extLst>
                  <a:ext uri="{FF2B5EF4-FFF2-40B4-BE49-F238E27FC236}">
                    <a16:creationId xmlns:a16="http://schemas.microsoft.com/office/drawing/2014/main" id="{AE2B715E-7D3E-28D7-C8A8-0C1A25CEDEBA}"/>
                  </a:ext>
                </a:extLst>
              </p:cNvPr>
              <p:cNvSpPr>
                <a:spLocks/>
              </p:cNvSpPr>
              <p:nvPr/>
            </p:nvSpPr>
            <p:spPr bwMode="auto">
              <a:xfrm>
                <a:off x="14103350" y="3081338"/>
                <a:ext cx="1001713" cy="1676400"/>
              </a:xfrm>
              <a:custGeom>
                <a:avLst/>
                <a:gdLst>
                  <a:gd name="T0" fmla="*/ 250 w 250"/>
                  <a:gd name="T1" fmla="*/ 87 h 420"/>
                  <a:gd name="T2" fmla="*/ 40 w 250"/>
                  <a:gd name="T3" fmla="*/ 0 h 420"/>
                  <a:gd name="T4" fmla="*/ 0 w 250"/>
                  <a:gd name="T5" fmla="*/ 210 h 420"/>
                  <a:gd name="T6" fmla="*/ 40 w 250"/>
                  <a:gd name="T7" fmla="*/ 420 h 420"/>
                  <a:gd name="T8" fmla="*/ 250 w 250"/>
                  <a:gd name="T9" fmla="*/ 333 h 420"/>
                  <a:gd name="T10" fmla="*/ 227 w 250"/>
                  <a:gd name="T11" fmla="*/ 210 h 420"/>
                  <a:gd name="T12" fmla="*/ 250 w 250"/>
                  <a:gd name="T13" fmla="*/ 87 h 420"/>
                </a:gdLst>
                <a:ahLst/>
                <a:cxnLst>
                  <a:cxn ang="0">
                    <a:pos x="T0" y="T1"/>
                  </a:cxn>
                  <a:cxn ang="0">
                    <a:pos x="T2" y="T3"/>
                  </a:cxn>
                  <a:cxn ang="0">
                    <a:pos x="T4" y="T5"/>
                  </a:cxn>
                  <a:cxn ang="0">
                    <a:pos x="T6" y="T7"/>
                  </a:cxn>
                  <a:cxn ang="0">
                    <a:pos x="T8" y="T9"/>
                  </a:cxn>
                  <a:cxn ang="0">
                    <a:pos x="T10" y="T11"/>
                  </a:cxn>
                  <a:cxn ang="0">
                    <a:pos x="T12" y="T13"/>
                  </a:cxn>
                </a:cxnLst>
                <a:rect l="0" t="0" r="r" b="b"/>
                <a:pathLst>
                  <a:path w="250" h="420">
                    <a:moveTo>
                      <a:pt x="250" y="87"/>
                    </a:moveTo>
                    <a:cubicBezTo>
                      <a:pt x="40" y="0"/>
                      <a:pt x="40" y="0"/>
                      <a:pt x="40" y="0"/>
                    </a:cubicBezTo>
                    <a:cubicBezTo>
                      <a:pt x="15" y="65"/>
                      <a:pt x="0" y="136"/>
                      <a:pt x="0" y="210"/>
                    </a:cubicBezTo>
                    <a:cubicBezTo>
                      <a:pt x="0" y="284"/>
                      <a:pt x="15" y="355"/>
                      <a:pt x="40" y="420"/>
                    </a:cubicBezTo>
                    <a:cubicBezTo>
                      <a:pt x="250" y="333"/>
                      <a:pt x="250" y="333"/>
                      <a:pt x="250" y="333"/>
                    </a:cubicBezTo>
                    <a:cubicBezTo>
                      <a:pt x="235" y="295"/>
                      <a:pt x="227" y="253"/>
                      <a:pt x="227" y="210"/>
                    </a:cubicBezTo>
                    <a:cubicBezTo>
                      <a:pt x="227" y="167"/>
                      <a:pt x="235" y="125"/>
                      <a:pt x="250" y="87"/>
                    </a:cubicBezTo>
                    <a:close/>
                  </a:path>
                </a:pathLst>
              </a:custGeom>
              <a:solidFill>
                <a:srgbClr val="D0D0CE"/>
              </a:solidFill>
              <a:ln w="6350">
                <a:solidFill>
                  <a:schemeClr val="accent5"/>
                </a:solidFill>
              </a:ln>
            </p:spPr>
            <p:txBody>
              <a:bodyPr wrap="square" lIns="0" tIns="0" rIns="0" bIns="0" rtlCol="0"/>
              <a:lstStyle/>
              <a:p>
                <a:endParaRPr lang="zh-CN" altLang="en-US">
                  <a:latin typeface="Arial" panose="020B0604020202020204" pitchFamily="34" charset="0"/>
                  <a:cs typeface="Arial" panose="020B0604020202020204" pitchFamily="34" charset="0"/>
                </a:endParaRPr>
              </a:p>
            </p:txBody>
          </p:sp>
          <p:sp>
            <p:nvSpPr>
              <p:cNvPr id="39" name="Freeform 10">
                <a:extLst>
                  <a:ext uri="{FF2B5EF4-FFF2-40B4-BE49-F238E27FC236}">
                    <a16:creationId xmlns:a16="http://schemas.microsoft.com/office/drawing/2014/main" id="{1B15A86B-17D0-32B3-41B1-DC4A04B13D5E}"/>
                  </a:ext>
                </a:extLst>
              </p:cNvPr>
              <p:cNvSpPr>
                <a:spLocks/>
              </p:cNvSpPr>
              <p:nvPr/>
            </p:nvSpPr>
            <p:spPr bwMode="auto">
              <a:xfrm>
                <a:off x="16965613" y="4483101"/>
                <a:ext cx="1536700" cy="1531938"/>
              </a:xfrm>
              <a:custGeom>
                <a:avLst/>
                <a:gdLst>
                  <a:gd name="T0" fmla="*/ 0 w 383"/>
                  <a:gd name="T1" fmla="*/ 174 h 384"/>
                  <a:gd name="T2" fmla="*/ 87 w 383"/>
                  <a:gd name="T3" fmla="*/ 384 h 384"/>
                  <a:gd name="T4" fmla="*/ 383 w 383"/>
                  <a:gd name="T5" fmla="*/ 87 h 384"/>
                  <a:gd name="T6" fmla="*/ 173 w 383"/>
                  <a:gd name="T7" fmla="*/ 0 h 384"/>
                  <a:gd name="T8" fmla="*/ 0 w 383"/>
                  <a:gd name="T9" fmla="*/ 174 h 384"/>
                </a:gdLst>
                <a:ahLst/>
                <a:cxnLst>
                  <a:cxn ang="0">
                    <a:pos x="T0" y="T1"/>
                  </a:cxn>
                  <a:cxn ang="0">
                    <a:pos x="T2" y="T3"/>
                  </a:cxn>
                  <a:cxn ang="0">
                    <a:pos x="T4" y="T5"/>
                  </a:cxn>
                  <a:cxn ang="0">
                    <a:pos x="T6" y="T7"/>
                  </a:cxn>
                  <a:cxn ang="0">
                    <a:pos x="T8" y="T9"/>
                  </a:cxn>
                </a:cxnLst>
                <a:rect l="0" t="0" r="r" b="b"/>
                <a:pathLst>
                  <a:path w="383" h="384">
                    <a:moveTo>
                      <a:pt x="0" y="174"/>
                    </a:moveTo>
                    <a:cubicBezTo>
                      <a:pt x="87" y="384"/>
                      <a:pt x="87" y="384"/>
                      <a:pt x="87" y="384"/>
                    </a:cubicBezTo>
                    <a:cubicBezTo>
                      <a:pt x="219" y="326"/>
                      <a:pt x="325" y="220"/>
                      <a:pt x="383" y="87"/>
                    </a:cubicBezTo>
                    <a:cubicBezTo>
                      <a:pt x="173" y="0"/>
                      <a:pt x="173" y="0"/>
                      <a:pt x="173" y="0"/>
                    </a:cubicBezTo>
                    <a:cubicBezTo>
                      <a:pt x="139" y="77"/>
                      <a:pt x="77" y="139"/>
                      <a:pt x="0" y="174"/>
                    </a:cubicBezTo>
                    <a:close/>
                  </a:path>
                </a:pathLst>
              </a:custGeom>
              <a:solidFill>
                <a:srgbClr val="D0D0CE"/>
              </a:solidFill>
              <a:ln w="6350">
                <a:solidFill>
                  <a:schemeClr val="accent5"/>
                </a:solidFill>
              </a:ln>
            </p:spPr>
            <p:txBody>
              <a:bodyPr wrap="square" lIns="0" tIns="0" rIns="0" bIns="0" rtlCol="0"/>
              <a:lstStyle/>
              <a:p>
                <a:endParaRPr lang="zh-CN" altLang="en-US">
                  <a:latin typeface="Arial" panose="020B0604020202020204" pitchFamily="34" charset="0"/>
                  <a:cs typeface="Arial" panose="020B0604020202020204" pitchFamily="34" charset="0"/>
                </a:endParaRPr>
              </a:p>
            </p:txBody>
          </p:sp>
          <p:sp>
            <p:nvSpPr>
              <p:cNvPr id="40" name="Freeform 11">
                <a:extLst>
                  <a:ext uri="{FF2B5EF4-FFF2-40B4-BE49-F238E27FC236}">
                    <a16:creationId xmlns:a16="http://schemas.microsoft.com/office/drawing/2014/main" id="{96D83FE0-6BEE-EA90-8675-C4B11FC02897}"/>
                  </a:ext>
                </a:extLst>
              </p:cNvPr>
              <p:cNvSpPr>
                <a:spLocks/>
              </p:cNvSpPr>
              <p:nvPr/>
            </p:nvSpPr>
            <p:spPr bwMode="auto">
              <a:xfrm>
                <a:off x="14295438" y="1824038"/>
                <a:ext cx="1535113" cy="1533525"/>
              </a:xfrm>
              <a:custGeom>
                <a:avLst/>
                <a:gdLst>
                  <a:gd name="T0" fmla="*/ 383 w 383"/>
                  <a:gd name="T1" fmla="*/ 210 h 384"/>
                  <a:gd name="T2" fmla="*/ 296 w 383"/>
                  <a:gd name="T3" fmla="*/ 0 h 384"/>
                  <a:gd name="T4" fmla="*/ 0 w 383"/>
                  <a:gd name="T5" fmla="*/ 297 h 384"/>
                  <a:gd name="T6" fmla="*/ 210 w 383"/>
                  <a:gd name="T7" fmla="*/ 384 h 384"/>
                  <a:gd name="T8" fmla="*/ 383 w 383"/>
                  <a:gd name="T9" fmla="*/ 210 h 384"/>
                </a:gdLst>
                <a:ahLst/>
                <a:cxnLst>
                  <a:cxn ang="0">
                    <a:pos x="T0" y="T1"/>
                  </a:cxn>
                  <a:cxn ang="0">
                    <a:pos x="T2" y="T3"/>
                  </a:cxn>
                  <a:cxn ang="0">
                    <a:pos x="T4" y="T5"/>
                  </a:cxn>
                  <a:cxn ang="0">
                    <a:pos x="T6" y="T7"/>
                  </a:cxn>
                  <a:cxn ang="0">
                    <a:pos x="T8" y="T9"/>
                  </a:cxn>
                </a:cxnLst>
                <a:rect l="0" t="0" r="r" b="b"/>
                <a:pathLst>
                  <a:path w="383" h="384">
                    <a:moveTo>
                      <a:pt x="383" y="210"/>
                    </a:moveTo>
                    <a:cubicBezTo>
                      <a:pt x="296" y="0"/>
                      <a:pt x="296" y="0"/>
                      <a:pt x="296" y="0"/>
                    </a:cubicBezTo>
                    <a:cubicBezTo>
                      <a:pt x="164" y="58"/>
                      <a:pt x="58" y="164"/>
                      <a:pt x="0" y="297"/>
                    </a:cubicBezTo>
                    <a:cubicBezTo>
                      <a:pt x="210" y="384"/>
                      <a:pt x="210" y="384"/>
                      <a:pt x="210" y="384"/>
                    </a:cubicBezTo>
                    <a:cubicBezTo>
                      <a:pt x="244" y="307"/>
                      <a:pt x="306" y="245"/>
                      <a:pt x="383" y="210"/>
                    </a:cubicBezTo>
                    <a:close/>
                  </a:path>
                </a:pathLst>
              </a:custGeom>
              <a:solidFill>
                <a:srgbClr val="A0DCFF"/>
              </a:solidFill>
              <a:ln w="6350">
                <a:solidFill>
                  <a:srgbClr val="0070C0"/>
                </a:solidFill>
              </a:ln>
            </p:spPr>
            <p:txBody>
              <a:bodyPr wrap="square" lIns="0" tIns="0" rIns="0" bIns="0" rtlCol="0"/>
              <a:lstStyle/>
              <a:p>
                <a:endParaRPr lang="zh-CN" altLang="en-US">
                  <a:latin typeface="Arial" panose="020B0604020202020204" pitchFamily="34" charset="0"/>
                  <a:cs typeface="Arial" panose="020B0604020202020204" pitchFamily="34" charset="0"/>
                </a:endParaRPr>
              </a:p>
            </p:txBody>
          </p:sp>
          <p:sp>
            <p:nvSpPr>
              <p:cNvPr id="41" name="Freeform 13">
                <a:extLst>
                  <a:ext uri="{FF2B5EF4-FFF2-40B4-BE49-F238E27FC236}">
                    <a16:creationId xmlns:a16="http://schemas.microsoft.com/office/drawing/2014/main" id="{8BFB3B5B-9A28-D82E-E66F-D7CFA3897883}"/>
                  </a:ext>
                </a:extLst>
              </p:cNvPr>
              <p:cNvSpPr>
                <a:spLocks/>
              </p:cNvSpPr>
              <p:nvPr/>
            </p:nvSpPr>
            <p:spPr bwMode="auto">
              <a:xfrm>
                <a:off x="14295438" y="4483101"/>
                <a:ext cx="1535113" cy="1531938"/>
              </a:xfrm>
              <a:custGeom>
                <a:avLst/>
                <a:gdLst>
                  <a:gd name="T0" fmla="*/ 210 w 383"/>
                  <a:gd name="T1" fmla="*/ 0 h 384"/>
                  <a:gd name="T2" fmla="*/ 0 w 383"/>
                  <a:gd name="T3" fmla="*/ 87 h 384"/>
                  <a:gd name="T4" fmla="*/ 296 w 383"/>
                  <a:gd name="T5" fmla="*/ 384 h 384"/>
                  <a:gd name="T6" fmla="*/ 383 w 383"/>
                  <a:gd name="T7" fmla="*/ 174 h 384"/>
                  <a:gd name="T8" fmla="*/ 210 w 383"/>
                  <a:gd name="T9" fmla="*/ 0 h 384"/>
                </a:gdLst>
                <a:ahLst/>
                <a:cxnLst>
                  <a:cxn ang="0">
                    <a:pos x="T0" y="T1"/>
                  </a:cxn>
                  <a:cxn ang="0">
                    <a:pos x="T2" y="T3"/>
                  </a:cxn>
                  <a:cxn ang="0">
                    <a:pos x="T4" y="T5"/>
                  </a:cxn>
                  <a:cxn ang="0">
                    <a:pos x="T6" y="T7"/>
                  </a:cxn>
                  <a:cxn ang="0">
                    <a:pos x="T8" y="T9"/>
                  </a:cxn>
                </a:cxnLst>
                <a:rect l="0" t="0" r="r" b="b"/>
                <a:pathLst>
                  <a:path w="383" h="384">
                    <a:moveTo>
                      <a:pt x="210" y="0"/>
                    </a:moveTo>
                    <a:cubicBezTo>
                      <a:pt x="0" y="87"/>
                      <a:pt x="0" y="87"/>
                      <a:pt x="0" y="87"/>
                    </a:cubicBezTo>
                    <a:cubicBezTo>
                      <a:pt x="58" y="220"/>
                      <a:pt x="164" y="326"/>
                      <a:pt x="296" y="384"/>
                    </a:cubicBezTo>
                    <a:cubicBezTo>
                      <a:pt x="383" y="174"/>
                      <a:pt x="383" y="174"/>
                      <a:pt x="383" y="174"/>
                    </a:cubicBezTo>
                    <a:cubicBezTo>
                      <a:pt x="306" y="139"/>
                      <a:pt x="244" y="77"/>
                      <a:pt x="210" y="0"/>
                    </a:cubicBezTo>
                    <a:close/>
                  </a:path>
                </a:pathLst>
              </a:custGeom>
              <a:solidFill>
                <a:srgbClr val="6FC2B4"/>
              </a:solidFill>
              <a:ln w="6350">
                <a:solidFill>
                  <a:schemeClr val="accent4"/>
                </a:solidFill>
              </a:ln>
            </p:spPr>
            <p:txBody>
              <a:bodyPr wrap="square" lIns="0" tIns="0" rIns="0" bIns="0" rtlCol="0"/>
              <a:lstStyle/>
              <a:p>
                <a:endParaRPr lang="zh-CN" altLang="en-US">
                  <a:latin typeface="Arial" panose="020B0604020202020204" pitchFamily="34" charset="0"/>
                  <a:cs typeface="Arial" panose="020B0604020202020204" pitchFamily="34" charset="0"/>
                </a:endParaRPr>
              </a:p>
            </p:txBody>
          </p:sp>
          <p:sp>
            <p:nvSpPr>
              <p:cNvPr id="43" name="Freeform 14">
                <a:extLst>
                  <a:ext uri="{FF2B5EF4-FFF2-40B4-BE49-F238E27FC236}">
                    <a16:creationId xmlns:a16="http://schemas.microsoft.com/office/drawing/2014/main" id="{B4255E1C-AF75-E001-0FB2-5B0202B581C0}"/>
                  </a:ext>
                </a:extLst>
              </p:cNvPr>
              <p:cNvSpPr>
                <a:spLocks/>
              </p:cNvSpPr>
              <p:nvPr/>
            </p:nvSpPr>
            <p:spPr bwMode="auto">
              <a:xfrm>
                <a:off x="15136813" y="4427538"/>
                <a:ext cx="754063" cy="749300"/>
              </a:xfrm>
              <a:custGeom>
                <a:avLst/>
                <a:gdLst>
                  <a:gd name="T0" fmla="*/ 126 w 188"/>
                  <a:gd name="T1" fmla="*/ 62 h 188"/>
                  <a:gd name="T2" fmla="*/ 82 w 188"/>
                  <a:gd name="T3" fmla="*/ 74 h 188"/>
                  <a:gd name="T4" fmla="*/ 34 w 188"/>
                  <a:gd name="T5" fmla="*/ 0 h 188"/>
                  <a:gd name="T6" fmla="*/ 0 w 188"/>
                  <a:gd name="T7" fmla="*/ 14 h 188"/>
                  <a:gd name="T8" fmla="*/ 173 w 188"/>
                  <a:gd name="T9" fmla="*/ 188 h 188"/>
                  <a:gd name="T10" fmla="*/ 188 w 188"/>
                  <a:gd name="T11" fmla="*/ 153 h 188"/>
                  <a:gd name="T12" fmla="*/ 114 w 188"/>
                  <a:gd name="T13" fmla="*/ 106 h 188"/>
                  <a:gd name="T14" fmla="*/ 126 w 188"/>
                  <a:gd name="T15" fmla="*/ 62 h 18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8" h="188">
                    <a:moveTo>
                      <a:pt x="126" y="62"/>
                    </a:moveTo>
                    <a:cubicBezTo>
                      <a:pt x="82" y="74"/>
                      <a:pt x="82" y="74"/>
                      <a:pt x="82" y="74"/>
                    </a:cubicBezTo>
                    <a:cubicBezTo>
                      <a:pt x="63" y="52"/>
                      <a:pt x="47" y="27"/>
                      <a:pt x="34" y="0"/>
                    </a:cubicBezTo>
                    <a:cubicBezTo>
                      <a:pt x="0" y="14"/>
                      <a:pt x="0" y="14"/>
                      <a:pt x="0" y="14"/>
                    </a:cubicBezTo>
                    <a:cubicBezTo>
                      <a:pt x="34" y="91"/>
                      <a:pt x="96" y="153"/>
                      <a:pt x="173" y="188"/>
                    </a:cubicBezTo>
                    <a:cubicBezTo>
                      <a:pt x="188" y="153"/>
                      <a:pt x="188" y="153"/>
                      <a:pt x="188" y="153"/>
                    </a:cubicBezTo>
                    <a:cubicBezTo>
                      <a:pt x="161" y="141"/>
                      <a:pt x="136" y="125"/>
                      <a:pt x="114" y="106"/>
                    </a:cubicBezTo>
                    <a:lnTo>
                      <a:pt x="126" y="62"/>
                    </a:lnTo>
                    <a:close/>
                  </a:path>
                </a:pathLst>
              </a:custGeom>
              <a:solidFill>
                <a:schemeClr val="accent4"/>
              </a:solidFill>
            </p:spPr>
            <p:txBody>
              <a:bodyPr wrap="square" lIns="0" tIns="0" rIns="0" bIns="0" rtlCol="0"/>
              <a:lstStyle/>
              <a:p>
                <a:endParaRPr lang="zh-CN" altLang="en-US">
                  <a:latin typeface="Arial" panose="020B0604020202020204" pitchFamily="34" charset="0"/>
                  <a:cs typeface="Arial" panose="020B0604020202020204" pitchFamily="34" charset="0"/>
                </a:endParaRPr>
              </a:p>
            </p:txBody>
          </p:sp>
          <p:sp>
            <p:nvSpPr>
              <p:cNvPr id="44" name="Freeform 15">
                <a:extLst>
                  <a:ext uri="{FF2B5EF4-FFF2-40B4-BE49-F238E27FC236}">
                    <a16:creationId xmlns:a16="http://schemas.microsoft.com/office/drawing/2014/main" id="{60832B6F-21CD-C9B3-76CC-3583662C2024}"/>
                  </a:ext>
                </a:extLst>
              </p:cNvPr>
              <p:cNvSpPr>
                <a:spLocks/>
              </p:cNvSpPr>
              <p:nvPr/>
            </p:nvSpPr>
            <p:spPr bwMode="auto">
              <a:xfrm>
                <a:off x="16906875" y="2662238"/>
                <a:ext cx="754063" cy="750888"/>
              </a:xfrm>
              <a:custGeom>
                <a:avLst/>
                <a:gdLst>
                  <a:gd name="T0" fmla="*/ 62 w 188"/>
                  <a:gd name="T1" fmla="*/ 126 h 188"/>
                  <a:gd name="T2" fmla="*/ 106 w 188"/>
                  <a:gd name="T3" fmla="*/ 114 h 188"/>
                  <a:gd name="T4" fmla="*/ 154 w 188"/>
                  <a:gd name="T5" fmla="*/ 188 h 188"/>
                  <a:gd name="T6" fmla="*/ 154 w 188"/>
                  <a:gd name="T7" fmla="*/ 188 h 188"/>
                  <a:gd name="T8" fmla="*/ 188 w 188"/>
                  <a:gd name="T9" fmla="*/ 174 h 188"/>
                  <a:gd name="T10" fmla="*/ 15 w 188"/>
                  <a:gd name="T11" fmla="*/ 0 h 188"/>
                  <a:gd name="T12" fmla="*/ 0 w 188"/>
                  <a:gd name="T13" fmla="*/ 35 h 188"/>
                  <a:gd name="T14" fmla="*/ 74 w 188"/>
                  <a:gd name="T15" fmla="*/ 82 h 188"/>
                  <a:gd name="T16" fmla="*/ 62 w 188"/>
                  <a:gd name="T17" fmla="*/ 126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8" h="188">
                    <a:moveTo>
                      <a:pt x="62" y="126"/>
                    </a:moveTo>
                    <a:cubicBezTo>
                      <a:pt x="106" y="114"/>
                      <a:pt x="106" y="114"/>
                      <a:pt x="106" y="114"/>
                    </a:cubicBezTo>
                    <a:cubicBezTo>
                      <a:pt x="125" y="136"/>
                      <a:pt x="141" y="161"/>
                      <a:pt x="154" y="188"/>
                    </a:cubicBezTo>
                    <a:cubicBezTo>
                      <a:pt x="154" y="188"/>
                      <a:pt x="154" y="188"/>
                      <a:pt x="154" y="188"/>
                    </a:cubicBezTo>
                    <a:cubicBezTo>
                      <a:pt x="188" y="174"/>
                      <a:pt x="188" y="174"/>
                      <a:pt x="188" y="174"/>
                    </a:cubicBezTo>
                    <a:cubicBezTo>
                      <a:pt x="154" y="97"/>
                      <a:pt x="92" y="35"/>
                      <a:pt x="15" y="0"/>
                    </a:cubicBezTo>
                    <a:cubicBezTo>
                      <a:pt x="0" y="35"/>
                      <a:pt x="0" y="35"/>
                      <a:pt x="0" y="35"/>
                    </a:cubicBezTo>
                    <a:cubicBezTo>
                      <a:pt x="27" y="47"/>
                      <a:pt x="52" y="63"/>
                      <a:pt x="74" y="82"/>
                    </a:cubicBezTo>
                    <a:lnTo>
                      <a:pt x="62" y="126"/>
                    </a:lnTo>
                    <a:close/>
                  </a:path>
                </a:pathLst>
              </a:custGeom>
              <a:solidFill>
                <a:schemeClr val="accent2"/>
              </a:solidFill>
              <a:ln w="6350">
                <a:solidFill>
                  <a:schemeClr val="accent2"/>
                </a:solidFill>
              </a:ln>
            </p:spPr>
            <p:txBody>
              <a:bodyPr wrap="square" lIns="0" tIns="0" rIns="0" bIns="0" rtlCol="0"/>
              <a:lstStyle/>
              <a:p>
                <a:endParaRPr lang="zh-CN" altLang="en-US">
                  <a:latin typeface="Arial" panose="020B0604020202020204" pitchFamily="34" charset="0"/>
                  <a:cs typeface="Arial" panose="020B0604020202020204" pitchFamily="34" charset="0"/>
                </a:endParaRPr>
              </a:p>
            </p:txBody>
          </p:sp>
          <p:sp>
            <p:nvSpPr>
              <p:cNvPr id="45" name="Freeform 16">
                <a:extLst>
                  <a:ext uri="{FF2B5EF4-FFF2-40B4-BE49-F238E27FC236}">
                    <a16:creationId xmlns:a16="http://schemas.microsoft.com/office/drawing/2014/main" id="{C79455F1-066C-D4CB-A432-E3C799CE1429}"/>
                  </a:ext>
                </a:extLst>
              </p:cNvPr>
              <p:cNvSpPr>
                <a:spLocks/>
              </p:cNvSpPr>
              <p:nvPr/>
            </p:nvSpPr>
            <p:spPr bwMode="auto">
              <a:xfrm>
                <a:off x="15906750" y="2543176"/>
                <a:ext cx="982663" cy="311150"/>
              </a:xfrm>
              <a:custGeom>
                <a:avLst/>
                <a:gdLst>
                  <a:gd name="T0" fmla="*/ 0 w 245"/>
                  <a:gd name="T1" fmla="*/ 23 h 78"/>
                  <a:gd name="T2" fmla="*/ 14 w 245"/>
                  <a:gd name="T3" fmla="*/ 57 h 78"/>
                  <a:gd name="T4" fmla="*/ 14 w 245"/>
                  <a:gd name="T5" fmla="*/ 57 h 78"/>
                  <a:gd name="T6" fmla="*/ 25 w 245"/>
                  <a:gd name="T7" fmla="*/ 53 h 78"/>
                  <a:gd name="T8" fmla="*/ 28 w 245"/>
                  <a:gd name="T9" fmla="*/ 52 h 78"/>
                  <a:gd name="T10" fmla="*/ 38 w 245"/>
                  <a:gd name="T11" fmla="*/ 49 h 78"/>
                  <a:gd name="T12" fmla="*/ 41 w 245"/>
                  <a:gd name="T13" fmla="*/ 48 h 78"/>
                  <a:gd name="T14" fmla="*/ 51 w 245"/>
                  <a:gd name="T15" fmla="*/ 46 h 78"/>
                  <a:gd name="T16" fmla="*/ 56 w 245"/>
                  <a:gd name="T17" fmla="*/ 45 h 78"/>
                  <a:gd name="T18" fmla="*/ 64 w 245"/>
                  <a:gd name="T19" fmla="*/ 43 h 78"/>
                  <a:gd name="T20" fmla="*/ 70 w 245"/>
                  <a:gd name="T21" fmla="*/ 42 h 78"/>
                  <a:gd name="T22" fmla="*/ 78 w 245"/>
                  <a:gd name="T23" fmla="*/ 41 h 78"/>
                  <a:gd name="T24" fmla="*/ 86 w 245"/>
                  <a:gd name="T25" fmla="*/ 40 h 78"/>
                  <a:gd name="T26" fmla="*/ 93 w 245"/>
                  <a:gd name="T27" fmla="*/ 39 h 78"/>
                  <a:gd name="T28" fmla="*/ 100 w 245"/>
                  <a:gd name="T29" fmla="*/ 38 h 78"/>
                  <a:gd name="T30" fmla="*/ 122 w 245"/>
                  <a:gd name="T31" fmla="*/ 78 h 78"/>
                  <a:gd name="T32" fmla="*/ 145 w 245"/>
                  <a:gd name="T33" fmla="*/ 38 h 78"/>
                  <a:gd name="T34" fmla="*/ 152 w 245"/>
                  <a:gd name="T35" fmla="*/ 39 h 78"/>
                  <a:gd name="T36" fmla="*/ 159 w 245"/>
                  <a:gd name="T37" fmla="*/ 40 h 78"/>
                  <a:gd name="T38" fmla="*/ 167 w 245"/>
                  <a:gd name="T39" fmla="*/ 41 h 78"/>
                  <a:gd name="T40" fmla="*/ 175 w 245"/>
                  <a:gd name="T41" fmla="*/ 42 h 78"/>
                  <a:gd name="T42" fmla="*/ 181 w 245"/>
                  <a:gd name="T43" fmla="*/ 43 h 78"/>
                  <a:gd name="T44" fmla="*/ 189 w 245"/>
                  <a:gd name="T45" fmla="*/ 45 h 78"/>
                  <a:gd name="T46" fmla="*/ 194 w 245"/>
                  <a:gd name="T47" fmla="*/ 46 h 78"/>
                  <a:gd name="T48" fmla="*/ 204 w 245"/>
                  <a:gd name="T49" fmla="*/ 48 h 78"/>
                  <a:gd name="T50" fmla="*/ 207 w 245"/>
                  <a:gd name="T51" fmla="*/ 49 h 78"/>
                  <a:gd name="T52" fmla="*/ 217 w 245"/>
                  <a:gd name="T53" fmla="*/ 52 h 78"/>
                  <a:gd name="T54" fmla="*/ 220 w 245"/>
                  <a:gd name="T55" fmla="*/ 53 h 78"/>
                  <a:gd name="T56" fmla="*/ 231 w 245"/>
                  <a:gd name="T57" fmla="*/ 57 h 78"/>
                  <a:gd name="T58" fmla="*/ 245 w 245"/>
                  <a:gd name="T59" fmla="*/ 23 h 78"/>
                  <a:gd name="T60" fmla="*/ 122 w 245"/>
                  <a:gd name="T61" fmla="*/ 0 h 78"/>
                  <a:gd name="T62" fmla="*/ 0 w 245"/>
                  <a:gd name="T63" fmla="*/ 23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45" h="78">
                    <a:moveTo>
                      <a:pt x="0" y="23"/>
                    </a:moveTo>
                    <a:cubicBezTo>
                      <a:pt x="14" y="57"/>
                      <a:pt x="14" y="57"/>
                      <a:pt x="14" y="57"/>
                    </a:cubicBezTo>
                    <a:cubicBezTo>
                      <a:pt x="14" y="57"/>
                      <a:pt x="14" y="57"/>
                      <a:pt x="14" y="57"/>
                    </a:cubicBezTo>
                    <a:cubicBezTo>
                      <a:pt x="18" y="56"/>
                      <a:pt x="21" y="55"/>
                      <a:pt x="25" y="53"/>
                    </a:cubicBezTo>
                    <a:cubicBezTo>
                      <a:pt x="26" y="53"/>
                      <a:pt x="27" y="53"/>
                      <a:pt x="28" y="52"/>
                    </a:cubicBezTo>
                    <a:cubicBezTo>
                      <a:pt x="31" y="51"/>
                      <a:pt x="34" y="50"/>
                      <a:pt x="38" y="49"/>
                    </a:cubicBezTo>
                    <a:cubicBezTo>
                      <a:pt x="39" y="49"/>
                      <a:pt x="40" y="49"/>
                      <a:pt x="41" y="48"/>
                    </a:cubicBezTo>
                    <a:cubicBezTo>
                      <a:pt x="44" y="48"/>
                      <a:pt x="48" y="47"/>
                      <a:pt x="51" y="46"/>
                    </a:cubicBezTo>
                    <a:cubicBezTo>
                      <a:pt x="52" y="46"/>
                      <a:pt x="54" y="45"/>
                      <a:pt x="56" y="45"/>
                    </a:cubicBezTo>
                    <a:cubicBezTo>
                      <a:pt x="59" y="44"/>
                      <a:pt x="61" y="44"/>
                      <a:pt x="64" y="43"/>
                    </a:cubicBezTo>
                    <a:cubicBezTo>
                      <a:pt x="66" y="43"/>
                      <a:pt x="68" y="42"/>
                      <a:pt x="70" y="42"/>
                    </a:cubicBezTo>
                    <a:cubicBezTo>
                      <a:pt x="73" y="42"/>
                      <a:pt x="76" y="41"/>
                      <a:pt x="78" y="41"/>
                    </a:cubicBezTo>
                    <a:cubicBezTo>
                      <a:pt x="81" y="40"/>
                      <a:pt x="83" y="40"/>
                      <a:pt x="86" y="40"/>
                    </a:cubicBezTo>
                    <a:cubicBezTo>
                      <a:pt x="88" y="39"/>
                      <a:pt x="90" y="39"/>
                      <a:pt x="93" y="39"/>
                    </a:cubicBezTo>
                    <a:cubicBezTo>
                      <a:pt x="95" y="39"/>
                      <a:pt x="97" y="39"/>
                      <a:pt x="100" y="38"/>
                    </a:cubicBezTo>
                    <a:cubicBezTo>
                      <a:pt x="122" y="78"/>
                      <a:pt x="122" y="78"/>
                      <a:pt x="122" y="78"/>
                    </a:cubicBezTo>
                    <a:cubicBezTo>
                      <a:pt x="145" y="38"/>
                      <a:pt x="145" y="38"/>
                      <a:pt x="145" y="38"/>
                    </a:cubicBezTo>
                    <a:cubicBezTo>
                      <a:pt x="148" y="39"/>
                      <a:pt x="150" y="39"/>
                      <a:pt x="152" y="39"/>
                    </a:cubicBezTo>
                    <a:cubicBezTo>
                      <a:pt x="155" y="39"/>
                      <a:pt x="157" y="39"/>
                      <a:pt x="159" y="40"/>
                    </a:cubicBezTo>
                    <a:cubicBezTo>
                      <a:pt x="162" y="40"/>
                      <a:pt x="164" y="40"/>
                      <a:pt x="167" y="41"/>
                    </a:cubicBezTo>
                    <a:cubicBezTo>
                      <a:pt x="169" y="41"/>
                      <a:pt x="172" y="42"/>
                      <a:pt x="175" y="42"/>
                    </a:cubicBezTo>
                    <a:cubicBezTo>
                      <a:pt x="177" y="42"/>
                      <a:pt x="179" y="43"/>
                      <a:pt x="181" y="43"/>
                    </a:cubicBezTo>
                    <a:cubicBezTo>
                      <a:pt x="184" y="44"/>
                      <a:pt x="186" y="44"/>
                      <a:pt x="189" y="45"/>
                    </a:cubicBezTo>
                    <a:cubicBezTo>
                      <a:pt x="191" y="45"/>
                      <a:pt x="193" y="46"/>
                      <a:pt x="194" y="46"/>
                    </a:cubicBezTo>
                    <a:cubicBezTo>
                      <a:pt x="197" y="47"/>
                      <a:pt x="200" y="48"/>
                      <a:pt x="204" y="48"/>
                    </a:cubicBezTo>
                    <a:cubicBezTo>
                      <a:pt x="205" y="49"/>
                      <a:pt x="206" y="49"/>
                      <a:pt x="207" y="49"/>
                    </a:cubicBezTo>
                    <a:cubicBezTo>
                      <a:pt x="211" y="50"/>
                      <a:pt x="214" y="51"/>
                      <a:pt x="217" y="52"/>
                    </a:cubicBezTo>
                    <a:cubicBezTo>
                      <a:pt x="218" y="53"/>
                      <a:pt x="219" y="53"/>
                      <a:pt x="220" y="53"/>
                    </a:cubicBezTo>
                    <a:cubicBezTo>
                      <a:pt x="224" y="55"/>
                      <a:pt x="227" y="56"/>
                      <a:pt x="231" y="57"/>
                    </a:cubicBezTo>
                    <a:cubicBezTo>
                      <a:pt x="245" y="23"/>
                      <a:pt x="245" y="23"/>
                      <a:pt x="245" y="23"/>
                    </a:cubicBezTo>
                    <a:cubicBezTo>
                      <a:pt x="207" y="8"/>
                      <a:pt x="166" y="0"/>
                      <a:pt x="122" y="0"/>
                    </a:cubicBezTo>
                    <a:cubicBezTo>
                      <a:pt x="79" y="0"/>
                      <a:pt x="38" y="8"/>
                      <a:pt x="0" y="23"/>
                    </a:cubicBezTo>
                    <a:close/>
                  </a:path>
                </a:pathLst>
              </a:custGeom>
              <a:solidFill>
                <a:schemeClr val="accent1"/>
              </a:solidFill>
              <a:ln w="6350">
                <a:solidFill>
                  <a:schemeClr val="accent1"/>
                </a:solidFill>
              </a:ln>
            </p:spPr>
            <p:txBody>
              <a:bodyPr wrap="square" lIns="0" tIns="0" rIns="0" bIns="0" rtlCol="0"/>
              <a:lstStyle/>
              <a:p>
                <a:endParaRPr lang="zh-CN" altLang="en-US">
                  <a:latin typeface="Arial" panose="020B0604020202020204" pitchFamily="34" charset="0"/>
                  <a:cs typeface="Arial" panose="020B0604020202020204" pitchFamily="34" charset="0"/>
                </a:endParaRPr>
              </a:p>
            </p:txBody>
          </p:sp>
          <p:sp>
            <p:nvSpPr>
              <p:cNvPr id="46" name="Freeform 17">
                <a:extLst>
                  <a:ext uri="{FF2B5EF4-FFF2-40B4-BE49-F238E27FC236}">
                    <a16:creationId xmlns:a16="http://schemas.microsoft.com/office/drawing/2014/main" id="{B0D9C85B-5221-C714-6E5D-F2A127C9BC3F}"/>
                  </a:ext>
                </a:extLst>
              </p:cNvPr>
              <p:cNvSpPr>
                <a:spLocks/>
              </p:cNvSpPr>
              <p:nvPr/>
            </p:nvSpPr>
            <p:spPr bwMode="auto">
              <a:xfrm>
                <a:off x="17472025" y="3429001"/>
                <a:ext cx="307975" cy="982663"/>
              </a:xfrm>
              <a:custGeom>
                <a:avLst/>
                <a:gdLst>
                  <a:gd name="T0" fmla="*/ 55 w 77"/>
                  <a:gd name="T1" fmla="*/ 0 h 246"/>
                  <a:gd name="T2" fmla="*/ 20 w 77"/>
                  <a:gd name="T3" fmla="*/ 15 h 246"/>
                  <a:gd name="T4" fmla="*/ 24 w 77"/>
                  <a:gd name="T5" fmla="*/ 26 h 246"/>
                  <a:gd name="T6" fmla="*/ 25 w 77"/>
                  <a:gd name="T7" fmla="*/ 28 h 246"/>
                  <a:gd name="T8" fmla="*/ 28 w 77"/>
                  <a:gd name="T9" fmla="*/ 38 h 246"/>
                  <a:gd name="T10" fmla="*/ 29 w 77"/>
                  <a:gd name="T11" fmla="*/ 42 h 246"/>
                  <a:gd name="T12" fmla="*/ 31 w 77"/>
                  <a:gd name="T13" fmla="*/ 51 h 246"/>
                  <a:gd name="T14" fmla="*/ 33 w 77"/>
                  <a:gd name="T15" fmla="*/ 56 h 246"/>
                  <a:gd name="T16" fmla="*/ 34 w 77"/>
                  <a:gd name="T17" fmla="*/ 65 h 246"/>
                  <a:gd name="T18" fmla="*/ 36 w 77"/>
                  <a:gd name="T19" fmla="*/ 71 h 246"/>
                  <a:gd name="T20" fmla="*/ 37 w 77"/>
                  <a:gd name="T21" fmla="*/ 79 h 246"/>
                  <a:gd name="T22" fmla="*/ 38 w 77"/>
                  <a:gd name="T23" fmla="*/ 86 h 246"/>
                  <a:gd name="T24" fmla="*/ 39 w 77"/>
                  <a:gd name="T25" fmla="*/ 93 h 246"/>
                  <a:gd name="T26" fmla="*/ 39 w 77"/>
                  <a:gd name="T27" fmla="*/ 100 h 246"/>
                  <a:gd name="T28" fmla="*/ 0 w 77"/>
                  <a:gd name="T29" fmla="*/ 123 h 246"/>
                  <a:gd name="T30" fmla="*/ 39 w 77"/>
                  <a:gd name="T31" fmla="*/ 146 h 246"/>
                  <a:gd name="T32" fmla="*/ 39 w 77"/>
                  <a:gd name="T33" fmla="*/ 153 h 246"/>
                  <a:gd name="T34" fmla="*/ 38 w 77"/>
                  <a:gd name="T35" fmla="*/ 160 h 246"/>
                  <a:gd name="T36" fmla="*/ 37 w 77"/>
                  <a:gd name="T37" fmla="*/ 167 h 246"/>
                  <a:gd name="T38" fmla="*/ 36 w 77"/>
                  <a:gd name="T39" fmla="*/ 175 h 246"/>
                  <a:gd name="T40" fmla="*/ 34 w 77"/>
                  <a:gd name="T41" fmla="*/ 181 h 246"/>
                  <a:gd name="T42" fmla="*/ 33 w 77"/>
                  <a:gd name="T43" fmla="*/ 190 h 246"/>
                  <a:gd name="T44" fmla="*/ 31 w 77"/>
                  <a:gd name="T45" fmla="*/ 195 h 246"/>
                  <a:gd name="T46" fmla="*/ 29 w 77"/>
                  <a:gd name="T47" fmla="*/ 204 h 246"/>
                  <a:gd name="T48" fmla="*/ 28 w 77"/>
                  <a:gd name="T49" fmla="*/ 208 h 246"/>
                  <a:gd name="T50" fmla="*/ 25 w 77"/>
                  <a:gd name="T51" fmla="*/ 218 h 246"/>
                  <a:gd name="T52" fmla="*/ 24 w 77"/>
                  <a:gd name="T53" fmla="*/ 220 h 246"/>
                  <a:gd name="T54" fmla="*/ 20 w 77"/>
                  <a:gd name="T55" fmla="*/ 231 h 246"/>
                  <a:gd name="T56" fmla="*/ 55 w 77"/>
                  <a:gd name="T57" fmla="*/ 246 h 246"/>
                  <a:gd name="T58" fmla="*/ 77 w 77"/>
                  <a:gd name="T59" fmla="*/ 123 h 246"/>
                  <a:gd name="T60" fmla="*/ 55 w 77"/>
                  <a:gd name="T61" fmla="*/ 0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246">
                    <a:moveTo>
                      <a:pt x="55" y="0"/>
                    </a:moveTo>
                    <a:cubicBezTo>
                      <a:pt x="20" y="15"/>
                      <a:pt x="20" y="15"/>
                      <a:pt x="20" y="15"/>
                    </a:cubicBezTo>
                    <a:cubicBezTo>
                      <a:pt x="22" y="18"/>
                      <a:pt x="23" y="22"/>
                      <a:pt x="24" y="26"/>
                    </a:cubicBezTo>
                    <a:cubicBezTo>
                      <a:pt x="24" y="26"/>
                      <a:pt x="25" y="27"/>
                      <a:pt x="25" y="28"/>
                    </a:cubicBezTo>
                    <a:cubicBezTo>
                      <a:pt x="26" y="31"/>
                      <a:pt x="27" y="35"/>
                      <a:pt x="28" y="38"/>
                    </a:cubicBezTo>
                    <a:cubicBezTo>
                      <a:pt x="28" y="39"/>
                      <a:pt x="29" y="41"/>
                      <a:pt x="29" y="42"/>
                    </a:cubicBezTo>
                    <a:cubicBezTo>
                      <a:pt x="30" y="45"/>
                      <a:pt x="31" y="48"/>
                      <a:pt x="31" y="51"/>
                    </a:cubicBezTo>
                    <a:cubicBezTo>
                      <a:pt x="32" y="53"/>
                      <a:pt x="32" y="55"/>
                      <a:pt x="33" y="56"/>
                    </a:cubicBezTo>
                    <a:cubicBezTo>
                      <a:pt x="33" y="59"/>
                      <a:pt x="34" y="62"/>
                      <a:pt x="34" y="65"/>
                    </a:cubicBezTo>
                    <a:cubicBezTo>
                      <a:pt x="35" y="67"/>
                      <a:pt x="35" y="69"/>
                      <a:pt x="36" y="71"/>
                    </a:cubicBezTo>
                    <a:cubicBezTo>
                      <a:pt x="36" y="74"/>
                      <a:pt x="36" y="76"/>
                      <a:pt x="37" y="79"/>
                    </a:cubicBezTo>
                    <a:cubicBezTo>
                      <a:pt x="37" y="81"/>
                      <a:pt x="37" y="84"/>
                      <a:pt x="38" y="86"/>
                    </a:cubicBezTo>
                    <a:cubicBezTo>
                      <a:pt x="38" y="89"/>
                      <a:pt x="38" y="91"/>
                      <a:pt x="39" y="93"/>
                    </a:cubicBezTo>
                    <a:cubicBezTo>
                      <a:pt x="39" y="96"/>
                      <a:pt x="39" y="98"/>
                      <a:pt x="39" y="100"/>
                    </a:cubicBezTo>
                    <a:cubicBezTo>
                      <a:pt x="0" y="123"/>
                      <a:pt x="0" y="123"/>
                      <a:pt x="0" y="123"/>
                    </a:cubicBezTo>
                    <a:cubicBezTo>
                      <a:pt x="39" y="146"/>
                      <a:pt x="39" y="146"/>
                      <a:pt x="39" y="146"/>
                    </a:cubicBezTo>
                    <a:cubicBezTo>
                      <a:pt x="39" y="148"/>
                      <a:pt x="39" y="150"/>
                      <a:pt x="39" y="153"/>
                    </a:cubicBezTo>
                    <a:cubicBezTo>
                      <a:pt x="38" y="155"/>
                      <a:pt x="38" y="157"/>
                      <a:pt x="38" y="160"/>
                    </a:cubicBezTo>
                    <a:cubicBezTo>
                      <a:pt x="37" y="162"/>
                      <a:pt x="37" y="165"/>
                      <a:pt x="37" y="167"/>
                    </a:cubicBezTo>
                    <a:cubicBezTo>
                      <a:pt x="36" y="170"/>
                      <a:pt x="36" y="172"/>
                      <a:pt x="36" y="175"/>
                    </a:cubicBezTo>
                    <a:cubicBezTo>
                      <a:pt x="35" y="177"/>
                      <a:pt x="35" y="179"/>
                      <a:pt x="34" y="181"/>
                    </a:cubicBezTo>
                    <a:cubicBezTo>
                      <a:pt x="34" y="184"/>
                      <a:pt x="33" y="187"/>
                      <a:pt x="33" y="190"/>
                    </a:cubicBezTo>
                    <a:cubicBezTo>
                      <a:pt x="32" y="191"/>
                      <a:pt x="32" y="193"/>
                      <a:pt x="31" y="195"/>
                    </a:cubicBezTo>
                    <a:cubicBezTo>
                      <a:pt x="31" y="198"/>
                      <a:pt x="30" y="201"/>
                      <a:pt x="29" y="204"/>
                    </a:cubicBezTo>
                    <a:cubicBezTo>
                      <a:pt x="29" y="205"/>
                      <a:pt x="28" y="207"/>
                      <a:pt x="28" y="208"/>
                    </a:cubicBezTo>
                    <a:cubicBezTo>
                      <a:pt x="27" y="211"/>
                      <a:pt x="26" y="215"/>
                      <a:pt x="25" y="218"/>
                    </a:cubicBezTo>
                    <a:cubicBezTo>
                      <a:pt x="25" y="219"/>
                      <a:pt x="24" y="220"/>
                      <a:pt x="24" y="220"/>
                    </a:cubicBezTo>
                    <a:cubicBezTo>
                      <a:pt x="23" y="224"/>
                      <a:pt x="22" y="228"/>
                      <a:pt x="20" y="231"/>
                    </a:cubicBezTo>
                    <a:cubicBezTo>
                      <a:pt x="55" y="246"/>
                      <a:pt x="55" y="246"/>
                      <a:pt x="55" y="246"/>
                    </a:cubicBezTo>
                    <a:cubicBezTo>
                      <a:pt x="69" y="208"/>
                      <a:pt x="77" y="166"/>
                      <a:pt x="77" y="123"/>
                    </a:cubicBezTo>
                    <a:cubicBezTo>
                      <a:pt x="77" y="80"/>
                      <a:pt x="69" y="38"/>
                      <a:pt x="55" y="0"/>
                    </a:cubicBezTo>
                    <a:close/>
                  </a:path>
                </a:pathLst>
              </a:custGeom>
              <a:solidFill>
                <a:schemeClr val="accent3"/>
              </a:solidFill>
              <a:ln w="6350">
                <a:solidFill>
                  <a:schemeClr val="accent3"/>
                </a:solidFill>
              </a:ln>
            </p:spPr>
            <p:txBody>
              <a:bodyPr wrap="square" lIns="0" tIns="0" rIns="0" bIns="0" rtlCol="0"/>
              <a:lstStyle/>
              <a:p>
                <a:endParaRPr lang="zh-CN" altLang="en-US">
                  <a:latin typeface="Arial" panose="020B0604020202020204" pitchFamily="34" charset="0"/>
                  <a:cs typeface="Arial" panose="020B0604020202020204" pitchFamily="34" charset="0"/>
                </a:endParaRPr>
              </a:p>
            </p:txBody>
          </p:sp>
          <p:sp>
            <p:nvSpPr>
              <p:cNvPr id="47" name="Freeform 18">
                <a:extLst>
                  <a:ext uri="{FF2B5EF4-FFF2-40B4-BE49-F238E27FC236}">
                    <a16:creationId xmlns:a16="http://schemas.microsoft.com/office/drawing/2014/main" id="{CF46B945-9257-7E38-E986-A7320F1D0117}"/>
                  </a:ext>
                </a:extLst>
              </p:cNvPr>
              <p:cNvSpPr>
                <a:spLocks/>
              </p:cNvSpPr>
              <p:nvPr/>
            </p:nvSpPr>
            <p:spPr bwMode="auto">
              <a:xfrm>
                <a:off x="15012988" y="3429001"/>
                <a:ext cx="312738" cy="982663"/>
              </a:xfrm>
              <a:custGeom>
                <a:avLst/>
                <a:gdLst>
                  <a:gd name="T0" fmla="*/ 54 w 78"/>
                  <a:gd name="T1" fmla="*/ 220 h 246"/>
                  <a:gd name="T2" fmla="*/ 53 w 78"/>
                  <a:gd name="T3" fmla="*/ 218 h 246"/>
                  <a:gd name="T4" fmla="*/ 50 w 78"/>
                  <a:gd name="T5" fmla="*/ 208 h 246"/>
                  <a:gd name="T6" fmla="*/ 49 w 78"/>
                  <a:gd name="T7" fmla="*/ 204 h 246"/>
                  <a:gd name="T8" fmla="*/ 46 w 78"/>
                  <a:gd name="T9" fmla="*/ 195 h 246"/>
                  <a:gd name="T10" fmla="*/ 45 w 78"/>
                  <a:gd name="T11" fmla="*/ 190 h 246"/>
                  <a:gd name="T12" fmla="*/ 44 w 78"/>
                  <a:gd name="T13" fmla="*/ 181 h 246"/>
                  <a:gd name="T14" fmla="*/ 42 w 78"/>
                  <a:gd name="T15" fmla="*/ 175 h 246"/>
                  <a:gd name="T16" fmla="*/ 41 w 78"/>
                  <a:gd name="T17" fmla="*/ 167 h 246"/>
                  <a:gd name="T18" fmla="*/ 40 w 78"/>
                  <a:gd name="T19" fmla="*/ 160 h 246"/>
                  <a:gd name="T20" fmla="*/ 39 w 78"/>
                  <a:gd name="T21" fmla="*/ 153 h 246"/>
                  <a:gd name="T22" fmla="*/ 39 w 78"/>
                  <a:gd name="T23" fmla="*/ 146 h 246"/>
                  <a:gd name="T24" fmla="*/ 78 w 78"/>
                  <a:gd name="T25" fmla="*/ 123 h 246"/>
                  <a:gd name="T26" fmla="*/ 39 w 78"/>
                  <a:gd name="T27" fmla="*/ 100 h 246"/>
                  <a:gd name="T28" fmla="*/ 39 w 78"/>
                  <a:gd name="T29" fmla="*/ 93 h 246"/>
                  <a:gd name="T30" fmla="*/ 40 w 78"/>
                  <a:gd name="T31" fmla="*/ 86 h 246"/>
                  <a:gd name="T32" fmla="*/ 41 w 78"/>
                  <a:gd name="T33" fmla="*/ 79 h 246"/>
                  <a:gd name="T34" fmla="*/ 42 w 78"/>
                  <a:gd name="T35" fmla="*/ 71 h 246"/>
                  <a:gd name="T36" fmla="*/ 44 w 78"/>
                  <a:gd name="T37" fmla="*/ 65 h 246"/>
                  <a:gd name="T38" fmla="*/ 45 w 78"/>
                  <a:gd name="T39" fmla="*/ 56 h 246"/>
                  <a:gd name="T40" fmla="*/ 46 w 78"/>
                  <a:gd name="T41" fmla="*/ 51 h 246"/>
                  <a:gd name="T42" fmla="*/ 49 w 78"/>
                  <a:gd name="T43" fmla="*/ 42 h 246"/>
                  <a:gd name="T44" fmla="*/ 50 w 78"/>
                  <a:gd name="T45" fmla="*/ 38 h 246"/>
                  <a:gd name="T46" fmla="*/ 53 w 78"/>
                  <a:gd name="T47" fmla="*/ 28 h 246"/>
                  <a:gd name="T48" fmla="*/ 54 w 78"/>
                  <a:gd name="T49" fmla="*/ 26 h 246"/>
                  <a:gd name="T50" fmla="*/ 58 w 78"/>
                  <a:gd name="T51" fmla="*/ 15 h 246"/>
                  <a:gd name="T52" fmla="*/ 58 w 78"/>
                  <a:gd name="T53" fmla="*/ 15 h 246"/>
                  <a:gd name="T54" fmla="*/ 23 w 78"/>
                  <a:gd name="T55" fmla="*/ 0 h 246"/>
                  <a:gd name="T56" fmla="*/ 0 w 78"/>
                  <a:gd name="T57" fmla="*/ 123 h 246"/>
                  <a:gd name="T58" fmla="*/ 23 w 78"/>
                  <a:gd name="T59" fmla="*/ 246 h 246"/>
                  <a:gd name="T60" fmla="*/ 58 w 78"/>
                  <a:gd name="T61" fmla="*/ 231 h 246"/>
                  <a:gd name="T62" fmla="*/ 54 w 78"/>
                  <a:gd name="T63" fmla="*/ 220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8" h="246">
                    <a:moveTo>
                      <a:pt x="54" y="220"/>
                    </a:moveTo>
                    <a:cubicBezTo>
                      <a:pt x="54" y="220"/>
                      <a:pt x="53" y="219"/>
                      <a:pt x="53" y="218"/>
                    </a:cubicBezTo>
                    <a:cubicBezTo>
                      <a:pt x="52" y="215"/>
                      <a:pt x="51" y="211"/>
                      <a:pt x="50" y="208"/>
                    </a:cubicBezTo>
                    <a:cubicBezTo>
                      <a:pt x="50" y="207"/>
                      <a:pt x="49" y="205"/>
                      <a:pt x="49" y="204"/>
                    </a:cubicBezTo>
                    <a:cubicBezTo>
                      <a:pt x="48" y="201"/>
                      <a:pt x="47" y="198"/>
                      <a:pt x="46" y="195"/>
                    </a:cubicBezTo>
                    <a:cubicBezTo>
                      <a:pt x="46" y="193"/>
                      <a:pt x="46" y="191"/>
                      <a:pt x="45" y="190"/>
                    </a:cubicBezTo>
                    <a:cubicBezTo>
                      <a:pt x="45" y="187"/>
                      <a:pt x="44" y="184"/>
                      <a:pt x="44" y="181"/>
                    </a:cubicBezTo>
                    <a:cubicBezTo>
                      <a:pt x="43" y="179"/>
                      <a:pt x="43" y="177"/>
                      <a:pt x="42" y="175"/>
                    </a:cubicBezTo>
                    <a:cubicBezTo>
                      <a:pt x="42" y="172"/>
                      <a:pt x="42" y="170"/>
                      <a:pt x="41" y="167"/>
                    </a:cubicBezTo>
                    <a:cubicBezTo>
                      <a:pt x="41" y="165"/>
                      <a:pt x="41" y="162"/>
                      <a:pt x="40" y="160"/>
                    </a:cubicBezTo>
                    <a:cubicBezTo>
                      <a:pt x="40" y="157"/>
                      <a:pt x="40" y="155"/>
                      <a:pt x="39" y="153"/>
                    </a:cubicBezTo>
                    <a:cubicBezTo>
                      <a:pt x="39" y="150"/>
                      <a:pt x="39" y="148"/>
                      <a:pt x="39" y="146"/>
                    </a:cubicBezTo>
                    <a:cubicBezTo>
                      <a:pt x="78" y="123"/>
                      <a:pt x="78" y="123"/>
                      <a:pt x="78" y="123"/>
                    </a:cubicBezTo>
                    <a:cubicBezTo>
                      <a:pt x="39" y="100"/>
                      <a:pt x="39" y="100"/>
                      <a:pt x="39" y="100"/>
                    </a:cubicBezTo>
                    <a:cubicBezTo>
                      <a:pt x="39" y="98"/>
                      <a:pt x="39" y="96"/>
                      <a:pt x="39" y="93"/>
                    </a:cubicBezTo>
                    <a:cubicBezTo>
                      <a:pt x="40" y="91"/>
                      <a:pt x="40" y="89"/>
                      <a:pt x="40" y="86"/>
                    </a:cubicBezTo>
                    <a:cubicBezTo>
                      <a:pt x="41" y="84"/>
                      <a:pt x="41" y="81"/>
                      <a:pt x="41" y="79"/>
                    </a:cubicBezTo>
                    <a:cubicBezTo>
                      <a:pt x="42" y="76"/>
                      <a:pt x="42" y="74"/>
                      <a:pt x="42" y="71"/>
                    </a:cubicBezTo>
                    <a:cubicBezTo>
                      <a:pt x="43" y="69"/>
                      <a:pt x="43" y="67"/>
                      <a:pt x="44" y="65"/>
                    </a:cubicBezTo>
                    <a:cubicBezTo>
                      <a:pt x="44" y="62"/>
                      <a:pt x="45" y="59"/>
                      <a:pt x="45" y="56"/>
                    </a:cubicBezTo>
                    <a:cubicBezTo>
                      <a:pt x="46" y="55"/>
                      <a:pt x="46" y="53"/>
                      <a:pt x="46" y="51"/>
                    </a:cubicBezTo>
                    <a:cubicBezTo>
                      <a:pt x="47" y="48"/>
                      <a:pt x="48" y="45"/>
                      <a:pt x="49" y="42"/>
                    </a:cubicBezTo>
                    <a:cubicBezTo>
                      <a:pt x="49" y="41"/>
                      <a:pt x="50" y="39"/>
                      <a:pt x="50" y="38"/>
                    </a:cubicBezTo>
                    <a:cubicBezTo>
                      <a:pt x="51" y="35"/>
                      <a:pt x="52" y="31"/>
                      <a:pt x="53" y="28"/>
                    </a:cubicBezTo>
                    <a:cubicBezTo>
                      <a:pt x="53" y="27"/>
                      <a:pt x="54" y="26"/>
                      <a:pt x="54" y="26"/>
                    </a:cubicBezTo>
                    <a:cubicBezTo>
                      <a:pt x="55" y="22"/>
                      <a:pt x="56" y="18"/>
                      <a:pt x="58" y="15"/>
                    </a:cubicBezTo>
                    <a:cubicBezTo>
                      <a:pt x="58" y="15"/>
                      <a:pt x="58" y="15"/>
                      <a:pt x="58" y="15"/>
                    </a:cubicBezTo>
                    <a:cubicBezTo>
                      <a:pt x="23" y="0"/>
                      <a:pt x="23" y="0"/>
                      <a:pt x="23" y="0"/>
                    </a:cubicBezTo>
                    <a:cubicBezTo>
                      <a:pt x="8" y="38"/>
                      <a:pt x="0" y="80"/>
                      <a:pt x="0" y="123"/>
                    </a:cubicBezTo>
                    <a:cubicBezTo>
                      <a:pt x="0" y="166"/>
                      <a:pt x="8" y="208"/>
                      <a:pt x="23" y="246"/>
                    </a:cubicBezTo>
                    <a:cubicBezTo>
                      <a:pt x="58" y="231"/>
                      <a:pt x="58" y="231"/>
                      <a:pt x="58" y="231"/>
                    </a:cubicBezTo>
                    <a:cubicBezTo>
                      <a:pt x="56" y="228"/>
                      <a:pt x="55" y="224"/>
                      <a:pt x="54" y="220"/>
                    </a:cubicBezTo>
                    <a:close/>
                  </a:path>
                </a:pathLst>
              </a:custGeom>
              <a:solidFill>
                <a:schemeClr val="accent5"/>
              </a:solidFill>
              <a:ln w="6350">
                <a:solidFill>
                  <a:schemeClr val="accent5"/>
                </a:solidFill>
              </a:ln>
            </p:spPr>
            <p:txBody>
              <a:bodyPr wrap="square" lIns="0" tIns="0" rIns="0" bIns="0" rtlCol="0"/>
              <a:lstStyle/>
              <a:p>
                <a:endParaRPr lang="zh-CN" altLang="en-US">
                  <a:latin typeface="Arial" panose="020B0604020202020204" pitchFamily="34" charset="0"/>
                  <a:cs typeface="Arial" panose="020B0604020202020204" pitchFamily="34" charset="0"/>
                </a:endParaRPr>
              </a:p>
            </p:txBody>
          </p:sp>
          <p:sp>
            <p:nvSpPr>
              <p:cNvPr id="48" name="Freeform 19">
                <a:extLst>
                  <a:ext uri="{FF2B5EF4-FFF2-40B4-BE49-F238E27FC236}">
                    <a16:creationId xmlns:a16="http://schemas.microsoft.com/office/drawing/2014/main" id="{0AF6EBC3-6103-6BDD-9BA2-627810B753A9}"/>
                  </a:ext>
                </a:extLst>
              </p:cNvPr>
              <p:cNvSpPr>
                <a:spLocks/>
              </p:cNvSpPr>
              <p:nvPr/>
            </p:nvSpPr>
            <p:spPr bwMode="auto">
              <a:xfrm>
                <a:off x="16906875" y="4427538"/>
                <a:ext cx="754063" cy="749300"/>
              </a:xfrm>
              <a:custGeom>
                <a:avLst/>
                <a:gdLst>
                  <a:gd name="T0" fmla="*/ 106 w 188"/>
                  <a:gd name="T1" fmla="*/ 74 h 188"/>
                  <a:gd name="T2" fmla="*/ 62 w 188"/>
                  <a:gd name="T3" fmla="*/ 62 h 188"/>
                  <a:gd name="T4" fmla="*/ 74 w 188"/>
                  <a:gd name="T5" fmla="*/ 106 h 188"/>
                  <a:gd name="T6" fmla="*/ 0 w 188"/>
                  <a:gd name="T7" fmla="*/ 153 h 188"/>
                  <a:gd name="T8" fmla="*/ 15 w 188"/>
                  <a:gd name="T9" fmla="*/ 188 h 188"/>
                  <a:gd name="T10" fmla="*/ 188 w 188"/>
                  <a:gd name="T11" fmla="*/ 14 h 188"/>
                  <a:gd name="T12" fmla="*/ 154 w 188"/>
                  <a:gd name="T13" fmla="*/ 0 h 188"/>
                  <a:gd name="T14" fmla="*/ 106 w 188"/>
                  <a:gd name="T15" fmla="*/ 74 h 18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8" h="188">
                    <a:moveTo>
                      <a:pt x="106" y="74"/>
                    </a:moveTo>
                    <a:cubicBezTo>
                      <a:pt x="62" y="62"/>
                      <a:pt x="62" y="62"/>
                      <a:pt x="62" y="62"/>
                    </a:cubicBezTo>
                    <a:cubicBezTo>
                      <a:pt x="74" y="106"/>
                      <a:pt x="74" y="106"/>
                      <a:pt x="74" y="106"/>
                    </a:cubicBezTo>
                    <a:cubicBezTo>
                      <a:pt x="52" y="125"/>
                      <a:pt x="27" y="141"/>
                      <a:pt x="0" y="153"/>
                    </a:cubicBezTo>
                    <a:cubicBezTo>
                      <a:pt x="15" y="188"/>
                      <a:pt x="15" y="188"/>
                      <a:pt x="15" y="188"/>
                    </a:cubicBezTo>
                    <a:cubicBezTo>
                      <a:pt x="92" y="153"/>
                      <a:pt x="154" y="91"/>
                      <a:pt x="188" y="14"/>
                    </a:cubicBezTo>
                    <a:cubicBezTo>
                      <a:pt x="154" y="0"/>
                      <a:pt x="154" y="0"/>
                      <a:pt x="154" y="0"/>
                    </a:cubicBezTo>
                    <a:cubicBezTo>
                      <a:pt x="141" y="27"/>
                      <a:pt x="125" y="52"/>
                      <a:pt x="106" y="74"/>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cs typeface="Arial" panose="020B0604020202020204" pitchFamily="34" charset="0"/>
                </a:endParaRPr>
              </a:p>
            </p:txBody>
          </p:sp>
          <p:sp>
            <p:nvSpPr>
              <p:cNvPr id="49" name="Freeform 20">
                <a:extLst>
                  <a:ext uri="{FF2B5EF4-FFF2-40B4-BE49-F238E27FC236}">
                    <a16:creationId xmlns:a16="http://schemas.microsoft.com/office/drawing/2014/main" id="{FB42393B-9755-7F24-7D5C-3C7DC4A0AD5D}"/>
                  </a:ext>
                </a:extLst>
              </p:cNvPr>
              <p:cNvSpPr>
                <a:spLocks/>
              </p:cNvSpPr>
              <p:nvPr/>
            </p:nvSpPr>
            <p:spPr bwMode="auto">
              <a:xfrm>
                <a:off x="15136813" y="2662238"/>
                <a:ext cx="754063" cy="750888"/>
              </a:xfrm>
              <a:custGeom>
                <a:avLst/>
                <a:gdLst>
                  <a:gd name="T0" fmla="*/ 34 w 188"/>
                  <a:gd name="T1" fmla="*/ 188 h 188"/>
                  <a:gd name="T2" fmla="*/ 82 w 188"/>
                  <a:gd name="T3" fmla="*/ 114 h 188"/>
                  <a:gd name="T4" fmla="*/ 126 w 188"/>
                  <a:gd name="T5" fmla="*/ 126 h 188"/>
                  <a:gd name="T6" fmla="*/ 114 w 188"/>
                  <a:gd name="T7" fmla="*/ 82 h 188"/>
                  <a:gd name="T8" fmla="*/ 188 w 188"/>
                  <a:gd name="T9" fmla="*/ 35 h 188"/>
                  <a:gd name="T10" fmla="*/ 173 w 188"/>
                  <a:gd name="T11" fmla="*/ 0 h 188"/>
                  <a:gd name="T12" fmla="*/ 0 w 188"/>
                  <a:gd name="T13" fmla="*/ 174 h 188"/>
                  <a:gd name="T14" fmla="*/ 34 w 188"/>
                  <a:gd name="T15" fmla="*/ 188 h 188"/>
                  <a:gd name="T16" fmla="*/ 34 w 188"/>
                  <a:gd name="T17" fmla="*/ 188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8" h="188">
                    <a:moveTo>
                      <a:pt x="34" y="188"/>
                    </a:moveTo>
                    <a:cubicBezTo>
                      <a:pt x="47" y="161"/>
                      <a:pt x="63" y="136"/>
                      <a:pt x="82" y="114"/>
                    </a:cubicBezTo>
                    <a:cubicBezTo>
                      <a:pt x="126" y="126"/>
                      <a:pt x="126" y="126"/>
                      <a:pt x="126" y="126"/>
                    </a:cubicBezTo>
                    <a:cubicBezTo>
                      <a:pt x="114" y="82"/>
                      <a:pt x="114" y="82"/>
                      <a:pt x="114" y="82"/>
                    </a:cubicBezTo>
                    <a:cubicBezTo>
                      <a:pt x="136" y="63"/>
                      <a:pt x="161" y="47"/>
                      <a:pt x="188" y="35"/>
                    </a:cubicBezTo>
                    <a:cubicBezTo>
                      <a:pt x="173" y="0"/>
                      <a:pt x="173" y="0"/>
                      <a:pt x="173" y="0"/>
                    </a:cubicBezTo>
                    <a:cubicBezTo>
                      <a:pt x="96" y="35"/>
                      <a:pt x="34" y="97"/>
                      <a:pt x="0" y="174"/>
                    </a:cubicBezTo>
                    <a:cubicBezTo>
                      <a:pt x="34" y="188"/>
                      <a:pt x="34" y="188"/>
                      <a:pt x="34" y="188"/>
                    </a:cubicBezTo>
                    <a:cubicBezTo>
                      <a:pt x="34" y="188"/>
                      <a:pt x="34" y="188"/>
                      <a:pt x="34" y="188"/>
                    </a:cubicBezTo>
                    <a:close/>
                  </a:path>
                </a:pathLst>
              </a:custGeom>
              <a:solidFill>
                <a:srgbClr val="0070C0"/>
              </a:solidFill>
              <a:ln w="6350">
                <a:solidFill>
                  <a:srgbClr val="0070C0"/>
                </a:solidFill>
              </a:ln>
            </p:spPr>
            <p:txBody>
              <a:bodyPr wrap="square" lIns="0" tIns="0" rIns="0" bIns="0" rtlCol="0"/>
              <a:lstStyle/>
              <a:p>
                <a:endParaRPr lang="zh-CN" altLang="en-US">
                  <a:latin typeface="Arial" panose="020B0604020202020204" pitchFamily="34" charset="0"/>
                  <a:cs typeface="Arial" panose="020B0604020202020204" pitchFamily="34" charset="0"/>
                </a:endParaRPr>
              </a:p>
            </p:txBody>
          </p:sp>
        </p:grpSp>
        <p:sp>
          <p:nvSpPr>
            <p:cNvPr id="50" name="object 39">
              <a:extLst>
                <a:ext uri="{FF2B5EF4-FFF2-40B4-BE49-F238E27FC236}">
                  <a16:creationId xmlns:a16="http://schemas.microsoft.com/office/drawing/2014/main" id="{510267E5-CC13-72C8-FD9C-8540B8DCE875}"/>
                </a:ext>
              </a:extLst>
            </p:cNvPr>
            <p:cNvSpPr txBox="1"/>
            <p:nvPr/>
          </p:nvSpPr>
          <p:spPr>
            <a:xfrm>
              <a:off x="1191490" y="4731987"/>
              <a:ext cx="2954927" cy="791459"/>
            </a:xfrm>
            <a:prstGeom prst="rect">
              <a:avLst/>
            </a:prstGeom>
          </p:spPr>
          <p:txBody>
            <a:bodyPr vert="horz" wrap="square" lIns="0" tIns="0" rIns="0" bIns="0" rtlCol="0" anchor="t" anchorCtr="0">
              <a:noAutofit/>
            </a:bodyPr>
            <a:lstStyle/>
            <a:p>
              <a:pPr marL="171450" indent="-171450" algn="just">
                <a:spcAft>
                  <a:spcPts val="600"/>
                </a:spcAft>
                <a:buFont typeface="Arial" panose="020B0604020202020204" pitchFamily="34" charset="0"/>
                <a:buChar char="•"/>
              </a:pPr>
              <a:r>
                <a:rPr lang="en-US" sz="1200" b="1" i="1">
                  <a:latin typeface="Arial" panose="020B0604020202020204" pitchFamily="34" charset="0"/>
                  <a:cs typeface="Arial" panose="020B0604020202020204" pitchFamily="34" charset="0"/>
                </a:rPr>
                <a:t>Customer Experience During New Connection Process</a:t>
              </a:r>
            </a:p>
            <a:p>
              <a:pPr marL="171450" indent="-171450" algn="just">
                <a:spcAft>
                  <a:spcPts val="600"/>
                </a:spcAft>
                <a:buFont typeface="Arial" panose="020B0604020202020204" pitchFamily="34" charset="0"/>
                <a:buChar char="•"/>
              </a:pPr>
              <a:r>
                <a:rPr lang="en-US" sz="1200" b="1" i="1">
                  <a:latin typeface="Arial" panose="020B0604020202020204" pitchFamily="34" charset="0"/>
                  <a:cs typeface="Arial" panose="020B0604020202020204" pitchFamily="34" charset="0"/>
                </a:rPr>
                <a:t>Timeliness and Overall Satisfaction</a:t>
              </a:r>
            </a:p>
          </p:txBody>
        </p:sp>
        <p:sp>
          <p:nvSpPr>
            <p:cNvPr id="51" name="object 40">
              <a:extLst>
                <a:ext uri="{FF2B5EF4-FFF2-40B4-BE49-F238E27FC236}">
                  <a16:creationId xmlns:a16="http://schemas.microsoft.com/office/drawing/2014/main" id="{AC947B91-3CB6-454B-7915-05C8D333E821}"/>
                </a:ext>
              </a:extLst>
            </p:cNvPr>
            <p:cNvSpPr txBox="1"/>
            <p:nvPr/>
          </p:nvSpPr>
          <p:spPr>
            <a:xfrm>
              <a:off x="1031372" y="3151714"/>
              <a:ext cx="2807408" cy="554572"/>
            </a:xfrm>
            <a:prstGeom prst="rect">
              <a:avLst/>
            </a:prstGeom>
          </p:spPr>
          <p:txBody>
            <a:bodyPr vert="horz" wrap="square" lIns="0" tIns="0" rIns="0" bIns="0" rtlCol="0" anchor="t" anchorCtr="0">
              <a:noAutofit/>
            </a:bodyPr>
            <a:lstStyle/>
            <a:p>
              <a:pPr marL="171450" indent="-171450">
                <a:spcAft>
                  <a:spcPts val="600"/>
                </a:spcAft>
                <a:buFont typeface="Arial" panose="020B0604020202020204" pitchFamily="34" charset="0"/>
                <a:buChar char="•"/>
              </a:pPr>
              <a:r>
                <a:rPr lang="en-US" sz="1200" b="1" i="1">
                  <a:latin typeface="Arial" panose="020B0604020202020204" pitchFamily="34" charset="0"/>
                  <a:cs typeface="Arial" panose="020B0604020202020204" pitchFamily="34" charset="0"/>
                </a:rPr>
                <a:t>Metering Accuracy &amp; Experience</a:t>
              </a:r>
            </a:p>
            <a:p>
              <a:pPr marL="171450" indent="-171450">
                <a:spcAft>
                  <a:spcPts val="600"/>
                </a:spcAft>
                <a:buFont typeface="Arial" panose="020B0604020202020204" pitchFamily="34" charset="0"/>
                <a:buChar char="•"/>
              </a:pPr>
              <a:r>
                <a:rPr lang="en-US" sz="1200" b="1" i="1">
                  <a:latin typeface="Arial" panose="020B0604020202020204" pitchFamily="34" charset="0"/>
                  <a:cs typeface="Arial" panose="020B0604020202020204" pitchFamily="34" charset="0"/>
                </a:rPr>
                <a:t>Meter Replacement &amp; Maintenance</a:t>
              </a:r>
            </a:p>
          </p:txBody>
        </p:sp>
        <p:sp>
          <p:nvSpPr>
            <p:cNvPr id="52" name="object 41">
              <a:extLst>
                <a:ext uri="{FF2B5EF4-FFF2-40B4-BE49-F238E27FC236}">
                  <a16:creationId xmlns:a16="http://schemas.microsoft.com/office/drawing/2014/main" id="{C97F69E5-5514-AA98-07BF-31566F0652FB}"/>
                </a:ext>
              </a:extLst>
            </p:cNvPr>
            <p:cNvSpPr txBox="1"/>
            <p:nvPr/>
          </p:nvSpPr>
          <p:spPr>
            <a:xfrm>
              <a:off x="1927046" y="1529981"/>
              <a:ext cx="3205614" cy="615553"/>
            </a:xfrm>
            <a:prstGeom prst="rect">
              <a:avLst/>
            </a:prstGeom>
          </p:spPr>
          <p:txBody>
            <a:bodyPr vert="horz" wrap="square" lIns="0" tIns="0" rIns="0" bIns="0" rtlCol="0" anchor="t" anchorCtr="0">
              <a:noAutofit/>
            </a:bodyPr>
            <a:lstStyle/>
            <a:p>
              <a:pPr marL="171450" indent="-171450">
                <a:spcAft>
                  <a:spcPts val="600"/>
                </a:spcAft>
                <a:buFont typeface="Arial" panose="020B0604020202020204" pitchFamily="34" charset="0"/>
                <a:buChar char="•"/>
              </a:pPr>
              <a:r>
                <a:rPr lang="en-US" sz="1200" b="1" i="1">
                  <a:latin typeface="Arial" panose="020B0604020202020204" pitchFamily="34" charset="0"/>
                  <a:cs typeface="Arial" panose="020B0604020202020204" pitchFamily="34" charset="0"/>
                </a:rPr>
                <a:t>Bill Clarity and Transparency</a:t>
              </a:r>
            </a:p>
            <a:p>
              <a:pPr marL="171450" indent="-171450">
                <a:spcAft>
                  <a:spcPts val="600"/>
                </a:spcAft>
                <a:buFont typeface="Arial" panose="020B0604020202020204" pitchFamily="34" charset="0"/>
                <a:buChar char="•"/>
              </a:pPr>
              <a:r>
                <a:rPr lang="en-US" sz="1200" b="1" i="1">
                  <a:latin typeface="Arial" panose="020B0604020202020204" pitchFamily="34" charset="0"/>
                  <a:cs typeface="Arial" panose="020B0604020202020204" pitchFamily="34" charset="0"/>
                </a:rPr>
                <a:t>Convenient Bill Management</a:t>
              </a:r>
            </a:p>
          </p:txBody>
        </p:sp>
        <p:sp>
          <p:nvSpPr>
            <p:cNvPr id="54" name="object 47">
              <a:extLst>
                <a:ext uri="{FF2B5EF4-FFF2-40B4-BE49-F238E27FC236}">
                  <a16:creationId xmlns:a16="http://schemas.microsoft.com/office/drawing/2014/main" id="{816D8FFC-35E1-6E52-3922-D44D8C806D59}"/>
                </a:ext>
              </a:extLst>
            </p:cNvPr>
            <p:cNvSpPr txBox="1"/>
            <p:nvPr/>
          </p:nvSpPr>
          <p:spPr>
            <a:xfrm>
              <a:off x="8417445" y="2434168"/>
              <a:ext cx="3201850" cy="769441"/>
            </a:xfrm>
            <a:prstGeom prst="rect">
              <a:avLst/>
            </a:prstGeom>
          </p:spPr>
          <p:txBody>
            <a:bodyPr vert="horz" wrap="square" lIns="0" tIns="0" rIns="0" bIns="0" rtlCol="0" anchor="ctr" anchorCtr="0">
              <a:noAutofit/>
            </a:bodyPr>
            <a:lstStyle/>
            <a:p>
              <a:pPr marL="171450" indent="-171450">
                <a:spcAft>
                  <a:spcPts val="600"/>
                </a:spcAft>
                <a:buFont typeface="Arial" panose="020B0604020202020204" pitchFamily="34" charset="0"/>
                <a:buChar char="•"/>
              </a:pPr>
              <a:r>
                <a:rPr lang="en-US" sz="1200" b="1" i="1">
                  <a:latin typeface="Arial" panose="020B0604020202020204" pitchFamily="34" charset="0"/>
                  <a:cs typeface="Arial" panose="020B0604020202020204" pitchFamily="34" charset="0"/>
                </a:rPr>
                <a:t>Power Reliability and Quality</a:t>
              </a:r>
            </a:p>
            <a:p>
              <a:pPr marL="171450" indent="-171450">
                <a:spcAft>
                  <a:spcPts val="600"/>
                </a:spcAft>
                <a:buFont typeface="Arial" panose="020B0604020202020204" pitchFamily="34" charset="0"/>
                <a:buChar char="•"/>
              </a:pPr>
              <a:r>
                <a:rPr lang="en-US" sz="1200" b="1" i="1">
                  <a:latin typeface="Arial" panose="020B0604020202020204" pitchFamily="34" charset="0"/>
                  <a:cs typeface="Arial" panose="020B0604020202020204" pitchFamily="34" charset="0"/>
                </a:rPr>
                <a:t>Resilience and Backup Arrangements</a:t>
              </a:r>
            </a:p>
          </p:txBody>
        </p:sp>
        <p:sp>
          <p:nvSpPr>
            <p:cNvPr id="55" name="object 26">
              <a:extLst>
                <a:ext uri="{FF2B5EF4-FFF2-40B4-BE49-F238E27FC236}">
                  <a16:creationId xmlns:a16="http://schemas.microsoft.com/office/drawing/2014/main" id="{B64796DD-C487-62CF-3E11-1DB6A674ED4D}"/>
                </a:ext>
              </a:extLst>
            </p:cNvPr>
            <p:cNvSpPr txBox="1"/>
            <p:nvPr/>
          </p:nvSpPr>
          <p:spPr>
            <a:xfrm>
              <a:off x="4356140" y="4300096"/>
              <a:ext cx="885377" cy="311871"/>
            </a:xfrm>
            <a:prstGeom prst="rect">
              <a:avLst/>
            </a:prstGeom>
          </p:spPr>
          <p:txBody>
            <a:bodyPr vert="horz" wrap="square" lIns="0" tIns="0" rIns="0" bIns="0" rtlCol="0">
              <a:noAutofit/>
            </a:bodyPr>
            <a:lstStyle/>
            <a:p>
              <a:pPr marL="12700" algn="ctr">
                <a:lnSpc>
                  <a:spcPct val="100000"/>
                </a:lnSpc>
                <a:spcBef>
                  <a:spcPts val="100"/>
                </a:spcBef>
              </a:pPr>
              <a:r>
                <a:rPr lang="en-US" sz="1200" b="1">
                  <a:solidFill>
                    <a:srgbClr val="000000"/>
                  </a:solidFill>
                  <a:latin typeface="Arial" panose="020B0604020202020204" pitchFamily="34" charset="0"/>
                  <a:cs typeface="Arial" panose="020B0604020202020204" pitchFamily="34" charset="0"/>
                </a:rPr>
                <a:t>New Service Connection</a:t>
              </a:r>
            </a:p>
          </p:txBody>
        </p:sp>
        <p:sp>
          <p:nvSpPr>
            <p:cNvPr id="56" name="object 28">
              <a:extLst>
                <a:ext uri="{FF2B5EF4-FFF2-40B4-BE49-F238E27FC236}">
                  <a16:creationId xmlns:a16="http://schemas.microsoft.com/office/drawing/2014/main" id="{48FA7DFF-98B1-BCCF-0131-3CE6199A23DF}"/>
                </a:ext>
              </a:extLst>
            </p:cNvPr>
            <p:cNvSpPr txBox="1"/>
            <p:nvPr/>
          </p:nvSpPr>
          <p:spPr>
            <a:xfrm>
              <a:off x="3781581" y="3302441"/>
              <a:ext cx="969551" cy="291555"/>
            </a:xfrm>
            <a:prstGeom prst="rect">
              <a:avLst/>
            </a:prstGeom>
          </p:spPr>
          <p:txBody>
            <a:bodyPr vert="horz" wrap="square" lIns="0" tIns="0" rIns="0" bIns="0" rtlCol="0">
              <a:noAutofit/>
            </a:bodyPr>
            <a:lstStyle/>
            <a:p>
              <a:pPr marR="5080" indent="11113" algn="ctr">
                <a:lnSpc>
                  <a:spcPct val="108300"/>
                </a:lnSpc>
                <a:spcBef>
                  <a:spcPts val="100"/>
                </a:spcBef>
              </a:pPr>
              <a:r>
                <a:rPr lang="en-US" sz="1200" b="1" spc="-40">
                  <a:solidFill>
                    <a:srgbClr val="000000"/>
                  </a:solidFill>
                  <a:latin typeface="Arial" panose="020B0604020202020204" pitchFamily="34" charset="0"/>
                  <a:cs typeface="Arial" panose="020B0604020202020204" pitchFamily="34" charset="0"/>
                </a:rPr>
                <a:t>Metering</a:t>
              </a:r>
            </a:p>
          </p:txBody>
        </p:sp>
        <p:grpSp>
          <p:nvGrpSpPr>
            <p:cNvPr id="58" name="组合 3">
              <a:extLst>
                <a:ext uri="{FF2B5EF4-FFF2-40B4-BE49-F238E27FC236}">
                  <a16:creationId xmlns:a16="http://schemas.microsoft.com/office/drawing/2014/main" id="{AEDBB572-45C2-D217-1021-AB7733FF4D50}"/>
                </a:ext>
              </a:extLst>
            </p:cNvPr>
            <p:cNvGrpSpPr/>
            <p:nvPr/>
          </p:nvGrpSpPr>
          <p:grpSpPr>
            <a:xfrm>
              <a:off x="5408122" y="2636909"/>
              <a:ext cx="1376078" cy="1376076"/>
              <a:chOff x="-2923522" y="3888762"/>
              <a:chExt cx="1430033" cy="1430031"/>
            </a:xfrm>
          </p:grpSpPr>
          <p:sp>
            <p:nvSpPr>
              <p:cNvPr id="59" name="object 49">
                <a:extLst>
                  <a:ext uri="{FF2B5EF4-FFF2-40B4-BE49-F238E27FC236}">
                    <a16:creationId xmlns:a16="http://schemas.microsoft.com/office/drawing/2014/main" id="{14DE7399-9AD0-512A-5511-FAAE19003834}"/>
                  </a:ext>
                </a:extLst>
              </p:cNvPr>
              <p:cNvSpPr/>
              <p:nvPr/>
            </p:nvSpPr>
            <p:spPr>
              <a:xfrm>
                <a:off x="-2894724" y="3917559"/>
                <a:ext cx="1372438" cy="1372437"/>
              </a:xfrm>
              <a:custGeom>
                <a:avLst/>
                <a:gdLst/>
                <a:ahLst/>
                <a:cxnLst/>
                <a:rect l="l" t="t" r="r" b="b"/>
                <a:pathLst>
                  <a:path w="1532254" h="1532254">
                    <a:moveTo>
                      <a:pt x="765975" y="0"/>
                    </a:moveTo>
                    <a:lnTo>
                      <a:pt x="717533" y="1506"/>
                    </a:lnTo>
                    <a:lnTo>
                      <a:pt x="669892" y="5968"/>
                    </a:lnTo>
                    <a:lnTo>
                      <a:pt x="623142" y="13293"/>
                    </a:lnTo>
                    <a:lnTo>
                      <a:pt x="577371" y="23393"/>
                    </a:lnTo>
                    <a:lnTo>
                      <a:pt x="532671" y="36178"/>
                    </a:lnTo>
                    <a:lnTo>
                      <a:pt x="489130" y="51558"/>
                    </a:lnTo>
                    <a:lnTo>
                      <a:pt x="446838" y="69444"/>
                    </a:lnTo>
                    <a:lnTo>
                      <a:pt x="405886" y="89745"/>
                    </a:lnTo>
                    <a:lnTo>
                      <a:pt x="366362" y="112373"/>
                    </a:lnTo>
                    <a:lnTo>
                      <a:pt x="328356" y="137237"/>
                    </a:lnTo>
                    <a:lnTo>
                      <a:pt x="291959" y="164247"/>
                    </a:lnTo>
                    <a:lnTo>
                      <a:pt x="257260" y="193314"/>
                    </a:lnTo>
                    <a:lnTo>
                      <a:pt x="224348" y="224348"/>
                    </a:lnTo>
                    <a:lnTo>
                      <a:pt x="193314" y="257260"/>
                    </a:lnTo>
                    <a:lnTo>
                      <a:pt x="164247" y="291959"/>
                    </a:lnTo>
                    <a:lnTo>
                      <a:pt x="137237" y="328356"/>
                    </a:lnTo>
                    <a:lnTo>
                      <a:pt x="112373" y="366362"/>
                    </a:lnTo>
                    <a:lnTo>
                      <a:pt x="89745" y="405886"/>
                    </a:lnTo>
                    <a:lnTo>
                      <a:pt x="69444" y="446838"/>
                    </a:lnTo>
                    <a:lnTo>
                      <a:pt x="51558" y="489130"/>
                    </a:lnTo>
                    <a:lnTo>
                      <a:pt x="36178" y="532671"/>
                    </a:lnTo>
                    <a:lnTo>
                      <a:pt x="23393" y="577371"/>
                    </a:lnTo>
                    <a:lnTo>
                      <a:pt x="13293" y="623142"/>
                    </a:lnTo>
                    <a:lnTo>
                      <a:pt x="5968" y="669892"/>
                    </a:lnTo>
                    <a:lnTo>
                      <a:pt x="1506" y="717533"/>
                    </a:lnTo>
                    <a:lnTo>
                      <a:pt x="0" y="765975"/>
                    </a:lnTo>
                    <a:lnTo>
                      <a:pt x="1506" y="814416"/>
                    </a:lnTo>
                    <a:lnTo>
                      <a:pt x="5968" y="862057"/>
                    </a:lnTo>
                    <a:lnTo>
                      <a:pt x="13293" y="908807"/>
                    </a:lnTo>
                    <a:lnTo>
                      <a:pt x="23393" y="954578"/>
                    </a:lnTo>
                    <a:lnTo>
                      <a:pt x="36178" y="999278"/>
                    </a:lnTo>
                    <a:lnTo>
                      <a:pt x="51558" y="1042819"/>
                    </a:lnTo>
                    <a:lnTo>
                      <a:pt x="69444" y="1085111"/>
                    </a:lnTo>
                    <a:lnTo>
                      <a:pt x="89745" y="1126064"/>
                    </a:lnTo>
                    <a:lnTo>
                      <a:pt x="112373" y="1165588"/>
                    </a:lnTo>
                    <a:lnTo>
                      <a:pt x="137237" y="1203593"/>
                    </a:lnTo>
                    <a:lnTo>
                      <a:pt x="164247" y="1239990"/>
                    </a:lnTo>
                    <a:lnTo>
                      <a:pt x="193314" y="1274689"/>
                    </a:lnTo>
                    <a:lnTo>
                      <a:pt x="224348" y="1307601"/>
                    </a:lnTo>
                    <a:lnTo>
                      <a:pt x="257260" y="1338635"/>
                    </a:lnTo>
                    <a:lnTo>
                      <a:pt x="291959" y="1367702"/>
                    </a:lnTo>
                    <a:lnTo>
                      <a:pt x="328356" y="1394713"/>
                    </a:lnTo>
                    <a:lnTo>
                      <a:pt x="366362" y="1419576"/>
                    </a:lnTo>
                    <a:lnTo>
                      <a:pt x="405886" y="1442204"/>
                    </a:lnTo>
                    <a:lnTo>
                      <a:pt x="446838" y="1462505"/>
                    </a:lnTo>
                    <a:lnTo>
                      <a:pt x="489130" y="1480391"/>
                    </a:lnTo>
                    <a:lnTo>
                      <a:pt x="532671" y="1495771"/>
                    </a:lnTo>
                    <a:lnTo>
                      <a:pt x="577371" y="1508556"/>
                    </a:lnTo>
                    <a:lnTo>
                      <a:pt x="623142" y="1518656"/>
                    </a:lnTo>
                    <a:lnTo>
                      <a:pt x="669892" y="1525982"/>
                    </a:lnTo>
                    <a:lnTo>
                      <a:pt x="717533" y="1530443"/>
                    </a:lnTo>
                    <a:lnTo>
                      <a:pt x="765975" y="1531950"/>
                    </a:lnTo>
                    <a:lnTo>
                      <a:pt x="814416" y="1530443"/>
                    </a:lnTo>
                    <a:lnTo>
                      <a:pt x="862057" y="1525982"/>
                    </a:lnTo>
                    <a:lnTo>
                      <a:pt x="908807" y="1518656"/>
                    </a:lnTo>
                    <a:lnTo>
                      <a:pt x="954578" y="1508556"/>
                    </a:lnTo>
                    <a:lnTo>
                      <a:pt x="999278" y="1495771"/>
                    </a:lnTo>
                    <a:lnTo>
                      <a:pt x="1042819" y="1480391"/>
                    </a:lnTo>
                    <a:lnTo>
                      <a:pt x="1085111" y="1462505"/>
                    </a:lnTo>
                    <a:lnTo>
                      <a:pt x="1126064" y="1442204"/>
                    </a:lnTo>
                    <a:lnTo>
                      <a:pt x="1165588" y="1419576"/>
                    </a:lnTo>
                    <a:lnTo>
                      <a:pt x="1203593" y="1394713"/>
                    </a:lnTo>
                    <a:lnTo>
                      <a:pt x="1239990" y="1367702"/>
                    </a:lnTo>
                    <a:lnTo>
                      <a:pt x="1274689" y="1338635"/>
                    </a:lnTo>
                    <a:lnTo>
                      <a:pt x="1307601" y="1307601"/>
                    </a:lnTo>
                    <a:lnTo>
                      <a:pt x="1338635" y="1274689"/>
                    </a:lnTo>
                    <a:lnTo>
                      <a:pt x="1367702" y="1239990"/>
                    </a:lnTo>
                    <a:lnTo>
                      <a:pt x="1394713" y="1203593"/>
                    </a:lnTo>
                    <a:lnTo>
                      <a:pt x="1419576" y="1165588"/>
                    </a:lnTo>
                    <a:lnTo>
                      <a:pt x="1442204" y="1126064"/>
                    </a:lnTo>
                    <a:lnTo>
                      <a:pt x="1462505" y="1085111"/>
                    </a:lnTo>
                    <a:lnTo>
                      <a:pt x="1480391" y="1042819"/>
                    </a:lnTo>
                    <a:lnTo>
                      <a:pt x="1495771" y="999278"/>
                    </a:lnTo>
                    <a:lnTo>
                      <a:pt x="1508556" y="954578"/>
                    </a:lnTo>
                    <a:lnTo>
                      <a:pt x="1518656" y="908807"/>
                    </a:lnTo>
                    <a:lnTo>
                      <a:pt x="1525982" y="862057"/>
                    </a:lnTo>
                    <a:lnTo>
                      <a:pt x="1530443" y="814416"/>
                    </a:lnTo>
                    <a:lnTo>
                      <a:pt x="1531950" y="765975"/>
                    </a:lnTo>
                    <a:lnTo>
                      <a:pt x="1530443" y="717533"/>
                    </a:lnTo>
                    <a:lnTo>
                      <a:pt x="1525982" y="669892"/>
                    </a:lnTo>
                    <a:lnTo>
                      <a:pt x="1518656" y="623142"/>
                    </a:lnTo>
                    <a:lnTo>
                      <a:pt x="1508556" y="577371"/>
                    </a:lnTo>
                    <a:lnTo>
                      <a:pt x="1495771" y="532671"/>
                    </a:lnTo>
                    <a:lnTo>
                      <a:pt x="1480391" y="489130"/>
                    </a:lnTo>
                    <a:lnTo>
                      <a:pt x="1462505" y="446838"/>
                    </a:lnTo>
                    <a:lnTo>
                      <a:pt x="1442204" y="405886"/>
                    </a:lnTo>
                    <a:lnTo>
                      <a:pt x="1419576" y="366362"/>
                    </a:lnTo>
                    <a:lnTo>
                      <a:pt x="1394713" y="328356"/>
                    </a:lnTo>
                    <a:lnTo>
                      <a:pt x="1367702" y="291959"/>
                    </a:lnTo>
                    <a:lnTo>
                      <a:pt x="1338635" y="257260"/>
                    </a:lnTo>
                    <a:lnTo>
                      <a:pt x="1307601" y="224348"/>
                    </a:lnTo>
                    <a:lnTo>
                      <a:pt x="1274689" y="193314"/>
                    </a:lnTo>
                    <a:lnTo>
                      <a:pt x="1239990" y="164247"/>
                    </a:lnTo>
                    <a:lnTo>
                      <a:pt x="1203593" y="137237"/>
                    </a:lnTo>
                    <a:lnTo>
                      <a:pt x="1165588" y="112373"/>
                    </a:lnTo>
                    <a:lnTo>
                      <a:pt x="1126064" y="89745"/>
                    </a:lnTo>
                    <a:lnTo>
                      <a:pt x="1085111" y="69444"/>
                    </a:lnTo>
                    <a:lnTo>
                      <a:pt x="1042819" y="51558"/>
                    </a:lnTo>
                    <a:lnTo>
                      <a:pt x="999278" y="36178"/>
                    </a:lnTo>
                    <a:lnTo>
                      <a:pt x="954578" y="23393"/>
                    </a:lnTo>
                    <a:lnTo>
                      <a:pt x="908807" y="13293"/>
                    </a:lnTo>
                    <a:lnTo>
                      <a:pt x="862057" y="5968"/>
                    </a:lnTo>
                    <a:lnTo>
                      <a:pt x="814416" y="1506"/>
                    </a:lnTo>
                    <a:lnTo>
                      <a:pt x="765975" y="0"/>
                    </a:lnTo>
                    <a:close/>
                  </a:path>
                </a:pathLst>
              </a:custGeom>
              <a:solidFill>
                <a:schemeClr val="bg1">
                  <a:lumMod val="85000"/>
                </a:schemeClr>
              </a:solidFill>
            </p:spPr>
            <p:txBody>
              <a:bodyPr wrap="square" lIns="0" tIns="0" rIns="0" bIns="0" rtlCol="0"/>
              <a:lstStyle/>
              <a:p>
                <a:endParaRPr>
                  <a:latin typeface="Arial" panose="020B0604020202020204" pitchFamily="34" charset="0"/>
                  <a:cs typeface="Arial" panose="020B0604020202020204" pitchFamily="34" charset="0"/>
                </a:endParaRPr>
              </a:p>
            </p:txBody>
          </p:sp>
          <p:sp>
            <p:nvSpPr>
              <p:cNvPr id="60" name="object 52">
                <a:extLst>
                  <a:ext uri="{FF2B5EF4-FFF2-40B4-BE49-F238E27FC236}">
                    <a16:creationId xmlns:a16="http://schemas.microsoft.com/office/drawing/2014/main" id="{B38161D4-F375-C62D-2C65-B69F76203577}"/>
                  </a:ext>
                </a:extLst>
              </p:cNvPr>
              <p:cNvSpPr/>
              <p:nvPr/>
            </p:nvSpPr>
            <p:spPr>
              <a:xfrm>
                <a:off x="-2923522" y="3888762"/>
                <a:ext cx="1430033" cy="1430031"/>
              </a:xfrm>
              <a:custGeom>
                <a:avLst/>
                <a:gdLst/>
                <a:ahLst/>
                <a:cxnLst/>
                <a:rect l="l" t="t" r="r" b="b"/>
                <a:pathLst>
                  <a:path w="1532254" h="1532254">
                    <a:moveTo>
                      <a:pt x="765975" y="1531950"/>
                    </a:moveTo>
                    <a:lnTo>
                      <a:pt x="814416" y="1530443"/>
                    </a:lnTo>
                    <a:lnTo>
                      <a:pt x="862057" y="1525982"/>
                    </a:lnTo>
                    <a:lnTo>
                      <a:pt x="908807" y="1518656"/>
                    </a:lnTo>
                    <a:lnTo>
                      <a:pt x="954578" y="1508556"/>
                    </a:lnTo>
                    <a:lnTo>
                      <a:pt x="999278" y="1495771"/>
                    </a:lnTo>
                    <a:lnTo>
                      <a:pt x="1042819" y="1480391"/>
                    </a:lnTo>
                    <a:lnTo>
                      <a:pt x="1085111" y="1462505"/>
                    </a:lnTo>
                    <a:lnTo>
                      <a:pt x="1126064" y="1442204"/>
                    </a:lnTo>
                    <a:lnTo>
                      <a:pt x="1165588" y="1419576"/>
                    </a:lnTo>
                    <a:lnTo>
                      <a:pt x="1203593" y="1394713"/>
                    </a:lnTo>
                    <a:lnTo>
                      <a:pt x="1239990" y="1367702"/>
                    </a:lnTo>
                    <a:lnTo>
                      <a:pt x="1274689" y="1338635"/>
                    </a:lnTo>
                    <a:lnTo>
                      <a:pt x="1307601" y="1307601"/>
                    </a:lnTo>
                    <a:lnTo>
                      <a:pt x="1338635" y="1274689"/>
                    </a:lnTo>
                    <a:lnTo>
                      <a:pt x="1367702" y="1239990"/>
                    </a:lnTo>
                    <a:lnTo>
                      <a:pt x="1394713" y="1203593"/>
                    </a:lnTo>
                    <a:lnTo>
                      <a:pt x="1419576" y="1165588"/>
                    </a:lnTo>
                    <a:lnTo>
                      <a:pt x="1442204" y="1126064"/>
                    </a:lnTo>
                    <a:lnTo>
                      <a:pt x="1462505" y="1085111"/>
                    </a:lnTo>
                    <a:lnTo>
                      <a:pt x="1480391" y="1042819"/>
                    </a:lnTo>
                    <a:lnTo>
                      <a:pt x="1495771" y="999278"/>
                    </a:lnTo>
                    <a:lnTo>
                      <a:pt x="1508556" y="954578"/>
                    </a:lnTo>
                    <a:lnTo>
                      <a:pt x="1518656" y="908807"/>
                    </a:lnTo>
                    <a:lnTo>
                      <a:pt x="1525982" y="862057"/>
                    </a:lnTo>
                    <a:lnTo>
                      <a:pt x="1530443" y="814416"/>
                    </a:lnTo>
                    <a:lnTo>
                      <a:pt x="1531950" y="765975"/>
                    </a:lnTo>
                    <a:lnTo>
                      <a:pt x="1530443" y="717533"/>
                    </a:lnTo>
                    <a:lnTo>
                      <a:pt x="1525982" y="669892"/>
                    </a:lnTo>
                    <a:lnTo>
                      <a:pt x="1518656" y="623142"/>
                    </a:lnTo>
                    <a:lnTo>
                      <a:pt x="1508556" y="577371"/>
                    </a:lnTo>
                    <a:lnTo>
                      <a:pt x="1495771" y="532671"/>
                    </a:lnTo>
                    <a:lnTo>
                      <a:pt x="1480391" y="489130"/>
                    </a:lnTo>
                    <a:lnTo>
                      <a:pt x="1462505" y="446838"/>
                    </a:lnTo>
                    <a:lnTo>
                      <a:pt x="1442204" y="405886"/>
                    </a:lnTo>
                    <a:lnTo>
                      <a:pt x="1419576" y="366362"/>
                    </a:lnTo>
                    <a:lnTo>
                      <a:pt x="1394713" y="328356"/>
                    </a:lnTo>
                    <a:lnTo>
                      <a:pt x="1367702" y="291959"/>
                    </a:lnTo>
                    <a:lnTo>
                      <a:pt x="1338635" y="257260"/>
                    </a:lnTo>
                    <a:lnTo>
                      <a:pt x="1307601" y="224348"/>
                    </a:lnTo>
                    <a:lnTo>
                      <a:pt x="1274689" y="193314"/>
                    </a:lnTo>
                    <a:lnTo>
                      <a:pt x="1239990" y="164247"/>
                    </a:lnTo>
                    <a:lnTo>
                      <a:pt x="1203593" y="137237"/>
                    </a:lnTo>
                    <a:lnTo>
                      <a:pt x="1165588" y="112373"/>
                    </a:lnTo>
                    <a:lnTo>
                      <a:pt x="1126064" y="89745"/>
                    </a:lnTo>
                    <a:lnTo>
                      <a:pt x="1085111" y="69444"/>
                    </a:lnTo>
                    <a:lnTo>
                      <a:pt x="1042819" y="51558"/>
                    </a:lnTo>
                    <a:lnTo>
                      <a:pt x="999278" y="36178"/>
                    </a:lnTo>
                    <a:lnTo>
                      <a:pt x="954578" y="23393"/>
                    </a:lnTo>
                    <a:lnTo>
                      <a:pt x="908807" y="13293"/>
                    </a:lnTo>
                    <a:lnTo>
                      <a:pt x="862057" y="5968"/>
                    </a:lnTo>
                    <a:lnTo>
                      <a:pt x="814416" y="1506"/>
                    </a:lnTo>
                    <a:lnTo>
                      <a:pt x="765975" y="0"/>
                    </a:lnTo>
                    <a:lnTo>
                      <a:pt x="717533" y="1506"/>
                    </a:lnTo>
                    <a:lnTo>
                      <a:pt x="669892" y="5968"/>
                    </a:lnTo>
                    <a:lnTo>
                      <a:pt x="623142" y="13293"/>
                    </a:lnTo>
                    <a:lnTo>
                      <a:pt x="577371" y="23393"/>
                    </a:lnTo>
                    <a:lnTo>
                      <a:pt x="532671" y="36178"/>
                    </a:lnTo>
                    <a:lnTo>
                      <a:pt x="489130" y="51558"/>
                    </a:lnTo>
                    <a:lnTo>
                      <a:pt x="446838" y="69444"/>
                    </a:lnTo>
                    <a:lnTo>
                      <a:pt x="405886" y="89745"/>
                    </a:lnTo>
                    <a:lnTo>
                      <a:pt x="366362" y="112373"/>
                    </a:lnTo>
                    <a:lnTo>
                      <a:pt x="328356" y="137237"/>
                    </a:lnTo>
                    <a:lnTo>
                      <a:pt x="291959" y="164247"/>
                    </a:lnTo>
                    <a:lnTo>
                      <a:pt x="257260" y="193314"/>
                    </a:lnTo>
                    <a:lnTo>
                      <a:pt x="224348" y="224348"/>
                    </a:lnTo>
                    <a:lnTo>
                      <a:pt x="193314" y="257260"/>
                    </a:lnTo>
                    <a:lnTo>
                      <a:pt x="164247" y="291959"/>
                    </a:lnTo>
                    <a:lnTo>
                      <a:pt x="137237" y="328356"/>
                    </a:lnTo>
                    <a:lnTo>
                      <a:pt x="112373" y="366362"/>
                    </a:lnTo>
                    <a:lnTo>
                      <a:pt x="89745" y="405886"/>
                    </a:lnTo>
                    <a:lnTo>
                      <a:pt x="69444" y="446838"/>
                    </a:lnTo>
                    <a:lnTo>
                      <a:pt x="51558" y="489130"/>
                    </a:lnTo>
                    <a:lnTo>
                      <a:pt x="36178" y="532671"/>
                    </a:lnTo>
                    <a:lnTo>
                      <a:pt x="23393" y="577371"/>
                    </a:lnTo>
                    <a:lnTo>
                      <a:pt x="13293" y="623142"/>
                    </a:lnTo>
                    <a:lnTo>
                      <a:pt x="5968" y="669892"/>
                    </a:lnTo>
                    <a:lnTo>
                      <a:pt x="1506" y="717533"/>
                    </a:lnTo>
                    <a:lnTo>
                      <a:pt x="0" y="765975"/>
                    </a:lnTo>
                    <a:lnTo>
                      <a:pt x="1506" y="814416"/>
                    </a:lnTo>
                    <a:lnTo>
                      <a:pt x="5968" y="862057"/>
                    </a:lnTo>
                    <a:lnTo>
                      <a:pt x="13293" y="908807"/>
                    </a:lnTo>
                    <a:lnTo>
                      <a:pt x="23393" y="954578"/>
                    </a:lnTo>
                    <a:lnTo>
                      <a:pt x="36178" y="999278"/>
                    </a:lnTo>
                    <a:lnTo>
                      <a:pt x="51558" y="1042819"/>
                    </a:lnTo>
                    <a:lnTo>
                      <a:pt x="69444" y="1085111"/>
                    </a:lnTo>
                    <a:lnTo>
                      <a:pt x="89745" y="1126064"/>
                    </a:lnTo>
                    <a:lnTo>
                      <a:pt x="112373" y="1165588"/>
                    </a:lnTo>
                    <a:lnTo>
                      <a:pt x="137237" y="1203593"/>
                    </a:lnTo>
                    <a:lnTo>
                      <a:pt x="164247" y="1239990"/>
                    </a:lnTo>
                    <a:lnTo>
                      <a:pt x="193314" y="1274689"/>
                    </a:lnTo>
                    <a:lnTo>
                      <a:pt x="224348" y="1307601"/>
                    </a:lnTo>
                    <a:lnTo>
                      <a:pt x="257260" y="1338635"/>
                    </a:lnTo>
                    <a:lnTo>
                      <a:pt x="291959" y="1367702"/>
                    </a:lnTo>
                    <a:lnTo>
                      <a:pt x="328356" y="1394713"/>
                    </a:lnTo>
                    <a:lnTo>
                      <a:pt x="366362" y="1419576"/>
                    </a:lnTo>
                    <a:lnTo>
                      <a:pt x="405886" y="1442204"/>
                    </a:lnTo>
                    <a:lnTo>
                      <a:pt x="446838" y="1462505"/>
                    </a:lnTo>
                    <a:lnTo>
                      <a:pt x="489130" y="1480391"/>
                    </a:lnTo>
                    <a:lnTo>
                      <a:pt x="532671" y="1495771"/>
                    </a:lnTo>
                    <a:lnTo>
                      <a:pt x="577371" y="1508556"/>
                    </a:lnTo>
                    <a:lnTo>
                      <a:pt x="623142" y="1518656"/>
                    </a:lnTo>
                    <a:lnTo>
                      <a:pt x="669892" y="1525982"/>
                    </a:lnTo>
                    <a:lnTo>
                      <a:pt x="717533" y="1530443"/>
                    </a:lnTo>
                    <a:lnTo>
                      <a:pt x="765975" y="1531950"/>
                    </a:lnTo>
                    <a:close/>
                  </a:path>
                </a:pathLst>
              </a:custGeom>
              <a:ln w="12700">
                <a:solidFill>
                  <a:schemeClr val="bg1">
                    <a:lumMod val="85000"/>
                  </a:schemeClr>
                </a:solidFill>
              </a:ln>
            </p:spPr>
            <p:txBody>
              <a:bodyPr wrap="square" lIns="0" tIns="0" rIns="0" bIns="0" rtlCol="0"/>
              <a:lstStyle/>
              <a:p>
                <a:endParaRPr>
                  <a:latin typeface="Arial" panose="020B0604020202020204" pitchFamily="34" charset="0"/>
                  <a:cs typeface="Arial" panose="020B0604020202020204" pitchFamily="34" charset="0"/>
                </a:endParaRPr>
              </a:p>
            </p:txBody>
          </p:sp>
        </p:grpSp>
        <p:sp>
          <p:nvSpPr>
            <p:cNvPr id="192" name="Rectangle 191">
              <a:extLst>
                <a:ext uri="{FF2B5EF4-FFF2-40B4-BE49-F238E27FC236}">
                  <a16:creationId xmlns:a16="http://schemas.microsoft.com/office/drawing/2014/main" id="{45F54C43-69B3-A45B-059E-594AB4D15CB8}"/>
                </a:ext>
              </a:extLst>
            </p:cNvPr>
            <p:cNvSpPr/>
            <p:nvPr/>
          </p:nvSpPr>
          <p:spPr>
            <a:xfrm>
              <a:off x="7914623" y="4742814"/>
              <a:ext cx="2722599" cy="446276"/>
            </a:xfrm>
            <a:prstGeom prst="rect">
              <a:avLst/>
            </a:prstGeom>
          </p:spPr>
          <p:txBody>
            <a:bodyPr wrap="square" lIns="0" tIns="0" rIns="0" bIns="0">
              <a:spAutoFit/>
            </a:bodyPr>
            <a:lstStyle/>
            <a:p>
              <a:pPr marL="171450" indent="-171450">
                <a:spcAft>
                  <a:spcPts val="600"/>
                </a:spcAft>
                <a:buFont typeface="Arial" panose="020B0604020202020204" pitchFamily="34" charset="0"/>
                <a:buChar char="•"/>
              </a:pPr>
              <a:r>
                <a:rPr lang="en-US" sz="1200" b="1" i="1">
                  <a:latin typeface="Arial" panose="020B0604020202020204" pitchFamily="34" charset="0"/>
                  <a:cs typeface="Arial" panose="020B0604020202020204" pitchFamily="34" charset="0"/>
                </a:rPr>
                <a:t>Fault Response and Resolution</a:t>
              </a:r>
            </a:p>
            <a:p>
              <a:pPr marL="171450" indent="-171450">
                <a:spcAft>
                  <a:spcPts val="600"/>
                </a:spcAft>
                <a:buFont typeface="Arial" panose="020B0604020202020204" pitchFamily="34" charset="0"/>
                <a:buChar char="•"/>
              </a:pPr>
              <a:r>
                <a:rPr lang="en-US" sz="1200" b="1" i="1">
                  <a:latin typeface="Arial" panose="020B0604020202020204" pitchFamily="34" charset="0"/>
                  <a:cs typeface="Arial" panose="020B0604020202020204" pitchFamily="34" charset="0"/>
                </a:rPr>
                <a:t>Staff Attitude and Competence</a:t>
              </a:r>
            </a:p>
          </p:txBody>
        </p:sp>
        <p:sp>
          <p:nvSpPr>
            <p:cNvPr id="193" name="object 31">
              <a:extLst>
                <a:ext uri="{FF2B5EF4-FFF2-40B4-BE49-F238E27FC236}">
                  <a16:creationId xmlns:a16="http://schemas.microsoft.com/office/drawing/2014/main" id="{7A433125-5495-77D3-5EFE-1F0300FB2150}"/>
                </a:ext>
              </a:extLst>
            </p:cNvPr>
            <p:cNvSpPr txBox="1"/>
            <p:nvPr/>
          </p:nvSpPr>
          <p:spPr>
            <a:xfrm>
              <a:off x="4288318" y="2052841"/>
              <a:ext cx="1094735" cy="238673"/>
            </a:xfrm>
            <a:prstGeom prst="rect">
              <a:avLst/>
            </a:prstGeom>
          </p:spPr>
          <p:txBody>
            <a:bodyPr vert="horz" wrap="square" lIns="0" tIns="0" rIns="0" bIns="0" rtlCol="0">
              <a:noAutofit/>
            </a:bodyPr>
            <a:lstStyle/>
            <a:p>
              <a:pPr marL="12700" algn="ctr">
                <a:lnSpc>
                  <a:spcPct val="100000"/>
                </a:lnSpc>
                <a:spcBef>
                  <a:spcPts val="100"/>
                </a:spcBef>
              </a:pPr>
              <a:r>
                <a:rPr lang="en-US" sz="1200" b="1">
                  <a:solidFill>
                    <a:srgbClr val="000000"/>
                  </a:solidFill>
                  <a:latin typeface="Arial" panose="020B0604020202020204" pitchFamily="34" charset="0"/>
                  <a:cs typeface="Arial" panose="020B0604020202020204" pitchFamily="34" charset="0"/>
                </a:rPr>
                <a:t>Billing</a:t>
              </a:r>
            </a:p>
          </p:txBody>
        </p:sp>
        <p:sp>
          <p:nvSpPr>
            <p:cNvPr id="194" name="object 33">
              <a:extLst>
                <a:ext uri="{FF2B5EF4-FFF2-40B4-BE49-F238E27FC236}">
                  <a16:creationId xmlns:a16="http://schemas.microsoft.com/office/drawing/2014/main" id="{0F1F3255-9E7C-29C3-5878-69EC70AAA222}"/>
                </a:ext>
              </a:extLst>
            </p:cNvPr>
            <p:cNvSpPr txBox="1"/>
            <p:nvPr/>
          </p:nvSpPr>
          <p:spPr>
            <a:xfrm>
              <a:off x="5534423" y="1454797"/>
              <a:ext cx="1128155" cy="276999"/>
            </a:xfrm>
            <a:prstGeom prst="rect">
              <a:avLst/>
            </a:prstGeom>
          </p:spPr>
          <p:txBody>
            <a:bodyPr vert="horz" wrap="square" lIns="0" tIns="0" rIns="0" bIns="0" rtlCol="0">
              <a:noAutofit/>
            </a:bodyPr>
            <a:lstStyle/>
            <a:p>
              <a:pPr marL="12700" algn="ctr">
                <a:lnSpc>
                  <a:spcPct val="100000"/>
                </a:lnSpc>
                <a:spcBef>
                  <a:spcPts val="100"/>
                </a:spcBef>
              </a:pPr>
              <a:r>
                <a:rPr lang="en-US" sz="1200" b="1">
                  <a:solidFill>
                    <a:srgbClr val="000000"/>
                  </a:solidFill>
                  <a:latin typeface="Arial" panose="020B0604020202020204" pitchFamily="34" charset="0"/>
                  <a:cs typeface="Arial" panose="020B0604020202020204" pitchFamily="34" charset="0"/>
                </a:rPr>
                <a:t>Payment &amp; Collection</a:t>
              </a:r>
            </a:p>
          </p:txBody>
        </p:sp>
        <p:sp>
          <p:nvSpPr>
            <p:cNvPr id="195" name="object 36">
              <a:extLst>
                <a:ext uri="{FF2B5EF4-FFF2-40B4-BE49-F238E27FC236}">
                  <a16:creationId xmlns:a16="http://schemas.microsoft.com/office/drawing/2014/main" id="{23A5B31A-2020-AB4A-CAB3-A0A2D625B9B0}"/>
                </a:ext>
              </a:extLst>
            </p:cNvPr>
            <p:cNvSpPr txBox="1"/>
            <p:nvPr/>
          </p:nvSpPr>
          <p:spPr>
            <a:xfrm>
              <a:off x="7048416" y="1765334"/>
              <a:ext cx="807795" cy="404384"/>
            </a:xfrm>
            <a:prstGeom prst="rect">
              <a:avLst/>
            </a:prstGeom>
          </p:spPr>
          <p:txBody>
            <a:bodyPr vert="horz" wrap="square" lIns="0" tIns="0" rIns="0" bIns="0" rtlCol="0">
              <a:noAutofit/>
            </a:bodyPr>
            <a:lstStyle/>
            <a:p>
              <a:pPr marR="5080" algn="ctr">
                <a:lnSpc>
                  <a:spcPct val="108300"/>
                </a:lnSpc>
                <a:spcBef>
                  <a:spcPts val="100"/>
                </a:spcBef>
              </a:pPr>
              <a:r>
                <a:rPr lang="en-US" sz="1200" b="1">
                  <a:solidFill>
                    <a:srgbClr val="000000"/>
                  </a:solidFill>
                  <a:latin typeface="Arial" panose="020B0604020202020204" pitchFamily="34" charset="0"/>
                  <a:cs typeface="Arial" panose="020B0604020202020204" pitchFamily="34" charset="0"/>
                </a:rPr>
                <a:t>Quality and Reliability</a:t>
              </a:r>
            </a:p>
          </p:txBody>
        </p:sp>
        <p:sp>
          <p:nvSpPr>
            <p:cNvPr id="196" name="object 37">
              <a:extLst>
                <a:ext uri="{FF2B5EF4-FFF2-40B4-BE49-F238E27FC236}">
                  <a16:creationId xmlns:a16="http://schemas.microsoft.com/office/drawing/2014/main" id="{0A69E132-1E20-A954-B705-CC5BB684A02A}"/>
                </a:ext>
              </a:extLst>
            </p:cNvPr>
            <p:cNvSpPr txBox="1"/>
            <p:nvPr/>
          </p:nvSpPr>
          <p:spPr>
            <a:xfrm>
              <a:off x="7477834" y="3133983"/>
              <a:ext cx="943677" cy="384408"/>
            </a:xfrm>
            <a:prstGeom prst="rect">
              <a:avLst/>
            </a:prstGeom>
          </p:spPr>
          <p:txBody>
            <a:bodyPr vert="horz" wrap="square" lIns="0" tIns="0" rIns="0" bIns="0" rtlCol="0">
              <a:noAutofit/>
            </a:bodyPr>
            <a:lstStyle/>
            <a:p>
              <a:pPr marR="5080" algn="ctr">
                <a:lnSpc>
                  <a:spcPct val="108300"/>
                </a:lnSpc>
                <a:spcBef>
                  <a:spcPts val="100"/>
                </a:spcBef>
              </a:pPr>
              <a:r>
                <a:rPr lang="en-US" sz="1200" b="1">
                  <a:solidFill>
                    <a:srgbClr val="000000"/>
                  </a:solidFill>
                  <a:latin typeface="Arial" panose="020B0604020202020204" pitchFamily="34" charset="0"/>
                  <a:cs typeface="Arial" panose="020B0604020202020204" pitchFamily="34" charset="0"/>
                </a:rPr>
                <a:t>Complaint Resolution</a:t>
              </a:r>
            </a:p>
          </p:txBody>
        </p:sp>
        <p:sp>
          <p:nvSpPr>
            <p:cNvPr id="197" name="object 9">
              <a:extLst>
                <a:ext uri="{FF2B5EF4-FFF2-40B4-BE49-F238E27FC236}">
                  <a16:creationId xmlns:a16="http://schemas.microsoft.com/office/drawing/2014/main" id="{4FFCADEE-4FB3-850A-C1D9-F29690E63570}"/>
                </a:ext>
              </a:extLst>
            </p:cNvPr>
            <p:cNvSpPr/>
            <p:nvPr/>
          </p:nvSpPr>
          <p:spPr>
            <a:xfrm flipV="1">
              <a:off x="914400" y="4199322"/>
              <a:ext cx="3079911" cy="115161"/>
            </a:xfrm>
            <a:custGeom>
              <a:avLst/>
              <a:gdLst/>
              <a:ahLst/>
              <a:cxnLst/>
              <a:rect l="l" t="t" r="r" b="b"/>
              <a:pathLst>
                <a:path w="9596120">
                  <a:moveTo>
                    <a:pt x="0" y="0"/>
                  </a:moveTo>
                  <a:lnTo>
                    <a:pt x="9596031" y="0"/>
                  </a:lnTo>
                </a:path>
              </a:pathLst>
            </a:custGeom>
            <a:ln w="12700">
              <a:solidFill>
                <a:schemeClr val="tx1"/>
              </a:solidFill>
              <a:prstDash val="dot"/>
            </a:ln>
          </p:spPr>
          <p:txBody>
            <a:bodyPr wrap="square" lIns="0" tIns="0" rIns="0" bIns="0" rtlCol="0"/>
            <a:lstStyle/>
            <a:p>
              <a:endParaRPr>
                <a:latin typeface="Arial" panose="020B0604020202020204" pitchFamily="34" charset="0"/>
                <a:cs typeface="Arial" panose="020B0604020202020204" pitchFamily="34" charset="0"/>
              </a:endParaRPr>
            </a:p>
          </p:txBody>
        </p:sp>
        <p:sp>
          <p:nvSpPr>
            <p:cNvPr id="198" name="object 26">
              <a:extLst>
                <a:ext uri="{FF2B5EF4-FFF2-40B4-BE49-F238E27FC236}">
                  <a16:creationId xmlns:a16="http://schemas.microsoft.com/office/drawing/2014/main" id="{7E2162BA-BF1A-A65B-870E-FEB534790DC2}"/>
                </a:ext>
              </a:extLst>
            </p:cNvPr>
            <p:cNvSpPr txBox="1"/>
            <p:nvPr/>
          </p:nvSpPr>
          <p:spPr>
            <a:xfrm>
              <a:off x="7006894" y="4536092"/>
              <a:ext cx="790055" cy="311871"/>
            </a:xfrm>
            <a:prstGeom prst="rect">
              <a:avLst/>
            </a:prstGeom>
          </p:spPr>
          <p:txBody>
            <a:bodyPr vert="horz" wrap="square" lIns="0" tIns="0" rIns="0" bIns="0" rtlCol="0">
              <a:noAutofit/>
            </a:bodyPr>
            <a:lstStyle/>
            <a:p>
              <a:pPr marL="12700" algn="ctr">
                <a:lnSpc>
                  <a:spcPct val="100000"/>
                </a:lnSpc>
                <a:spcBef>
                  <a:spcPts val="100"/>
                </a:spcBef>
              </a:pPr>
              <a:r>
                <a:rPr lang="en-US" sz="1200" b="1">
                  <a:solidFill>
                    <a:srgbClr val="000000"/>
                  </a:solidFill>
                  <a:latin typeface="Arial" panose="020B0604020202020204" pitchFamily="34" charset="0"/>
                  <a:cs typeface="Arial" panose="020B0604020202020204" pitchFamily="34" charset="0"/>
                </a:rPr>
                <a:t>Fault Repair</a:t>
              </a:r>
            </a:p>
          </p:txBody>
        </p:sp>
        <p:sp>
          <p:nvSpPr>
            <p:cNvPr id="281" name="TextBox 280">
              <a:extLst>
                <a:ext uri="{FF2B5EF4-FFF2-40B4-BE49-F238E27FC236}">
                  <a16:creationId xmlns:a16="http://schemas.microsoft.com/office/drawing/2014/main" id="{C600EFF8-12AD-A319-CD3E-824DD1A71071}"/>
                </a:ext>
              </a:extLst>
            </p:cNvPr>
            <p:cNvSpPr txBox="1"/>
            <p:nvPr/>
          </p:nvSpPr>
          <p:spPr>
            <a:xfrm>
              <a:off x="5589119" y="3231695"/>
              <a:ext cx="1079240" cy="215444"/>
            </a:xfrm>
            <a:prstGeom prst="rect">
              <a:avLst/>
            </a:prstGeom>
            <a:noFill/>
          </p:spPr>
          <p:txBody>
            <a:bodyPr wrap="square" lIns="0" tIns="0" rIns="0" bIns="0" rtlCol="0">
              <a:spAutoFit/>
            </a:bodyPr>
            <a:lstStyle/>
            <a:p>
              <a:pPr algn="ctr">
                <a:spcBef>
                  <a:spcPts val="600"/>
                </a:spcBef>
                <a:buSzPct val="100000"/>
              </a:pPr>
              <a:r>
                <a:rPr lang="en-IN" sz="1400" b="1">
                  <a:solidFill>
                    <a:srgbClr val="313131"/>
                  </a:solidFill>
                  <a:latin typeface="Arial" panose="020B0604020202020204" pitchFamily="34" charset="0"/>
                  <a:cs typeface="Arial" panose="020B0604020202020204" pitchFamily="34" charset="0"/>
                </a:rPr>
                <a:t>Customer</a:t>
              </a:r>
            </a:p>
          </p:txBody>
        </p:sp>
        <p:sp>
          <p:nvSpPr>
            <p:cNvPr id="282" name="object 47">
              <a:extLst>
                <a:ext uri="{FF2B5EF4-FFF2-40B4-BE49-F238E27FC236}">
                  <a16:creationId xmlns:a16="http://schemas.microsoft.com/office/drawing/2014/main" id="{1A75D7D4-00FC-4908-4FA3-FBFFBB0C0A54}"/>
                </a:ext>
              </a:extLst>
            </p:cNvPr>
            <p:cNvSpPr txBox="1"/>
            <p:nvPr/>
          </p:nvSpPr>
          <p:spPr>
            <a:xfrm>
              <a:off x="8390099" y="3549811"/>
              <a:ext cx="3399489" cy="769441"/>
            </a:xfrm>
            <a:prstGeom prst="rect">
              <a:avLst/>
            </a:prstGeom>
          </p:spPr>
          <p:txBody>
            <a:bodyPr vert="horz" wrap="square" lIns="0" tIns="0" rIns="0" bIns="0" rtlCol="0" anchor="ctr" anchorCtr="0">
              <a:noAutofit/>
            </a:bodyPr>
            <a:lstStyle/>
            <a:p>
              <a:pPr marL="171450" indent="-171450">
                <a:spcAft>
                  <a:spcPts val="600"/>
                </a:spcAft>
                <a:buFont typeface="Arial" panose="020B0604020202020204" pitchFamily="34" charset="0"/>
                <a:buChar char="•"/>
              </a:pPr>
              <a:r>
                <a:rPr lang="en-US" sz="1200" b="1" i="1">
                  <a:latin typeface="Arial" panose="020B0604020202020204" pitchFamily="34" charset="0"/>
                  <a:cs typeface="Arial" panose="020B0604020202020204" pitchFamily="34" charset="0"/>
                </a:rPr>
                <a:t>Customer Interaction &amp; Complaint Handling</a:t>
              </a:r>
            </a:p>
            <a:p>
              <a:pPr marL="171450" indent="-171450">
                <a:spcAft>
                  <a:spcPts val="600"/>
                </a:spcAft>
                <a:buFont typeface="Arial" panose="020B0604020202020204" pitchFamily="34" charset="0"/>
                <a:buChar char="•"/>
              </a:pPr>
              <a:r>
                <a:rPr lang="en-US" sz="1200" b="1" i="1">
                  <a:latin typeface="Arial" panose="020B0604020202020204" pitchFamily="34" charset="0"/>
                  <a:cs typeface="Arial" panose="020B0604020202020204" pitchFamily="34" charset="0"/>
                </a:rPr>
                <a:t>Information Transparency &amp; Service Quality</a:t>
              </a:r>
            </a:p>
          </p:txBody>
        </p:sp>
        <p:sp>
          <p:nvSpPr>
            <p:cNvPr id="283" name="object 47">
              <a:extLst>
                <a:ext uri="{FF2B5EF4-FFF2-40B4-BE49-F238E27FC236}">
                  <a16:creationId xmlns:a16="http://schemas.microsoft.com/office/drawing/2014/main" id="{DB6A88BB-3C91-369A-5B6C-5E1F3234401B}"/>
                </a:ext>
              </a:extLst>
            </p:cNvPr>
            <p:cNvSpPr txBox="1"/>
            <p:nvPr/>
          </p:nvSpPr>
          <p:spPr>
            <a:xfrm>
              <a:off x="8035102" y="1203920"/>
              <a:ext cx="3201850" cy="769441"/>
            </a:xfrm>
            <a:prstGeom prst="rect">
              <a:avLst/>
            </a:prstGeom>
          </p:spPr>
          <p:txBody>
            <a:bodyPr vert="horz" wrap="square" lIns="0" tIns="0" rIns="0" bIns="0" rtlCol="0" anchor="ctr" anchorCtr="0">
              <a:noAutofit/>
            </a:bodyPr>
            <a:lstStyle/>
            <a:p>
              <a:pPr marL="171450" indent="-171450">
                <a:spcAft>
                  <a:spcPts val="600"/>
                </a:spcAft>
                <a:buFont typeface="Arial" panose="020B0604020202020204" pitchFamily="34" charset="0"/>
                <a:buChar char="•"/>
              </a:pPr>
              <a:r>
                <a:rPr lang="en-US" sz="1200" b="1" i="1">
                  <a:latin typeface="Arial" panose="020B0604020202020204" pitchFamily="34" charset="0"/>
                  <a:cs typeface="Arial" panose="020B0604020202020204" pitchFamily="34" charset="0"/>
                </a:rPr>
                <a:t>Payment Convenience &amp; Environment</a:t>
              </a:r>
            </a:p>
            <a:p>
              <a:pPr marL="171450" indent="-171450">
                <a:spcAft>
                  <a:spcPts val="600"/>
                </a:spcAft>
                <a:buFont typeface="Arial" panose="020B0604020202020204" pitchFamily="34" charset="0"/>
                <a:buChar char="•"/>
              </a:pPr>
              <a:r>
                <a:rPr lang="en-US" sz="1200" b="1" i="1">
                  <a:latin typeface="Arial" panose="020B0604020202020204" pitchFamily="34" charset="0"/>
                  <a:cs typeface="Arial" panose="020B0604020202020204" pitchFamily="34" charset="0"/>
                </a:rPr>
                <a:t>Payment Methods &amp; Reliability</a:t>
              </a:r>
            </a:p>
            <a:p>
              <a:pPr marL="171450" indent="-171450">
                <a:spcAft>
                  <a:spcPts val="600"/>
                </a:spcAft>
                <a:buFont typeface="Arial" panose="020B0604020202020204" pitchFamily="34" charset="0"/>
                <a:buChar char="•"/>
              </a:pPr>
              <a:r>
                <a:rPr lang="en-US" sz="1200" b="1" i="1">
                  <a:latin typeface="Arial" panose="020B0604020202020204" pitchFamily="34" charset="0"/>
                  <a:cs typeface="Arial" panose="020B0604020202020204" pitchFamily="34" charset="0"/>
                </a:rPr>
                <a:t>Communication &amp; Updates</a:t>
              </a:r>
            </a:p>
          </p:txBody>
        </p:sp>
      </p:grpSp>
      <p:sp>
        <p:nvSpPr>
          <p:cNvPr id="11" name="Rectangle 10">
            <a:extLst>
              <a:ext uri="{FF2B5EF4-FFF2-40B4-BE49-F238E27FC236}">
                <a16:creationId xmlns:a16="http://schemas.microsoft.com/office/drawing/2014/main" id="{3E6AC951-3DA0-51BE-E95E-B00D89EF6BB6}"/>
              </a:ext>
            </a:extLst>
          </p:cNvPr>
          <p:cNvSpPr/>
          <p:nvPr/>
        </p:nvSpPr>
        <p:spPr bwMode="gray">
          <a:xfrm>
            <a:off x="0" y="1675683"/>
            <a:ext cx="12192000" cy="287336"/>
          </a:xfrm>
          <a:custGeom>
            <a:avLst/>
            <a:gdLst>
              <a:gd name="connsiteX0" fmla="*/ 0 w 12192000"/>
              <a:gd name="connsiteY0" fmla="*/ 0 h 287336"/>
              <a:gd name="connsiteX1" fmla="*/ 12192000 w 12192000"/>
              <a:gd name="connsiteY1" fmla="*/ 0 h 287336"/>
              <a:gd name="connsiteX2" fmla="*/ 12192000 w 12192000"/>
              <a:gd name="connsiteY2" fmla="*/ 287336 h 287336"/>
              <a:gd name="connsiteX3" fmla="*/ 0 w 12192000"/>
              <a:gd name="connsiteY3" fmla="*/ 287336 h 287336"/>
              <a:gd name="connsiteX4" fmla="*/ 0 w 12192000"/>
              <a:gd name="connsiteY4" fmla="*/ 0 h 287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287336" fill="none" extrusionOk="0">
                <a:moveTo>
                  <a:pt x="0" y="0"/>
                </a:moveTo>
                <a:cubicBezTo>
                  <a:pt x="4426570" y="124681"/>
                  <a:pt x="7274697" y="1669"/>
                  <a:pt x="12192000" y="0"/>
                </a:cubicBezTo>
                <a:cubicBezTo>
                  <a:pt x="12170279" y="90986"/>
                  <a:pt x="12211562" y="175864"/>
                  <a:pt x="12192000" y="287336"/>
                </a:cubicBezTo>
                <a:cubicBezTo>
                  <a:pt x="8521214" y="419870"/>
                  <a:pt x="5338587" y="201853"/>
                  <a:pt x="0" y="287336"/>
                </a:cubicBezTo>
                <a:cubicBezTo>
                  <a:pt x="-5265" y="156878"/>
                  <a:pt x="11601" y="136903"/>
                  <a:pt x="0" y="0"/>
                </a:cubicBezTo>
                <a:close/>
              </a:path>
              <a:path w="12192000" h="287336" stroke="0" extrusionOk="0">
                <a:moveTo>
                  <a:pt x="0" y="0"/>
                </a:moveTo>
                <a:cubicBezTo>
                  <a:pt x="4004199" y="-169964"/>
                  <a:pt x="10762361" y="53942"/>
                  <a:pt x="12192000" y="0"/>
                </a:cubicBezTo>
                <a:cubicBezTo>
                  <a:pt x="12207435" y="97291"/>
                  <a:pt x="12198346" y="253041"/>
                  <a:pt x="12192000" y="287336"/>
                </a:cubicBezTo>
                <a:cubicBezTo>
                  <a:pt x="9328210" y="161171"/>
                  <a:pt x="5170601" y="304325"/>
                  <a:pt x="0" y="287336"/>
                </a:cubicBezTo>
                <a:cubicBezTo>
                  <a:pt x="4247" y="241655"/>
                  <a:pt x="-4743" y="79045"/>
                  <a:pt x="0" y="0"/>
                </a:cubicBezTo>
                <a:close/>
              </a:path>
            </a:pathLst>
          </a:custGeom>
          <a:solidFill>
            <a:srgbClr val="9DD4CF"/>
          </a:solidFill>
          <a:ln w="19050" algn="ctr">
            <a:noFill/>
            <a:miter lim="800000"/>
            <a:headEnd/>
            <a:tailEnd/>
            <a:extLst>
              <a:ext uri="{C807C97D-BFC1-408E-A445-0C87EB9F89A2}">
                <ask:lineSketchStyleProps xmlns:ask="http://schemas.microsoft.com/office/drawing/2018/sketchyshapes" sd="2566096169">
                  <a:prstGeom prst="rect">
                    <a:avLst/>
                  </a:prstGeom>
                  <ask:type>
                    <ask:lineSketchCurved/>
                  </ask:type>
                </ask:lineSketchStyleProps>
              </a:ext>
            </a:extLst>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400" b="1" i="0" u="none" strike="noStrike" kern="1200" cap="none" spc="0" normalizeH="0" baseline="0" noProof="0">
                <a:ln>
                  <a:noFill/>
                </a:ln>
                <a:solidFill>
                  <a:prstClr val="black"/>
                </a:solidFill>
                <a:effectLst/>
                <a:uLnTx/>
                <a:uFillTx/>
                <a:latin typeface="Arial" panose="020B0604020202020204" pitchFamily="34" charset="0"/>
                <a:ea typeface="Verdana" panose="020B0604030504040204" pitchFamily="34" charset="0"/>
                <a:cs typeface="Arial" panose="020B0604020202020204" pitchFamily="34" charset="0"/>
              </a:rPr>
              <a:t>Plan to double capacity by 2030 with modernized &amp; sustainable Ops shall be driven by consumer centricity</a:t>
            </a:r>
          </a:p>
        </p:txBody>
      </p:sp>
      <p:sp>
        <p:nvSpPr>
          <p:cNvPr id="12" name="Freeform 26">
            <a:extLst>
              <a:ext uri="{FF2B5EF4-FFF2-40B4-BE49-F238E27FC236}">
                <a16:creationId xmlns:a16="http://schemas.microsoft.com/office/drawing/2014/main" id="{2F29FB19-D623-E6B1-F94A-18992AF4036E}"/>
              </a:ext>
            </a:extLst>
          </p:cNvPr>
          <p:cNvSpPr>
            <a:spLocks noEditPoints="1"/>
          </p:cNvSpPr>
          <p:nvPr/>
        </p:nvSpPr>
        <p:spPr bwMode="auto">
          <a:xfrm>
            <a:off x="420623" y="1037446"/>
            <a:ext cx="2628000" cy="540000"/>
          </a:xfrm>
          <a:custGeom>
            <a:avLst/>
            <a:gdLst>
              <a:gd name="T0" fmla="*/ 116 w 202"/>
              <a:gd name="T1" fmla="*/ 174 h 184"/>
              <a:gd name="T2" fmla="*/ 95 w 202"/>
              <a:gd name="T3" fmla="*/ 179 h 184"/>
              <a:gd name="T4" fmla="*/ 85 w 202"/>
              <a:gd name="T5" fmla="*/ 176 h 184"/>
              <a:gd name="T6" fmla="*/ 77 w 202"/>
              <a:gd name="T7" fmla="*/ 171 h 184"/>
              <a:gd name="T8" fmla="*/ 60 w 202"/>
              <a:gd name="T9" fmla="*/ 174 h 184"/>
              <a:gd name="T10" fmla="*/ 46 w 202"/>
              <a:gd name="T11" fmla="*/ 177 h 184"/>
              <a:gd name="T12" fmla="*/ 34 w 202"/>
              <a:gd name="T13" fmla="*/ 177 h 184"/>
              <a:gd name="T14" fmla="*/ 28 w 202"/>
              <a:gd name="T15" fmla="*/ 180 h 184"/>
              <a:gd name="T16" fmla="*/ 16 w 202"/>
              <a:gd name="T17" fmla="*/ 179 h 184"/>
              <a:gd name="T18" fmla="*/ 13 w 202"/>
              <a:gd name="T19" fmla="*/ 166 h 184"/>
              <a:gd name="T20" fmla="*/ 16 w 202"/>
              <a:gd name="T21" fmla="*/ 151 h 184"/>
              <a:gd name="T22" fmla="*/ 14 w 202"/>
              <a:gd name="T23" fmla="*/ 140 h 184"/>
              <a:gd name="T24" fmla="*/ 13 w 202"/>
              <a:gd name="T25" fmla="*/ 128 h 184"/>
              <a:gd name="T26" fmla="*/ 11 w 202"/>
              <a:gd name="T27" fmla="*/ 116 h 184"/>
              <a:gd name="T28" fmla="*/ 7 w 202"/>
              <a:gd name="T29" fmla="*/ 104 h 184"/>
              <a:gd name="T30" fmla="*/ 6 w 202"/>
              <a:gd name="T31" fmla="*/ 92 h 184"/>
              <a:gd name="T32" fmla="*/ 5 w 202"/>
              <a:gd name="T33" fmla="*/ 79 h 184"/>
              <a:gd name="T34" fmla="*/ 8 w 202"/>
              <a:gd name="T35" fmla="*/ 65 h 184"/>
              <a:gd name="T36" fmla="*/ 11 w 202"/>
              <a:gd name="T37" fmla="*/ 54 h 184"/>
              <a:gd name="T38" fmla="*/ 13 w 202"/>
              <a:gd name="T39" fmla="*/ 43 h 184"/>
              <a:gd name="T40" fmla="*/ 9 w 202"/>
              <a:gd name="T41" fmla="*/ 31 h 184"/>
              <a:gd name="T42" fmla="*/ 14 w 202"/>
              <a:gd name="T43" fmla="*/ 21 h 184"/>
              <a:gd name="T44" fmla="*/ 23 w 202"/>
              <a:gd name="T45" fmla="*/ 12 h 184"/>
              <a:gd name="T46" fmla="*/ 37 w 202"/>
              <a:gd name="T47" fmla="*/ 8 h 184"/>
              <a:gd name="T48" fmla="*/ 58 w 202"/>
              <a:gd name="T49" fmla="*/ 7 h 184"/>
              <a:gd name="T50" fmla="*/ 67 w 202"/>
              <a:gd name="T51" fmla="*/ 8 h 184"/>
              <a:gd name="T52" fmla="*/ 76 w 202"/>
              <a:gd name="T53" fmla="*/ 9 h 184"/>
              <a:gd name="T54" fmla="*/ 52 w 202"/>
              <a:gd name="T55" fmla="*/ 29 h 184"/>
              <a:gd name="T56" fmla="*/ 80 w 202"/>
              <a:gd name="T57" fmla="*/ 8 h 184"/>
              <a:gd name="T58" fmla="*/ 99 w 202"/>
              <a:gd name="T59" fmla="*/ 2 h 184"/>
              <a:gd name="T60" fmla="*/ 99 w 202"/>
              <a:gd name="T61" fmla="*/ 15 h 184"/>
              <a:gd name="T62" fmla="*/ 103 w 202"/>
              <a:gd name="T63" fmla="*/ 14 h 184"/>
              <a:gd name="T64" fmla="*/ 125 w 202"/>
              <a:gd name="T65" fmla="*/ 1 h 184"/>
              <a:gd name="T66" fmla="*/ 127 w 202"/>
              <a:gd name="T67" fmla="*/ 8 h 184"/>
              <a:gd name="T68" fmla="*/ 141 w 202"/>
              <a:gd name="T69" fmla="*/ 3 h 184"/>
              <a:gd name="T70" fmla="*/ 151 w 202"/>
              <a:gd name="T71" fmla="*/ 6 h 184"/>
              <a:gd name="T72" fmla="*/ 164 w 202"/>
              <a:gd name="T73" fmla="*/ 4 h 184"/>
              <a:gd name="T74" fmla="*/ 174 w 202"/>
              <a:gd name="T75" fmla="*/ 6 h 184"/>
              <a:gd name="T76" fmla="*/ 185 w 202"/>
              <a:gd name="T77" fmla="*/ 6 h 184"/>
              <a:gd name="T78" fmla="*/ 195 w 202"/>
              <a:gd name="T79" fmla="*/ 13 h 184"/>
              <a:gd name="T80" fmla="*/ 192 w 202"/>
              <a:gd name="T81" fmla="*/ 22 h 184"/>
              <a:gd name="T82" fmla="*/ 195 w 202"/>
              <a:gd name="T83" fmla="*/ 30 h 184"/>
              <a:gd name="T84" fmla="*/ 193 w 202"/>
              <a:gd name="T85" fmla="*/ 48 h 184"/>
              <a:gd name="T86" fmla="*/ 199 w 202"/>
              <a:gd name="T87" fmla="*/ 52 h 184"/>
              <a:gd name="T88" fmla="*/ 199 w 202"/>
              <a:gd name="T89" fmla="*/ 58 h 184"/>
              <a:gd name="T90" fmla="*/ 199 w 202"/>
              <a:gd name="T91" fmla="*/ 74 h 184"/>
              <a:gd name="T92" fmla="*/ 191 w 202"/>
              <a:gd name="T93" fmla="*/ 89 h 184"/>
              <a:gd name="T94" fmla="*/ 194 w 202"/>
              <a:gd name="T95" fmla="*/ 100 h 184"/>
              <a:gd name="T96" fmla="*/ 200 w 202"/>
              <a:gd name="T97" fmla="*/ 111 h 184"/>
              <a:gd name="T98" fmla="*/ 196 w 202"/>
              <a:gd name="T99" fmla="*/ 128 h 184"/>
              <a:gd name="T100" fmla="*/ 200 w 202"/>
              <a:gd name="T101" fmla="*/ 138 h 184"/>
              <a:gd name="T102" fmla="*/ 197 w 202"/>
              <a:gd name="T103" fmla="*/ 154 h 184"/>
              <a:gd name="T104" fmla="*/ 190 w 202"/>
              <a:gd name="T105" fmla="*/ 171 h 184"/>
              <a:gd name="T106" fmla="*/ 177 w 202"/>
              <a:gd name="T107" fmla="*/ 178 h 184"/>
              <a:gd name="T108" fmla="*/ 165 w 202"/>
              <a:gd name="T109" fmla="*/ 176 h 184"/>
              <a:gd name="T110" fmla="*/ 153 w 202"/>
              <a:gd name="T111" fmla="*/ 175 h 184"/>
              <a:gd name="T112" fmla="*/ 140 w 202"/>
              <a:gd name="T113" fmla="*/ 175 h 184"/>
              <a:gd name="T114" fmla="*/ 130 w 202"/>
              <a:gd name="T115" fmla="*/ 176 h 184"/>
              <a:gd name="T116" fmla="*/ 41 w 202"/>
              <a:gd name="T117" fmla="*/ 163 h 184"/>
              <a:gd name="T118" fmla="*/ 21 w 202"/>
              <a:gd name="T119" fmla="*/ 127 h 184"/>
              <a:gd name="T120" fmla="*/ 21 w 202"/>
              <a:gd name="T121" fmla="*/ 127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2" h="184">
                <a:moveTo>
                  <a:pt x="126" y="177"/>
                </a:moveTo>
                <a:cubicBezTo>
                  <a:pt x="124" y="177"/>
                  <a:pt x="123" y="179"/>
                  <a:pt x="121" y="178"/>
                </a:cubicBezTo>
                <a:cubicBezTo>
                  <a:pt x="119" y="176"/>
                  <a:pt x="118" y="175"/>
                  <a:pt x="119" y="173"/>
                </a:cubicBezTo>
                <a:cubicBezTo>
                  <a:pt x="118" y="174"/>
                  <a:pt x="117" y="174"/>
                  <a:pt x="116" y="174"/>
                </a:cubicBezTo>
                <a:cubicBezTo>
                  <a:pt x="114" y="175"/>
                  <a:pt x="112" y="177"/>
                  <a:pt x="111" y="178"/>
                </a:cubicBezTo>
                <a:cubicBezTo>
                  <a:pt x="107" y="179"/>
                  <a:pt x="107" y="179"/>
                  <a:pt x="104" y="177"/>
                </a:cubicBezTo>
                <a:cubicBezTo>
                  <a:pt x="102" y="178"/>
                  <a:pt x="101" y="178"/>
                  <a:pt x="98" y="178"/>
                </a:cubicBezTo>
                <a:cubicBezTo>
                  <a:pt x="97" y="177"/>
                  <a:pt x="96" y="178"/>
                  <a:pt x="95" y="179"/>
                </a:cubicBezTo>
                <a:cubicBezTo>
                  <a:pt x="93" y="179"/>
                  <a:pt x="91" y="180"/>
                  <a:pt x="89" y="181"/>
                </a:cubicBezTo>
                <a:cubicBezTo>
                  <a:pt x="88" y="181"/>
                  <a:pt x="87" y="182"/>
                  <a:pt x="86" y="180"/>
                </a:cubicBezTo>
                <a:cubicBezTo>
                  <a:pt x="86" y="179"/>
                  <a:pt x="85" y="179"/>
                  <a:pt x="85" y="178"/>
                </a:cubicBezTo>
                <a:cubicBezTo>
                  <a:pt x="85" y="177"/>
                  <a:pt x="85" y="177"/>
                  <a:pt x="85" y="176"/>
                </a:cubicBezTo>
                <a:cubicBezTo>
                  <a:pt x="86" y="175"/>
                  <a:pt x="87" y="174"/>
                  <a:pt x="88" y="173"/>
                </a:cubicBezTo>
                <a:cubicBezTo>
                  <a:pt x="88" y="173"/>
                  <a:pt x="88" y="173"/>
                  <a:pt x="88" y="173"/>
                </a:cubicBezTo>
                <a:cubicBezTo>
                  <a:pt x="86" y="171"/>
                  <a:pt x="84" y="172"/>
                  <a:pt x="83" y="173"/>
                </a:cubicBezTo>
                <a:cubicBezTo>
                  <a:pt x="80" y="176"/>
                  <a:pt x="78" y="174"/>
                  <a:pt x="77" y="171"/>
                </a:cubicBezTo>
                <a:cubicBezTo>
                  <a:pt x="74" y="172"/>
                  <a:pt x="70" y="173"/>
                  <a:pt x="68" y="175"/>
                </a:cubicBezTo>
                <a:cubicBezTo>
                  <a:pt x="66" y="176"/>
                  <a:pt x="65" y="177"/>
                  <a:pt x="64" y="177"/>
                </a:cubicBezTo>
                <a:cubicBezTo>
                  <a:pt x="63" y="178"/>
                  <a:pt x="62" y="177"/>
                  <a:pt x="61" y="176"/>
                </a:cubicBezTo>
                <a:cubicBezTo>
                  <a:pt x="61" y="176"/>
                  <a:pt x="61" y="175"/>
                  <a:pt x="60" y="174"/>
                </a:cubicBezTo>
                <a:cubicBezTo>
                  <a:pt x="58" y="175"/>
                  <a:pt x="57" y="176"/>
                  <a:pt x="55" y="177"/>
                </a:cubicBezTo>
                <a:cubicBezTo>
                  <a:pt x="54" y="179"/>
                  <a:pt x="52" y="180"/>
                  <a:pt x="51" y="181"/>
                </a:cubicBezTo>
                <a:cubicBezTo>
                  <a:pt x="49" y="183"/>
                  <a:pt x="46" y="182"/>
                  <a:pt x="46" y="179"/>
                </a:cubicBezTo>
                <a:cubicBezTo>
                  <a:pt x="46" y="178"/>
                  <a:pt x="46" y="178"/>
                  <a:pt x="46" y="177"/>
                </a:cubicBezTo>
                <a:cubicBezTo>
                  <a:pt x="44" y="179"/>
                  <a:pt x="42" y="180"/>
                  <a:pt x="41" y="181"/>
                </a:cubicBezTo>
                <a:cubicBezTo>
                  <a:pt x="39" y="182"/>
                  <a:pt x="38" y="183"/>
                  <a:pt x="37" y="184"/>
                </a:cubicBezTo>
                <a:cubicBezTo>
                  <a:pt x="36" y="184"/>
                  <a:pt x="35" y="184"/>
                  <a:pt x="34" y="183"/>
                </a:cubicBezTo>
                <a:cubicBezTo>
                  <a:pt x="32" y="182"/>
                  <a:pt x="32" y="179"/>
                  <a:pt x="34" y="177"/>
                </a:cubicBezTo>
                <a:cubicBezTo>
                  <a:pt x="34" y="177"/>
                  <a:pt x="35" y="176"/>
                  <a:pt x="35" y="176"/>
                </a:cubicBezTo>
                <a:cubicBezTo>
                  <a:pt x="35" y="176"/>
                  <a:pt x="35" y="176"/>
                  <a:pt x="35" y="176"/>
                </a:cubicBezTo>
                <a:cubicBezTo>
                  <a:pt x="34" y="176"/>
                  <a:pt x="33" y="177"/>
                  <a:pt x="32" y="178"/>
                </a:cubicBezTo>
                <a:cubicBezTo>
                  <a:pt x="31" y="179"/>
                  <a:pt x="30" y="180"/>
                  <a:pt x="28" y="180"/>
                </a:cubicBezTo>
                <a:cubicBezTo>
                  <a:pt x="27" y="181"/>
                  <a:pt x="26" y="181"/>
                  <a:pt x="25" y="180"/>
                </a:cubicBezTo>
                <a:cubicBezTo>
                  <a:pt x="24" y="178"/>
                  <a:pt x="23" y="178"/>
                  <a:pt x="24" y="176"/>
                </a:cubicBezTo>
                <a:cubicBezTo>
                  <a:pt x="22" y="177"/>
                  <a:pt x="21" y="178"/>
                  <a:pt x="20" y="179"/>
                </a:cubicBezTo>
                <a:cubicBezTo>
                  <a:pt x="19" y="180"/>
                  <a:pt x="17" y="180"/>
                  <a:pt x="16" y="179"/>
                </a:cubicBezTo>
                <a:cubicBezTo>
                  <a:pt x="16" y="179"/>
                  <a:pt x="15" y="178"/>
                  <a:pt x="15" y="178"/>
                </a:cubicBezTo>
                <a:cubicBezTo>
                  <a:pt x="14" y="177"/>
                  <a:pt x="14" y="176"/>
                  <a:pt x="15" y="174"/>
                </a:cubicBezTo>
                <a:cubicBezTo>
                  <a:pt x="12" y="174"/>
                  <a:pt x="10" y="172"/>
                  <a:pt x="11" y="171"/>
                </a:cubicBezTo>
                <a:cubicBezTo>
                  <a:pt x="11" y="169"/>
                  <a:pt x="13" y="167"/>
                  <a:pt x="13" y="166"/>
                </a:cubicBezTo>
                <a:cubicBezTo>
                  <a:pt x="12" y="164"/>
                  <a:pt x="11" y="163"/>
                  <a:pt x="9" y="161"/>
                </a:cubicBezTo>
                <a:cubicBezTo>
                  <a:pt x="12" y="157"/>
                  <a:pt x="16" y="154"/>
                  <a:pt x="18" y="149"/>
                </a:cubicBezTo>
                <a:cubicBezTo>
                  <a:pt x="18" y="149"/>
                  <a:pt x="18" y="149"/>
                  <a:pt x="18" y="149"/>
                </a:cubicBezTo>
                <a:cubicBezTo>
                  <a:pt x="17" y="149"/>
                  <a:pt x="17" y="150"/>
                  <a:pt x="16" y="151"/>
                </a:cubicBezTo>
                <a:cubicBezTo>
                  <a:pt x="14" y="152"/>
                  <a:pt x="12" y="151"/>
                  <a:pt x="11" y="149"/>
                </a:cubicBezTo>
                <a:cubicBezTo>
                  <a:pt x="10" y="148"/>
                  <a:pt x="11" y="147"/>
                  <a:pt x="12" y="146"/>
                </a:cubicBezTo>
                <a:cubicBezTo>
                  <a:pt x="14" y="143"/>
                  <a:pt x="16" y="140"/>
                  <a:pt x="18" y="137"/>
                </a:cubicBezTo>
                <a:cubicBezTo>
                  <a:pt x="17" y="138"/>
                  <a:pt x="15" y="139"/>
                  <a:pt x="14" y="140"/>
                </a:cubicBezTo>
                <a:cubicBezTo>
                  <a:pt x="12" y="141"/>
                  <a:pt x="10" y="141"/>
                  <a:pt x="9" y="140"/>
                </a:cubicBezTo>
                <a:cubicBezTo>
                  <a:pt x="8" y="139"/>
                  <a:pt x="7" y="137"/>
                  <a:pt x="8" y="135"/>
                </a:cubicBezTo>
                <a:cubicBezTo>
                  <a:pt x="9" y="133"/>
                  <a:pt x="11" y="131"/>
                  <a:pt x="12" y="129"/>
                </a:cubicBezTo>
                <a:cubicBezTo>
                  <a:pt x="12" y="128"/>
                  <a:pt x="13" y="128"/>
                  <a:pt x="13" y="128"/>
                </a:cubicBezTo>
                <a:cubicBezTo>
                  <a:pt x="10" y="128"/>
                  <a:pt x="8" y="126"/>
                  <a:pt x="8" y="124"/>
                </a:cubicBezTo>
                <a:cubicBezTo>
                  <a:pt x="8" y="123"/>
                  <a:pt x="9" y="122"/>
                  <a:pt x="9" y="121"/>
                </a:cubicBezTo>
                <a:cubicBezTo>
                  <a:pt x="10" y="120"/>
                  <a:pt x="12" y="118"/>
                  <a:pt x="13" y="116"/>
                </a:cubicBezTo>
                <a:cubicBezTo>
                  <a:pt x="12" y="116"/>
                  <a:pt x="12" y="116"/>
                  <a:pt x="11" y="116"/>
                </a:cubicBezTo>
                <a:cubicBezTo>
                  <a:pt x="9" y="117"/>
                  <a:pt x="7" y="115"/>
                  <a:pt x="7" y="113"/>
                </a:cubicBezTo>
                <a:cubicBezTo>
                  <a:pt x="7" y="112"/>
                  <a:pt x="7" y="111"/>
                  <a:pt x="8" y="110"/>
                </a:cubicBezTo>
                <a:cubicBezTo>
                  <a:pt x="9" y="108"/>
                  <a:pt x="11" y="106"/>
                  <a:pt x="13" y="104"/>
                </a:cubicBezTo>
                <a:cubicBezTo>
                  <a:pt x="11" y="104"/>
                  <a:pt x="9" y="106"/>
                  <a:pt x="7" y="104"/>
                </a:cubicBezTo>
                <a:cubicBezTo>
                  <a:pt x="6" y="104"/>
                  <a:pt x="6" y="102"/>
                  <a:pt x="5" y="101"/>
                </a:cubicBezTo>
                <a:cubicBezTo>
                  <a:pt x="7" y="99"/>
                  <a:pt x="8" y="98"/>
                  <a:pt x="9" y="96"/>
                </a:cubicBezTo>
                <a:cubicBezTo>
                  <a:pt x="8" y="95"/>
                  <a:pt x="8" y="94"/>
                  <a:pt x="7" y="92"/>
                </a:cubicBezTo>
                <a:cubicBezTo>
                  <a:pt x="7" y="92"/>
                  <a:pt x="6" y="92"/>
                  <a:pt x="6" y="92"/>
                </a:cubicBezTo>
                <a:cubicBezTo>
                  <a:pt x="4" y="91"/>
                  <a:pt x="3" y="88"/>
                  <a:pt x="4" y="86"/>
                </a:cubicBezTo>
                <a:cubicBezTo>
                  <a:pt x="4" y="86"/>
                  <a:pt x="5" y="86"/>
                  <a:pt x="5" y="85"/>
                </a:cubicBezTo>
                <a:cubicBezTo>
                  <a:pt x="6" y="85"/>
                  <a:pt x="6" y="84"/>
                  <a:pt x="5" y="83"/>
                </a:cubicBezTo>
                <a:cubicBezTo>
                  <a:pt x="4" y="82"/>
                  <a:pt x="4" y="81"/>
                  <a:pt x="5" y="79"/>
                </a:cubicBezTo>
                <a:cubicBezTo>
                  <a:pt x="6" y="77"/>
                  <a:pt x="7" y="76"/>
                  <a:pt x="8" y="74"/>
                </a:cubicBezTo>
                <a:cubicBezTo>
                  <a:pt x="9" y="74"/>
                  <a:pt x="8" y="73"/>
                  <a:pt x="8" y="73"/>
                </a:cubicBezTo>
                <a:cubicBezTo>
                  <a:pt x="5" y="70"/>
                  <a:pt x="6" y="69"/>
                  <a:pt x="8" y="67"/>
                </a:cubicBezTo>
                <a:cubicBezTo>
                  <a:pt x="9" y="66"/>
                  <a:pt x="9" y="65"/>
                  <a:pt x="8" y="65"/>
                </a:cubicBezTo>
                <a:cubicBezTo>
                  <a:pt x="6" y="62"/>
                  <a:pt x="6" y="63"/>
                  <a:pt x="8" y="60"/>
                </a:cubicBezTo>
                <a:cubicBezTo>
                  <a:pt x="10" y="57"/>
                  <a:pt x="12" y="55"/>
                  <a:pt x="14" y="53"/>
                </a:cubicBezTo>
                <a:cubicBezTo>
                  <a:pt x="14" y="52"/>
                  <a:pt x="14" y="52"/>
                  <a:pt x="14" y="52"/>
                </a:cubicBezTo>
                <a:cubicBezTo>
                  <a:pt x="13" y="53"/>
                  <a:pt x="12" y="54"/>
                  <a:pt x="11" y="54"/>
                </a:cubicBezTo>
                <a:cubicBezTo>
                  <a:pt x="10" y="56"/>
                  <a:pt x="8" y="58"/>
                  <a:pt x="6" y="60"/>
                </a:cubicBezTo>
                <a:cubicBezTo>
                  <a:pt x="5" y="62"/>
                  <a:pt x="3" y="62"/>
                  <a:pt x="2" y="60"/>
                </a:cubicBezTo>
                <a:cubicBezTo>
                  <a:pt x="0" y="57"/>
                  <a:pt x="2" y="55"/>
                  <a:pt x="3" y="54"/>
                </a:cubicBezTo>
                <a:cubicBezTo>
                  <a:pt x="6" y="50"/>
                  <a:pt x="10" y="47"/>
                  <a:pt x="13" y="43"/>
                </a:cubicBezTo>
                <a:cubicBezTo>
                  <a:pt x="11" y="44"/>
                  <a:pt x="8" y="42"/>
                  <a:pt x="8" y="39"/>
                </a:cubicBezTo>
                <a:cubicBezTo>
                  <a:pt x="8" y="38"/>
                  <a:pt x="8" y="37"/>
                  <a:pt x="9" y="37"/>
                </a:cubicBezTo>
                <a:cubicBezTo>
                  <a:pt x="10" y="37"/>
                  <a:pt x="11" y="36"/>
                  <a:pt x="11" y="35"/>
                </a:cubicBezTo>
                <a:cubicBezTo>
                  <a:pt x="10" y="34"/>
                  <a:pt x="10" y="32"/>
                  <a:pt x="9" y="31"/>
                </a:cubicBezTo>
                <a:cubicBezTo>
                  <a:pt x="9" y="30"/>
                  <a:pt x="9" y="29"/>
                  <a:pt x="10" y="29"/>
                </a:cubicBezTo>
                <a:cubicBezTo>
                  <a:pt x="11" y="28"/>
                  <a:pt x="13" y="27"/>
                  <a:pt x="14" y="25"/>
                </a:cubicBezTo>
                <a:cubicBezTo>
                  <a:pt x="14" y="25"/>
                  <a:pt x="15" y="24"/>
                  <a:pt x="15" y="24"/>
                </a:cubicBezTo>
                <a:cubicBezTo>
                  <a:pt x="14" y="23"/>
                  <a:pt x="15" y="22"/>
                  <a:pt x="14" y="21"/>
                </a:cubicBezTo>
                <a:cubicBezTo>
                  <a:pt x="13" y="21"/>
                  <a:pt x="13" y="19"/>
                  <a:pt x="14" y="19"/>
                </a:cubicBezTo>
                <a:cubicBezTo>
                  <a:pt x="15" y="17"/>
                  <a:pt x="16" y="16"/>
                  <a:pt x="18" y="14"/>
                </a:cubicBezTo>
                <a:cubicBezTo>
                  <a:pt x="18" y="14"/>
                  <a:pt x="19" y="13"/>
                  <a:pt x="20" y="12"/>
                </a:cubicBezTo>
                <a:cubicBezTo>
                  <a:pt x="21" y="11"/>
                  <a:pt x="22" y="11"/>
                  <a:pt x="23" y="12"/>
                </a:cubicBezTo>
                <a:cubicBezTo>
                  <a:pt x="24" y="13"/>
                  <a:pt x="26" y="13"/>
                  <a:pt x="27" y="13"/>
                </a:cubicBezTo>
                <a:cubicBezTo>
                  <a:pt x="28" y="13"/>
                  <a:pt x="28" y="13"/>
                  <a:pt x="29" y="14"/>
                </a:cubicBezTo>
                <a:cubicBezTo>
                  <a:pt x="30" y="14"/>
                  <a:pt x="30" y="14"/>
                  <a:pt x="31" y="14"/>
                </a:cubicBezTo>
                <a:cubicBezTo>
                  <a:pt x="33" y="12"/>
                  <a:pt x="35" y="10"/>
                  <a:pt x="37" y="8"/>
                </a:cubicBezTo>
                <a:cubicBezTo>
                  <a:pt x="38" y="8"/>
                  <a:pt x="38" y="8"/>
                  <a:pt x="38" y="8"/>
                </a:cubicBezTo>
                <a:cubicBezTo>
                  <a:pt x="40" y="7"/>
                  <a:pt x="43" y="10"/>
                  <a:pt x="43" y="12"/>
                </a:cubicBezTo>
                <a:cubicBezTo>
                  <a:pt x="46" y="10"/>
                  <a:pt x="49" y="8"/>
                  <a:pt x="52" y="5"/>
                </a:cubicBezTo>
                <a:cubicBezTo>
                  <a:pt x="54" y="3"/>
                  <a:pt x="57" y="4"/>
                  <a:pt x="58" y="7"/>
                </a:cubicBezTo>
                <a:cubicBezTo>
                  <a:pt x="58" y="7"/>
                  <a:pt x="58" y="8"/>
                  <a:pt x="58" y="9"/>
                </a:cubicBezTo>
                <a:cubicBezTo>
                  <a:pt x="59" y="8"/>
                  <a:pt x="60" y="7"/>
                  <a:pt x="61" y="6"/>
                </a:cubicBezTo>
                <a:cubicBezTo>
                  <a:pt x="62" y="4"/>
                  <a:pt x="64" y="4"/>
                  <a:pt x="65" y="6"/>
                </a:cubicBezTo>
                <a:cubicBezTo>
                  <a:pt x="66" y="6"/>
                  <a:pt x="67" y="7"/>
                  <a:pt x="67" y="8"/>
                </a:cubicBezTo>
                <a:cubicBezTo>
                  <a:pt x="67" y="8"/>
                  <a:pt x="68" y="8"/>
                  <a:pt x="68" y="8"/>
                </a:cubicBezTo>
                <a:cubicBezTo>
                  <a:pt x="70" y="6"/>
                  <a:pt x="71" y="5"/>
                  <a:pt x="72" y="4"/>
                </a:cubicBezTo>
                <a:cubicBezTo>
                  <a:pt x="73" y="4"/>
                  <a:pt x="73" y="4"/>
                  <a:pt x="73" y="4"/>
                </a:cubicBezTo>
                <a:cubicBezTo>
                  <a:pt x="75" y="4"/>
                  <a:pt x="77" y="7"/>
                  <a:pt x="76" y="9"/>
                </a:cubicBezTo>
                <a:cubicBezTo>
                  <a:pt x="76" y="9"/>
                  <a:pt x="76" y="9"/>
                  <a:pt x="76" y="9"/>
                </a:cubicBezTo>
                <a:cubicBezTo>
                  <a:pt x="71" y="14"/>
                  <a:pt x="65" y="18"/>
                  <a:pt x="60" y="22"/>
                </a:cubicBezTo>
                <a:cubicBezTo>
                  <a:pt x="58" y="24"/>
                  <a:pt x="56" y="26"/>
                  <a:pt x="53" y="28"/>
                </a:cubicBezTo>
                <a:cubicBezTo>
                  <a:pt x="53" y="29"/>
                  <a:pt x="52" y="29"/>
                  <a:pt x="52" y="29"/>
                </a:cubicBezTo>
                <a:cubicBezTo>
                  <a:pt x="53" y="29"/>
                  <a:pt x="54" y="28"/>
                  <a:pt x="54" y="28"/>
                </a:cubicBezTo>
                <a:cubicBezTo>
                  <a:pt x="58" y="25"/>
                  <a:pt x="62" y="22"/>
                  <a:pt x="66" y="19"/>
                </a:cubicBezTo>
                <a:cubicBezTo>
                  <a:pt x="69" y="17"/>
                  <a:pt x="72" y="14"/>
                  <a:pt x="75" y="12"/>
                </a:cubicBezTo>
                <a:cubicBezTo>
                  <a:pt x="76" y="11"/>
                  <a:pt x="78" y="10"/>
                  <a:pt x="80" y="8"/>
                </a:cubicBezTo>
                <a:cubicBezTo>
                  <a:pt x="80" y="8"/>
                  <a:pt x="83" y="9"/>
                  <a:pt x="83" y="10"/>
                </a:cubicBezTo>
                <a:cubicBezTo>
                  <a:pt x="83" y="11"/>
                  <a:pt x="83" y="11"/>
                  <a:pt x="84" y="12"/>
                </a:cubicBezTo>
                <a:cubicBezTo>
                  <a:pt x="86" y="10"/>
                  <a:pt x="88" y="9"/>
                  <a:pt x="91" y="7"/>
                </a:cubicBezTo>
                <a:cubicBezTo>
                  <a:pt x="94" y="6"/>
                  <a:pt x="96" y="4"/>
                  <a:pt x="99" y="2"/>
                </a:cubicBezTo>
                <a:cubicBezTo>
                  <a:pt x="100" y="1"/>
                  <a:pt x="101" y="1"/>
                  <a:pt x="102" y="2"/>
                </a:cubicBezTo>
                <a:cubicBezTo>
                  <a:pt x="104" y="3"/>
                  <a:pt x="105" y="4"/>
                  <a:pt x="107" y="5"/>
                </a:cubicBezTo>
                <a:cubicBezTo>
                  <a:pt x="108" y="6"/>
                  <a:pt x="108" y="7"/>
                  <a:pt x="107" y="8"/>
                </a:cubicBezTo>
                <a:cubicBezTo>
                  <a:pt x="105" y="11"/>
                  <a:pt x="102" y="13"/>
                  <a:pt x="99" y="15"/>
                </a:cubicBezTo>
                <a:cubicBezTo>
                  <a:pt x="98" y="16"/>
                  <a:pt x="97" y="17"/>
                  <a:pt x="96" y="18"/>
                </a:cubicBezTo>
                <a:cubicBezTo>
                  <a:pt x="96" y="18"/>
                  <a:pt x="97" y="18"/>
                  <a:pt x="97" y="18"/>
                </a:cubicBezTo>
                <a:cubicBezTo>
                  <a:pt x="98" y="17"/>
                  <a:pt x="100" y="15"/>
                  <a:pt x="102" y="14"/>
                </a:cubicBezTo>
                <a:cubicBezTo>
                  <a:pt x="102" y="14"/>
                  <a:pt x="103" y="13"/>
                  <a:pt x="103" y="14"/>
                </a:cubicBezTo>
                <a:cubicBezTo>
                  <a:pt x="104" y="14"/>
                  <a:pt x="105" y="13"/>
                  <a:pt x="105" y="13"/>
                </a:cubicBezTo>
                <a:cubicBezTo>
                  <a:pt x="109" y="10"/>
                  <a:pt x="114" y="8"/>
                  <a:pt x="118" y="6"/>
                </a:cubicBezTo>
                <a:cubicBezTo>
                  <a:pt x="119" y="5"/>
                  <a:pt x="121" y="5"/>
                  <a:pt x="122" y="4"/>
                </a:cubicBezTo>
                <a:cubicBezTo>
                  <a:pt x="123" y="3"/>
                  <a:pt x="124" y="2"/>
                  <a:pt x="125" y="1"/>
                </a:cubicBezTo>
                <a:cubicBezTo>
                  <a:pt x="126" y="1"/>
                  <a:pt x="127" y="0"/>
                  <a:pt x="128" y="1"/>
                </a:cubicBezTo>
                <a:cubicBezTo>
                  <a:pt x="128" y="2"/>
                  <a:pt x="129" y="2"/>
                  <a:pt x="130" y="3"/>
                </a:cubicBezTo>
                <a:cubicBezTo>
                  <a:pt x="131" y="4"/>
                  <a:pt x="130" y="6"/>
                  <a:pt x="129" y="7"/>
                </a:cubicBezTo>
                <a:cubicBezTo>
                  <a:pt x="128" y="8"/>
                  <a:pt x="128" y="8"/>
                  <a:pt x="127" y="8"/>
                </a:cubicBezTo>
                <a:cubicBezTo>
                  <a:pt x="126" y="9"/>
                  <a:pt x="126" y="10"/>
                  <a:pt x="127" y="11"/>
                </a:cubicBezTo>
                <a:cubicBezTo>
                  <a:pt x="125" y="13"/>
                  <a:pt x="122" y="15"/>
                  <a:pt x="120" y="17"/>
                </a:cubicBezTo>
                <a:cubicBezTo>
                  <a:pt x="120" y="17"/>
                  <a:pt x="120" y="17"/>
                  <a:pt x="121" y="18"/>
                </a:cubicBezTo>
                <a:cubicBezTo>
                  <a:pt x="127" y="13"/>
                  <a:pt x="134" y="8"/>
                  <a:pt x="141" y="3"/>
                </a:cubicBezTo>
                <a:cubicBezTo>
                  <a:pt x="142" y="3"/>
                  <a:pt x="143" y="4"/>
                  <a:pt x="144" y="5"/>
                </a:cubicBezTo>
                <a:cubicBezTo>
                  <a:pt x="145" y="4"/>
                  <a:pt x="146" y="3"/>
                  <a:pt x="147" y="3"/>
                </a:cubicBezTo>
                <a:cubicBezTo>
                  <a:pt x="148" y="3"/>
                  <a:pt x="149" y="3"/>
                  <a:pt x="149" y="4"/>
                </a:cubicBezTo>
                <a:cubicBezTo>
                  <a:pt x="150" y="5"/>
                  <a:pt x="150" y="5"/>
                  <a:pt x="151" y="6"/>
                </a:cubicBezTo>
                <a:cubicBezTo>
                  <a:pt x="152" y="5"/>
                  <a:pt x="154" y="3"/>
                  <a:pt x="156" y="2"/>
                </a:cubicBezTo>
                <a:cubicBezTo>
                  <a:pt x="157" y="3"/>
                  <a:pt x="158" y="4"/>
                  <a:pt x="160" y="6"/>
                </a:cubicBezTo>
                <a:cubicBezTo>
                  <a:pt x="160" y="5"/>
                  <a:pt x="161" y="5"/>
                  <a:pt x="161" y="4"/>
                </a:cubicBezTo>
                <a:cubicBezTo>
                  <a:pt x="162" y="3"/>
                  <a:pt x="163" y="3"/>
                  <a:pt x="164" y="4"/>
                </a:cubicBezTo>
                <a:cubicBezTo>
                  <a:pt x="165" y="5"/>
                  <a:pt x="166" y="6"/>
                  <a:pt x="166" y="8"/>
                </a:cubicBezTo>
                <a:cubicBezTo>
                  <a:pt x="166" y="8"/>
                  <a:pt x="166" y="9"/>
                  <a:pt x="166" y="9"/>
                </a:cubicBezTo>
                <a:cubicBezTo>
                  <a:pt x="169" y="8"/>
                  <a:pt x="171" y="8"/>
                  <a:pt x="173" y="7"/>
                </a:cubicBezTo>
                <a:cubicBezTo>
                  <a:pt x="173" y="7"/>
                  <a:pt x="174" y="6"/>
                  <a:pt x="174" y="6"/>
                </a:cubicBezTo>
                <a:cubicBezTo>
                  <a:pt x="175" y="5"/>
                  <a:pt x="175" y="5"/>
                  <a:pt x="176" y="5"/>
                </a:cubicBezTo>
                <a:cubicBezTo>
                  <a:pt x="178" y="5"/>
                  <a:pt x="180" y="7"/>
                  <a:pt x="180" y="9"/>
                </a:cubicBezTo>
                <a:cubicBezTo>
                  <a:pt x="180" y="10"/>
                  <a:pt x="179" y="10"/>
                  <a:pt x="179" y="11"/>
                </a:cubicBezTo>
                <a:cubicBezTo>
                  <a:pt x="181" y="9"/>
                  <a:pt x="183" y="8"/>
                  <a:pt x="185" y="6"/>
                </a:cubicBezTo>
                <a:cubicBezTo>
                  <a:pt x="185" y="5"/>
                  <a:pt x="186" y="4"/>
                  <a:pt x="187" y="4"/>
                </a:cubicBezTo>
                <a:cubicBezTo>
                  <a:pt x="188" y="5"/>
                  <a:pt x="190" y="5"/>
                  <a:pt x="190" y="7"/>
                </a:cubicBezTo>
                <a:cubicBezTo>
                  <a:pt x="190" y="7"/>
                  <a:pt x="190" y="7"/>
                  <a:pt x="191" y="8"/>
                </a:cubicBezTo>
                <a:cubicBezTo>
                  <a:pt x="192" y="9"/>
                  <a:pt x="194" y="11"/>
                  <a:pt x="195" y="13"/>
                </a:cubicBezTo>
                <a:cubicBezTo>
                  <a:pt x="192" y="17"/>
                  <a:pt x="189" y="20"/>
                  <a:pt x="186" y="24"/>
                </a:cubicBezTo>
                <a:cubicBezTo>
                  <a:pt x="186" y="24"/>
                  <a:pt x="186" y="24"/>
                  <a:pt x="187" y="25"/>
                </a:cubicBezTo>
                <a:cubicBezTo>
                  <a:pt x="188" y="24"/>
                  <a:pt x="189" y="23"/>
                  <a:pt x="190" y="22"/>
                </a:cubicBezTo>
                <a:cubicBezTo>
                  <a:pt x="190" y="22"/>
                  <a:pt x="191" y="21"/>
                  <a:pt x="192" y="22"/>
                </a:cubicBezTo>
                <a:cubicBezTo>
                  <a:pt x="195" y="23"/>
                  <a:pt x="196" y="25"/>
                  <a:pt x="194" y="28"/>
                </a:cubicBezTo>
                <a:cubicBezTo>
                  <a:pt x="194" y="29"/>
                  <a:pt x="193" y="30"/>
                  <a:pt x="192" y="31"/>
                </a:cubicBezTo>
                <a:cubicBezTo>
                  <a:pt x="192" y="31"/>
                  <a:pt x="192" y="31"/>
                  <a:pt x="192" y="32"/>
                </a:cubicBezTo>
                <a:cubicBezTo>
                  <a:pt x="193" y="31"/>
                  <a:pt x="194" y="30"/>
                  <a:pt x="195" y="30"/>
                </a:cubicBezTo>
                <a:cubicBezTo>
                  <a:pt x="197" y="28"/>
                  <a:pt x="199" y="28"/>
                  <a:pt x="200" y="30"/>
                </a:cubicBezTo>
                <a:cubicBezTo>
                  <a:pt x="201" y="31"/>
                  <a:pt x="201" y="31"/>
                  <a:pt x="202" y="32"/>
                </a:cubicBezTo>
                <a:cubicBezTo>
                  <a:pt x="199" y="36"/>
                  <a:pt x="196" y="40"/>
                  <a:pt x="193" y="44"/>
                </a:cubicBezTo>
                <a:cubicBezTo>
                  <a:pt x="191" y="46"/>
                  <a:pt x="191" y="47"/>
                  <a:pt x="193" y="48"/>
                </a:cubicBezTo>
                <a:cubicBezTo>
                  <a:pt x="193" y="48"/>
                  <a:pt x="193" y="48"/>
                  <a:pt x="193" y="48"/>
                </a:cubicBezTo>
                <a:cubicBezTo>
                  <a:pt x="194" y="48"/>
                  <a:pt x="195" y="46"/>
                  <a:pt x="196" y="46"/>
                </a:cubicBezTo>
                <a:cubicBezTo>
                  <a:pt x="197" y="47"/>
                  <a:pt x="198" y="48"/>
                  <a:pt x="199" y="49"/>
                </a:cubicBezTo>
                <a:cubicBezTo>
                  <a:pt x="200" y="50"/>
                  <a:pt x="199" y="51"/>
                  <a:pt x="199" y="52"/>
                </a:cubicBezTo>
                <a:cubicBezTo>
                  <a:pt x="197" y="54"/>
                  <a:pt x="196" y="56"/>
                  <a:pt x="194" y="58"/>
                </a:cubicBezTo>
                <a:cubicBezTo>
                  <a:pt x="194" y="58"/>
                  <a:pt x="194" y="59"/>
                  <a:pt x="194" y="59"/>
                </a:cubicBezTo>
                <a:cubicBezTo>
                  <a:pt x="195" y="59"/>
                  <a:pt x="195" y="58"/>
                  <a:pt x="195" y="58"/>
                </a:cubicBezTo>
                <a:cubicBezTo>
                  <a:pt x="196" y="56"/>
                  <a:pt x="198" y="56"/>
                  <a:pt x="199" y="58"/>
                </a:cubicBezTo>
                <a:cubicBezTo>
                  <a:pt x="202" y="61"/>
                  <a:pt x="201" y="61"/>
                  <a:pt x="199" y="63"/>
                </a:cubicBezTo>
                <a:cubicBezTo>
                  <a:pt x="198" y="65"/>
                  <a:pt x="197" y="67"/>
                  <a:pt x="195" y="68"/>
                </a:cubicBezTo>
                <a:cubicBezTo>
                  <a:pt x="198" y="69"/>
                  <a:pt x="198" y="71"/>
                  <a:pt x="199" y="72"/>
                </a:cubicBezTo>
                <a:cubicBezTo>
                  <a:pt x="199" y="72"/>
                  <a:pt x="199" y="73"/>
                  <a:pt x="199" y="74"/>
                </a:cubicBezTo>
                <a:cubicBezTo>
                  <a:pt x="197" y="77"/>
                  <a:pt x="195" y="80"/>
                  <a:pt x="194" y="83"/>
                </a:cubicBezTo>
                <a:cubicBezTo>
                  <a:pt x="193" y="83"/>
                  <a:pt x="193" y="84"/>
                  <a:pt x="193" y="85"/>
                </a:cubicBezTo>
                <a:cubicBezTo>
                  <a:pt x="193" y="86"/>
                  <a:pt x="193" y="87"/>
                  <a:pt x="192" y="88"/>
                </a:cubicBezTo>
                <a:cubicBezTo>
                  <a:pt x="191" y="88"/>
                  <a:pt x="191" y="89"/>
                  <a:pt x="191" y="89"/>
                </a:cubicBezTo>
                <a:cubicBezTo>
                  <a:pt x="191" y="90"/>
                  <a:pt x="192" y="90"/>
                  <a:pt x="192" y="90"/>
                </a:cubicBezTo>
                <a:cubicBezTo>
                  <a:pt x="194" y="91"/>
                  <a:pt x="195" y="93"/>
                  <a:pt x="194" y="95"/>
                </a:cubicBezTo>
                <a:cubicBezTo>
                  <a:pt x="193" y="97"/>
                  <a:pt x="192" y="99"/>
                  <a:pt x="191" y="101"/>
                </a:cubicBezTo>
                <a:cubicBezTo>
                  <a:pt x="192" y="101"/>
                  <a:pt x="193" y="101"/>
                  <a:pt x="194" y="100"/>
                </a:cubicBezTo>
                <a:cubicBezTo>
                  <a:pt x="195" y="99"/>
                  <a:pt x="196" y="100"/>
                  <a:pt x="197" y="100"/>
                </a:cubicBezTo>
                <a:cubicBezTo>
                  <a:pt x="198" y="100"/>
                  <a:pt x="199" y="101"/>
                  <a:pt x="199" y="102"/>
                </a:cubicBezTo>
                <a:cubicBezTo>
                  <a:pt x="200" y="104"/>
                  <a:pt x="199" y="106"/>
                  <a:pt x="198" y="107"/>
                </a:cubicBezTo>
                <a:cubicBezTo>
                  <a:pt x="200" y="108"/>
                  <a:pt x="201" y="109"/>
                  <a:pt x="200" y="111"/>
                </a:cubicBezTo>
                <a:cubicBezTo>
                  <a:pt x="200" y="113"/>
                  <a:pt x="199" y="114"/>
                  <a:pt x="197" y="116"/>
                </a:cubicBezTo>
                <a:cubicBezTo>
                  <a:pt x="198" y="116"/>
                  <a:pt x="199" y="117"/>
                  <a:pt x="200" y="117"/>
                </a:cubicBezTo>
                <a:cubicBezTo>
                  <a:pt x="202" y="118"/>
                  <a:pt x="202" y="120"/>
                  <a:pt x="201" y="122"/>
                </a:cubicBezTo>
                <a:cubicBezTo>
                  <a:pt x="199" y="124"/>
                  <a:pt x="198" y="126"/>
                  <a:pt x="196" y="128"/>
                </a:cubicBezTo>
                <a:cubicBezTo>
                  <a:pt x="198" y="129"/>
                  <a:pt x="201" y="129"/>
                  <a:pt x="200" y="131"/>
                </a:cubicBezTo>
                <a:cubicBezTo>
                  <a:pt x="200" y="133"/>
                  <a:pt x="199" y="135"/>
                  <a:pt x="198" y="137"/>
                </a:cubicBezTo>
                <a:cubicBezTo>
                  <a:pt x="198" y="137"/>
                  <a:pt x="198" y="137"/>
                  <a:pt x="198" y="137"/>
                </a:cubicBezTo>
                <a:cubicBezTo>
                  <a:pt x="199" y="137"/>
                  <a:pt x="200" y="137"/>
                  <a:pt x="200" y="138"/>
                </a:cubicBezTo>
                <a:cubicBezTo>
                  <a:pt x="201" y="140"/>
                  <a:pt x="201" y="141"/>
                  <a:pt x="200" y="143"/>
                </a:cubicBezTo>
                <a:cubicBezTo>
                  <a:pt x="200" y="144"/>
                  <a:pt x="199" y="144"/>
                  <a:pt x="199" y="145"/>
                </a:cubicBezTo>
                <a:cubicBezTo>
                  <a:pt x="198" y="146"/>
                  <a:pt x="198" y="146"/>
                  <a:pt x="199" y="146"/>
                </a:cubicBezTo>
                <a:cubicBezTo>
                  <a:pt x="201" y="149"/>
                  <a:pt x="199" y="152"/>
                  <a:pt x="197" y="154"/>
                </a:cubicBezTo>
                <a:cubicBezTo>
                  <a:pt x="197" y="154"/>
                  <a:pt x="197" y="154"/>
                  <a:pt x="197" y="154"/>
                </a:cubicBezTo>
                <a:cubicBezTo>
                  <a:pt x="198" y="156"/>
                  <a:pt x="198" y="159"/>
                  <a:pt x="199" y="161"/>
                </a:cubicBezTo>
                <a:cubicBezTo>
                  <a:pt x="199" y="162"/>
                  <a:pt x="198" y="163"/>
                  <a:pt x="197" y="164"/>
                </a:cubicBezTo>
                <a:cubicBezTo>
                  <a:pt x="195" y="166"/>
                  <a:pt x="193" y="169"/>
                  <a:pt x="190" y="171"/>
                </a:cubicBezTo>
                <a:cubicBezTo>
                  <a:pt x="188" y="173"/>
                  <a:pt x="186" y="175"/>
                  <a:pt x="184" y="176"/>
                </a:cubicBezTo>
                <a:cubicBezTo>
                  <a:pt x="183" y="177"/>
                  <a:pt x="183" y="177"/>
                  <a:pt x="183" y="177"/>
                </a:cubicBezTo>
                <a:cubicBezTo>
                  <a:pt x="181" y="176"/>
                  <a:pt x="181" y="177"/>
                  <a:pt x="180" y="178"/>
                </a:cubicBezTo>
                <a:cubicBezTo>
                  <a:pt x="179" y="178"/>
                  <a:pt x="178" y="179"/>
                  <a:pt x="177" y="178"/>
                </a:cubicBezTo>
                <a:cubicBezTo>
                  <a:pt x="176" y="177"/>
                  <a:pt x="175" y="176"/>
                  <a:pt x="174" y="176"/>
                </a:cubicBezTo>
                <a:cubicBezTo>
                  <a:pt x="173" y="177"/>
                  <a:pt x="172" y="178"/>
                  <a:pt x="171" y="179"/>
                </a:cubicBezTo>
                <a:cubicBezTo>
                  <a:pt x="170" y="181"/>
                  <a:pt x="169" y="181"/>
                  <a:pt x="167" y="180"/>
                </a:cubicBezTo>
                <a:cubicBezTo>
                  <a:pt x="166" y="179"/>
                  <a:pt x="165" y="178"/>
                  <a:pt x="165" y="176"/>
                </a:cubicBezTo>
                <a:cubicBezTo>
                  <a:pt x="164" y="176"/>
                  <a:pt x="163" y="177"/>
                  <a:pt x="162" y="177"/>
                </a:cubicBezTo>
                <a:cubicBezTo>
                  <a:pt x="161" y="177"/>
                  <a:pt x="160" y="176"/>
                  <a:pt x="159" y="176"/>
                </a:cubicBezTo>
                <a:cubicBezTo>
                  <a:pt x="158" y="175"/>
                  <a:pt x="158" y="175"/>
                  <a:pt x="157" y="176"/>
                </a:cubicBezTo>
                <a:cubicBezTo>
                  <a:pt x="155" y="176"/>
                  <a:pt x="154" y="176"/>
                  <a:pt x="153" y="175"/>
                </a:cubicBezTo>
                <a:cubicBezTo>
                  <a:pt x="153" y="175"/>
                  <a:pt x="152" y="174"/>
                  <a:pt x="152" y="175"/>
                </a:cubicBezTo>
                <a:cubicBezTo>
                  <a:pt x="150" y="175"/>
                  <a:pt x="149" y="175"/>
                  <a:pt x="148" y="174"/>
                </a:cubicBezTo>
                <a:cubicBezTo>
                  <a:pt x="147" y="174"/>
                  <a:pt x="146" y="174"/>
                  <a:pt x="146" y="174"/>
                </a:cubicBezTo>
                <a:cubicBezTo>
                  <a:pt x="144" y="176"/>
                  <a:pt x="143" y="177"/>
                  <a:pt x="140" y="175"/>
                </a:cubicBezTo>
                <a:cubicBezTo>
                  <a:pt x="140" y="175"/>
                  <a:pt x="139" y="175"/>
                  <a:pt x="138" y="175"/>
                </a:cubicBezTo>
                <a:cubicBezTo>
                  <a:pt x="137" y="175"/>
                  <a:pt x="137" y="175"/>
                  <a:pt x="136" y="175"/>
                </a:cubicBezTo>
                <a:cubicBezTo>
                  <a:pt x="135" y="177"/>
                  <a:pt x="134" y="177"/>
                  <a:pt x="132" y="176"/>
                </a:cubicBezTo>
                <a:cubicBezTo>
                  <a:pt x="132" y="176"/>
                  <a:pt x="131" y="176"/>
                  <a:pt x="130" y="176"/>
                </a:cubicBezTo>
                <a:cubicBezTo>
                  <a:pt x="128" y="178"/>
                  <a:pt x="128" y="178"/>
                  <a:pt x="126" y="177"/>
                </a:cubicBezTo>
                <a:close/>
                <a:moveTo>
                  <a:pt x="48" y="157"/>
                </a:moveTo>
                <a:cubicBezTo>
                  <a:pt x="48" y="157"/>
                  <a:pt x="48" y="157"/>
                  <a:pt x="47" y="156"/>
                </a:cubicBezTo>
                <a:cubicBezTo>
                  <a:pt x="45" y="159"/>
                  <a:pt x="43" y="161"/>
                  <a:pt x="41" y="163"/>
                </a:cubicBezTo>
                <a:cubicBezTo>
                  <a:pt x="41" y="163"/>
                  <a:pt x="42" y="163"/>
                  <a:pt x="42" y="163"/>
                </a:cubicBezTo>
                <a:cubicBezTo>
                  <a:pt x="44" y="161"/>
                  <a:pt x="45" y="160"/>
                  <a:pt x="47" y="158"/>
                </a:cubicBezTo>
                <a:cubicBezTo>
                  <a:pt x="48" y="158"/>
                  <a:pt x="48" y="157"/>
                  <a:pt x="48" y="157"/>
                </a:cubicBezTo>
                <a:close/>
                <a:moveTo>
                  <a:pt x="21" y="127"/>
                </a:moveTo>
                <a:cubicBezTo>
                  <a:pt x="21" y="127"/>
                  <a:pt x="21" y="127"/>
                  <a:pt x="21" y="128"/>
                </a:cubicBezTo>
                <a:cubicBezTo>
                  <a:pt x="23" y="126"/>
                  <a:pt x="24" y="125"/>
                  <a:pt x="26" y="124"/>
                </a:cubicBezTo>
                <a:cubicBezTo>
                  <a:pt x="26" y="123"/>
                  <a:pt x="26" y="123"/>
                  <a:pt x="26" y="121"/>
                </a:cubicBezTo>
                <a:cubicBezTo>
                  <a:pt x="24" y="123"/>
                  <a:pt x="23" y="125"/>
                  <a:pt x="21" y="127"/>
                </a:cubicBezTo>
                <a:close/>
                <a:moveTo>
                  <a:pt x="69" y="24"/>
                </a:moveTo>
                <a:cubicBezTo>
                  <a:pt x="67" y="25"/>
                  <a:pt x="68" y="27"/>
                  <a:pt x="68" y="28"/>
                </a:cubicBezTo>
                <a:cubicBezTo>
                  <a:pt x="69" y="27"/>
                  <a:pt x="70" y="26"/>
                  <a:pt x="69" y="24"/>
                </a:cubicBezTo>
                <a:close/>
              </a:path>
            </a:pathLst>
          </a:custGeom>
          <a:solidFill>
            <a:schemeClr val="accent5"/>
          </a:solidFill>
          <a:ln>
            <a:noFill/>
          </a:ln>
        </p:spPr>
        <p:txBody>
          <a:bodyPr vert="horz" wrap="square" lIns="91411" tIns="45704" rIns="91411" bIns="45704" numCol="1" anchor="ctr" anchorCtr="0" compatLnSpc="1">
            <a:prstTxWarp prst="textNoShape">
              <a:avLst/>
            </a:prstTxWarp>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400" b="0" i="0" u="none" strike="noStrike" kern="1200" cap="none" spc="0" normalizeH="0" baseline="0" noProof="0">
                <a:ln>
                  <a:noFill/>
                </a:ln>
                <a:solidFill>
                  <a:schemeClr val="bg1"/>
                </a:solidFill>
                <a:effectLst/>
                <a:uLnTx/>
                <a:uFillTx/>
                <a:latin typeface="Arial" panose="020B0604020202020204" pitchFamily="34" charset="0"/>
                <a:ea typeface="Verdana" panose="020B0604030504040204" pitchFamily="34" charset="0"/>
                <a:cs typeface="Arial" panose="020B0604020202020204" pitchFamily="34" charset="0"/>
              </a:rPr>
              <a:t>Thermal Capacity </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400" b="0" i="0" u="none" strike="noStrike" kern="1200" cap="none" spc="0" normalizeH="0" baseline="0" noProof="0">
                <a:ln>
                  <a:noFill/>
                </a:ln>
                <a:solidFill>
                  <a:schemeClr val="bg1"/>
                </a:solidFill>
                <a:effectLst/>
                <a:uLnTx/>
                <a:uFillTx/>
                <a:latin typeface="Arial" panose="020B0604020202020204" pitchFamily="34" charset="0"/>
                <a:ea typeface="Verdana" panose="020B0604030504040204" pitchFamily="34" charset="0"/>
                <a:cs typeface="Arial" panose="020B0604020202020204" pitchFamily="34" charset="0"/>
              </a:rPr>
              <a:t>Expansion</a:t>
            </a:r>
          </a:p>
        </p:txBody>
      </p:sp>
      <p:sp>
        <p:nvSpPr>
          <p:cNvPr id="13" name="Freeform 26">
            <a:extLst>
              <a:ext uri="{FF2B5EF4-FFF2-40B4-BE49-F238E27FC236}">
                <a16:creationId xmlns:a16="http://schemas.microsoft.com/office/drawing/2014/main" id="{DF4EBCF4-ADBC-B5DD-64DA-61DCD8A4340F}"/>
              </a:ext>
            </a:extLst>
          </p:cNvPr>
          <p:cNvSpPr>
            <a:spLocks noEditPoints="1"/>
          </p:cNvSpPr>
          <p:nvPr/>
        </p:nvSpPr>
        <p:spPr bwMode="auto">
          <a:xfrm>
            <a:off x="3280434" y="1029332"/>
            <a:ext cx="2628000" cy="540000"/>
          </a:xfrm>
          <a:custGeom>
            <a:avLst/>
            <a:gdLst>
              <a:gd name="T0" fmla="*/ 116 w 202"/>
              <a:gd name="T1" fmla="*/ 174 h 184"/>
              <a:gd name="T2" fmla="*/ 95 w 202"/>
              <a:gd name="T3" fmla="*/ 179 h 184"/>
              <a:gd name="T4" fmla="*/ 85 w 202"/>
              <a:gd name="T5" fmla="*/ 176 h 184"/>
              <a:gd name="T6" fmla="*/ 77 w 202"/>
              <a:gd name="T7" fmla="*/ 171 h 184"/>
              <a:gd name="T8" fmla="*/ 60 w 202"/>
              <a:gd name="T9" fmla="*/ 174 h 184"/>
              <a:gd name="T10" fmla="*/ 46 w 202"/>
              <a:gd name="T11" fmla="*/ 177 h 184"/>
              <a:gd name="T12" fmla="*/ 34 w 202"/>
              <a:gd name="T13" fmla="*/ 177 h 184"/>
              <a:gd name="T14" fmla="*/ 28 w 202"/>
              <a:gd name="T15" fmla="*/ 180 h 184"/>
              <a:gd name="T16" fmla="*/ 16 w 202"/>
              <a:gd name="T17" fmla="*/ 179 h 184"/>
              <a:gd name="T18" fmla="*/ 13 w 202"/>
              <a:gd name="T19" fmla="*/ 166 h 184"/>
              <a:gd name="T20" fmla="*/ 16 w 202"/>
              <a:gd name="T21" fmla="*/ 151 h 184"/>
              <a:gd name="T22" fmla="*/ 14 w 202"/>
              <a:gd name="T23" fmla="*/ 140 h 184"/>
              <a:gd name="T24" fmla="*/ 13 w 202"/>
              <a:gd name="T25" fmla="*/ 128 h 184"/>
              <a:gd name="T26" fmla="*/ 11 w 202"/>
              <a:gd name="T27" fmla="*/ 116 h 184"/>
              <a:gd name="T28" fmla="*/ 7 w 202"/>
              <a:gd name="T29" fmla="*/ 104 h 184"/>
              <a:gd name="T30" fmla="*/ 6 w 202"/>
              <a:gd name="T31" fmla="*/ 92 h 184"/>
              <a:gd name="T32" fmla="*/ 5 w 202"/>
              <a:gd name="T33" fmla="*/ 79 h 184"/>
              <a:gd name="T34" fmla="*/ 8 w 202"/>
              <a:gd name="T35" fmla="*/ 65 h 184"/>
              <a:gd name="T36" fmla="*/ 11 w 202"/>
              <a:gd name="T37" fmla="*/ 54 h 184"/>
              <a:gd name="T38" fmla="*/ 13 w 202"/>
              <a:gd name="T39" fmla="*/ 43 h 184"/>
              <a:gd name="T40" fmla="*/ 9 w 202"/>
              <a:gd name="T41" fmla="*/ 31 h 184"/>
              <a:gd name="T42" fmla="*/ 14 w 202"/>
              <a:gd name="T43" fmla="*/ 21 h 184"/>
              <a:gd name="T44" fmla="*/ 23 w 202"/>
              <a:gd name="T45" fmla="*/ 12 h 184"/>
              <a:gd name="T46" fmla="*/ 37 w 202"/>
              <a:gd name="T47" fmla="*/ 8 h 184"/>
              <a:gd name="T48" fmla="*/ 58 w 202"/>
              <a:gd name="T49" fmla="*/ 7 h 184"/>
              <a:gd name="T50" fmla="*/ 67 w 202"/>
              <a:gd name="T51" fmla="*/ 8 h 184"/>
              <a:gd name="T52" fmla="*/ 76 w 202"/>
              <a:gd name="T53" fmla="*/ 9 h 184"/>
              <a:gd name="T54" fmla="*/ 52 w 202"/>
              <a:gd name="T55" fmla="*/ 29 h 184"/>
              <a:gd name="T56" fmla="*/ 80 w 202"/>
              <a:gd name="T57" fmla="*/ 8 h 184"/>
              <a:gd name="T58" fmla="*/ 99 w 202"/>
              <a:gd name="T59" fmla="*/ 2 h 184"/>
              <a:gd name="T60" fmla="*/ 99 w 202"/>
              <a:gd name="T61" fmla="*/ 15 h 184"/>
              <a:gd name="T62" fmla="*/ 103 w 202"/>
              <a:gd name="T63" fmla="*/ 14 h 184"/>
              <a:gd name="T64" fmla="*/ 125 w 202"/>
              <a:gd name="T65" fmla="*/ 1 h 184"/>
              <a:gd name="T66" fmla="*/ 127 w 202"/>
              <a:gd name="T67" fmla="*/ 8 h 184"/>
              <a:gd name="T68" fmla="*/ 141 w 202"/>
              <a:gd name="T69" fmla="*/ 3 h 184"/>
              <a:gd name="T70" fmla="*/ 151 w 202"/>
              <a:gd name="T71" fmla="*/ 6 h 184"/>
              <a:gd name="T72" fmla="*/ 164 w 202"/>
              <a:gd name="T73" fmla="*/ 4 h 184"/>
              <a:gd name="T74" fmla="*/ 174 w 202"/>
              <a:gd name="T75" fmla="*/ 6 h 184"/>
              <a:gd name="T76" fmla="*/ 185 w 202"/>
              <a:gd name="T77" fmla="*/ 6 h 184"/>
              <a:gd name="T78" fmla="*/ 195 w 202"/>
              <a:gd name="T79" fmla="*/ 13 h 184"/>
              <a:gd name="T80" fmla="*/ 192 w 202"/>
              <a:gd name="T81" fmla="*/ 22 h 184"/>
              <a:gd name="T82" fmla="*/ 195 w 202"/>
              <a:gd name="T83" fmla="*/ 30 h 184"/>
              <a:gd name="T84" fmla="*/ 193 w 202"/>
              <a:gd name="T85" fmla="*/ 48 h 184"/>
              <a:gd name="T86" fmla="*/ 199 w 202"/>
              <a:gd name="T87" fmla="*/ 52 h 184"/>
              <a:gd name="T88" fmla="*/ 199 w 202"/>
              <a:gd name="T89" fmla="*/ 58 h 184"/>
              <a:gd name="T90" fmla="*/ 199 w 202"/>
              <a:gd name="T91" fmla="*/ 74 h 184"/>
              <a:gd name="T92" fmla="*/ 191 w 202"/>
              <a:gd name="T93" fmla="*/ 89 h 184"/>
              <a:gd name="T94" fmla="*/ 194 w 202"/>
              <a:gd name="T95" fmla="*/ 100 h 184"/>
              <a:gd name="T96" fmla="*/ 200 w 202"/>
              <a:gd name="T97" fmla="*/ 111 h 184"/>
              <a:gd name="T98" fmla="*/ 196 w 202"/>
              <a:gd name="T99" fmla="*/ 128 h 184"/>
              <a:gd name="T100" fmla="*/ 200 w 202"/>
              <a:gd name="T101" fmla="*/ 138 h 184"/>
              <a:gd name="T102" fmla="*/ 197 w 202"/>
              <a:gd name="T103" fmla="*/ 154 h 184"/>
              <a:gd name="T104" fmla="*/ 190 w 202"/>
              <a:gd name="T105" fmla="*/ 171 h 184"/>
              <a:gd name="T106" fmla="*/ 177 w 202"/>
              <a:gd name="T107" fmla="*/ 178 h 184"/>
              <a:gd name="T108" fmla="*/ 165 w 202"/>
              <a:gd name="T109" fmla="*/ 176 h 184"/>
              <a:gd name="T110" fmla="*/ 153 w 202"/>
              <a:gd name="T111" fmla="*/ 175 h 184"/>
              <a:gd name="T112" fmla="*/ 140 w 202"/>
              <a:gd name="T113" fmla="*/ 175 h 184"/>
              <a:gd name="T114" fmla="*/ 130 w 202"/>
              <a:gd name="T115" fmla="*/ 176 h 184"/>
              <a:gd name="T116" fmla="*/ 41 w 202"/>
              <a:gd name="T117" fmla="*/ 163 h 184"/>
              <a:gd name="T118" fmla="*/ 21 w 202"/>
              <a:gd name="T119" fmla="*/ 127 h 184"/>
              <a:gd name="T120" fmla="*/ 21 w 202"/>
              <a:gd name="T121" fmla="*/ 127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2" h="184">
                <a:moveTo>
                  <a:pt x="126" y="177"/>
                </a:moveTo>
                <a:cubicBezTo>
                  <a:pt x="124" y="177"/>
                  <a:pt x="123" y="179"/>
                  <a:pt x="121" y="178"/>
                </a:cubicBezTo>
                <a:cubicBezTo>
                  <a:pt x="119" y="176"/>
                  <a:pt x="118" y="175"/>
                  <a:pt x="119" y="173"/>
                </a:cubicBezTo>
                <a:cubicBezTo>
                  <a:pt x="118" y="174"/>
                  <a:pt x="117" y="174"/>
                  <a:pt x="116" y="174"/>
                </a:cubicBezTo>
                <a:cubicBezTo>
                  <a:pt x="114" y="175"/>
                  <a:pt x="112" y="177"/>
                  <a:pt x="111" y="178"/>
                </a:cubicBezTo>
                <a:cubicBezTo>
                  <a:pt x="107" y="179"/>
                  <a:pt x="107" y="179"/>
                  <a:pt x="104" y="177"/>
                </a:cubicBezTo>
                <a:cubicBezTo>
                  <a:pt x="102" y="178"/>
                  <a:pt x="101" y="178"/>
                  <a:pt x="98" y="178"/>
                </a:cubicBezTo>
                <a:cubicBezTo>
                  <a:pt x="97" y="177"/>
                  <a:pt x="96" y="178"/>
                  <a:pt x="95" y="179"/>
                </a:cubicBezTo>
                <a:cubicBezTo>
                  <a:pt x="93" y="179"/>
                  <a:pt x="91" y="180"/>
                  <a:pt x="89" y="181"/>
                </a:cubicBezTo>
                <a:cubicBezTo>
                  <a:pt x="88" y="181"/>
                  <a:pt x="87" y="182"/>
                  <a:pt x="86" y="180"/>
                </a:cubicBezTo>
                <a:cubicBezTo>
                  <a:pt x="86" y="179"/>
                  <a:pt x="85" y="179"/>
                  <a:pt x="85" y="178"/>
                </a:cubicBezTo>
                <a:cubicBezTo>
                  <a:pt x="85" y="177"/>
                  <a:pt x="85" y="177"/>
                  <a:pt x="85" y="176"/>
                </a:cubicBezTo>
                <a:cubicBezTo>
                  <a:pt x="86" y="175"/>
                  <a:pt x="87" y="174"/>
                  <a:pt x="88" y="173"/>
                </a:cubicBezTo>
                <a:cubicBezTo>
                  <a:pt x="88" y="173"/>
                  <a:pt x="88" y="173"/>
                  <a:pt x="88" y="173"/>
                </a:cubicBezTo>
                <a:cubicBezTo>
                  <a:pt x="86" y="171"/>
                  <a:pt x="84" y="172"/>
                  <a:pt x="83" y="173"/>
                </a:cubicBezTo>
                <a:cubicBezTo>
                  <a:pt x="80" y="176"/>
                  <a:pt x="78" y="174"/>
                  <a:pt x="77" y="171"/>
                </a:cubicBezTo>
                <a:cubicBezTo>
                  <a:pt x="74" y="172"/>
                  <a:pt x="70" y="173"/>
                  <a:pt x="68" y="175"/>
                </a:cubicBezTo>
                <a:cubicBezTo>
                  <a:pt x="66" y="176"/>
                  <a:pt x="65" y="177"/>
                  <a:pt x="64" y="177"/>
                </a:cubicBezTo>
                <a:cubicBezTo>
                  <a:pt x="63" y="178"/>
                  <a:pt x="62" y="177"/>
                  <a:pt x="61" y="176"/>
                </a:cubicBezTo>
                <a:cubicBezTo>
                  <a:pt x="61" y="176"/>
                  <a:pt x="61" y="175"/>
                  <a:pt x="60" y="174"/>
                </a:cubicBezTo>
                <a:cubicBezTo>
                  <a:pt x="58" y="175"/>
                  <a:pt x="57" y="176"/>
                  <a:pt x="55" y="177"/>
                </a:cubicBezTo>
                <a:cubicBezTo>
                  <a:pt x="54" y="179"/>
                  <a:pt x="52" y="180"/>
                  <a:pt x="51" y="181"/>
                </a:cubicBezTo>
                <a:cubicBezTo>
                  <a:pt x="49" y="183"/>
                  <a:pt x="46" y="182"/>
                  <a:pt x="46" y="179"/>
                </a:cubicBezTo>
                <a:cubicBezTo>
                  <a:pt x="46" y="178"/>
                  <a:pt x="46" y="178"/>
                  <a:pt x="46" y="177"/>
                </a:cubicBezTo>
                <a:cubicBezTo>
                  <a:pt x="44" y="179"/>
                  <a:pt x="42" y="180"/>
                  <a:pt x="41" y="181"/>
                </a:cubicBezTo>
                <a:cubicBezTo>
                  <a:pt x="39" y="182"/>
                  <a:pt x="38" y="183"/>
                  <a:pt x="37" y="184"/>
                </a:cubicBezTo>
                <a:cubicBezTo>
                  <a:pt x="36" y="184"/>
                  <a:pt x="35" y="184"/>
                  <a:pt x="34" y="183"/>
                </a:cubicBezTo>
                <a:cubicBezTo>
                  <a:pt x="32" y="182"/>
                  <a:pt x="32" y="179"/>
                  <a:pt x="34" y="177"/>
                </a:cubicBezTo>
                <a:cubicBezTo>
                  <a:pt x="34" y="177"/>
                  <a:pt x="35" y="176"/>
                  <a:pt x="35" y="176"/>
                </a:cubicBezTo>
                <a:cubicBezTo>
                  <a:pt x="35" y="176"/>
                  <a:pt x="35" y="176"/>
                  <a:pt x="35" y="176"/>
                </a:cubicBezTo>
                <a:cubicBezTo>
                  <a:pt x="34" y="176"/>
                  <a:pt x="33" y="177"/>
                  <a:pt x="32" y="178"/>
                </a:cubicBezTo>
                <a:cubicBezTo>
                  <a:pt x="31" y="179"/>
                  <a:pt x="30" y="180"/>
                  <a:pt x="28" y="180"/>
                </a:cubicBezTo>
                <a:cubicBezTo>
                  <a:pt x="27" y="181"/>
                  <a:pt x="26" y="181"/>
                  <a:pt x="25" y="180"/>
                </a:cubicBezTo>
                <a:cubicBezTo>
                  <a:pt x="24" y="178"/>
                  <a:pt x="23" y="178"/>
                  <a:pt x="24" y="176"/>
                </a:cubicBezTo>
                <a:cubicBezTo>
                  <a:pt x="22" y="177"/>
                  <a:pt x="21" y="178"/>
                  <a:pt x="20" y="179"/>
                </a:cubicBezTo>
                <a:cubicBezTo>
                  <a:pt x="19" y="180"/>
                  <a:pt x="17" y="180"/>
                  <a:pt x="16" y="179"/>
                </a:cubicBezTo>
                <a:cubicBezTo>
                  <a:pt x="16" y="179"/>
                  <a:pt x="15" y="178"/>
                  <a:pt x="15" y="178"/>
                </a:cubicBezTo>
                <a:cubicBezTo>
                  <a:pt x="14" y="177"/>
                  <a:pt x="14" y="176"/>
                  <a:pt x="15" y="174"/>
                </a:cubicBezTo>
                <a:cubicBezTo>
                  <a:pt x="12" y="174"/>
                  <a:pt x="10" y="172"/>
                  <a:pt x="11" y="171"/>
                </a:cubicBezTo>
                <a:cubicBezTo>
                  <a:pt x="11" y="169"/>
                  <a:pt x="13" y="167"/>
                  <a:pt x="13" y="166"/>
                </a:cubicBezTo>
                <a:cubicBezTo>
                  <a:pt x="12" y="164"/>
                  <a:pt x="11" y="163"/>
                  <a:pt x="9" y="161"/>
                </a:cubicBezTo>
                <a:cubicBezTo>
                  <a:pt x="12" y="157"/>
                  <a:pt x="16" y="154"/>
                  <a:pt x="18" y="149"/>
                </a:cubicBezTo>
                <a:cubicBezTo>
                  <a:pt x="18" y="149"/>
                  <a:pt x="18" y="149"/>
                  <a:pt x="18" y="149"/>
                </a:cubicBezTo>
                <a:cubicBezTo>
                  <a:pt x="17" y="149"/>
                  <a:pt x="17" y="150"/>
                  <a:pt x="16" y="151"/>
                </a:cubicBezTo>
                <a:cubicBezTo>
                  <a:pt x="14" y="152"/>
                  <a:pt x="12" y="151"/>
                  <a:pt x="11" y="149"/>
                </a:cubicBezTo>
                <a:cubicBezTo>
                  <a:pt x="10" y="148"/>
                  <a:pt x="11" y="147"/>
                  <a:pt x="12" y="146"/>
                </a:cubicBezTo>
                <a:cubicBezTo>
                  <a:pt x="14" y="143"/>
                  <a:pt x="16" y="140"/>
                  <a:pt x="18" y="137"/>
                </a:cubicBezTo>
                <a:cubicBezTo>
                  <a:pt x="17" y="138"/>
                  <a:pt x="15" y="139"/>
                  <a:pt x="14" y="140"/>
                </a:cubicBezTo>
                <a:cubicBezTo>
                  <a:pt x="12" y="141"/>
                  <a:pt x="10" y="141"/>
                  <a:pt x="9" y="140"/>
                </a:cubicBezTo>
                <a:cubicBezTo>
                  <a:pt x="8" y="139"/>
                  <a:pt x="7" y="137"/>
                  <a:pt x="8" y="135"/>
                </a:cubicBezTo>
                <a:cubicBezTo>
                  <a:pt x="9" y="133"/>
                  <a:pt x="11" y="131"/>
                  <a:pt x="12" y="129"/>
                </a:cubicBezTo>
                <a:cubicBezTo>
                  <a:pt x="12" y="128"/>
                  <a:pt x="13" y="128"/>
                  <a:pt x="13" y="128"/>
                </a:cubicBezTo>
                <a:cubicBezTo>
                  <a:pt x="10" y="128"/>
                  <a:pt x="8" y="126"/>
                  <a:pt x="8" y="124"/>
                </a:cubicBezTo>
                <a:cubicBezTo>
                  <a:pt x="8" y="123"/>
                  <a:pt x="9" y="122"/>
                  <a:pt x="9" y="121"/>
                </a:cubicBezTo>
                <a:cubicBezTo>
                  <a:pt x="10" y="120"/>
                  <a:pt x="12" y="118"/>
                  <a:pt x="13" y="116"/>
                </a:cubicBezTo>
                <a:cubicBezTo>
                  <a:pt x="12" y="116"/>
                  <a:pt x="12" y="116"/>
                  <a:pt x="11" y="116"/>
                </a:cubicBezTo>
                <a:cubicBezTo>
                  <a:pt x="9" y="117"/>
                  <a:pt x="7" y="115"/>
                  <a:pt x="7" y="113"/>
                </a:cubicBezTo>
                <a:cubicBezTo>
                  <a:pt x="7" y="112"/>
                  <a:pt x="7" y="111"/>
                  <a:pt x="8" y="110"/>
                </a:cubicBezTo>
                <a:cubicBezTo>
                  <a:pt x="9" y="108"/>
                  <a:pt x="11" y="106"/>
                  <a:pt x="13" y="104"/>
                </a:cubicBezTo>
                <a:cubicBezTo>
                  <a:pt x="11" y="104"/>
                  <a:pt x="9" y="106"/>
                  <a:pt x="7" y="104"/>
                </a:cubicBezTo>
                <a:cubicBezTo>
                  <a:pt x="6" y="104"/>
                  <a:pt x="6" y="102"/>
                  <a:pt x="5" y="101"/>
                </a:cubicBezTo>
                <a:cubicBezTo>
                  <a:pt x="7" y="99"/>
                  <a:pt x="8" y="98"/>
                  <a:pt x="9" y="96"/>
                </a:cubicBezTo>
                <a:cubicBezTo>
                  <a:pt x="8" y="95"/>
                  <a:pt x="8" y="94"/>
                  <a:pt x="7" y="92"/>
                </a:cubicBezTo>
                <a:cubicBezTo>
                  <a:pt x="7" y="92"/>
                  <a:pt x="6" y="92"/>
                  <a:pt x="6" y="92"/>
                </a:cubicBezTo>
                <a:cubicBezTo>
                  <a:pt x="4" y="91"/>
                  <a:pt x="3" y="88"/>
                  <a:pt x="4" y="86"/>
                </a:cubicBezTo>
                <a:cubicBezTo>
                  <a:pt x="4" y="86"/>
                  <a:pt x="5" y="86"/>
                  <a:pt x="5" y="85"/>
                </a:cubicBezTo>
                <a:cubicBezTo>
                  <a:pt x="6" y="85"/>
                  <a:pt x="6" y="84"/>
                  <a:pt x="5" y="83"/>
                </a:cubicBezTo>
                <a:cubicBezTo>
                  <a:pt x="4" y="82"/>
                  <a:pt x="4" y="81"/>
                  <a:pt x="5" y="79"/>
                </a:cubicBezTo>
                <a:cubicBezTo>
                  <a:pt x="6" y="77"/>
                  <a:pt x="7" y="76"/>
                  <a:pt x="8" y="74"/>
                </a:cubicBezTo>
                <a:cubicBezTo>
                  <a:pt x="9" y="74"/>
                  <a:pt x="8" y="73"/>
                  <a:pt x="8" y="73"/>
                </a:cubicBezTo>
                <a:cubicBezTo>
                  <a:pt x="5" y="70"/>
                  <a:pt x="6" y="69"/>
                  <a:pt x="8" y="67"/>
                </a:cubicBezTo>
                <a:cubicBezTo>
                  <a:pt x="9" y="66"/>
                  <a:pt x="9" y="65"/>
                  <a:pt x="8" y="65"/>
                </a:cubicBezTo>
                <a:cubicBezTo>
                  <a:pt x="6" y="62"/>
                  <a:pt x="6" y="63"/>
                  <a:pt x="8" y="60"/>
                </a:cubicBezTo>
                <a:cubicBezTo>
                  <a:pt x="10" y="57"/>
                  <a:pt x="12" y="55"/>
                  <a:pt x="14" y="53"/>
                </a:cubicBezTo>
                <a:cubicBezTo>
                  <a:pt x="14" y="52"/>
                  <a:pt x="14" y="52"/>
                  <a:pt x="14" y="52"/>
                </a:cubicBezTo>
                <a:cubicBezTo>
                  <a:pt x="13" y="53"/>
                  <a:pt x="12" y="54"/>
                  <a:pt x="11" y="54"/>
                </a:cubicBezTo>
                <a:cubicBezTo>
                  <a:pt x="10" y="56"/>
                  <a:pt x="8" y="58"/>
                  <a:pt x="6" y="60"/>
                </a:cubicBezTo>
                <a:cubicBezTo>
                  <a:pt x="5" y="62"/>
                  <a:pt x="3" y="62"/>
                  <a:pt x="2" y="60"/>
                </a:cubicBezTo>
                <a:cubicBezTo>
                  <a:pt x="0" y="57"/>
                  <a:pt x="2" y="55"/>
                  <a:pt x="3" y="54"/>
                </a:cubicBezTo>
                <a:cubicBezTo>
                  <a:pt x="6" y="50"/>
                  <a:pt x="10" y="47"/>
                  <a:pt x="13" y="43"/>
                </a:cubicBezTo>
                <a:cubicBezTo>
                  <a:pt x="11" y="44"/>
                  <a:pt x="8" y="42"/>
                  <a:pt x="8" y="39"/>
                </a:cubicBezTo>
                <a:cubicBezTo>
                  <a:pt x="8" y="38"/>
                  <a:pt x="8" y="37"/>
                  <a:pt x="9" y="37"/>
                </a:cubicBezTo>
                <a:cubicBezTo>
                  <a:pt x="10" y="37"/>
                  <a:pt x="11" y="36"/>
                  <a:pt x="11" y="35"/>
                </a:cubicBezTo>
                <a:cubicBezTo>
                  <a:pt x="10" y="34"/>
                  <a:pt x="10" y="32"/>
                  <a:pt x="9" y="31"/>
                </a:cubicBezTo>
                <a:cubicBezTo>
                  <a:pt x="9" y="30"/>
                  <a:pt x="9" y="29"/>
                  <a:pt x="10" y="29"/>
                </a:cubicBezTo>
                <a:cubicBezTo>
                  <a:pt x="11" y="28"/>
                  <a:pt x="13" y="27"/>
                  <a:pt x="14" y="25"/>
                </a:cubicBezTo>
                <a:cubicBezTo>
                  <a:pt x="14" y="25"/>
                  <a:pt x="15" y="24"/>
                  <a:pt x="15" y="24"/>
                </a:cubicBezTo>
                <a:cubicBezTo>
                  <a:pt x="14" y="23"/>
                  <a:pt x="15" y="22"/>
                  <a:pt x="14" y="21"/>
                </a:cubicBezTo>
                <a:cubicBezTo>
                  <a:pt x="13" y="21"/>
                  <a:pt x="13" y="19"/>
                  <a:pt x="14" y="19"/>
                </a:cubicBezTo>
                <a:cubicBezTo>
                  <a:pt x="15" y="17"/>
                  <a:pt x="16" y="16"/>
                  <a:pt x="18" y="14"/>
                </a:cubicBezTo>
                <a:cubicBezTo>
                  <a:pt x="18" y="14"/>
                  <a:pt x="19" y="13"/>
                  <a:pt x="20" y="12"/>
                </a:cubicBezTo>
                <a:cubicBezTo>
                  <a:pt x="21" y="11"/>
                  <a:pt x="22" y="11"/>
                  <a:pt x="23" y="12"/>
                </a:cubicBezTo>
                <a:cubicBezTo>
                  <a:pt x="24" y="13"/>
                  <a:pt x="26" y="13"/>
                  <a:pt x="27" y="13"/>
                </a:cubicBezTo>
                <a:cubicBezTo>
                  <a:pt x="28" y="13"/>
                  <a:pt x="28" y="13"/>
                  <a:pt x="29" y="14"/>
                </a:cubicBezTo>
                <a:cubicBezTo>
                  <a:pt x="30" y="14"/>
                  <a:pt x="30" y="14"/>
                  <a:pt x="31" y="14"/>
                </a:cubicBezTo>
                <a:cubicBezTo>
                  <a:pt x="33" y="12"/>
                  <a:pt x="35" y="10"/>
                  <a:pt x="37" y="8"/>
                </a:cubicBezTo>
                <a:cubicBezTo>
                  <a:pt x="38" y="8"/>
                  <a:pt x="38" y="8"/>
                  <a:pt x="38" y="8"/>
                </a:cubicBezTo>
                <a:cubicBezTo>
                  <a:pt x="40" y="7"/>
                  <a:pt x="43" y="10"/>
                  <a:pt x="43" y="12"/>
                </a:cubicBezTo>
                <a:cubicBezTo>
                  <a:pt x="46" y="10"/>
                  <a:pt x="49" y="8"/>
                  <a:pt x="52" y="5"/>
                </a:cubicBezTo>
                <a:cubicBezTo>
                  <a:pt x="54" y="3"/>
                  <a:pt x="57" y="4"/>
                  <a:pt x="58" y="7"/>
                </a:cubicBezTo>
                <a:cubicBezTo>
                  <a:pt x="58" y="7"/>
                  <a:pt x="58" y="8"/>
                  <a:pt x="58" y="9"/>
                </a:cubicBezTo>
                <a:cubicBezTo>
                  <a:pt x="59" y="8"/>
                  <a:pt x="60" y="7"/>
                  <a:pt x="61" y="6"/>
                </a:cubicBezTo>
                <a:cubicBezTo>
                  <a:pt x="62" y="4"/>
                  <a:pt x="64" y="4"/>
                  <a:pt x="65" y="6"/>
                </a:cubicBezTo>
                <a:cubicBezTo>
                  <a:pt x="66" y="6"/>
                  <a:pt x="67" y="7"/>
                  <a:pt x="67" y="8"/>
                </a:cubicBezTo>
                <a:cubicBezTo>
                  <a:pt x="67" y="8"/>
                  <a:pt x="68" y="8"/>
                  <a:pt x="68" y="8"/>
                </a:cubicBezTo>
                <a:cubicBezTo>
                  <a:pt x="70" y="6"/>
                  <a:pt x="71" y="5"/>
                  <a:pt x="72" y="4"/>
                </a:cubicBezTo>
                <a:cubicBezTo>
                  <a:pt x="73" y="4"/>
                  <a:pt x="73" y="4"/>
                  <a:pt x="73" y="4"/>
                </a:cubicBezTo>
                <a:cubicBezTo>
                  <a:pt x="75" y="4"/>
                  <a:pt x="77" y="7"/>
                  <a:pt x="76" y="9"/>
                </a:cubicBezTo>
                <a:cubicBezTo>
                  <a:pt x="76" y="9"/>
                  <a:pt x="76" y="9"/>
                  <a:pt x="76" y="9"/>
                </a:cubicBezTo>
                <a:cubicBezTo>
                  <a:pt x="71" y="14"/>
                  <a:pt x="65" y="18"/>
                  <a:pt x="60" y="22"/>
                </a:cubicBezTo>
                <a:cubicBezTo>
                  <a:pt x="58" y="24"/>
                  <a:pt x="56" y="26"/>
                  <a:pt x="53" y="28"/>
                </a:cubicBezTo>
                <a:cubicBezTo>
                  <a:pt x="53" y="29"/>
                  <a:pt x="52" y="29"/>
                  <a:pt x="52" y="29"/>
                </a:cubicBezTo>
                <a:cubicBezTo>
                  <a:pt x="53" y="29"/>
                  <a:pt x="54" y="28"/>
                  <a:pt x="54" y="28"/>
                </a:cubicBezTo>
                <a:cubicBezTo>
                  <a:pt x="58" y="25"/>
                  <a:pt x="62" y="22"/>
                  <a:pt x="66" y="19"/>
                </a:cubicBezTo>
                <a:cubicBezTo>
                  <a:pt x="69" y="17"/>
                  <a:pt x="72" y="14"/>
                  <a:pt x="75" y="12"/>
                </a:cubicBezTo>
                <a:cubicBezTo>
                  <a:pt x="76" y="11"/>
                  <a:pt x="78" y="10"/>
                  <a:pt x="80" y="8"/>
                </a:cubicBezTo>
                <a:cubicBezTo>
                  <a:pt x="80" y="8"/>
                  <a:pt x="83" y="9"/>
                  <a:pt x="83" y="10"/>
                </a:cubicBezTo>
                <a:cubicBezTo>
                  <a:pt x="83" y="11"/>
                  <a:pt x="83" y="11"/>
                  <a:pt x="84" y="12"/>
                </a:cubicBezTo>
                <a:cubicBezTo>
                  <a:pt x="86" y="10"/>
                  <a:pt x="88" y="9"/>
                  <a:pt x="91" y="7"/>
                </a:cubicBezTo>
                <a:cubicBezTo>
                  <a:pt x="94" y="6"/>
                  <a:pt x="96" y="4"/>
                  <a:pt x="99" y="2"/>
                </a:cubicBezTo>
                <a:cubicBezTo>
                  <a:pt x="100" y="1"/>
                  <a:pt x="101" y="1"/>
                  <a:pt x="102" y="2"/>
                </a:cubicBezTo>
                <a:cubicBezTo>
                  <a:pt x="104" y="3"/>
                  <a:pt x="105" y="4"/>
                  <a:pt x="107" y="5"/>
                </a:cubicBezTo>
                <a:cubicBezTo>
                  <a:pt x="108" y="6"/>
                  <a:pt x="108" y="7"/>
                  <a:pt x="107" y="8"/>
                </a:cubicBezTo>
                <a:cubicBezTo>
                  <a:pt x="105" y="11"/>
                  <a:pt x="102" y="13"/>
                  <a:pt x="99" y="15"/>
                </a:cubicBezTo>
                <a:cubicBezTo>
                  <a:pt x="98" y="16"/>
                  <a:pt x="97" y="17"/>
                  <a:pt x="96" y="18"/>
                </a:cubicBezTo>
                <a:cubicBezTo>
                  <a:pt x="96" y="18"/>
                  <a:pt x="97" y="18"/>
                  <a:pt x="97" y="18"/>
                </a:cubicBezTo>
                <a:cubicBezTo>
                  <a:pt x="98" y="17"/>
                  <a:pt x="100" y="15"/>
                  <a:pt x="102" y="14"/>
                </a:cubicBezTo>
                <a:cubicBezTo>
                  <a:pt x="102" y="14"/>
                  <a:pt x="103" y="13"/>
                  <a:pt x="103" y="14"/>
                </a:cubicBezTo>
                <a:cubicBezTo>
                  <a:pt x="104" y="14"/>
                  <a:pt x="105" y="13"/>
                  <a:pt x="105" y="13"/>
                </a:cubicBezTo>
                <a:cubicBezTo>
                  <a:pt x="109" y="10"/>
                  <a:pt x="114" y="8"/>
                  <a:pt x="118" y="6"/>
                </a:cubicBezTo>
                <a:cubicBezTo>
                  <a:pt x="119" y="5"/>
                  <a:pt x="121" y="5"/>
                  <a:pt x="122" y="4"/>
                </a:cubicBezTo>
                <a:cubicBezTo>
                  <a:pt x="123" y="3"/>
                  <a:pt x="124" y="2"/>
                  <a:pt x="125" y="1"/>
                </a:cubicBezTo>
                <a:cubicBezTo>
                  <a:pt x="126" y="1"/>
                  <a:pt x="127" y="0"/>
                  <a:pt x="128" y="1"/>
                </a:cubicBezTo>
                <a:cubicBezTo>
                  <a:pt x="128" y="2"/>
                  <a:pt x="129" y="2"/>
                  <a:pt x="130" y="3"/>
                </a:cubicBezTo>
                <a:cubicBezTo>
                  <a:pt x="131" y="4"/>
                  <a:pt x="130" y="6"/>
                  <a:pt x="129" y="7"/>
                </a:cubicBezTo>
                <a:cubicBezTo>
                  <a:pt x="128" y="8"/>
                  <a:pt x="128" y="8"/>
                  <a:pt x="127" y="8"/>
                </a:cubicBezTo>
                <a:cubicBezTo>
                  <a:pt x="126" y="9"/>
                  <a:pt x="126" y="10"/>
                  <a:pt x="127" y="11"/>
                </a:cubicBezTo>
                <a:cubicBezTo>
                  <a:pt x="125" y="13"/>
                  <a:pt x="122" y="15"/>
                  <a:pt x="120" y="17"/>
                </a:cubicBezTo>
                <a:cubicBezTo>
                  <a:pt x="120" y="17"/>
                  <a:pt x="120" y="17"/>
                  <a:pt x="121" y="18"/>
                </a:cubicBezTo>
                <a:cubicBezTo>
                  <a:pt x="127" y="13"/>
                  <a:pt x="134" y="8"/>
                  <a:pt x="141" y="3"/>
                </a:cubicBezTo>
                <a:cubicBezTo>
                  <a:pt x="142" y="3"/>
                  <a:pt x="143" y="4"/>
                  <a:pt x="144" y="5"/>
                </a:cubicBezTo>
                <a:cubicBezTo>
                  <a:pt x="145" y="4"/>
                  <a:pt x="146" y="3"/>
                  <a:pt x="147" y="3"/>
                </a:cubicBezTo>
                <a:cubicBezTo>
                  <a:pt x="148" y="3"/>
                  <a:pt x="149" y="3"/>
                  <a:pt x="149" y="4"/>
                </a:cubicBezTo>
                <a:cubicBezTo>
                  <a:pt x="150" y="5"/>
                  <a:pt x="150" y="5"/>
                  <a:pt x="151" y="6"/>
                </a:cubicBezTo>
                <a:cubicBezTo>
                  <a:pt x="152" y="5"/>
                  <a:pt x="154" y="3"/>
                  <a:pt x="156" y="2"/>
                </a:cubicBezTo>
                <a:cubicBezTo>
                  <a:pt x="157" y="3"/>
                  <a:pt x="158" y="4"/>
                  <a:pt x="160" y="6"/>
                </a:cubicBezTo>
                <a:cubicBezTo>
                  <a:pt x="160" y="5"/>
                  <a:pt x="161" y="5"/>
                  <a:pt x="161" y="4"/>
                </a:cubicBezTo>
                <a:cubicBezTo>
                  <a:pt x="162" y="3"/>
                  <a:pt x="163" y="3"/>
                  <a:pt x="164" y="4"/>
                </a:cubicBezTo>
                <a:cubicBezTo>
                  <a:pt x="165" y="5"/>
                  <a:pt x="166" y="6"/>
                  <a:pt x="166" y="8"/>
                </a:cubicBezTo>
                <a:cubicBezTo>
                  <a:pt x="166" y="8"/>
                  <a:pt x="166" y="9"/>
                  <a:pt x="166" y="9"/>
                </a:cubicBezTo>
                <a:cubicBezTo>
                  <a:pt x="169" y="8"/>
                  <a:pt x="171" y="8"/>
                  <a:pt x="173" y="7"/>
                </a:cubicBezTo>
                <a:cubicBezTo>
                  <a:pt x="173" y="7"/>
                  <a:pt x="174" y="6"/>
                  <a:pt x="174" y="6"/>
                </a:cubicBezTo>
                <a:cubicBezTo>
                  <a:pt x="175" y="5"/>
                  <a:pt x="175" y="5"/>
                  <a:pt x="176" y="5"/>
                </a:cubicBezTo>
                <a:cubicBezTo>
                  <a:pt x="178" y="5"/>
                  <a:pt x="180" y="7"/>
                  <a:pt x="180" y="9"/>
                </a:cubicBezTo>
                <a:cubicBezTo>
                  <a:pt x="180" y="10"/>
                  <a:pt x="179" y="10"/>
                  <a:pt x="179" y="11"/>
                </a:cubicBezTo>
                <a:cubicBezTo>
                  <a:pt x="181" y="9"/>
                  <a:pt x="183" y="8"/>
                  <a:pt x="185" y="6"/>
                </a:cubicBezTo>
                <a:cubicBezTo>
                  <a:pt x="185" y="5"/>
                  <a:pt x="186" y="4"/>
                  <a:pt x="187" y="4"/>
                </a:cubicBezTo>
                <a:cubicBezTo>
                  <a:pt x="188" y="5"/>
                  <a:pt x="190" y="5"/>
                  <a:pt x="190" y="7"/>
                </a:cubicBezTo>
                <a:cubicBezTo>
                  <a:pt x="190" y="7"/>
                  <a:pt x="190" y="7"/>
                  <a:pt x="191" y="8"/>
                </a:cubicBezTo>
                <a:cubicBezTo>
                  <a:pt x="192" y="9"/>
                  <a:pt x="194" y="11"/>
                  <a:pt x="195" y="13"/>
                </a:cubicBezTo>
                <a:cubicBezTo>
                  <a:pt x="192" y="17"/>
                  <a:pt x="189" y="20"/>
                  <a:pt x="186" y="24"/>
                </a:cubicBezTo>
                <a:cubicBezTo>
                  <a:pt x="186" y="24"/>
                  <a:pt x="186" y="24"/>
                  <a:pt x="187" y="25"/>
                </a:cubicBezTo>
                <a:cubicBezTo>
                  <a:pt x="188" y="24"/>
                  <a:pt x="189" y="23"/>
                  <a:pt x="190" y="22"/>
                </a:cubicBezTo>
                <a:cubicBezTo>
                  <a:pt x="190" y="22"/>
                  <a:pt x="191" y="21"/>
                  <a:pt x="192" y="22"/>
                </a:cubicBezTo>
                <a:cubicBezTo>
                  <a:pt x="195" y="23"/>
                  <a:pt x="196" y="25"/>
                  <a:pt x="194" y="28"/>
                </a:cubicBezTo>
                <a:cubicBezTo>
                  <a:pt x="194" y="29"/>
                  <a:pt x="193" y="30"/>
                  <a:pt x="192" y="31"/>
                </a:cubicBezTo>
                <a:cubicBezTo>
                  <a:pt x="192" y="31"/>
                  <a:pt x="192" y="31"/>
                  <a:pt x="192" y="32"/>
                </a:cubicBezTo>
                <a:cubicBezTo>
                  <a:pt x="193" y="31"/>
                  <a:pt x="194" y="30"/>
                  <a:pt x="195" y="30"/>
                </a:cubicBezTo>
                <a:cubicBezTo>
                  <a:pt x="197" y="28"/>
                  <a:pt x="199" y="28"/>
                  <a:pt x="200" y="30"/>
                </a:cubicBezTo>
                <a:cubicBezTo>
                  <a:pt x="201" y="31"/>
                  <a:pt x="201" y="31"/>
                  <a:pt x="202" y="32"/>
                </a:cubicBezTo>
                <a:cubicBezTo>
                  <a:pt x="199" y="36"/>
                  <a:pt x="196" y="40"/>
                  <a:pt x="193" y="44"/>
                </a:cubicBezTo>
                <a:cubicBezTo>
                  <a:pt x="191" y="46"/>
                  <a:pt x="191" y="47"/>
                  <a:pt x="193" y="48"/>
                </a:cubicBezTo>
                <a:cubicBezTo>
                  <a:pt x="193" y="48"/>
                  <a:pt x="193" y="48"/>
                  <a:pt x="193" y="48"/>
                </a:cubicBezTo>
                <a:cubicBezTo>
                  <a:pt x="194" y="48"/>
                  <a:pt x="195" y="46"/>
                  <a:pt x="196" y="46"/>
                </a:cubicBezTo>
                <a:cubicBezTo>
                  <a:pt x="197" y="47"/>
                  <a:pt x="198" y="48"/>
                  <a:pt x="199" y="49"/>
                </a:cubicBezTo>
                <a:cubicBezTo>
                  <a:pt x="200" y="50"/>
                  <a:pt x="199" y="51"/>
                  <a:pt x="199" y="52"/>
                </a:cubicBezTo>
                <a:cubicBezTo>
                  <a:pt x="197" y="54"/>
                  <a:pt x="196" y="56"/>
                  <a:pt x="194" y="58"/>
                </a:cubicBezTo>
                <a:cubicBezTo>
                  <a:pt x="194" y="58"/>
                  <a:pt x="194" y="59"/>
                  <a:pt x="194" y="59"/>
                </a:cubicBezTo>
                <a:cubicBezTo>
                  <a:pt x="195" y="59"/>
                  <a:pt x="195" y="58"/>
                  <a:pt x="195" y="58"/>
                </a:cubicBezTo>
                <a:cubicBezTo>
                  <a:pt x="196" y="56"/>
                  <a:pt x="198" y="56"/>
                  <a:pt x="199" y="58"/>
                </a:cubicBezTo>
                <a:cubicBezTo>
                  <a:pt x="202" y="61"/>
                  <a:pt x="201" y="61"/>
                  <a:pt x="199" y="63"/>
                </a:cubicBezTo>
                <a:cubicBezTo>
                  <a:pt x="198" y="65"/>
                  <a:pt x="197" y="67"/>
                  <a:pt x="195" y="68"/>
                </a:cubicBezTo>
                <a:cubicBezTo>
                  <a:pt x="198" y="69"/>
                  <a:pt x="198" y="71"/>
                  <a:pt x="199" y="72"/>
                </a:cubicBezTo>
                <a:cubicBezTo>
                  <a:pt x="199" y="72"/>
                  <a:pt x="199" y="73"/>
                  <a:pt x="199" y="74"/>
                </a:cubicBezTo>
                <a:cubicBezTo>
                  <a:pt x="197" y="77"/>
                  <a:pt x="195" y="80"/>
                  <a:pt x="194" y="83"/>
                </a:cubicBezTo>
                <a:cubicBezTo>
                  <a:pt x="193" y="83"/>
                  <a:pt x="193" y="84"/>
                  <a:pt x="193" y="85"/>
                </a:cubicBezTo>
                <a:cubicBezTo>
                  <a:pt x="193" y="86"/>
                  <a:pt x="193" y="87"/>
                  <a:pt x="192" y="88"/>
                </a:cubicBezTo>
                <a:cubicBezTo>
                  <a:pt x="191" y="88"/>
                  <a:pt x="191" y="89"/>
                  <a:pt x="191" y="89"/>
                </a:cubicBezTo>
                <a:cubicBezTo>
                  <a:pt x="191" y="90"/>
                  <a:pt x="192" y="90"/>
                  <a:pt x="192" y="90"/>
                </a:cubicBezTo>
                <a:cubicBezTo>
                  <a:pt x="194" y="91"/>
                  <a:pt x="195" y="93"/>
                  <a:pt x="194" y="95"/>
                </a:cubicBezTo>
                <a:cubicBezTo>
                  <a:pt x="193" y="97"/>
                  <a:pt x="192" y="99"/>
                  <a:pt x="191" y="101"/>
                </a:cubicBezTo>
                <a:cubicBezTo>
                  <a:pt x="192" y="101"/>
                  <a:pt x="193" y="101"/>
                  <a:pt x="194" y="100"/>
                </a:cubicBezTo>
                <a:cubicBezTo>
                  <a:pt x="195" y="99"/>
                  <a:pt x="196" y="100"/>
                  <a:pt x="197" y="100"/>
                </a:cubicBezTo>
                <a:cubicBezTo>
                  <a:pt x="198" y="100"/>
                  <a:pt x="199" y="101"/>
                  <a:pt x="199" y="102"/>
                </a:cubicBezTo>
                <a:cubicBezTo>
                  <a:pt x="200" y="104"/>
                  <a:pt x="199" y="106"/>
                  <a:pt x="198" y="107"/>
                </a:cubicBezTo>
                <a:cubicBezTo>
                  <a:pt x="200" y="108"/>
                  <a:pt x="201" y="109"/>
                  <a:pt x="200" y="111"/>
                </a:cubicBezTo>
                <a:cubicBezTo>
                  <a:pt x="200" y="113"/>
                  <a:pt x="199" y="114"/>
                  <a:pt x="197" y="116"/>
                </a:cubicBezTo>
                <a:cubicBezTo>
                  <a:pt x="198" y="116"/>
                  <a:pt x="199" y="117"/>
                  <a:pt x="200" y="117"/>
                </a:cubicBezTo>
                <a:cubicBezTo>
                  <a:pt x="202" y="118"/>
                  <a:pt x="202" y="120"/>
                  <a:pt x="201" y="122"/>
                </a:cubicBezTo>
                <a:cubicBezTo>
                  <a:pt x="199" y="124"/>
                  <a:pt x="198" y="126"/>
                  <a:pt x="196" y="128"/>
                </a:cubicBezTo>
                <a:cubicBezTo>
                  <a:pt x="198" y="129"/>
                  <a:pt x="201" y="129"/>
                  <a:pt x="200" y="131"/>
                </a:cubicBezTo>
                <a:cubicBezTo>
                  <a:pt x="200" y="133"/>
                  <a:pt x="199" y="135"/>
                  <a:pt x="198" y="137"/>
                </a:cubicBezTo>
                <a:cubicBezTo>
                  <a:pt x="198" y="137"/>
                  <a:pt x="198" y="137"/>
                  <a:pt x="198" y="137"/>
                </a:cubicBezTo>
                <a:cubicBezTo>
                  <a:pt x="199" y="137"/>
                  <a:pt x="200" y="137"/>
                  <a:pt x="200" y="138"/>
                </a:cubicBezTo>
                <a:cubicBezTo>
                  <a:pt x="201" y="140"/>
                  <a:pt x="201" y="141"/>
                  <a:pt x="200" y="143"/>
                </a:cubicBezTo>
                <a:cubicBezTo>
                  <a:pt x="200" y="144"/>
                  <a:pt x="199" y="144"/>
                  <a:pt x="199" y="145"/>
                </a:cubicBezTo>
                <a:cubicBezTo>
                  <a:pt x="198" y="146"/>
                  <a:pt x="198" y="146"/>
                  <a:pt x="199" y="146"/>
                </a:cubicBezTo>
                <a:cubicBezTo>
                  <a:pt x="201" y="149"/>
                  <a:pt x="199" y="152"/>
                  <a:pt x="197" y="154"/>
                </a:cubicBezTo>
                <a:cubicBezTo>
                  <a:pt x="197" y="154"/>
                  <a:pt x="197" y="154"/>
                  <a:pt x="197" y="154"/>
                </a:cubicBezTo>
                <a:cubicBezTo>
                  <a:pt x="198" y="156"/>
                  <a:pt x="198" y="159"/>
                  <a:pt x="199" y="161"/>
                </a:cubicBezTo>
                <a:cubicBezTo>
                  <a:pt x="199" y="162"/>
                  <a:pt x="198" y="163"/>
                  <a:pt x="197" y="164"/>
                </a:cubicBezTo>
                <a:cubicBezTo>
                  <a:pt x="195" y="166"/>
                  <a:pt x="193" y="169"/>
                  <a:pt x="190" y="171"/>
                </a:cubicBezTo>
                <a:cubicBezTo>
                  <a:pt x="188" y="173"/>
                  <a:pt x="186" y="175"/>
                  <a:pt x="184" y="176"/>
                </a:cubicBezTo>
                <a:cubicBezTo>
                  <a:pt x="183" y="177"/>
                  <a:pt x="183" y="177"/>
                  <a:pt x="183" y="177"/>
                </a:cubicBezTo>
                <a:cubicBezTo>
                  <a:pt x="181" y="176"/>
                  <a:pt x="181" y="177"/>
                  <a:pt x="180" y="178"/>
                </a:cubicBezTo>
                <a:cubicBezTo>
                  <a:pt x="179" y="178"/>
                  <a:pt x="178" y="179"/>
                  <a:pt x="177" y="178"/>
                </a:cubicBezTo>
                <a:cubicBezTo>
                  <a:pt x="176" y="177"/>
                  <a:pt x="175" y="176"/>
                  <a:pt x="174" y="176"/>
                </a:cubicBezTo>
                <a:cubicBezTo>
                  <a:pt x="173" y="177"/>
                  <a:pt x="172" y="178"/>
                  <a:pt x="171" y="179"/>
                </a:cubicBezTo>
                <a:cubicBezTo>
                  <a:pt x="170" y="181"/>
                  <a:pt x="169" y="181"/>
                  <a:pt x="167" y="180"/>
                </a:cubicBezTo>
                <a:cubicBezTo>
                  <a:pt x="166" y="179"/>
                  <a:pt x="165" y="178"/>
                  <a:pt x="165" y="176"/>
                </a:cubicBezTo>
                <a:cubicBezTo>
                  <a:pt x="164" y="176"/>
                  <a:pt x="163" y="177"/>
                  <a:pt x="162" y="177"/>
                </a:cubicBezTo>
                <a:cubicBezTo>
                  <a:pt x="161" y="177"/>
                  <a:pt x="160" y="176"/>
                  <a:pt x="159" y="176"/>
                </a:cubicBezTo>
                <a:cubicBezTo>
                  <a:pt x="158" y="175"/>
                  <a:pt x="158" y="175"/>
                  <a:pt x="157" y="176"/>
                </a:cubicBezTo>
                <a:cubicBezTo>
                  <a:pt x="155" y="176"/>
                  <a:pt x="154" y="176"/>
                  <a:pt x="153" y="175"/>
                </a:cubicBezTo>
                <a:cubicBezTo>
                  <a:pt x="153" y="175"/>
                  <a:pt x="152" y="174"/>
                  <a:pt x="152" y="175"/>
                </a:cubicBezTo>
                <a:cubicBezTo>
                  <a:pt x="150" y="175"/>
                  <a:pt x="149" y="175"/>
                  <a:pt x="148" y="174"/>
                </a:cubicBezTo>
                <a:cubicBezTo>
                  <a:pt x="147" y="174"/>
                  <a:pt x="146" y="174"/>
                  <a:pt x="146" y="174"/>
                </a:cubicBezTo>
                <a:cubicBezTo>
                  <a:pt x="144" y="176"/>
                  <a:pt x="143" y="177"/>
                  <a:pt x="140" y="175"/>
                </a:cubicBezTo>
                <a:cubicBezTo>
                  <a:pt x="140" y="175"/>
                  <a:pt x="139" y="175"/>
                  <a:pt x="138" y="175"/>
                </a:cubicBezTo>
                <a:cubicBezTo>
                  <a:pt x="137" y="175"/>
                  <a:pt x="137" y="175"/>
                  <a:pt x="136" y="175"/>
                </a:cubicBezTo>
                <a:cubicBezTo>
                  <a:pt x="135" y="177"/>
                  <a:pt x="134" y="177"/>
                  <a:pt x="132" y="176"/>
                </a:cubicBezTo>
                <a:cubicBezTo>
                  <a:pt x="132" y="176"/>
                  <a:pt x="131" y="176"/>
                  <a:pt x="130" y="176"/>
                </a:cubicBezTo>
                <a:cubicBezTo>
                  <a:pt x="128" y="178"/>
                  <a:pt x="128" y="178"/>
                  <a:pt x="126" y="177"/>
                </a:cubicBezTo>
                <a:close/>
                <a:moveTo>
                  <a:pt x="48" y="157"/>
                </a:moveTo>
                <a:cubicBezTo>
                  <a:pt x="48" y="157"/>
                  <a:pt x="48" y="157"/>
                  <a:pt x="47" y="156"/>
                </a:cubicBezTo>
                <a:cubicBezTo>
                  <a:pt x="45" y="159"/>
                  <a:pt x="43" y="161"/>
                  <a:pt x="41" y="163"/>
                </a:cubicBezTo>
                <a:cubicBezTo>
                  <a:pt x="41" y="163"/>
                  <a:pt x="42" y="163"/>
                  <a:pt x="42" y="163"/>
                </a:cubicBezTo>
                <a:cubicBezTo>
                  <a:pt x="44" y="161"/>
                  <a:pt x="45" y="160"/>
                  <a:pt x="47" y="158"/>
                </a:cubicBezTo>
                <a:cubicBezTo>
                  <a:pt x="48" y="158"/>
                  <a:pt x="48" y="157"/>
                  <a:pt x="48" y="157"/>
                </a:cubicBezTo>
                <a:close/>
                <a:moveTo>
                  <a:pt x="21" y="127"/>
                </a:moveTo>
                <a:cubicBezTo>
                  <a:pt x="21" y="127"/>
                  <a:pt x="21" y="127"/>
                  <a:pt x="21" y="128"/>
                </a:cubicBezTo>
                <a:cubicBezTo>
                  <a:pt x="23" y="126"/>
                  <a:pt x="24" y="125"/>
                  <a:pt x="26" y="124"/>
                </a:cubicBezTo>
                <a:cubicBezTo>
                  <a:pt x="26" y="123"/>
                  <a:pt x="26" y="123"/>
                  <a:pt x="26" y="121"/>
                </a:cubicBezTo>
                <a:cubicBezTo>
                  <a:pt x="24" y="123"/>
                  <a:pt x="23" y="125"/>
                  <a:pt x="21" y="127"/>
                </a:cubicBezTo>
                <a:close/>
                <a:moveTo>
                  <a:pt x="69" y="24"/>
                </a:moveTo>
                <a:cubicBezTo>
                  <a:pt x="67" y="25"/>
                  <a:pt x="68" y="27"/>
                  <a:pt x="68" y="28"/>
                </a:cubicBezTo>
                <a:cubicBezTo>
                  <a:pt x="69" y="27"/>
                  <a:pt x="70" y="26"/>
                  <a:pt x="69" y="24"/>
                </a:cubicBezTo>
                <a:close/>
              </a:path>
            </a:pathLst>
          </a:custGeom>
          <a:solidFill>
            <a:schemeClr val="accent3"/>
          </a:solidFill>
          <a:ln>
            <a:noFill/>
          </a:ln>
        </p:spPr>
        <p:txBody>
          <a:bodyPr vert="horz" wrap="square" lIns="91411" tIns="45704" rIns="91411" bIns="45704" numCol="1" anchor="ctr" anchorCtr="0" compatLnSpc="1">
            <a:prstTxWarp prst="textNoShape">
              <a:avLst/>
            </a:prstTxWarp>
          </a:bodyPr>
          <a:lstStyle/>
          <a:p>
            <a:pPr algn="ctr">
              <a:lnSpc>
                <a:spcPct val="106000"/>
              </a:lnSpc>
              <a:defRPr/>
            </a:pPr>
            <a:r>
              <a:rPr lang="en-US" sz="1400">
                <a:solidFill>
                  <a:schemeClr val="bg1"/>
                </a:solidFill>
                <a:latin typeface="Arial" panose="020B0604020202020204" pitchFamily="34" charset="0"/>
                <a:ea typeface="Verdana" panose="020B0604030504040204" pitchFamily="34" charset="0"/>
                <a:cs typeface="Arial" panose="020B0604020202020204" pitchFamily="34" charset="0"/>
              </a:rPr>
              <a:t>Portfolio diversification through solar, BESS, PSP</a:t>
            </a:r>
          </a:p>
        </p:txBody>
      </p:sp>
      <p:sp>
        <p:nvSpPr>
          <p:cNvPr id="14" name="Freeform 26">
            <a:extLst>
              <a:ext uri="{FF2B5EF4-FFF2-40B4-BE49-F238E27FC236}">
                <a16:creationId xmlns:a16="http://schemas.microsoft.com/office/drawing/2014/main" id="{98519954-4430-9FCB-6C1C-C75F3CA77966}"/>
              </a:ext>
            </a:extLst>
          </p:cNvPr>
          <p:cNvSpPr>
            <a:spLocks noEditPoints="1"/>
          </p:cNvSpPr>
          <p:nvPr/>
        </p:nvSpPr>
        <p:spPr bwMode="auto">
          <a:xfrm>
            <a:off x="6140245" y="1012893"/>
            <a:ext cx="2628000" cy="540000"/>
          </a:xfrm>
          <a:custGeom>
            <a:avLst/>
            <a:gdLst>
              <a:gd name="T0" fmla="*/ 116 w 202"/>
              <a:gd name="T1" fmla="*/ 174 h 184"/>
              <a:gd name="T2" fmla="*/ 95 w 202"/>
              <a:gd name="T3" fmla="*/ 179 h 184"/>
              <a:gd name="T4" fmla="*/ 85 w 202"/>
              <a:gd name="T5" fmla="*/ 176 h 184"/>
              <a:gd name="T6" fmla="*/ 77 w 202"/>
              <a:gd name="T7" fmla="*/ 171 h 184"/>
              <a:gd name="T8" fmla="*/ 60 w 202"/>
              <a:gd name="T9" fmla="*/ 174 h 184"/>
              <a:gd name="T10" fmla="*/ 46 w 202"/>
              <a:gd name="T11" fmla="*/ 177 h 184"/>
              <a:gd name="T12" fmla="*/ 34 w 202"/>
              <a:gd name="T13" fmla="*/ 177 h 184"/>
              <a:gd name="T14" fmla="*/ 28 w 202"/>
              <a:gd name="T15" fmla="*/ 180 h 184"/>
              <a:gd name="T16" fmla="*/ 16 w 202"/>
              <a:gd name="T17" fmla="*/ 179 h 184"/>
              <a:gd name="T18" fmla="*/ 13 w 202"/>
              <a:gd name="T19" fmla="*/ 166 h 184"/>
              <a:gd name="T20" fmla="*/ 16 w 202"/>
              <a:gd name="T21" fmla="*/ 151 h 184"/>
              <a:gd name="T22" fmla="*/ 14 w 202"/>
              <a:gd name="T23" fmla="*/ 140 h 184"/>
              <a:gd name="T24" fmla="*/ 13 w 202"/>
              <a:gd name="T25" fmla="*/ 128 h 184"/>
              <a:gd name="T26" fmla="*/ 11 w 202"/>
              <a:gd name="T27" fmla="*/ 116 h 184"/>
              <a:gd name="T28" fmla="*/ 7 w 202"/>
              <a:gd name="T29" fmla="*/ 104 h 184"/>
              <a:gd name="T30" fmla="*/ 6 w 202"/>
              <a:gd name="T31" fmla="*/ 92 h 184"/>
              <a:gd name="T32" fmla="*/ 5 w 202"/>
              <a:gd name="T33" fmla="*/ 79 h 184"/>
              <a:gd name="T34" fmla="*/ 8 w 202"/>
              <a:gd name="T35" fmla="*/ 65 h 184"/>
              <a:gd name="T36" fmla="*/ 11 w 202"/>
              <a:gd name="T37" fmla="*/ 54 h 184"/>
              <a:gd name="T38" fmla="*/ 13 w 202"/>
              <a:gd name="T39" fmla="*/ 43 h 184"/>
              <a:gd name="T40" fmla="*/ 9 w 202"/>
              <a:gd name="T41" fmla="*/ 31 h 184"/>
              <a:gd name="T42" fmla="*/ 14 w 202"/>
              <a:gd name="T43" fmla="*/ 21 h 184"/>
              <a:gd name="T44" fmla="*/ 23 w 202"/>
              <a:gd name="T45" fmla="*/ 12 h 184"/>
              <a:gd name="T46" fmla="*/ 37 w 202"/>
              <a:gd name="T47" fmla="*/ 8 h 184"/>
              <a:gd name="T48" fmla="*/ 58 w 202"/>
              <a:gd name="T49" fmla="*/ 7 h 184"/>
              <a:gd name="T50" fmla="*/ 67 w 202"/>
              <a:gd name="T51" fmla="*/ 8 h 184"/>
              <a:gd name="T52" fmla="*/ 76 w 202"/>
              <a:gd name="T53" fmla="*/ 9 h 184"/>
              <a:gd name="T54" fmla="*/ 52 w 202"/>
              <a:gd name="T55" fmla="*/ 29 h 184"/>
              <a:gd name="T56" fmla="*/ 80 w 202"/>
              <a:gd name="T57" fmla="*/ 8 h 184"/>
              <a:gd name="T58" fmla="*/ 99 w 202"/>
              <a:gd name="T59" fmla="*/ 2 h 184"/>
              <a:gd name="T60" fmla="*/ 99 w 202"/>
              <a:gd name="T61" fmla="*/ 15 h 184"/>
              <a:gd name="T62" fmla="*/ 103 w 202"/>
              <a:gd name="T63" fmla="*/ 14 h 184"/>
              <a:gd name="T64" fmla="*/ 125 w 202"/>
              <a:gd name="T65" fmla="*/ 1 h 184"/>
              <a:gd name="T66" fmla="*/ 127 w 202"/>
              <a:gd name="T67" fmla="*/ 8 h 184"/>
              <a:gd name="T68" fmla="*/ 141 w 202"/>
              <a:gd name="T69" fmla="*/ 3 h 184"/>
              <a:gd name="T70" fmla="*/ 151 w 202"/>
              <a:gd name="T71" fmla="*/ 6 h 184"/>
              <a:gd name="T72" fmla="*/ 164 w 202"/>
              <a:gd name="T73" fmla="*/ 4 h 184"/>
              <a:gd name="T74" fmla="*/ 174 w 202"/>
              <a:gd name="T75" fmla="*/ 6 h 184"/>
              <a:gd name="T76" fmla="*/ 185 w 202"/>
              <a:gd name="T77" fmla="*/ 6 h 184"/>
              <a:gd name="T78" fmla="*/ 195 w 202"/>
              <a:gd name="T79" fmla="*/ 13 h 184"/>
              <a:gd name="T80" fmla="*/ 192 w 202"/>
              <a:gd name="T81" fmla="*/ 22 h 184"/>
              <a:gd name="T82" fmla="*/ 195 w 202"/>
              <a:gd name="T83" fmla="*/ 30 h 184"/>
              <a:gd name="T84" fmla="*/ 193 w 202"/>
              <a:gd name="T85" fmla="*/ 48 h 184"/>
              <a:gd name="T86" fmla="*/ 199 w 202"/>
              <a:gd name="T87" fmla="*/ 52 h 184"/>
              <a:gd name="T88" fmla="*/ 199 w 202"/>
              <a:gd name="T89" fmla="*/ 58 h 184"/>
              <a:gd name="T90" fmla="*/ 199 w 202"/>
              <a:gd name="T91" fmla="*/ 74 h 184"/>
              <a:gd name="T92" fmla="*/ 191 w 202"/>
              <a:gd name="T93" fmla="*/ 89 h 184"/>
              <a:gd name="T94" fmla="*/ 194 w 202"/>
              <a:gd name="T95" fmla="*/ 100 h 184"/>
              <a:gd name="T96" fmla="*/ 200 w 202"/>
              <a:gd name="T97" fmla="*/ 111 h 184"/>
              <a:gd name="T98" fmla="*/ 196 w 202"/>
              <a:gd name="T99" fmla="*/ 128 h 184"/>
              <a:gd name="T100" fmla="*/ 200 w 202"/>
              <a:gd name="T101" fmla="*/ 138 h 184"/>
              <a:gd name="T102" fmla="*/ 197 w 202"/>
              <a:gd name="T103" fmla="*/ 154 h 184"/>
              <a:gd name="T104" fmla="*/ 190 w 202"/>
              <a:gd name="T105" fmla="*/ 171 h 184"/>
              <a:gd name="T106" fmla="*/ 177 w 202"/>
              <a:gd name="T107" fmla="*/ 178 h 184"/>
              <a:gd name="T108" fmla="*/ 165 w 202"/>
              <a:gd name="T109" fmla="*/ 176 h 184"/>
              <a:gd name="T110" fmla="*/ 153 w 202"/>
              <a:gd name="T111" fmla="*/ 175 h 184"/>
              <a:gd name="T112" fmla="*/ 140 w 202"/>
              <a:gd name="T113" fmla="*/ 175 h 184"/>
              <a:gd name="T114" fmla="*/ 130 w 202"/>
              <a:gd name="T115" fmla="*/ 176 h 184"/>
              <a:gd name="T116" fmla="*/ 41 w 202"/>
              <a:gd name="T117" fmla="*/ 163 h 184"/>
              <a:gd name="T118" fmla="*/ 21 w 202"/>
              <a:gd name="T119" fmla="*/ 127 h 184"/>
              <a:gd name="T120" fmla="*/ 21 w 202"/>
              <a:gd name="T121" fmla="*/ 127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2" h="184">
                <a:moveTo>
                  <a:pt x="126" y="177"/>
                </a:moveTo>
                <a:cubicBezTo>
                  <a:pt x="124" y="177"/>
                  <a:pt x="123" y="179"/>
                  <a:pt x="121" y="178"/>
                </a:cubicBezTo>
                <a:cubicBezTo>
                  <a:pt x="119" y="176"/>
                  <a:pt x="118" y="175"/>
                  <a:pt x="119" y="173"/>
                </a:cubicBezTo>
                <a:cubicBezTo>
                  <a:pt x="118" y="174"/>
                  <a:pt x="117" y="174"/>
                  <a:pt x="116" y="174"/>
                </a:cubicBezTo>
                <a:cubicBezTo>
                  <a:pt x="114" y="175"/>
                  <a:pt x="112" y="177"/>
                  <a:pt x="111" y="178"/>
                </a:cubicBezTo>
                <a:cubicBezTo>
                  <a:pt x="107" y="179"/>
                  <a:pt x="107" y="179"/>
                  <a:pt x="104" y="177"/>
                </a:cubicBezTo>
                <a:cubicBezTo>
                  <a:pt x="102" y="178"/>
                  <a:pt x="101" y="178"/>
                  <a:pt x="98" y="178"/>
                </a:cubicBezTo>
                <a:cubicBezTo>
                  <a:pt x="97" y="177"/>
                  <a:pt x="96" y="178"/>
                  <a:pt x="95" y="179"/>
                </a:cubicBezTo>
                <a:cubicBezTo>
                  <a:pt x="93" y="179"/>
                  <a:pt x="91" y="180"/>
                  <a:pt x="89" y="181"/>
                </a:cubicBezTo>
                <a:cubicBezTo>
                  <a:pt x="88" y="181"/>
                  <a:pt x="87" y="182"/>
                  <a:pt x="86" y="180"/>
                </a:cubicBezTo>
                <a:cubicBezTo>
                  <a:pt x="86" y="179"/>
                  <a:pt x="85" y="179"/>
                  <a:pt x="85" y="178"/>
                </a:cubicBezTo>
                <a:cubicBezTo>
                  <a:pt x="85" y="177"/>
                  <a:pt x="85" y="177"/>
                  <a:pt x="85" y="176"/>
                </a:cubicBezTo>
                <a:cubicBezTo>
                  <a:pt x="86" y="175"/>
                  <a:pt x="87" y="174"/>
                  <a:pt x="88" y="173"/>
                </a:cubicBezTo>
                <a:cubicBezTo>
                  <a:pt x="88" y="173"/>
                  <a:pt x="88" y="173"/>
                  <a:pt x="88" y="173"/>
                </a:cubicBezTo>
                <a:cubicBezTo>
                  <a:pt x="86" y="171"/>
                  <a:pt x="84" y="172"/>
                  <a:pt x="83" y="173"/>
                </a:cubicBezTo>
                <a:cubicBezTo>
                  <a:pt x="80" y="176"/>
                  <a:pt x="78" y="174"/>
                  <a:pt x="77" y="171"/>
                </a:cubicBezTo>
                <a:cubicBezTo>
                  <a:pt x="74" y="172"/>
                  <a:pt x="70" y="173"/>
                  <a:pt x="68" y="175"/>
                </a:cubicBezTo>
                <a:cubicBezTo>
                  <a:pt x="66" y="176"/>
                  <a:pt x="65" y="177"/>
                  <a:pt x="64" y="177"/>
                </a:cubicBezTo>
                <a:cubicBezTo>
                  <a:pt x="63" y="178"/>
                  <a:pt x="62" y="177"/>
                  <a:pt x="61" y="176"/>
                </a:cubicBezTo>
                <a:cubicBezTo>
                  <a:pt x="61" y="176"/>
                  <a:pt x="61" y="175"/>
                  <a:pt x="60" y="174"/>
                </a:cubicBezTo>
                <a:cubicBezTo>
                  <a:pt x="58" y="175"/>
                  <a:pt x="57" y="176"/>
                  <a:pt x="55" y="177"/>
                </a:cubicBezTo>
                <a:cubicBezTo>
                  <a:pt x="54" y="179"/>
                  <a:pt x="52" y="180"/>
                  <a:pt x="51" y="181"/>
                </a:cubicBezTo>
                <a:cubicBezTo>
                  <a:pt x="49" y="183"/>
                  <a:pt x="46" y="182"/>
                  <a:pt x="46" y="179"/>
                </a:cubicBezTo>
                <a:cubicBezTo>
                  <a:pt x="46" y="178"/>
                  <a:pt x="46" y="178"/>
                  <a:pt x="46" y="177"/>
                </a:cubicBezTo>
                <a:cubicBezTo>
                  <a:pt x="44" y="179"/>
                  <a:pt x="42" y="180"/>
                  <a:pt x="41" y="181"/>
                </a:cubicBezTo>
                <a:cubicBezTo>
                  <a:pt x="39" y="182"/>
                  <a:pt x="38" y="183"/>
                  <a:pt x="37" y="184"/>
                </a:cubicBezTo>
                <a:cubicBezTo>
                  <a:pt x="36" y="184"/>
                  <a:pt x="35" y="184"/>
                  <a:pt x="34" y="183"/>
                </a:cubicBezTo>
                <a:cubicBezTo>
                  <a:pt x="32" y="182"/>
                  <a:pt x="32" y="179"/>
                  <a:pt x="34" y="177"/>
                </a:cubicBezTo>
                <a:cubicBezTo>
                  <a:pt x="34" y="177"/>
                  <a:pt x="35" y="176"/>
                  <a:pt x="35" y="176"/>
                </a:cubicBezTo>
                <a:cubicBezTo>
                  <a:pt x="35" y="176"/>
                  <a:pt x="35" y="176"/>
                  <a:pt x="35" y="176"/>
                </a:cubicBezTo>
                <a:cubicBezTo>
                  <a:pt x="34" y="176"/>
                  <a:pt x="33" y="177"/>
                  <a:pt x="32" y="178"/>
                </a:cubicBezTo>
                <a:cubicBezTo>
                  <a:pt x="31" y="179"/>
                  <a:pt x="30" y="180"/>
                  <a:pt x="28" y="180"/>
                </a:cubicBezTo>
                <a:cubicBezTo>
                  <a:pt x="27" y="181"/>
                  <a:pt x="26" y="181"/>
                  <a:pt x="25" y="180"/>
                </a:cubicBezTo>
                <a:cubicBezTo>
                  <a:pt x="24" y="178"/>
                  <a:pt x="23" y="178"/>
                  <a:pt x="24" y="176"/>
                </a:cubicBezTo>
                <a:cubicBezTo>
                  <a:pt x="22" y="177"/>
                  <a:pt x="21" y="178"/>
                  <a:pt x="20" y="179"/>
                </a:cubicBezTo>
                <a:cubicBezTo>
                  <a:pt x="19" y="180"/>
                  <a:pt x="17" y="180"/>
                  <a:pt x="16" y="179"/>
                </a:cubicBezTo>
                <a:cubicBezTo>
                  <a:pt x="16" y="179"/>
                  <a:pt x="15" y="178"/>
                  <a:pt x="15" y="178"/>
                </a:cubicBezTo>
                <a:cubicBezTo>
                  <a:pt x="14" y="177"/>
                  <a:pt x="14" y="176"/>
                  <a:pt x="15" y="174"/>
                </a:cubicBezTo>
                <a:cubicBezTo>
                  <a:pt x="12" y="174"/>
                  <a:pt x="10" y="172"/>
                  <a:pt x="11" y="171"/>
                </a:cubicBezTo>
                <a:cubicBezTo>
                  <a:pt x="11" y="169"/>
                  <a:pt x="13" y="167"/>
                  <a:pt x="13" y="166"/>
                </a:cubicBezTo>
                <a:cubicBezTo>
                  <a:pt x="12" y="164"/>
                  <a:pt x="11" y="163"/>
                  <a:pt x="9" y="161"/>
                </a:cubicBezTo>
                <a:cubicBezTo>
                  <a:pt x="12" y="157"/>
                  <a:pt x="16" y="154"/>
                  <a:pt x="18" y="149"/>
                </a:cubicBezTo>
                <a:cubicBezTo>
                  <a:pt x="18" y="149"/>
                  <a:pt x="18" y="149"/>
                  <a:pt x="18" y="149"/>
                </a:cubicBezTo>
                <a:cubicBezTo>
                  <a:pt x="17" y="149"/>
                  <a:pt x="17" y="150"/>
                  <a:pt x="16" y="151"/>
                </a:cubicBezTo>
                <a:cubicBezTo>
                  <a:pt x="14" y="152"/>
                  <a:pt x="12" y="151"/>
                  <a:pt x="11" y="149"/>
                </a:cubicBezTo>
                <a:cubicBezTo>
                  <a:pt x="10" y="148"/>
                  <a:pt x="11" y="147"/>
                  <a:pt x="12" y="146"/>
                </a:cubicBezTo>
                <a:cubicBezTo>
                  <a:pt x="14" y="143"/>
                  <a:pt x="16" y="140"/>
                  <a:pt x="18" y="137"/>
                </a:cubicBezTo>
                <a:cubicBezTo>
                  <a:pt x="17" y="138"/>
                  <a:pt x="15" y="139"/>
                  <a:pt x="14" y="140"/>
                </a:cubicBezTo>
                <a:cubicBezTo>
                  <a:pt x="12" y="141"/>
                  <a:pt x="10" y="141"/>
                  <a:pt x="9" y="140"/>
                </a:cubicBezTo>
                <a:cubicBezTo>
                  <a:pt x="8" y="139"/>
                  <a:pt x="7" y="137"/>
                  <a:pt x="8" y="135"/>
                </a:cubicBezTo>
                <a:cubicBezTo>
                  <a:pt x="9" y="133"/>
                  <a:pt x="11" y="131"/>
                  <a:pt x="12" y="129"/>
                </a:cubicBezTo>
                <a:cubicBezTo>
                  <a:pt x="12" y="128"/>
                  <a:pt x="13" y="128"/>
                  <a:pt x="13" y="128"/>
                </a:cubicBezTo>
                <a:cubicBezTo>
                  <a:pt x="10" y="128"/>
                  <a:pt x="8" y="126"/>
                  <a:pt x="8" y="124"/>
                </a:cubicBezTo>
                <a:cubicBezTo>
                  <a:pt x="8" y="123"/>
                  <a:pt x="9" y="122"/>
                  <a:pt x="9" y="121"/>
                </a:cubicBezTo>
                <a:cubicBezTo>
                  <a:pt x="10" y="120"/>
                  <a:pt x="12" y="118"/>
                  <a:pt x="13" y="116"/>
                </a:cubicBezTo>
                <a:cubicBezTo>
                  <a:pt x="12" y="116"/>
                  <a:pt x="12" y="116"/>
                  <a:pt x="11" y="116"/>
                </a:cubicBezTo>
                <a:cubicBezTo>
                  <a:pt x="9" y="117"/>
                  <a:pt x="7" y="115"/>
                  <a:pt x="7" y="113"/>
                </a:cubicBezTo>
                <a:cubicBezTo>
                  <a:pt x="7" y="112"/>
                  <a:pt x="7" y="111"/>
                  <a:pt x="8" y="110"/>
                </a:cubicBezTo>
                <a:cubicBezTo>
                  <a:pt x="9" y="108"/>
                  <a:pt x="11" y="106"/>
                  <a:pt x="13" y="104"/>
                </a:cubicBezTo>
                <a:cubicBezTo>
                  <a:pt x="11" y="104"/>
                  <a:pt x="9" y="106"/>
                  <a:pt x="7" y="104"/>
                </a:cubicBezTo>
                <a:cubicBezTo>
                  <a:pt x="6" y="104"/>
                  <a:pt x="6" y="102"/>
                  <a:pt x="5" y="101"/>
                </a:cubicBezTo>
                <a:cubicBezTo>
                  <a:pt x="7" y="99"/>
                  <a:pt x="8" y="98"/>
                  <a:pt x="9" y="96"/>
                </a:cubicBezTo>
                <a:cubicBezTo>
                  <a:pt x="8" y="95"/>
                  <a:pt x="8" y="94"/>
                  <a:pt x="7" y="92"/>
                </a:cubicBezTo>
                <a:cubicBezTo>
                  <a:pt x="7" y="92"/>
                  <a:pt x="6" y="92"/>
                  <a:pt x="6" y="92"/>
                </a:cubicBezTo>
                <a:cubicBezTo>
                  <a:pt x="4" y="91"/>
                  <a:pt x="3" y="88"/>
                  <a:pt x="4" y="86"/>
                </a:cubicBezTo>
                <a:cubicBezTo>
                  <a:pt x="4" y="86"/>
                  <a:pt x="5" y="86"/>
                  <a:pt x="5" y="85"/>
                </a:cubicBezTo>
                <a:cubicBezTo>
                  <a:pt x="6" y="85"/>
                  <a:pt x="6" y="84"/>
                  <a:pt x="5" y="83"/>
                </a:cubicBezTo>
                <a:cubicBezTo>
                  <a:pt x="4" y="82"/>
                  <a:pt x="4" y="81"/>
                  <a:pt x="5" y="79"/>
                </a:cubicBezTo>
                <a:cubicBezTo>
                  <a:pt x="6" y="77"/>
                  <a:pt x="7" y="76"/>
                  <a:pt x="8" y="74"/>
                </a:cubicBezTo>
                <a:cubicBezTo>
                  <a:pt x="9" y="74"/>
                  <a:pt x="8" y="73"/>
                  <a:pt x="8" y="73"/>
                </a:cubicBezTo>
                <a:cubicBezTo>
                  <a:pt x="5" y="70"/>
                  <a:pt x="6" y="69"/>
                  <a:pt x="8" y="67"/>
                </a:cubicBezTo>
                <a:cubicBezTo>
                  <a:pt x="9" y="66"/>
                  <a:pt x="9" y="65"/>
                  <a:pt x="8" y="65"/>
                </a:cubicBezTo>
                <a:cubicBezTo>
                  <a:pt x="6" y="62"/>
                  <a:pt x="6" y="63"/>
                  <a:pt x="8" y="60"/>
                </a:cubicBezTo>
                <a:cubicBezTo>
                  <a:pt x="10" y="57"/>
                  <a:pt x="12" y="55"/>
                  <a:pt x="14" y="53"/>
                </a:cubicBezTo>
                <a:cubicBezTo>
                  <a:pt x="14" y="52"/>
                  <a:pt x="14" y="52"/>
                  <a:pt x="14" y="52"/>
                </a:cubicBezTo>
                <a:cubicBezTo>
                  <a:pt x="13" y="53"/>
                  <a:pt x="12" y="54"/>
                  <a:pt x="11" y="54"/>
                </a:cubicBezTo>
                <a:cubicBezTo>
                  <a:pt x="10" y="56"/>
                  <a:pt x="8" y="58"/>
                  <a:pt x="6" y="60"/>
                </a:cubicBezTo>
                <a:cubicBezTo>
                  <a:pt x="5" y="62"/>
                  <a:pt x="3" y="62"/>
                  <a:pt x="2" y="60"/>
                </a:cubicBezTo>
                <a:cubicBezTo>
                  <a:pt x="0" y="57"/>
                  <a:pt x="2" y="55"/>
                  <a:pt x="3" y="54"/>
                </a:cubicBezTo>
                <a:cubicBezTo>
                  <a:pt x="6" y="50"/>
                  <a:pt x="10" y="47"/>
                  <a:pt x="13" y="43"/>
                </a:cubicBezTo>
                <a:cubicBezTo>
                  <a:pt x="11" y="44"/>
                  <a:pt x="8" y="42"/>
                  <a:pt x="8" y="39"/>
                </a:cubicBezTo>
                <a:cubicBezTo>
                  <a:pt x="8" y="38"/>
                  <a:pt x="8" y="37"/>
                  <a:pt x="9" y="37"/>
                </a:cubicBezTo>
                <a:cubicBezTo>
                  <a:pt x="10" y="37"/>
                  <a:pt x="11" y="36"/>
                  <a:pt x="11" y="35"/>
                </a:cubicBezTo>
                <a:cubicBezTo>
                  <a:pt x="10" y="34"/>
                  <a:pt x="10" y="32"/>
                  <a:pt x="9" y="31"/>
                </a:cubicBezTo>
                <a:cubicBezTo>
                  <a:pt x="9" y="30"/>
                  <a:pt x="9" y="29"/>
                  <a:pt x="10" y="29"/>
                </a:cubicBezTo>
                <a:cubicBezTo>
                  <a:pt x="11" y="28"/>
                  <a:pt x="13" y="27"/>
                  <a:pt x="14" y="25"/>
                </a:cubicBezTo>
                <a:cubicBezTo>
                  <a:pt x="14" y="25"/>
                  <a:pt x="15" y="24"/>
                  <a:pt x="15" y="24"/>
                </a:cubicBezTo>
                <a:cubicBezTo>
                  <a:pt x="14" y="23"/>
                  <a:pt x="15" y="22"/>
                  <a:pt x="14" y="21"/>
                </a:cubicBezTo>
                <a:cubicBezTo>
                  <a:pt x="13" y="21"/>
                  <a:pt x="13" y="19"/>
                  <a:pt x="14" y="19"/>
                </a:cubicBezTo>
                <a:cubicBezTo>
                  <a:pt x="15" y="17"/>
                  <a:pt x="16" y="16"/>
                  <a:pt x="18" y="14"/>
                </a:cubicBezTo>
                <a:cubicBezTo>
                  <a:pt x="18" y="14"/>
                  <a:pt x="19" y="13"/>
                  <a:pt x="20" y="12"/>
                </a:cubicBezTo>
                <a:cubicBezTo>
                  <a:pt x="21" y="11"/>
                  <a:pt x="22" y="11"/>
                  <a:pt x="23" y="12"/>
                </a:cubicBezTo>
                <a:cubicBezTo>
                  <a:pt x="24" y="13"/>
                  <a:pt x="26" y="13"/>
                  <a:pt x="27" y="13"/>
                </a:cubicBezTo>
                <a:cubicBezTo>
                  <a:pt x="28" y="13"/>
                  <a:pt x="28" y="13"/>
                  <a:pt x="29" y="14"/>
                </a:cubicBezTo>
                <a:cubicBezTo>
                  <a:pt x="30" y="14"/>
                  <a:pt x="30" y="14"/>
                  <a:pt x="31" y="14"/>
                </a:cubicBezTo>
                <a:cubicBezTo>
                  <a:pt x="33" y="12"/>
                  <a:pt x="35" y="10"/>
                  <a:pt x="37" y="8"/>
                </a:cubicBezTo>
                <a:cubicBezTo>
                  <a:pt x="38" y="8"/>
                  <a:pt x="38" y="8"/>
                  <a:pt x="38" y="8"/>
                </a:cubicBezTo>
                <a:cubicBezTo>
                  <a:pt x="40" y="7"/>
                  <a:pt x="43" y="10"/>
                  <a:pt x="43" y="12"/>
                </a:cubicBezTo>
                <a:cubicBezTo>
                  <a:pt x="46" y="10"/>
                  <a:pt x="49" y="8"/>
                  <a:pt x="52" y="5"/>
                </a:cubicBezTo>
                <a:cubicBezTo>
                  <a:pt x="54" y="3"/>
                  <a:pt x="57" y="4"/>
                  <a:pt x="58" y="7"/>
                </a:cubicBezTo>
                <a:cubicBezTo>
                  <a:pt x="58" y="7"/>
                  <a:pt x="58" y="8"/>
                  <a:pt x="58" y="9"/>
                </a:cubicBezTo>
                <a:cubicBezTo>
                  <a:pt x="59" y="8"/>
                  <a:pt x="60" y="7"/>
                  <a:pt x="61" y="6"/>
                </a:cubicBezTo>
                <a:cubicBezTo>
                  <a:pt x="62" y="4"/>
                  <a:pt x="64" y="4"/>
                  <a:pt x="65" y="6"/>
                </a:cubicBezTo>
                <a:cubicBezTo>
                  <a:pt x="66" y="6"/>
                  <a:pt x="67" y="7"/>
                  <a:pt x="67" y="8"/>
                </a:cubicBezTo>
                <a:cubicBezTo>
                  <a:pt x="67" y="8"/>
                  <a:pt x="68" y="8"/>
                  <a:pt x="68" y="8"/>
                </a:cubicBezTo>
                <a:cubicBezTo>
                  <a:pt x="70" y="6"/>
                  <a:pt x="71" y="5"/>
                  <a:pt x="72" y="4"/>
                </a:cubicBezTo>
                <a:cubicBezTo>
                  <a:pt x="73" y="4"/>
                  <a:pt x="73" y="4"/>
                  <a:pt x="73" y="4"/>
                </a:cubicBezTo>
                <a:cubicBezTo>
                  <a:pt x="75" y="4"/>
                  <a:pt x="77" y="7"/>
                  <a:pt x="76" y="9"/>
                </a:cubicBezTo>
                <a:cubicBezTo>
                  <a:pt x="76" y="9"/>
                  <a:pt x="76" y="9"/>
                  <a:pt x="76" y="9"/>
                </a:cubicBezTo>
                <a:cubicBezTo>
                  <a:pt x="71" y="14"/>
                  <a:pt x="65" y="18"/>
                  <a:pt x="60" y="22"/>
                </a:cubicBezTo>
                <a:cubicBezTo>
                  <a:pt x="58" y="24"/>
                  <a:pt x="56" y="26"/>
                  <a:pt x="53" y="28"/>
                </a:cubicBezTo>
                <a:cubicBezTo>
                  <a:pt x="53" y="29"/>
                  <a:pt x="52" y="29"/>
                  <a:pt x="52" y="29"/>
                </a:cubicBezTo>
                <a:cubicBezTo>
                  <a:pt x="53" y="29"/>
                  <a:pt x="54" y="28"/>
                  <a:pt x="54" y="28"/>
                </a:cubicBezTo>
                <a:cubicBezTo>
                  <a:pt x="58" y="25"/>
                  <a:pt x="62" y="22"/>
                  <a:pt x="66" y="19"/>
                </a:cubicBezTo>
                <a:cubicBezTo>
                  <a:pt x="69" y="17"/>
                  <a:pt x="72" y="14"/>
                  <a:pt x="75" y="12"/>
                </a:cubicBezTo>
                <a:cubicBezTo>
                  <a:pt x="76" y="11"/>
                  <a:pt x="78" y="10"/>
                  <a:pt x="80" y="8"/>
                </a:cubicBezTo>
                <a:cubicBezTo>
                  <a:pt x="80" y="8"/>
                  <a:pt x="83" y="9"/>
                  <a:pt x="83" y="10"/>
                </a:cubicBezTo>
                <a:cubicBezTo>
                  <a:pt x="83" y="11"/>
                  <a:pt x="83" y="11"/>
                  <a:pt x="84" y="12"/>
                </a:cubicBezTo>
                <a:cubicBezTo>
                  <a:pt x="86" y="10"/>
                  <a:pt x="88" y="9"/>
                  <a:pt x="91" y="7"/>
                </a:cubicBezTo>
                <a:cubicBezTo>
                  <a:pt x="94" y="6"/>
                  <a:pt x="96" y="4"/>
                  <a:pt x="99" y="2"/>
                </a:cubicBezTo>
                <a:cubicBezTo>
                  <a:pt x="100" y="1"/>
                  <a:pt x="101" y="1"/>
                  <a:pt x="102" y="2"/>
                </a:cubicBezTo>
                <a:cubicBezTo>
                  <a:pt x="104" y="3"/>
                  <a:pt x="105" y="4"/>
                  <a:pt x="107" y="5"/>
                </a:cubicBezTo>
                <a:cubicBezTo>
                  <a:pt x="108" y="6"/>
                  <a:pt x="108" y="7"/>
                  <a:pt x="107" y="8"/>
                </a:cubicBezTo>
                <a:cubicBezTo>
                  <a:pt x="105" y="11"/>
                  <a:pt x="102" y="13"/>
                  <a:pt x="99" y="15"/>
                </a:cubicBezTo>
                <a:cubicBezTo>
                  <a:pt x="98" y="16"/>
                  <a:pt x="97" y="17"/>
                  <a:pt x="96" y="18"/>
                </a:cubicBezTo>
                <a:cubicBezTo>
                  <a:pt x="96" y="18"/>
                  <a:pt x="97" y="18"/>
                  <a:pt x="97" y="18"/>
                </a:cubicBezTo>
                <a:cubicBezTo>
                  <a:pt x="98" y="17"/>
                  <a:pt x="100" y="15"/>
                  <a:pt x="102" y="14"/>
                </a:cubicBezTo>
                <a:cubicBezTo>
                  <a:pt x="102" y="14"/>
                  <a:pt x="103" y="13"/>
                  <a:pt x="103" y="14"/>
                </a:cubicBezTo>
                <a:cubicBezTo>
                  <a:pt x="104" y="14"/>
                  <a:pt x="105" y="13"/>
                  <a:pt x="105" y="13"/>
                </a:cubicBezTo>
                <a:cubicBezTo>
                  <a:pt x="109" y="10"/>
                  <a:pt x="114" y="8"/>
                  <a:pt x="118" y="6"/>
                </a:cubicBezTo>
                <a:cubicBezTo>
                  <a:pt x="119" y="5"/>
                  <a:pt x="121" y="5"/>
                  <a:pt x="122" y="4"/>
                </a:cubicBezTo>
                <a:cubicBezTo>
                  <a:pt x="123" y="3"/>
                  <a:pt x="124" y="2"/>
                  <a:pt x="125" y="1"/>
                </a:cubicBezTo>
                <a:cubicBezTo>
                  <a:pt x="126" y="1"/>
                  <a:pt x="127" y="0"/>
                  <a:pt x="128" y="1"/>
                </a:cubicBezTo>
                <a:cubicBezTo>
                  <a:pt x="128" y="2"/>
                  <a:pt x="129" y="2"/>
                  <a:pt x="130" y="3"/>
                </a:cubicBezTo>
                <a:cubicBezTo>
                  <a:pt x="131" y="4"/>
                  <a:pt x="130" y="6"/>
                  <a:pt x="129" y="7"/>
                </a:cubicBezTo>
                <a:cubicBezTo>
                  <a:pt x="128" y="8"/>
                  <a:pt x="128" y="8"/>
                  <a:pt x="127" y="8"/>
                </a:cubicBezTo>
                <a:cubicBezTo>
                  <a:pt x="126" y="9"/>
                  <a:pt x="126" y="10"/>
                  <a:pt x="127" y="11"/>
                </a:cubicBezTo>
                <a:cubicBezTo>
                  <a:pt x="125" y="13"/>
                  <a:pt x="122" y="15"/>
                  <a:pt x="120" y="17"/>
                </a:cubicBezTo>
                <a:cubicBezTo>
                  <a:pt x="120" y="17"/>
                  <a:pt x="120" y="17"/>
                  <a:pt x="121" y="18"/>
                </a:cubicBezTo>
                <a:cubicBezTo>
                  <a:pt x="127" y="13"/>
                  <a:pt x="134" y="8"/>
                  <a:pt x="141" y="3"/>
                </a:cubicBezTo>
                <a:cubicBezTo>
                  <a:pt x="142" y="3"/>
                  <a:pt x="143" y="4"/>
                  <a:pt x="144" y="5"/>
                </a:cubicBezTo>
                <a:cubicBezTo>
                  <a:pt x="145" y="4"/>
                  <a:pt x="146" y="3"/>
                  <a:pt x="147" y="3"/>
                </a:cubicBezTo>
                <a:cubicBezTo>
                  <a:pt x="148" y="3"/>
                  <a:pt x="149" y="3"/>
                  <a:pt x="149" y="4"/>
                </a:cubicBezTo>
                <a:cubicBezTo>
                  <a:pt x="150" y="5"/>
                  <a:pt x="150" y="5"/>
                  <a:pt x="151" y="6"/>
                </a:cubicBezTo>
                <a:cubicBezTo>
                  <a:pt x="152" y="5"/>
                  <a:pt x="154" y="3"/>
                  <a:pt x="156" y="2"/>
                </a:cubicBezTo>
                <a:cubicBezTo>
                  <a:pt x="157" y="3"/>
                  <a:pt x="158" y="4"/>
                  <a:pt x="160" y="6"/>
                </a:cubicBezTo>
                <a:cubicBezTo>
                  <a:pt x="160" y="5"/>
                  <a:pt x="161" y="5"/>
                  <a:pt x="161" y="4"/>
                </a:cubicBezTo>
                <a:cubicBezTo>
                  <a:pt x="162" y="3"/>
                  <a:pt x="163" y="3"/>
                  <a:pt x="164" y="4"/>
                </a:cubicBezTo>
                <a:cubicBezTo>
                  <a:pt x="165" y="5"/>
                  <a:pt x="166" y="6"/>
                  <a:pt x="166" y="8"/>
                </a:cubicBezTo>
                <a:cubicBezTo>
                  <a:pt x="166" y="8"/>
                  <a:pt x="166" y="9"/>
                  <a:pt x="166" y="9"/>
                </a:cubicBezTo>
                <a:cubicBezTo>
                  <a:pt x="169" y="8"/>
                  <a:pt x="171" y="8"/>
                  <a:pt x="173" y="7"/>
                </a:cubicBezTo>
                <a:cubicBezTo>
                  <a:pt x="173" y="7"/>
                  <a:pt x="174" y="6"/>
                  <a:pt x="174" y="6"/>
                </a:cubicBezTo>
                <a:cubicBezTo>
                  <a:pt x="175" y="5"/>
                  <a:pt x="175" y="5"/>
                  <a:pt x="176" y="5"/>
                </a:cubicBezTo>
                <a:cubicBezTo>
                  <a:pt x="178" y="5"/>
                  <a:pt x="180" y="7"/>
                  <a:pt x="180" y="9"/>
                </a:cubicBezTo>
                <a:cubicBezTo>
                  <a:pt x="180" y="10"/>
                  <a:pt x="179" y="10"/>
                  <a:pt x="179" y="11"/>
                </a:cubicBezTo>
                <a:cubicBezTo>
                  <a:pt x="181" y="9"/>
                  <a:pt x="183" y="8"/>
                  <a:pt x="185" y="6"/>
                </a:cubicBezTo>
                <a:cubicBezTo>
                  <a:pt x="185" y="5"/>
                  <a:pt x="186" y="4"/>
                  <a:pt x="187" y="4"/>
                </a:cubicBezTo>
                <a:cubicBezTo>
                  <a:pt x="188" y="5"/>
                  <a:pt x="190" y="5"/>
                  <a:pt x="190" y="7"/>
                </a:cubicBezTo>
                <a:cubicBezTo>
                  <a:pt x="190" y="7"/>
                  <a:pt x="190" y="7"/>
                  <a:pt x="191" y="8"/>
                </a:cubicBezTo>
                <a:cubicBezTo>
                  <a:pt x="192" y="9"/>
                  <a:pt x="194" y="11"/>
                  <a:pt x="195" y="13"/>
                </a:cubicBezTo>
                <a:cubicBezTo>
                  <a:pt x="192" y="17"/>
                  <a:pt x="189" y="20"/>
                  <a:pt x="186" y="24"/>
                </a:cubicBezTo>
                <a:cubicBezTo>
                  <a:pt x="186" y="24"/>
                  <a:pt x="186" y="24"/>
                  <a:pt x="187" y="25"/>
                </a:cubicBezTo>
                <a:cubicBezTo>
                  <a:pt x="188" y="24"/>
                  <a:pt x="189" y="23"/>
                  <a:pt x="190" y="22"/>
                </a:cubicBezTo>
                <a:cubicBezTo>
                  <a:pt x="190" y="22"/>
                  <a:pt x="191" y="21"/>
                  <a:pt x="192" y="22"/>
                </a:cubicBezTo>
                <a:cubicBezTo>
                  <a:pt x="195" y="23"/>
                  <a:pt x="196" y="25"/>
                  <a:pt x="194" y="28"/>
                </a:cubicBezTo>
                <a:cubicBezTo>
                  <a:pt x="194" y="29"/>
                  <a:pt x="193" y="30"/>
                  <a:pt x="192" y="31"/>
                </a:cubicBezTo>
                <a:cubicBezTo>
                  <a:pt x="192" y="31"/>
                  <a:pt x="192" y="31"/>
                  <a:pt x="192" y="32"/>
                </a:cubicBezTo>
                <a:cubicBezTo>
                  <a:pt x="193" y="31"/>
                  <a:pt x="194" y="30"/>
                  <a:pt x="195" y="30"/>
                </a:cubicBezTo>
                <a:cubicBezTo>
                  <a:pt x="197" y="28"/>
                  <a:pt x="199" y="28"/>
                  <a:pt x="200" y="30"/>
                </a:cubicBezTo>
                <a:cubicBezTo>
                  <a:pt x="201" y="31"/>
                  <a:pt x="201" y="31"/>
                  <a:pt x="202" y="32"/>
                </a:cubicBezTo>
                <a:cubicBezTo>
                  <a:pt x="199" y="36"/>
                  <a:pt x="196" y="40"/>
                  <a:pt x="193" y="44"/>
                </a:cubicBezTo>
                <a:cubicBezTo>
                  <a:pt x="191" y="46"/>
                  <a:pt x="191" y="47"/>
                  <a:pt x="193" y="48"/>
                </a:cubicBezTo>
                <a:cubicBezTo>
                  <a:pt x="193" y="48"/>
                  <a:pt x="193" y="48"/>
                  <a:pt x="193" y="48"/>
                </a:cubicBezTo>
                <a:cubicBezTo>
                  <a:pt x="194" y="48"/>
                  <a:pt x="195" y="46"/>
                  <a:pt x="196" y="46"/>
                </a:cubicBezTo>
                <a:cubicBezTo>
                  <a:pt x="197" y="47"/>
                  <a:pt x="198" y="48"/>
                  <a:pt x="199" y="49"/>
                </a:cubicBezTo>
                <a:cubicBezTo>
                  <a:pt x="200" y="50"/>
                  <a:pt x="199" y="51"/>
                  <a:pt x="199" y="52"/>
                </a:cubicBezTo>
                <a:cubicBezTo>
                  <a:pt x="197" y="54"/>
                  <a:pt x="196" y="56"/>
                  <a:pt x="194" y="58"/>
                </a:cubicBezTo>
                <a:cubicBezTo>
                  <a:pt x="194" y="58"/>
                  <a:pt x="194" y="59"/>
                  <a:pt x="194" y="59"/>
                </a:cubicBezTo>
                <a:cubicBezTo>
                  <a:pt x="195" y="59"/>
                  <a:pt x="195" y="58"/>
                  <a:pt x="195" y="58"/>
                </a:cubicBezTo>
                <a:cubicBezTo>
                  <a:pt x="196" y="56"/>
                  <a:pt x="198" y="56"/>
                  <a:pt x="199" y="58"/>
                </a:cubicBezTo>
                <a:cubicBezTo>
                  <a:pt x="202" y="61"/>
                  <a:pt x="201" y="61"/>
                  <a:pt x="199" y="63"/>
                </a:cubicBezTo>
                <a:cubicBezTo>
                  <a:pt x="198" y="65"/>
                  <a:pt x="197" y="67"/>
                  <a:pt x="195" y="68"/>
                </a:cubicBezTo>
                <a:cubicBezTo>
                  <a:pt x="198" y="69"/>
                  <a:pt x="198" y="71"/>
                  <a:pt x="199" y="72"/>
                </a:cubicBezTo>
                <a:cubicBezTo>
                  <a:pt x="199" y="72"/>
                  <a:pt x="199" y="73"/>
                  <a:pt x="199" y="74"/>
                </a:cubicBezTo>
                <a:cubicBezTo>
                  <a:pt x="197" y="77"/>
                  <a:pt x="195" y="80"/>
                  <a:pt x="194" y="83"/>
                </a:cubicBezTo>
                <a:cubicBezTo>
                  <a:pt x="193" y="83"/>
                  <a:pt x="193" y="84"/>
                  <a:pt x="193" y="85"/>
                </a:cubicBezTo>
                <a:cubicBezTo>
                  <a:pt x="193" y="86"/>
                  <a:pt x="193" y="87"/>
                  <a:pt x="192" y="88"/>
                </a:cubicBezTo>
                <a:cubicBezTo>
                  <a:pt x="191" y="88"/>
                  <a:pt x="191" y="89"/>
                  <a:pt x="191" y="89"/>
                </a:cubicBezTo>
                <a:cubicBezTo>
                  <a:pt x="191" y="90"/>
                  <a:pt x="192" y="90"/>
                  <a:pt x="192" y="90"/>
                </a:cubicBezTo>
                <a:cubicBezTo>
                  <a:pt x="194" y="91"/>
                  <a:pt x="195" y="93"/>
                  <a:pt x="194" y="95"/>
                </a:cubicBezTo>
                <a:cubicBezTo>
                  <a:pt x="193" y="97"/>
                  <a:pt x="192" y="99"/>
                  <a:pt x="191" y="101"/>
                </a:cubicBezTo>
                <a:cubicBezTo>
                  <a:pt x="192" y="101"/>
                  <a:pt x="193" y="101"/>
                  <a:pt x="194" y="100"/>
                </a:cubicBezTo>
                <a:cubicBezTo>
                  <a:pt x="195" y="99"/>
                  <a:pt x="196" y="100"/>
                  <a:pt x="197" y="100"/>
                </a:cubicBezTo>
                <a:cubicBezTo>
                  <a:pt x="198" y="100"/>
                  <a:pt x="199" y="101"/>
                  <a:pt x="199" y="102"/>
                </a:cubicBezTo>
                <a:cubicBezTo>
                  <a:pt x="200" y="104"/>
                  <a:pt x="199" y="106"/>
                  <a:pt x="198" y="107"/>
                </a:cubicBezTo>
                <a:cubicBezTo>
                  <a:pt x="200" y="108"/>
                  <a:pt x="201" y="109"/>
                  <a:pt x="200" y="111"/>
                </a:cubicBezTo>
                <a:cubicBezTo>
                  <a:pt x="200" y="113"/>
                  <a:pt x="199" y="114"/>
                  <a:pt x="197" y="116"/>
                </a:cubicBezTo>
                <a:cubicBezTo>
                  <a:pt x="198" y="116"/>
                  <a:pt x="199" y="117"/>
                  <a:pt x="200" y="117"/>
                </a:cubicBezTo>
                <a:cubicBezTo>
                  <a:pt x="202" y="118"/>
                  <a:pt x="202" y="120"/>
                  <a:pt x="201" y="122"/>
                </a:cubicBezTo>
                <a:cubicBezTo>
                  <a:pt x="199" y="124"/>
                  <a:pt x="198" y="126"/>
                  <a:pt x="196" y="128"/>
                </a:cubicBezTo>
                <a:cubicBezTo>
                  <a:pt x="198" y="129"/>
                  <a:pt x="201" y="129"/>
                  <a:pt x="200" y="131"/>
                </a:cubicBezTo>
                <a:cubicBezTo>
                  <a:pt x="200" y="133"/>
                  <a:pt x="199" y="135"/>
                  <a:pt x="198" y="137"/>
                </a:cubicBezTo>
                <a:cubicBezTo>
                  <a:pt x="198" y="137"/>
                  <a:pt x="198" y="137"/>
                  <a:pt x="198" y="137"/>
                </a:cubicBezTo>
                <a:cubicBezTo>
                  <a:pt x="199" y="137"/>
                  <a:pt x="200" y="137"/>
                  <a:pt x="200" y="138"/>
                </a:cubicBezTo>
                <a:cubicBezTo>
                  <a:pt x="201" y="140"/>
                  <a:pt x="201" y="141"/>
                  <a:pt x="200" y="143"/>
                </a:cubicBezTo>
                <a:cubicBezTo>
                  <a:pt x="200" y="144"/>
                  <a:pt x="199" y="144"/>
                  <a:pt x="199" y="145"/>
                </a:cubicBezTo>
                <a:cubicBezTo>
                  <a:pt x="198" y="146"/>
                  <a:pt x="198" y="146"/>
                  <a:pt x="199" y="146"/>
                </a:cubicBezTo>
                <a:cubicBezTo>
                  <a:pt x="201" y="149"/>
                  <a:pt x="199" y="152"/>
                  <a:pt x="197" y="154"/>
                </a:cubicBezTo>
                <a:cubicBezTo>
                  <a:pt x="197" y="154"/>
                  <a:pt x="197" y="154"/>
                  <a:pt x="197" y="154"/>
                </a:cubicBezTo>
                <a:cubicBezTo>
                  <a:pt x="198" y="156"/>
                  <a:pt x="198" y="159"/>
                  <a:pt x="199" y="161"/>
                </a:cubicBezTo>
                <a:cubicBezTo>
                  <a:pt x="199" y="162"/>
                  <a:pt x="198" y="163"/>
                  <a:pt x="197" y="164"/>
                </a:cubicBezTo>
                <a:cubicBezTo>
                  <a:pt x="195" y="166"/>
                  <a:pt x="193" y="169"/>
                  <a:pt x="190" y="171"/>
                </a:cubicBezTo>
                <a:cubicBezTo>
                  <a:pt x="188" y="173"/>
                  <a:pt x="186" y="175"/>
                  <a:pt x="184" y="176"/>
                </a:cubicBezTo>
                <a:cubicBezTo>
                  <a:pt x="183" y="177"/>
                  <a:pt x="183" y="177"/>
                  <a:pt x="183" y="177"/>
                </a:cubicBezTo>
                <a:cubicBezTo>
                  <a:pt x="181" y="176"/>
                  <a:pt x="181" y="177"/>
                  <a:pt x="180" y="178"/>
                </a:cubicBezTo>
                <a:cubicBezTo>
                  <a:pt x="179" y="178"/>
                  <a:pt x="178" y="179"/>
                  <a:pt x="177" y="178"/>
                </a:cubicBezTo>
                <a:cubicBezTo>
                  <a:pt x="176" y="177"/>
                  <a:pt x="175" y="176"/>
                  <a:pt x="174" y="176"/>
                </a:cubicBezTo>
                <a:cubicBezTo>
                  <a:pt x="173" y="177"/>
                  <a:pt x="172" y="178"/>
                  <a:pt x="171" y="179"/>
                </a:cubicBezTo>
                <a:cubicBezTo>
                  <a:pt x="170" y="181"/>
                  <a:pt x="169" y="181"/>
                  <a:pt x="167" y="180"/>
                </a:cubicBezTo>
                <a:cubicBezTo>
                  <a:pt x="166" y="179"/>
                  <a:pt x="165" y="178"/>
                  <a:pt x="165" y="176"/>
                </a:cubicBezTo>
                <a:cubicBezTo>
                  <a:pt x="164" y="176"/>
                  <a:pt x="163" y="177"/>
                  <a:pt x="162" y="177"/>
                </a:cubicBezTo>
                <a:cubicBezTo>
                  <a:pt x="161" y="177"/>
                  <a:pt x="160" y="176"/>
                  <a:pt x="159" y="176"/>
                </a:cubicBezTo>
                <a:cubicBezTo>
                  <a:pt x="158" y="175"/>
                  <a:pt x="158" y="175"/>
                  <a:pt x="157" y="176"/>
                </a:cubicBezTo>
                <a:cubicBezTo>
                  <a:pt x="155" y="176"/>
                  <a:pt x="154" y="176"/>
                  <a:pt x="153" y="175"/>
                </a:cubicBezTo>
                <a:cubicBezTo>
                  <a:pt x="153" y="175"/>
                  <a:pt x="152" y="174"/>
                  <a:pt x="152" y="175"/>
                </a:cubicBezTo>
                <a:cubicBezTo>
                  <a:pt x="150" y="175"/>
                  <a:pt x="149" y="175"/>
                  <a:pt x="148" y="174"/>
                </a:cubicBezTo>
                <a:cubicBezTo>
                  <a:pt x="147" y="174"/>
                  <a:pt x="146" y="174"/>
                  <a:pt x="146" y="174"/>
                </a:cubicBezTo>
                <a:cubicBezTo>
                  <a:pt x="144" y="176"/>
                  <a:pt x="143" y="177"/>
                  <a:pt x="140" y="175"/>
                </a:cubicBezTo>
                <a:cubicBezTo>
                  <a:pt x="140" y="175"/>
                  <a:pt x="139" y="175"/>
                  <a:pt x="138" y="175"/>
                </a:cubicBezTo>
                <a:cubicBezTo>
                  <a:pt x="137" y="175"/>
                  <a:pt x="137" y="175"/>
                  <a:pt x="136" y="175"/>
                </a:cubicBezTo>
                <a:cubicBezTo>
                  <a:pt x="135" y="177"/>
                  <a:pt x="134" y="177"/>
                  <a:pt x="132" y="176"/>
                </a:cubicBezTo>
                <a:cubicBezTo>
                  <a:pt x="132" y="176"/>
                  <a:pt x="131" y="176"/>
                  <a:pt x="130" y="176"/>
                </a:cubicBezTo>
                <a:cubicBezTo>
                  <a:pt x="128" y="178"/>
                  <a:pt x="128" y="178"/>
                  <a:pt x="126" y="177"/>
                </a:cubicBezTo>
                <a:close/>
                <a:moveTo>
                  <a:pt x="48" y="157"/>
                </a:moveTo>
                <a:cubicBezTo>
                  <a:pt x="48" y="157"/>
                  <a:pt x="48" y="157"/>
                  <a:pt x="47" y="156"/>
                </a:cubicBezTo>
                <a:cubicBezTo>
                  <a:pt x="45" y="159"/>
                  <a:pt x="43" y="161"/>
                  <a:pt x="41" y="163"/>
                </a:cubicBezTo>
                <a:cubicBezTo>
                  <a:pt x="41" y="163"/>
                  <a:pt x="42" y="163"/>
                  <a:pt x="42" y="163"/>
                </a:cubicBezTo>
                <a:cubicBezTo>
                  <a:pt x="44" y="161"/>
                  <a:pt x="45" y="160"/>
                  <a:pt x="47" y="158"/>
                </a:cubicBezTo>
                <a:cubicBezTo>
                  <a:pt x="48" y="158"/>
                  <a:pt x="48" y="157"/>
                  <a:pt x="48" y="157"/>
                </a:cubicBezTo>
                <a:close/>
                <a:moveTo>
                  <a:pt x="21" y="127"/>
                </a:moveTo>
                <a:cubicBezTo>
                  <a:pt x="21" y="127"/>
                  <a:pt x="21" y="127"/>
                  <a:pt x="21" y="128"/>
                </a:cubicBezTo>
                <a:cubicBezTo>
                  <a:pt x="23" y="126"/>
                  <a:pt x="24" y="125"/>
                  <a:pt x="26" y="124"/>
                </a:cubicBezTo>
                <a:cubicBezTo>
                  <a:pt x="26" y="123"/>
                  <a:pt x="26" y="123"/>
                  <a:pt x="26" y="121"/>
                </a:cubicBezTo>
                <a:cubicBezTo>
                  <a:pt x="24" y="123"/>
                  <a:pt x="23" y="125"/>
                  <a:pt x="21" y="127"/>
                </a:cubicBezTo>
                <a:close/>
                <a:moveTo>
                  <a:pt x="69" y="24"/>
                </a:moveTo>
                <a:cubicBezTo>
                  <a:pt x="67" y="25"/>
                  <a:pt x="68" y="27"/>
                  <a:pt x="68" y="28"/>
                </a:cubicBezTo>
                <a:cubicBezTo>
                  <a:pt x="69" y="27"/>
                  <a:pt x="70" y="26"/>
                  <a:pt x="69" y="24"/>
                </a:cubicBezTo>
                <a:close/>
              </a:path>
            </a:pathLst>
          </a:custGeom>
          <a:solidFill>
            <a:srgbClr val="005587"/>
          </a:solidFill>
          <a:ln>
            <a:noFill/>
          </a:ln>
        </p:spPr>
        <p:txBody>
          <a:bodyPr vert="horz" wrap="square" lIns="91411" tIns="45704" rIns="91411" bIns="45704" numCol="1" anchor="ctr" anchorCtr="0" compatLnSpc="1">
            <a:prstTxWarp prst="textNoShape">
              <a:avLst/>
            </a:prstTxWarp>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400" b="0" i="0" u="none" strike="noStrike" kern="1200" cap="none" spc="0" normalizeH="0" baseline="0" noProof="0">
                <a:ln>
                  <a:noFill/>
                </a:ln>
                <a:solidFill>
                  <a:schemeClr val="bg1"/>
                </a:solidFill>
                <a:effectLst/>
                <a:uLnTx/>
                <a:uFillTx/>
                <a:latin typeface="Arial" panose="020B0604020202020204" pitchFamily="34" charset="0"/>
                <a:ea typeface="Verdana" panose="020B0604030504040204" pitchFamily="34" charset="0"/>
                <a:cs typeface="Arial" panose="020B0604020202020204" pitchFamily="34" charset="0"/>
              </a:rPr>
              <a:t>Operational Efficiency Improvement</a:t>
            </a:r>
          </a:p>
        </p:txBody>
      </p:sp>
      <p:sp>
        <p:nvSpPr>
          <p:cNvPr id="15" name="Freeform 26">
            <a:extLst>
              <a:ext uri="{FF2B5EF4-FFF2-40B4-BE49-F238E27FC236}">
                <a16:creationId xmlns:a16="http://schemas.microsoft.com/office/drawing/2014/main" id="{E691CB8D-3BA7-0652-27A8-3ADA2EEDCC7D}"/>
              </a:ext>
            </a:extLst>
          </p:cNvPr>
          <p:cNvSpPr>
            <a:spLocks noEditPoints="1"/>
          </p:cNvSpPr>
          <p:nvPr/>
        </p:nvSpPr>
        <p:spPr bwMode="auto">
          <a:xfrm>
            <a:off x="9000057" y="1012893"/>
            <a:ext cx="2628000" cy="540000"/>
          </a:xfrm>
          <a:custGeom>
            <a:avLst/>
            <a:gdLst>
              <a:gd name="T0" fmla="*/ 116 w 202"/>
              <a:gd name="T1" fmla="*/ 174 h 184"/>
              <a:gd name="T2" fmla="*/ 95 w 202"/>
              <a:gd name="T3" fmla="*/ 179 h 184"/>
              <a:gd name="T4" fmla="*/ 85 w 202"/>
              <a:gd name="T5" fmla="*/ 176 h 184"/>
              <a:gd name="T6" fmla="*/ 77 w 202"/>
              <a:gd name="T7" fmla="*/ 171 h 184"/>
              <a:gd name="T8" fmla="*/ 60 w 202"/>
              <a:gd name="T9" fmla="*/ 174 h 184"/>
              <a:gd name="T10" fmla="*/ 46 w 202"/>
              <a:gd name="T11" fmla="*/ 177 h 184"/>
              <a:gd name="T12" fmla="*/ 34 w 202"/>
              <a:gd name="T13" fmla="*/ 177 h 184"/>
              <a:gd name="T14" fmla="*/ 28 w 202"/>
              <a:gd name="T15" fmla="*/ 180 h 184"/>
              <a:gd name="T16" fmla="*/ 16 w 202"/>
              <a:gd name="T17" fmla="*/ 179 h 184"/>
              <a:gd name="T18" fmla="*/ 13 w 202"/>
              <a:gd name="T19" fmla="*/ 166 h 184"/>
              <a:gd name="T20" fmla="*/ 16 w 202"/>
              <a:gd name="T21" fmla="*/ 151 h 184"/>
              <a:gd name="T22" fmla="*/ 14 w 202"/>
              <a:gd name="T23" fmla="*/ 140 h 184"/>
              <a:gd name="T24" fmla="*/ 13 w 202"/>
              <a:gd name="T25" fmla="*/ 128 h 184"/>
              <a:gd name="T26" fmla="*/ 11 w 202"/>
              <a:gd name="T27" fmla="*/ 116 h 184"/>
              <a:gd name="T28" fmla="*/ 7 w 202"/>
              <a:gd name="T29" fmla="*/ 104 h 184"/>
              <a:gd name="T30" fmla="*/ 6 w 202"/>
              <a:gd name="T31" fmla="*/ 92 h 184"/>
              <a:gd name="T32" fmla="*/ 5 w 202"/>
              <a:gd name="T33" fmla="*/ 79 h 184"/>
              <a:gd name="T34" fmla="*/ 8 w 202"/>
              <a:gd name="T35" fmla="*/ 65 h 184"/>
              <a:gd name="T36" fmla="*/ 11 w 202"/>
              <a:gd name="T37" fmla="*/ 54 h 184"/>
              <a:gd name="T38" fmla="*/ 13 w 202"/>
              <a:gd name="T39" fmla="*/ 43 h 184"/>
              <a:gd name="T40" fmla="*/ 9 w 202"/>
              <a:gd name="T41" fmla="*/ 31 h 184"/>
              <a:gd name="T42" fmla="*/ 14 w 202"/>
              <a:gd name="T43" fmla="*/ 21 h 184"/>
              <a:gd name="T44" fmla="*/ 23 w 202"/>
              <a:gd name="T45" fmla="*/ 12 h 184"/>
              <a:gd name="T46" fmla="*/ 37 w 202"/>
              <a:gd name="T47" fmla="*/ 8 h 184"/>
              <a:gd name="T48" fmla="*/ 58 w 202"/>
              <a:gd name="T49" fmla="*/ 7 h 184"/>
              <a:gd name="T50" fmla="*/ 67 w 202"/>
              <a:gd name="T51" fmla="*/ 8 h 184"/>
              <a:gd name="T52" fmla="*/ 76 w 202"/>
              <a:gd name="T53" fmla="*/ 9 h 184"/>
              <a:gd name="T54" fmla="*/ 52 w 202"/>
              <a:gd name="T55" fmla="*/ 29 h 184"/>
              <a:gd name="T56" fmla="*/ 80 w 202"/>
              <a:gd name="T57" fmla="*/ 8 h 184"/>
              <a:gd name="T58" fmla="*/ 99 w 202"/>
              <a:gd name="T59" fmla="*/ 2 h 184"/>
              <a:gd name="T60" fmla="*/ 99 w 202"/>
              <a:gd name="T61" fmla="*/ 15 h 184"/>
              <a:gd name="T62" fmla="*/ 103 w 202"/>
              <a:gd name="T63" fmla="*/ 14 h 184"/>
              <a:gd name="T64" fmla="*/ 125 w 202"/>
              <a:gd name="T65" fmla="*/ 1 h 184"/>
              <a:gd name="T66" fmla="*/ 127 w 202"/>
              <a:gd name="T67" fmla="*/ 8 h 184"/>
              <a:gd name="T68" fmla="*/ 141 w 202"/>
              <a:gd name="T69" fmla="*/ 3 h 184"/>
              <a:gd name="T70" fmla="*/ 151 w 202"/>
              <a:gd name="T71" fmla="*/ 6 h 184"/>
              <a:gd name="T72" fmla="*/ 164 w 202"/>
              <a:gd name="T73" fmla="*/ 4 h 184"/>
              <a:gd name="T74" fmla="*/ 174 w 202"/>
              <a:gd name="T75" fmla="*/ 6 h 184"/>
              <a:gd name="T76" fmla="*/ 185 w 202"/>
              <a:gd name="T77" fmla="*/ 6 h 184"/>
              <a:gd name="T78" fmla="*/ 195 w 202"/>
              <a:gd name="T79" fmla="*/ 13 h 184"/>
              <a:gd name="T80" fmla="*/ 192 w 202"/>
              <a:gd name="T81" fmla="*/ 22 h 184"/>
              <a:gd name="T82" fmla="*/ 195 w 202"/>
              <a:gd name="T83" fmla="*/ 30 h 184"/>
              <a:gd name="T84" fmla="*/ 193 w 202"/>
              <a:gd name="T85" fmla="*/ 48 h 184"/>
              <a:gd name="T86" fmla="*/ 199 w 202"/>
              <a:gd name="T87" fmla="*/ 52 h 184"/>
              <a:gd name="T88" fmla="*/ 199 w 202"/>
              <a:gd name="T89" fmla="*/ 58 h 184"/>
              <a:gd name="T90" fmla="*/ 199 w 202"/>
              <a:gd name="T91" fmla="*/ 74 h 184"/>
              <a:gd name="T92" fmla="*/ 191 w 202"/>
              <a:gd name="T93" fmla="*/ 89 h 184"/>
              <a:gd name="T94" fmla="*/ 194 w 202"/>
              <a:gd name="T95" fmla="*/ 100 h 184"/>
              <a:gd name="T96" fmla="*/ 200 w 202"/>
              <a:gd name="T97" fmla="*/ 111 h 184"/>
              <a:gd name="T98" fmla="*/ 196 w 202"/>
              <a:gd name="T99" fmla="*/ 128 h 184"/>
              <a:gd name="T100" fmla="*/ 200 w 202"/>
              <a:gd name="T101" fmla="*/ 138 h 184"/>
              <a:gd name="T102" fmla="*/ 197 w 202"/>
              <a:gd name="T103" fmla="*/ 154 h 184"/>
              <a:gd name="T104" fmla="*/ 190 w 202"/>
              <a:gd name="T105" fmla="*/ 171 h 184"/>
              <a:gd name="T106" fmla="*/ 177 w 202"/>
              <a:gd name="T107" fmla="*/ 178 h 184"/>
              <a:gd name="T108" fmla="*/ 165 w 202"/>
              <a:gd name="T109" fmla="*/ 176 h 184"/>
              <a:gd name="T110" fmla="*/ 153 w 202"/>
              <a:gd name="T111" fmla="*/ 175 h 184"/>
              <a:gd name="T112" fmla="*/ 140 w 202"/>
              <a:gd name="T113" fmla="*/ 175 h 184"/>
              <a:gd name="T114" fmla="*/ 130 w 202"/>
              <a:gd name="T115" fmla="*/ 176 h 184"/>
              <a:gd name="T116" fmla="*/ 41 w 202"/>
              <a:gd name="T117" fmla="*/ 163 h 184"/>
              <a:gd name="T118" fmla="*/ 21 w 202"/>
              <a:gd name="T119" fmla="*/ 127 h 184"/>
              <a:gd name="T120" fmla="*/ 21 w 202"/>
              <a:gd name="T121" fmla="*/ 127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2" h="184">
                <a:moveTo>
                  <a:pt x="126" y="177"/>
                </a:moveTo>
                <a:cubicBezTo>
                  <a:pt x="124" y="177"/>
                  <a:pt x="123" y="179"/>
                  <a:pt x="121" y="178"/>
                </a:cubicBezTo>
                <a:cubicBezTo>
                  <a:pt x="119" y="176"/>
                  <a:pt x="118" y="175"/>
                  <a:pt x="119" y="173"/>
                </a:cubicBezTo>
                <a:cubicBezTo>
                  <a:pt x="118" y="174"/>
                  <a:pt x="117" y="174"/>
                  <a:pt x="116" y="174"/>
                </a:cubicBezTo>
                <a:cubicBezTo>
                  <a:pt x="114" y="175"/>
                  <a:pt x="112" y="177"/>
                  <a:pt x="111" y="178"/>
                </a:cubicBezTo>
                <a:cubicBezTo>
                  <a:pt x="107" y="179"/>
                  <a:pt x="107" y="179"/>
                  <a:pt x="104" y="177"/>
                </a:cubicBezTo>
                <a:cubicBezTo>
                  <a:pt x="102" y="178"/>
                  <a:pt x="101" y="178"/>
                  <a:pt x="98" y="178"/>
                </a:cubicBezTo>
                <a:cubicBezTo>
                  <a:pt x="97" y="177"/>
                  <a:pt x="96" y="178"/>
                  <a:pt x="95" y="179"/>
                </a:cubicBezTo>
                <a:cubicBezTo>
                  <a:pt x="93" y="179"/>
                  <a:pt x="91" y="180"/>
                  <a:pt x="89" y="181"/>
                </a:cubicBezTo>
                <a:cubicBezTo>
                  <a:pt x="88" y="181"/>
                  <a:pt x="87" y="182"/>
                  <a:pt x="86" y="180"/>
                </a:cubicBezTo>
                <a:cubicBezTo>
                  <a:pt x="86" y="179"/>
                  <a:pt x="85" y="179"/>
                  <a:pt x="85" y="178"/>
                </a:cubicBezTo>
                <a:cubicBezTo>
                  <a:pt x="85" y="177"/>
                  <a:pt x="85" y="177"/>
                  <a:pt x="85" y="176"/>
                </a:cubicBezTo>
                <a:cubicBezTo>
                  <a:pt x="86" y="175"/>
                  <a:pt x="87" y="174"/>
                  <a:pt x="88" y="173"/>
                </a:cubicBezTo>
                <a:cubicBezTo>
                  <a:pt x="88" y="173"/>
                  <a:pt x="88" y="173"/>
                  <a:pt x="88" y="173"/>
                </a:cubicBezTo>
                <a:cubicBezTo>
                  <a:pt x="86" y="171"/>
                  <a:pt x="84" y="172"/>
                  <a:pt x="83" y="173"/>
                </a:cubicBezTo>
                <a:cubicBezTo>
                  <a:pt x="80" y="176"/>
                  <a:pt x="78" y="174"/>
                  <a:pt x="77" y="171"/>
                </a:cubicBezTo>
                <a:cubicBezTo>
                  <a:pt x="74" y="172"/>
                  <a:pt x="70" y="173"/>
                  <a:pt x="68" y="175"/>
                </a:cubicBezTo>
                <a:cubicBezTo>
                  <a:pt x="66" y="176"/>
                  <a:pt x="65" y="177"/>
                  <a:pt x="64" y="177"/>
                </a:cubicBezTo>
                <a:cubicBezTo>
                  <a:pt x="63" y="178"/>
                  <a:pt x="62" y="177"/>
                  <a:pt x="61" y="176"/>
                </a:cubicBezTo>
                <a:cubicBezTo>
                  <a:pt x="61" y="176"/>
                  <a:pt x="61" y="175"/>
                  <a:pt x="60" y="174"/>
                </a:cubicBezTo>
                <a:cubicBezTo>
                  <a:pt x="58" y="175"/>
                  <a:pt x="57" y="176"/>
                  <a:pt x="55" y="177"/>
                </a:cubicBezTo>
                <a:cubicBezTo>
                  <a:pt x="54" y="179"/>
                  <a:pt x="52" y="180"/>
                  <a:pt x="51" y="181"/>
                </a:cubicBezTo>
                <a:cubicBezTo>
                  <a:pt x="49" y="183"/>
                  <a:pt x="46" y="182"/>
                  <a:pt x="46" y="179"/>
                </a:cubicBezTo>
                <a:cubicBezTo>
                  <a:pt x="46" y="178"/>
                  <a:pt x="46" y="178"/>
                  <a:pt x="46" y="177"/>
                </a:cubicBezTo>
                <a:cubicBezTo>
                  <a:pt x="44" y="179"/>
                  <a:pt x="42" y="180"/>
                  <a:pt x="41" y="181"/>
                </a:cubicBezTo>
                <a:cubicBezTo>
                  <a:pt x="39" y="182"/>
                  <a:pt x="38" y="183"/>
                  <a:pt x="37" y="184"/>
                </a:cubicBezTo>
                <a:cubicBezTo>
                  <a:pt x="36" y="184"/>
                  <a:pt x="35" y="184"/>
                  <a:pt x="34" y="183"/>
                </a:cubicBezTo>
                <a:cubicBezTo>
                  <a:pt x="32" y="182"/>
                  <a:pt x="32" y="179"/>
                  <a:pt x="34" y="177"/>
                </a:cubicBezTo>
                <a:cubicBezTo>
                  <a:pt x="34" y="177"/>
                  <a:pt x="35" y="176"/>
                  <a:pt x="35" y="176"/>
                </a:cubicBezTo>
                <a:cubicBezTo>
                  <a:pt x="35" y="176"/>
                  <a:pt x="35" y="176"/>
                  <a:pt x="35" y="176"/>
                </a:cubicBezTo>
                <a:cubicBezTo>
                  <a:pt x="34" y="176"/>
                  <a:pt x="33" y="177"/>
                  <a:pt x="32" y="178"/>
                </a:cubicBezTo>
                <a:cubicBezTo>
                  <a:pt x="31" y="179"/>
                  <a:pt x="30" y="180"/>
                  <a:pt x="28" y="180"/>
                </a:cubicBezTo>
                <a:cubicBezTo>
                  <a:pt x="27" y="181"/>
                  <a:pt x="26" y="181"/>
                  <a:pt x="25" y="180"/>
                </a:cubicBezTo>
                <a:cubicBezTo>
                  <a:pt x="24" y="178"/>
                  <a:pt x="23" y="178"/>
                  <a:pt x="24" y="176"/>
                </a:cubicBezTo>
                <a:cubicBezTo>
                  <a:pt x="22" y="177"/>
                  <a:pt x="21" y="178"/>
                  <a:pt x="20" y="179"/>
                </a:cubicBezTo>
                <a:cubicBezTo>
                  <a:pt x="19" y="180"/>
                  <a:pt x="17" y="180"/>
                  <a:pt x="16" y="179"/>
                </a:cubicBezTo>
                <a:cubicBezTo>
                  <a:pt x="16" y="179"/>
                  <a:pt x="15" y="178"/>
                  <a:pt x="15" y="178"/>
                </a:cubicBezTo>
                <a:cubicBezTo>
                  <a:pt x="14" y="177"/>
                  <a:pt x="14" y="176"/>
                  <a:pt x="15" y="174"/>
                </a:cubicBezTo>
                <a:cubicBezTo>
                  <a:pt x="12" y="174"/>
                  <a:pt x="10" y="172"/>
                  <a:pt x="11" y="171"/>
                </a:cubicBezTo>
                <a:cubicBezTo>
                  <a:pt x="11" y="169"/>
                  <a:pt x="13" y="167"/>
                  <a:pt x="13" y="166"/>
                </a:cubicBezTo>
                <a:cubicBezTo>
                  <a:pt x="12" y="164"/>
                  <a:pt x="11" y="163"/>
                  <a:pt x="9" y="161"/>
                </a:cubicBezTo>
                <a:cubicBezTo>
                  <a:pt x="12" y="157"/>
                  <a:pt x="16" y="154"/>
                  <a:pt x="18" y="149"/>
                </a:cubicBezTo>
                <a:cubicBezTo>
                  <a:pt x="18" y="149"/>
                  <a:pt x="18" y="149"/>
                  <a:pt x="18" y="149"/>
                </a:cubicBezTo>
                <a:cubicBezTo>
                  <a:pt x="17" y="149"/>
                  <a:pt x="17" y="150"/>
                  <a:pt x="16" y="151"/>
                </a:cubicBezTo>
                <a:cubicBezTo>
                  <a:pt x="14" y="152"/>
                  <a:pt x="12" y="151"/>
                  <a:pt x="11" y="149"/>
                </a:cubicBezTo>
                <a:cubicBezTo>
                  <a:pt x="10" y="148"/>
                  <a:pt x="11" y="147"/>
                  <a:pt x="12" y="146"/>
                </a:cubicBezTo>
                <a:cubicBezTo>
                  <a:pt x="14" y="143"/>
                  <a:pt x="16" y="140"/>
                  <a:pt x="18" y="137"/>
                </a:cubicBezTo>
                <a:cubicBezTo>
                  <a:pt x="17" y="138"/>
                  <a:pt x="15" y="139"/>
                  <a:pt x="14" y="140"/>
                </a:cubicBezTo>
                <a:cubicBezTo>
                  <a:pt x="12" y="141"/>
                  <a:pt x="10" y="141"/>
                  <a:pt x="9" y="140"/>
                </a:cubicBezTo>
                <a:cubicBezTo>
                  <a:pt x="8" y="139"/>
                  <a:pt x="7" y="137"/>
                  <a:pt x="8" y="135"/>
                </a:cubicBezTo>
                <a:cubicBezTo>
                  <a:pt x="9" y="133"/>
                  <a:pt x="11" y="131"/>
                  <a:pt x="12" y="129"/>
                </a:cubicBezTo>
                <a:cubicBezTo>
                  <a:pt x="12" y="128"/>
                  <a:pt x="13" y="128"/>
                  <a:pt x="13" y="128"/>
                </a:cubicBezTo>
                <a:cubicBezTo>
                  <a:pt x="10" y="128"/>
                  <a:pt x="8" y="126"/>
                  <a:pt x="8" y="124"/>
                </a:cubicBezTo>
                <a:cubicBezTo>
                  <a:pt x="8" y="123"/>
                  <a:pt x="9" y="122"/>
                  <a:pt x="9" y="121"/>
                </a:cubicBezTo>
                <a:cubicBezTo>
                  <a:pt x="10" y="120"/>
                  <a:pt x="12" y="118"/>
                  <a:pt x="13" y="116"/>
                </a:cubicBezTo>
                <a:cubicBezTo>
                  <a:pt x="12" y="116"/>
                  <a:pt x="12" y="116"/>
                  <a:pt x="11" y="116"/>
                </a:cubicBezTo>
                <a:cubicBezTo>
                  <a:pt x="9" y="117"/>
                  <a:pt x="7" y="115"/>
                  <a:pt x="7" y="113"/>
                </a:cubicBezTo>
                <a:cubicBezTo>
                  <a:pt x="7" y="112"/>
                  <a:pt x="7" y="111"/>
                  <a:pt x="8" y="110"/>
                </a:cubicBezTo>
                <a:cubicBezTo>
                  <a:pt x="9" y="108"/>
                  <a:pt x="11" y="106"/>
                  <a:pt x="13" y="104"/>
                </a:cubicBezTo>
                <a:cubicBezTo>
                  <a:pt x="11" y="104"/>
                  <a:pt x="9" y="106"/>
                  <a:pt x="7" y="104"/>
                </a:cubicBezTo>
                <a:cubicBezTo>
                  <a:pt x="6" y="104"/>
                  <a:pt x="6" y="102"/>
                  <a:pt x="5" y="101"/>
                </a:cubicBezTo>
                <a:cubicBezTo>
                  <a:pt x="7" y="99"/>
                  <a:pt x="8" y="98"/>
                  <a:pt x="9" y="96"/>
                </a:cubicBezTo>
                <a:cubicBezTo>
                  <a:pt x="8" y="95"/>
                  <a:pt x="8" y="94"/>
                  <a:pt x="7" y="92"/>
                </a:cubicBezTo>
                <a:cubicBezTo>
                  <a:pt x="7" y="92"/>
                  <a:pt x="6" y="92"/>
                  <a:pt x="6" y="92"/>
                </a:cubicBezTo>
                <a:cubicBezTo>
                  <a:pt x="4" y="91"/>
                  <a:pt x="3" y="88"/>
                  <a:pt x="4" y="86"/>
                </a:cubicBezTo>
                <a:cubicBezTo>
                  <a:pt x="4" y="86"/>
                  <a:pt x="5" y="86"/>
                  <a:pt x="5" y="85"/>
                </a:cubicBezTo>
                <a:cubicBezTo>
                  <a:pt x="6" y="85"/>
                  <a:pt x="6" y="84"/>
                  <a:pt x="5" y="83"/>
                </a:cubicBezTo>
                <a:cubicBezTo>
                  <a:pt x="4" y="82"/>
                  <a:pt x="4" y="81"/>
                  <a:pt x="5" y="79"/>
                </a:cubicBezTo>
                <a:cubicBezTo>
                  <a:pt x="6" y="77"/>
                  <a:pt x="7" y="76"/>
                  <a:pt x="8" y="74"/>
                </a:cubicBezTo>
                <a:cubicBezTo>
                  <a:pt x="9" y="74"/>
                  <a:pt x="8" y="73"/>
                  <a:pt x="8" y="73"/>
                </a:cubicBezTo>
                <a:cubicBezTo>
                  <a:pt x="5" y="70"/>
                  <a:pt x="6" y="69"/>
                  <a:pt x="8" y="67"/>
                </a:cubicBezTo>
                <a:cubicBezTo>
                  <a:pt x="9" y="66"/>
                  <a:pt x="9" y="65"/>
                  <a:pt x="8" y="65"/>
                </a:cubicBezTo>
                <a:cubicBezTo>
                  <a:pt x="6" y="62"/>
                  <a:pt x="6" y="63"/>
                  <a:pt x="8" y="60"/>
                </a:cubicBezTo>
                <a:cubicBezTo>
                  <a:pt x="10" y="57"/>
                  <a:pt x="12" y="55"/>
                  <a:pt x="14" y="53"/>
                </a:cubicBezTo>
                <a:cubicBezTo>
                  <a:pt x="14" y="52"/>
                  <a:pt x="14" y="52"/>
                  <a:pt x="14" y="52"/>
                </a:cubicBezTo>
                <a:cubicBezTo>
                  <a:pt x="13" y="53"/>
                  <a:pt x="12" y="54"/>
                  <a:pt x="11" y="54"/>
                </a:cubicBezTo>
                <a:cubicBezTo>
                  <a:pt x="10" y="56"/>
                  <a:pt x="8" y="58"/>
                  <a:pt x="6" y="60"/>
                </a:cubicBezTo>
                <a:cubicBezTo>
                  <a:pt x="5" y="62"/>
                  <a:pt x="3" y="62"/>
                  <a:pt x="2" y="60"/>
                </a:cubicBezTo>
                <a:cubicBezTo>
                  <a:pt x="0" y="57"/>
                  <a:pt x="2" y="55"/>
                  <a:pt x="3" y="54"/>
                </a:cubicBezTo>
                <a:cubicBezTo>
                  <a:pt x="6" y="50"/>
                  <a:pt x="10" y="47"/>
                  <a:pt x="13" y="43"/>
                </a:cubicBezTo>
                <a:cubicBezTo>
                  <a:pt x="11" y="44"/>
                  <a:pt x="8" y="42"/>
                  <a:pt x="8" y="39"/>
                </a:cubicBezTo>
                <a:cubicBezTo>
                  <a:pt x="8" y="38"/>
                  <a:pt x="8" y="37"/>
                  <a:pt x="9" y="37"/>
                </a:cubicBezTo>
                <a:cubicBezTo>
                  <a:pt x="10" y="37"/>
                  <a:pt x="11" y="36"/>
                  <a:pt x="11" y="35"/>
                </a:cubicBezTo>
                <a:cubicBezTo>
                  <a:pt x="10" y="34"/>
                  <a:pt x="10" y="32"/>
                  <a:pt x="9" y="31"/>
                </a:cubicBezTo>
                <a:cubicBezTo>
                  <a:pt x="9" y="30"/>
                  <a:pt x="9" y="29"/>
                  <a:pt x="10" y="29"/>
                </a:cubicBezTo>
                <a:cubicBezTo>
                  <a:pt x="11" y="28"/>
                  <a:pt x="13" y="27"/>
                  <a:pt x="14" y="25"/>
                </a:cubicBezTo>
                <a:cubicBezTo>
                  <a:pt x="14" y="25"/>
                  <a:pt x="15" y="24"/>
                  <a:pt x="15" y="24"/>
                </a:cubicBezTo>
                <a:cubicBezTo>
                  <a:pt x="14" y="23"/>
                  <a:pt x="15" y="22"/>
                  <a:pt x="14" y="21"/>
                </a:cubicBezTo>
                <a:cubicBezTo>
                  <a:pt x="13" y="21"/>
                  <a:pt x="13" y="19"/>
                  <a:pt x="14" y="19"/>
                </a:cubicBezTo>
                <a:cubicBezTo>
                  <a:pt x="15" y="17"/>
                  <a:pt x="16" y="16"/>
                  <a:pt x="18" y="14"/>
                </a:cubicBezTo>
                <a:cubicBezTo>
                  <a:pt x="18" y="14"/>
                  <a:pt x="19" y="13"/>
                  <a:pt x="20" y="12"/>
                </a:cubicBezTo>
                <a:cubicBezTo>
                  <a:pt x="21" y="11"/>
                  <a:pt x="22" y="11"/>
                  <a:pt x="23" y="12"/>
                </a:cubicBezTo>
                <a:cubicBezTo>
                  <a:pt x="24" y="13"/>
                  <a:pt x="26" y="13"/>
                  <a:pt x="27" y="13"/>
                </a:cubicBezTo>
                <a:cubicBezTo>
                  <a:pt x="28" y="13"/>
                  <a:pt x="28" y="13"/>
                  <a:pt x="29" y="14"/>
                </a:cubicBezTo>
                <a:cubicBezTo>
                  <a:pt x="30" y="14"/>
                  <a:pt x="30" y="14"/>
                  <a:pt x="31" y="14"/>
                </a:cubicBezTo>
                <a:cubicBezTo>
                  <a:pt x="33" y="12"/>
                  <a:pt x="35" y="10"/>
                  <a:pt x="37" y="8"/>
                </a:cubicBezTo>
                <a:cubicBezTo>
                  <a:pt x="38" y="8"/>
                  <a:pt x="38" y="8"/>
                  <a:pt x="38" y="8"/>
                </a:cubicBezTo>
                <a:cubicBezTo>
                  <a:pt x="40" y="7"/>
                  <a:pt x="43" y="10"/>
                  <a:pt x="43" y="12"/>
                </a:cubicBezTo>
                <a:cubicBezTo>
                  <a:pt x="46" y="10"/>
                  <a:pt x="49" y="8"/>
                  <a:pt x="52" y="5"/>
                </a:cubicBezTo>
                <a:cubicBezTo>
                  <a:pt x="54" y="3"/>
                  <a:pt x="57" y="4"/>
                  <a:pt x="58" y="7"/>
                </a:cubicBezTo>
                <a:cubicBezTo>
                  <a:pt x="58" y="7"/>
                  <a:pt x="58" y="8"/>
                  <a:pt x="58" y="9"/>
                </a:cubicBezTo>
                <a:cubicBezTo>
                  <a:pt x="59" y="8"/>
                  <a:pt x="60" y="7"/>
                  <a:pt x="61" y="6"/>
                </a:cubicBezTo>
                <a:cubicBezTo>
                  <a:pt x="62" y="4"/>
                  <a:pt x="64" y="4"/>
                  <a:pt x="65" y="6"/>
                </a:cubicBezTo>
                <a:cubicBezTo>
                  <a:pt x="66" y="6"/>
                  <a:pt x="67" y="7"/>
                  <a:pt x="67" y="8"/>
                </a:cubicBezTo>
                <a:cubicBezTo>
                  <a:pt x="67" y="8"/>
                  <a:pt x="68" y="8"/>
                  <a:pt x="68" y="8"/>
                </a:cubicBezTo>
                <a:cubicBezTo>
                  <a:pt x="70" y="6"/>
                  <a:pt x="71" y="5"/>
                  <a:pt x="72" y="4"/>
                </a:cubicBezTo>
                <a:cubicBezTo>
                  <a:pt x="73" y="4"/>
                  <a:pt x="73" y="4"/>
                  <a:pt x="73" y="4"/>
                </a:cubicBezTo>
                <a:cubicBezTo>
                  <a:pt x="75" y="4"/>
                  <a:pt x="77" y="7"/>
                  <a:pt x="76" y="9"/>
                </a:cubicBezTo>
                <a:cubicBezTo>
                  <a:pt x="76" y="9"/>
                  <a:pt x="76" y="9"/>
                  <a:pt x="76" y="9"/>
                </a:cubicBezTo>
                <a:cubicBezTo>
                  <a:pt x="71" y="14"/>
                  <a:pt x="65" y="18"/>
                  <a:pt x="60" y="22"/>
                </a:cubicBezTo>
                <a:cubicBezTo>
                  <a:pt x="58" y="24"/>
                  <a:pt x="56" y="26"/>
                  <a:pt x="53" y="28"/>
                </a:cubicBezTo>
                <a:cubicBezTo>
                  <a:pt x="53" y="29"/>
                  <a:pt x="52" y="29"/>
                  <a:pt x="52" y="29"/>
                </a:cubicBezTo>
                <a:cubicBezTo>
                  <a:pt x="53" y="29"/>
                  <a:pt x="54" y="28"/>
                  <a:pt x="54" y="28"/>
                </a:cubicBezTo>
                <a:cubicBezTo>
                  <a:pt x="58" y="25"/>
                  <a:pt x="62" y="22"/>
                  <a:pt x="66" y="19"/>
                </a:cubicBezTo>
                <a:cubicBezTo>
                  <a:pt x="69" y="17"/>
                  <a:pt x="72" y="14"/>
                  <a:pt x="75" y="12"/>
                </a:cubicBezTo>
                <a:cubicBezTo>
                  <a:pt x="76" y="11"/>
                  <a:pt x="78" y="10"/>
                  <a:pt x="80" y="8"/>
                </a:cubicBezTo>
                <a:cubicBezTo>
                  <a:pt x="80" y="8"/>
                  <a:pt x="83" y="9"/>
                  <a:pt x="83" y="10"/>
                </a:cubicBezTo>
                <a:cubicBezTo>
                  <a:pt x="83" y="11"/>
                  <a:pt x="83" y="11"/>
                  <a:pt x="84" y="12"/>
                </a:cubicBezTo>
                <a:cubicBezTo>
                  <a:pt x="86" y="10"/>
                  <a:pt x="88" y="9"/>
                  <a:pt x="91" y="7"/>
                </a:cubicBezTo>
                <a:cubicBezTo>
                  <a:pt x="94" y="6"/>
                  <a:pt x="96" y="4"/>
                  <a:pt x="99" y="2"/>
                </a:cubicBezTo>
                <a:cubicBezTo>
                  <a:pt x="100" y="1"/>
                  <a:pt x="101" y="1"/>
                  <a:pt x="102" y="2"/>
                </a:cubicBezTo>
                <a:cubicBezTo>
                  <a:pt x="104" y="3"/>
                  <a:pt x="105" y="4"/>
                  <a:pt x="107" y="5"/>
                </a:cubicBezTo>
                <a:cubicBezTo>
                  <a:pt x="108" y="6"/>
                  <a:pt x="108" y="7"/>
                  <a:pt x="107" y="8"/>
                </a:cubicBezTo>
                <a:cubicBezTo>
                  <a:pt x="105" y="11"/>
                  <a:pt x="102" y="13"/>
                  <a:pt x="99" y="15"/>
                </a:cubicBezTo>
                <a:cubicBezTo>
                  <a:pt x="98" y="16"/>
                  <a:pt x="97" y="17"/>
                  <a:pt x="96" y="18"/>
                </a:cubicBezTo>
                <a:cubicBezTo>
                  <a:pt x="96" y="18"/>
                  <a:pt x="97" y="18"/>
                  <a:pt x="97" y="18"/>
                </a:cubicBezTo>
                <a:cubicBezTo>
                  <a:pt x="98" y="17"/>
                  <a:pt x="100" y="15"/>
                  <a:pt x="102" y="14"/>
                </a:cubicBezTo>
                <a:cubicBezTo>
                  <a:pt x="102" y="14"/>
                  <a:pt x="103" y="13"/>
                  <a:pt x="103" y="14"/>
                </a:cubicBezTo>
                <a:cubicBezTo>
                  <a:pt x="104" y="14"/>
                  <a:pt x="105" y="13"/>
                  <a:pt x="105" y="13"/>
                </a:cubicBezTo>
                <a:cubicBezTo>
                  <a:pt x="109" y="10"/>
                  <a:pt x="114" y="8"/>
                  <a:pt x="118" y="6"/>
                </a:cubicBezTo>
                <a:cubicBezTo>
                  <a:pt x="119" y="5"/>
                  <a:pt x="121" y="5"/>
                  <a:pt x="122" y="4"/>
                </a:cubicBezTo>
                <a:cubicBezTo>
                  <a:pt x="123" y="3"/>
                  <a:pt x="124" y="2"/>
                  <a:pt x="125" y="1"/>
                </a:cubicBezTo>
                <a:cubicBezTo>
                  <a:pt x="126" y="1"/>
                  <a:pt x="127" y="0"/>
                  <a:pt x="128" y="1"/>
                </a:cubicBezTo>
                <a:cubicBezTo>
                  <a:pt x="128" y="2"/>
                  <a:pt x="129" y="2"/>
                  <a:pt x="130" y="3"/>
                </a:cubicBezTo>
                <a:cubicBezTo>
                  <a:pt x="131" y="4"/>
                  <a:pt x="130" y="6"/>
                  <a:pt x="129" y="7"/>
                </a:cubicBezTo>
                <a:cubicBezTo>
                  <a:pt x="128" y="8"/>
                  <a:pt x="128" y="8"/>
                  <a:pt x="127" y="8"/>
                </a:cubicBezTo>
                <a:cubicBezTo>
                  <a:pt x="126" y="9"/>
                  <a:pt x="126" y="10"/>
                  <a:pt x="127" y="11"/>
                </a:cubicBezTo>
                <a:cubicBezTo>
                  <a:pt x="125" y="13"/>
                  <a:pt x="122" y="15"/>
                  <a:pt x="120" y="17"/>
                </a:cubicBezTo>
                <a:cubicBezTo>
                  <a:pt x="120" y="17"/>
                  <a:pt x="120" y="17"/>
                  <a:pt x="121" y="18"/>
                </a:cubicBezTo>
                <a:cubicBezTo>
                  <a:pt x="127" y="13"/>
                  <a:pt x="134" y="8"/>
                  <a:pt x="141" y="3"/>
                </a:cubicBezTo>
                <a:cubicBezTo>
                  <a:pt x="142" y="3"/>
                  <a:pt x="143" y="4"/>
                  <a:pt x="144" y="5"/>
                </a:cubicBezTo>
                <a:cubicBezTo>
                  <a:pt x="145" y="4"/>
                  <a:pt x="146" y="3"/>
                  <a:pt x="147" y="3"/>
                </a:cubicBezTo>
                <a:cubicBezTo>
                  <a:pt x="148" y="3"/>
                  <a:pt x="149" y="3"/>
                  <a:pt x="149" y="4"/>
                </a:cubicBezTo>
                <a:cubicBezTo>
                  <a:pt x="150" y="5"/>
                  <a:pt x="150" y="5"/>
                  <a:pt x="151" y="6"/>
                </a:cubicBezTo>
                <a:cubicBezTo>
                  <a:pt x="152" y="5"/>
                  <a:pt x="154" y="3"/>
                  <a:pt x="156" y="2"/>
                </a:cubicBezTo>
                <a:cubicBezTo>
                  <a:pt x="157" y="3"/>
                  <a:pt x="158" y="4"/>
                  <a:pt x="160" y="6"/>
                </a:cubicBezTo>
                <a:cubicBezTo>
                  <a:pt x="160" y="5"/>
                  <a:pt x="161" y="5"/>
                  <a:pt x="161" y="4"/>
                </a:cubicBezTo>
                <a:cubicBezTo>
                  <a:pt x="162" y="3"/>
                  <a:pt x="163" y="3"/>
                  <a:pt x="164" y="4"/>
                </a:cubicBezTo>
                <a:cubicBezTo>
                  <a:pt x="165" y="5"/>
                  <a:pt x="166" y="6"/>
                  <a:pt x="166" y="8"/>
                </a:cubicBezTo>
                <a:cubicBezTo>
                  <a:pt x="166" y="8"/>
                  <a:pt x="166" y="9"/>
                  <a:pt x="166" y="9"/>
                </a:cubicBezTo>
                <a:cubicBezTo>
                  <a:pt x="169" y="8"/>
                  <a:pt x="171" y="8"/>
                  <a:pt x="173" y="7"/>
                </a:cubicBezTo>
                <a:cubicBezTo>
                  <a:pt x="173" y="7"/>
                  <a:pt x="174" y="6"/>
                  <a:pt x="174" y="6"/>
                </a:cubicBezTo>
                <a:cubicBezTo>
                  <a:pt x="175" y="5"/>
                  <a:pt x="175" y="5"/>
                  <a:pt x="176" y="5"/>
                </a:cubicBezTo>
                <a:cubicBezTo>
                  <a:pt x="178" y="5"/>
                  <a:pt x="180" y="7"/>
                  <a:pt x="180" y="9"/>
                </a:cubicBezTo>
                <a:cubicBezTo>
                  <a:pt x="180" y="10"/>
                  <a:pt x="179" y="10"/>
                  <a:pt x="179" y="11"/>
                </a:cubicBezTo>
                <a:cubicBezTo>
                  <a:pt x="181" y="9"/>
                  <a:pt x="183" y="8"/>
                  <a:pt x="185" y="6"/>
                </a:cubicBezTo>
                <a:cubicBezTo>
                  <a:pt x="185" y="5"/>
                  <a:pt x="186" y="4"/>
                  <a:pt x="187" y="4"/>
                </a:cubicBezTo>
                <a:cubicBezTo>
                  <a:pt x="188" y="5"/>
                  <a:pt x="190" y="5"/>
                  <a:pt x="190" y="7"/>
                </a:cubicBezTo>
                <a:cubicBezTo>
                  <a:pt x="190" y="7"/>
                  <a:pt x="190" y="7"/>
                  <a:pt x="191" y="8"/>
                </a:cubicBezTo>
                <a:cubicBezTo>
                  <a:pt x="192" y="9"/>
                  <a:pt x="194" y="11"/>
                  <a:pt x="195" y="13"/>
                </a:cubicBezTo>
                <a:cubicBezTo>
                  <a:pt x="192" y="17"/>
                  <a:pt x="189" y="20"/>
                  <a:pt x="186" y="24"/>
                </a:cubicBezTo>
                <a:cubicBezTo>
                  <a:pt x="186" y="24"/>
                  <a:pt x="186" y="24"/>
                  <a:pt x="187" y="25"/>
                </a:cubicBezTo>
                <a:cubicBezTo>
                  <a:pt x="188" y="24"/>
                  <a:pt x="189" y="23"/>
                  <a:pt x="190" y="22"/>
                </a:cubicBezTo>
                <a:cubicBezTo>
                  <a:pt x="190" y="22"/>
                  <a:pt x="191" y="21"/>
                  <a:pt x="192" y="22"/>
                </a:cubicBezTo>
                <a:cubicBezTo>
                  <a:pt x="195" y="23"/>
                  <a:pt x="196" y="25"/>
                  <a:pt x="194" y="28"/>
                </a:cubicBezTo>
                <a:cubicBezTo>
                  <a:pt x="194" y="29"/>
                  <a:pt x="193" y="30"/>
                  <a:pt x="192" y="31"/>
                </a:cubicBezTo>
                <a:cubicBezTo>
                  <a:pt x="192" y="31"/>
                  <a:pt x="192" y="31"/>
                  <a:pt x="192" y="32"/>
                </a:cubicBezTo>
                <a:cubicBezTo>
                  <a:pt x="193" y="31"/>
                  <a:pt x="194" y="30"/>
                  <a:pt x="195" y="30"/>
                </a:cubicBezTo>
                <a:cubicBezTo>
                  <a:pt x="197" y="28"/>
                  <a:pt x="199" y="28"/>
                  <a:pt x="200" y="30"/>
                </a:cubicBezTo>
                <a:cubicBezTo>
                  <a:pt x="201" y="31"/>
                  <a:pt x="201" y="31"/>
                  <a:pt x="202" y="32"/>
                </a:cubicBezTo>
                <a:cubicBezTo>
                  <a:pt x="199" y="36"/>
                  <a:pt x="196" y="40"/>
                  <a:pt x="193" y="44"/>
                </a:cubicBezTo>
                <a:cubicBezTo>
                  <a:pt x="191" y="46"/>
                  <a:pt x="191" y="47"/>
                  <a:pt x="193" y="48"/>
                </a:cubicBezTo>
                <a:cubicBezTo>
                  <a:pt x="193" y="48"/>
                  <a:pt x="193" y="48"/>
                  <a:pt x="193" y="48"/>
                </a:cubicBezTo>
                <a:cubicBezTo>
                  <a:pt x="194" y="48"/>
                  <a:pt x="195" y="46"/>
                  <a:pt x="196" y="46"/>
                </a:cubicBezTo>
                <a:cubicBezTo>
                  <a:pt x="197" y="47"/>
                  <a:pt x="198" y="48"/>
                  <a:pt x="199" y="49"/>
                </a:cubicBezTo>
                <a:cubicBezTo>
                  <a:pt x="200" y="50"/>
                  <a:pt x="199" y="51"/>
                  <a:pt x="199" y="52"/>
                </a:cubicBezTo>
                <a:cubicBezTo>
                  <a:pt x="197" y="54"/>
                  <a:pt x="196" y="56"/>
                  <a:pt x="194" y="58"/>
                </a:cubicBezTo>
                <a:cubicBezTo>
                  <a:pt x="194" y="58"/>
                  <a:pt x="194" y="59"/>
                  <a:pt x="194" y="59"/>
                </a:cubicBezTo>
                <a:cubicBezTo>
                  <a:pt x="195" y="59"/>
                  <a:pt x="195" y="58"/>
                  <a:pt x="195" y="58"/>
                </a:cubicBezTo>
                <a:cubicBezTo>
                  <a:pt x="196" y="56"/>
                  <a:pt x="198" y="56"/>
                  <a:pt x="199" y="58"/>
                </a:cubicBezTo>
                <a:cubicBezTo>
                  <a:pt x="202" y="61"/>
                  <a:pt x="201" y="61"/>
                  <a:pt x="199" y="63"/>
                </a:cubicBezTo>
                <a:cubicBezTo>
                  <a:pt x="198" y="65"/>
                  <a:pt x="197" y="67"/>
                  <a:pt x="195" y="68"/>
                </a:cubicBezTo>
                <a:cubicBezTo>
                  <a:pt x="198" y="69"/>
                  <a:pt x="198" y="71"/>
                  <a:pt x="199" y="72"/>
                </a:cubicBezTo>
                <a:cubicBezTo>
                  <a:pt x="199" y="72"/>
                  <a:pt x="199" y="73"/>
                  <a:pt x="199" y="74"/>
                </a:cubicBezTo>
                <a:cubicBezTo>
                  <a:pt x="197" y="77"/>
                  <a:pt x="195" y="80"/>
                  <a:pt x="194" y="83"/>
                </a:cubicBezTo>
                <a:cubicBezTo>
                  <a:pt x="193" y="83"/>
                  <a:pt x="193" y="84"/>
                  <a:pt x="193" y="85"/>
                </a:cubicBezTo>
                <a:cubicBezTo>
                  <a:pt x="193" y="86"/>
                  <a:pt x="193" y="87"/>
                  <a:pt x="192" y="88"/>
                </a:cubicBezTo>
                <a:cubicBezTo>
                  <a:pt x="191" y="88"/>
                  <a:pt x="191" y="89"/>
                  <a:pt x="191" y="89"/>
                </a:cubicBezTo>
                <a:cubicBezTo>
                  <a:pt x="191" y="90"/>
                  <a:pt x="192" y="90"/>
                  <a:pt x="192" y="90"/>
                </a:cubicBezTo>
                <a:cubicBezTo>
                  <a:pt x="194" y="91"/>
                  <a:pt x="195" y="93"/>
                  <a:pt x="194" y="95"/>
                </a:cubicBezTo>
                <a:cubicBezTo>
                  <a:pt x="193" y="97"/>
                  <a:pt x="192" y="99"/>
                  <a:pt x="191" y="101"/>
                </a:cubicBezTo>
                <a:cubicBezTo>
                  <a:pt x="192" y="101"/>
                  <a:pt x="193" y="101"/>
                  <a:pt x="194" y="100"/>
                </a:cubicBezTo>
                <a:cubicBezTo>
                  <a:pt x="195" y="99"/>
                  <a:pt x="196" y="100"/>
                  <a:pt x="197" y="100"/>
                </a:cubicBezTo>
                <a:cubicBezTo>
                  <a:pt x="198" y="100"/>
                  <a:pt x="199" y="101"/>
                  <a:pt x="199" y="102"/>
                </a:cubicBezTo>
                <a:cubicBezTo>
                  <a:pt x="200" y="104"/>
                  <a:pt x="199" y="106"/>
                  <a:pt x="198" y="107"/>
                </a:cubicBezTo>
                <a:cubicBezTo>
                  <a:pt x="200" y="108"/>
                  <a:pt x="201" y="109"/>
                  <a:pt x="200" y="111"/>
                </a:cubicBezTo>
                <a:cubicBezTo>
                  <a:pt x="200" y="113"/>
                  <a:pt x="199" y="114"/>
                  <a:pt x="197" y="116"/>
                </a:cubicBezTo>
                <a:cubicBezTo>
                  <a:pt x="198" y="116"/>
                  <a:pt x="199" y="117"/>
                  <a:pt x="200" y="117"/>
                </a:cubicBezTo>
                <a:cubicBezTo>
                  <a:pt x="202" y="118"/>
                  <a:pt x="202" y="120"/>
                  <a:pt x="201" y="122"/>
                </a:cubicBezTo>
                <a:cubicBezTo>
                  <a:pt x="199" y="124"/>
                  <a:pt x="198" y="126"/>
                  <a:pt x="196" y="128"/>
                </a:cubicBezTo>
                <a:cubicBezTo>
                  <a:pt x="198" y="129"/>
                  <a:pt x="201" y="129"/>
                  <a:pt x="200" y="131"/>
                </a:cubicBezTo>
                <a:cubicBezTo>
                  <a:pt x="200" y="133"/>
                  <a:pt x="199" y="135"/>
                  <a:pt x="198" y="137"/>
                </a:cubicBezTo>
                <a:cubicBezTo>
                  <a:pt x="198" y="137"/>
                  <a:pt x="198" y="137"/>
                  <a:pt x="198" y="137"/>
                </a:cubicBezTo>
                <a:cubicBezTo>
                  <a:pt x="199" y="137"/>
                  <a:pt x="200" y="137"/>
                  <a:pt x="200" y="138"/>
                </a:cubicBezTo>
                <a:cubicBezTo>
                  <a:pt x="201" y="140"/>
                  <a:pt x="201" y="141"/>
                  <a:pt x="200" y="143"/>
                </a:cubicBezTo>
                <a:cubicBezTo>
                  <a:pt x="200" y="144"/>
                  <a:pt x="199" y="144"/>
                  <a:pt x="199" y="145"/>
                </a:cubicBezTo>
                <a:cubicBezTo>
                  <a:pt x="198" y="146"/>
                  <a:pt x="198" y="146"/>
                  <a:pt x="199" y="146"/>
                </a:cubicBezTo>
                <a:cubicBezTo>
                  <a:pt x="201" y="149"/>
                  <a:pt x="199" y="152"/>
                  <a:pt x="197" y="154"/>
                </a:cubicBezTo>
                <a:cubicBezTo>
                  <a:pt x="197" y="154"/>
                  <a:pt x="197" y="154"/>
                  <a:pt x="197" y="154"/>
                </a:cubicBezTo>
                <a:cubicBezTo>
                  <a:pt x="198" y="156"/>
                  <a:pt x="198" y="159"/>
                  <a:pt x="199" y="161"/>
                </a:cubicBezTo>
                <a:cubicBezTo>
                  <a:pt x="199" y="162"/>
                  <a:pt x="198" y="163"/>
                  <a:pt x="197" y="164"/>
                </a:cubicBezTo>
                <a:cubicBezTo>
                  <a:pt x="195" y="166"/>
                  <a:pt x="193" y="169"/>
                  <a:pt x="190" y="171"/>
                </a:cubicBezTo>
                <a:cubicBezTo>
                  <a:pt x="188" y="173"/>
                  <a:pt x="186" y="175"/>
                  <a:pt x="184" y="176"/>
                </a:cubicBezTo>
                <a:cubicBezTo>
                  <a:pt x="183" y="177"/>
                  <a:pt x="183" y="177"/>
                  <a:pt x="183" y="177"/>
                </a:cubicBezTo>
                <a:cubicBezTo>
                  <a:pt x="181" y="176"/>
                  <a:pt x="181" y="177"/>
                  <a:pt x="180" y="178"/>
                </a:cubicBezTo>
                <a:cubicBezTo>
                  <a:pt x="179" y="178"/>
                  <a:pt x="178" y="179"/>
                  <a:pt x="177" y="178"/>
                </a:cubicBezTo>
                <a:cubicBezTo>
                  <a:pt x="176" y="177"/>
                  <a:pt x="175" y="176"/>
                  <a:pt x="174" y="176"/>
                </a:cubicBezTo>
                <a:cubicBezTo>
                  <a:pt x="173" y="177"/>
                  <a:pt x="172" y="178"/>
                  <a:pt x="171" y="179"/>
                </a:cubicBezTo>
                <a:cubicBezTo>
                  <a:pt x="170" y="181"/>
                  <a:pt x="169" y="181"/>
                  <a:pt x="167" y="180"/>
                </a:cubicBezTo>
                <a:cubicBezTo>
                  <a:pt x="166" y="179"/>
                  <a:pt x="165" y="178"/>
                  <a:pt x="165" y="176"/>
                </a:cubicBezTo>
                <a:cubicBezTo>
                  <a:pt x="164" y="176"/>
                  <a:pt x="163" y="177"/>
                  <a:pt x="162" y="177"/>
                </a:cubicBezTo>
                <a:cubicBezTo>
                  <a:pt x="161" y="177"/>
                  <a:pt x="160" y="176"/>
                  <a:pt x="159" y="176"/>
                </a:cubicBezTo>
                <a:cubicBezTo>
                  <a:pt x="158" y="175"/>
                  <a:pt x="158" y="175"/>
                  <a:pt x="157" y="176"/>
                </a:cubicBezTo>
                <a:cubicBezTo>
                  <a:pt x="155" y="176"/>
                  <a:pt x="154" y="176"/>
                  <a:pt x="153" y="175"/>
                </a:cubicBezTo>
                <a:cubicBezTo>
                  <a:pt x="153" y="175"/>
                  <a:pt x="152" y="174"/>
                  <a:pt x="152" y="175"/>
                </a:cubicBezTo>
                <a:cubicBezTo>
                  <a:pt x="150" y="175"/>
                  <a:pt x="149" y="175"/>
                  <a:pt x="148" y="174"/>
                </a:cubicBezTo>
                <a:cubicBezTo>
                  <a:pt x="147" y="174"/>
                  <a:pt x="146" y="174"/>
                  <a:pt x="146" y="174"/>
                </a:cubicBezTo>
                <a:cubicBezTo>
                  <a:pt x="144" y="176"/>
                  <a:pt x="143" y="177"/>
                  <a:pt x="140" y="175"/>
                </a:cubicBezTo>
                <a:cubicBezTo>
                  <a:pt x="140" y="175"/>
                  <a:pt x="139" y="175"/>
                  <a:pt x="138" y="175"/>
                </a:cubicBezTo>
                <a:cubicBezTo>
                  <a:pt x="137" y="175"/>
                  <a:pt x="137" y="175"/>
                  <a:pt x="136" y="175"/>
                </a:cubicBezTo>
                <a:cubicBezTo>
                  <a:pt x="135" y="177"/>
                  <a:pt x="134" y="177"/>
                  <a:pt x="132" y="176"/>
                </a:cubicBezTo>
                <a:cubicBezTo>
                  <a:pt x="132" y="176"/>
                  <a:pt x="131" y="176"/>
                  <a:pt x="130" y="176"/>
                </a:cubicBezTo>
                <a:cubicBezTo>
                  <a:pt x="128" y="178"/>
                  <a:pt x="128" y="178"/>
                  <a:pt x="126" y="177"/>
                </a:cubicBezTo>
                <a:close/>
                <a:moveTo>
                  <a:pt x="48" y="157"/>
                </a:moveTo>
                <a:cubicBezTo>
                  <a:pt x="48" y="157"/>
                  <a:pt x="48" y="157"/>
                  <a:pt x="47" y="156"/>
                </a:cubicBezTo>
                <a:cubicBezTo>
                  <a:pt x="45" y="159"/>
                  <a:pt x="43" y="161"/>
                  <a:pt x="41" y="163"/>
                </a:cubicBezTo>
                <a:cubicBezTo>
                  <a:pt x="41" y="163"/>
                  <a:pt x="42" y="163"/>
                  <a:pt x="42" y="163"/>
                </a:cubicBezTo>
                <a:cubicBezTo>
                  <a:pt x="44" y="161"/>
                  <a:pt x="45" y="160"/>
                  <a:pt x="47" y="158"/>
                </a:cubicBezTo>
                <a:cubicBezTo>
                  <a:pt x="48" y="158"/>
                  <a:pt x="48" y="157"/>
                  <a:pt x="48" y="157"/>
                </a:cubicBezTo>
                <a:close/>
                <a:moveTo>
                  <a:pt x="21" y="127"/>
                </a:moveTo>
                <a:cubicBezTo>
                  <a:pt x="21" y="127"/>
                  <a:pt x="21" y="127"/>
                  <a:pt x="21" y="128"/>
                </a:cubicBezTo>
                <a:cubicBezTo>
                  <a:pt x="23" y="126"/>
                  <a:pt x="24" y="125"/>
                  <a:pt x="26" y="124"/>
                </a:cubicBezTo>
                <a:cubicBezTo>
                  <a:pt x="26" y="123"/>
                  <a:pt x="26" y="123"/>
                  <a:pt x="26" y="121"/>
                </a:cubicBezTo>
                <a:cubicBezTo>
                  <a:pt x="24" y="123"/>
                  <a:pt x="23" y="125"/>
                  <a:pt x="21" y="127"/>
                </a:cubicBezTo>
                <a:close/>
                <a:moveTo>
                  <a:pt x="69" y="24"/>
                </a:moveTo>
                <a:cubicBezTo>
                  <a:pt x="67" y="25"/>
                  <a:pt x="68" y="27"/>
                  <a:pt x="68" y="28"/>
                </a:cubicBezTo>
                <a:cubicBezTo>
                  <a:pt x="69" y="27"/>
                  <a:pt x="70" y="26"/>
                  <a:pt x="69" y="24"/>
                </a:cubicBezTo>
                <a:close/>
              </a:path>
            </a:pathLst>
          </a:custGeom>
          <a:solidFill>
            <a:srgbClr val="046A38"/>
          </a:solidFill>
          <a:ln>
            <a:noFill/>
          </a:ln>
        </p:spPr>
        <p:txBody>
          <a:bodyPr vert="horz" wrap="square" lIns="91411" tIns="45704" rIns="91411" bIns="45704" numCol="1" anchor="ctr" anchorCtr="0" compatLnSpc="1">
            <a:prstTxWarp prst="textNoShape">
              <a:avLst/>
            </a:prstTxWarp>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400" b="0" i="0" u="none" strike="noStrike" kern="1200" cap="none" spc="0" normalizeH="0" baseline="0" noProof="0">
                <a:ln>
                  <a:noFill/>
                </a:ln>
                <a:solidFill>
                  <a:schemeClr val="bg1"/>
                </a:solidFill>
                <a:effectLst/>
                <a:uLnTx/>
                <a:uFillTx/>
                <a:latin typeface="Arial" panose="020B0604020202020204" pitchFamily="34" charset="0"/>
                <a:ea typeface="Verdana" panose="020B0604030504040204" pitchFamily="34" charset="0"/>
                <a:cs typeface="Arial" panose="020B0604020202020204" pitchFamily="34" charset="0"/>
              </a:rPr>
              <a:t>Enhancement of Brand Image and Stakeholder Trust</a:t>
            </a:r>
          </a:p>
        </p:txBody>
      </p:sp>
    </p:spTree>
    <p:extLst>
      <p:ext uri="{BB962C8B-B14F-4D97-AF65-F5344CB8AC3E}">
        <p14:creationId xmlns:p14="http://schemas.microsoft.com/office/powerpoint/2010/main" val="282004534"/>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alpha val="18000"/>
          </a:schemeClr>
        </a:solidFill>
        <a:effectLst/>
      </p:bgPr>
    </p:bg>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85E75AA5-7793-42EB-A8A1-2973E74D202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10" name="Object 9" hidden="1">
                        <a:extLst>
                          <a:ext uri="{FF2B5EF4-FFF2-40B4-BE49-F238E27FC236}">
                            <a16:creationId xmlns:a16="http://schemas.microsoft.com/office/drawing/2014/main" id="{85E75AA5-7793-42EB-A8A1-2973E74D202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ext Placeholder 1"/>
          <p:cNvSpPr>
            <a:spLocks noGrp="1"/>
          </p:cNvSpPr>
          <p:nvPr>
            <p:ph type="body" sz="quarter" idx="13"/>
          </p:nvPr>
        </p:nvSpPr>
        <p:spPr>
          <a:xfrm>
            <a:off x="514664" y="651599"/>
            <a:ext cx="11456571" cy="283824"/>
          </a:xfrm>
        </p:spPr>
        <p:txBody>
          <a:bodyPr/>
          <a:lstStyle/>
          <a:p>
            <a:pPr algn="just"/>
            <a:r>
              <a:rPr lang="en-US" sz="1400">
                <a:solidFill>
                  <a:schemeClr val="tx1">
                    <a:lumMod val="65000"/>
                    <a:lumOff val="35000"/>
                  </a:schemeClr>
                </a:solidFill>
                <a:latin typeface="Arial" panose="020B0604020202020204" pitchFamily="34" charset="0"/>
                <a:cs typeface="Arial" panose="020B0604020202020204" pitchFamily="34" charset="0"/>
              </a:rPr>
              <a:t>Enhancing Customer Satisfaction and Operational Reliability through Structured Consumer Insights</a:t>
            </a:r>
          </a:p>
        </p:txBody>
      </p:sp>
      <p:sp>
        <p:nvSpPr>
          <p:cNvPr id="6" name="Title 5"/>
          <p:cNvSpPr>
            <a:spLocks noGrp="1"/>
          </p:cNvSpPr>
          <p:nvPr>
            <p:ph type="title"/>
          </p:nvPr>
        </p:nvSpPr>
        <p:spPr/>
        <p:txBody>
          <a:bodyPr vert="horz"/>
          <a:lstStyle/>
          <a:p>
            <a:pPr>
              <a:tabLst>
                <a:tab pos="461963" algn="l"/>
              </a:tabLst>
            </a:pPr>
            <a:r>
              <a:rPr lang="en-US" sz="2000" b="1">
                <a:latin typeface="Arial" panose="020B0604020202020204" pitchFamily="34" charset="0"/>
                <a:cs typeface="Arial" panose="020B0604020202020204" pitchFamily="34" charset="0"/>
              </a:rPr>
              <a:t>Leveraging Consumer Feedback to Drive Power Sector Excellence</a:t>
            </a:r>
            <a:endParaRPr lang="en-GB" sz="2000" b="1">
              <a:latin typeface="Arial" panose="020B0604020202020204" pitchFamily="34" charset="0"/>
              <a:cs typeface="Arial" panose="020B0604020202020204" pitchFamily="34" charset="0"/>
            </a:endParaRPr>
          </a:p>
        </p:txBody>
      </p:sp>
      <p:cxnSp>
        <p:nvCxnSpPr>
          <p:cNvPr id="42" name="Straight Connector 41">
            <a:extLst>
              <a:ext uri="{FF2B5EF4-FFF2-40B4-BE49-F238E27FC236}">
                <a16:creationId xmlns:a16="http://schemas.microsoft.com/office/drawing/2014/main" id="{C3307A9C-FA80-4775-B35A-1A643EF2A1BC}"/>
              </a:ext>
            </a:extLst>
          </p:cNvPr>
          <p:cNvCxnSpPr/>
          <p:nvPr/>
        </p:nvCxnSpPr>
        <p:spPr>
          <a:xfrm flipV="1">
            <a:off x="514664" y="910950"/>
            <a:ext cx="111960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08" name="Rectangle 6">
            <a:extLst>
              <a:ext uri="{FF2B5EF4-FFF2-40B4-BE49-F238E27FC236}">
                <a16:creationId xmlns:a16="http://schemas.microsoft.com/office/drawing/2014/main" id="{56E7B54D-A468-7616-E007-68209DA2C824}"/>
              </a:ext>
            </a:extLst>
          </p:cNvPr>
          <p:cNvSpPr>
            <a:spLocks noChangeArrowheads="1"/>
          </p:cNvSpPr>
          <p:nvPr/>
        </p:nvSpPr>
        <p:spPr bwMode="auto">
          <a:xfrm>
            <a:off x="2845331" y="1924961"/>
            <a:ext cx="2993515" cy="795338"/>
          </a:xfrm>
          <a:prstGeom prst="rect">
            <a:avLst/>
          </a:prstGeom>
          <a:solidFill>
            <a:srgbClr val="696B7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Aptos" panose="020B0004020202020204" pitchFamily="34" charset="0"/>
            </a:endParaRPr>
          </a:p>
        </p:txBody>
      </p:sp>
      <p:sp>
        <p:nvSpPr>
          <p:cNvPr id="209" name="Rectangle 7">
            <a:extLst>
              <a:ext uri="{FF2B5EF4-FFF2-40B4-BE49-F238E27FC236}">
                <a16:creationId xmlns:a16="http://schemas.microsoft.com/office/drawing/2014/main" id="{8A61D96A-A7D2-0568-0EA0-C12B743C86DC}"/>
              </a:ext>
            </a:extLst>
          </p:cNvPr>
          <p:cNvSpPr>
            <a:spLocks noChangeArrowheads="1"/>
          </p:cNvSpPr>
          <p:nvPr/>
        </p:nvSpPr>
        <p:spPr bwMode="auto">
          <a:xfrm>
            <a:off x="3396194" y="1936074"/>
            <a:ext cx="8294155" cy="795338"/>
          </a:xfrm>
          <a:prstGeom prst="rect">
            <a:avLst/>
          </a:prstGeom>
          <a:noFill/>
          <a:ln w="22225" cap="flat">
            <a:solidFill>
              <a:srgbClr val="696B7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Aptos" panose="020B0004020202020204" pitchFamily="34" charset="0"/>
            </a:endParaRPr>
          </a:p>
        </p:txBody>
      </p:sp>
      <p:sp>
        <p:nvSpPr>
          <p:cNvPr id="210" name="Rectangle 8">
            <a:extLst>
              <a:ext uri="{FF2B5EF4-FFF2-40B4-BE49-F238E27FC236}">
                <a16:creationId xmlns:a16="http://schemas.microsoft.com/office/drawing/2014/main" id="{293709CC-DEEE-D94A-F415-BBF600CDE9B5}"/>
              </a:ext>
            </a:extLst>
          </p:cNvPr>
          <p:cNvSpPr>
            <a:spLocks noChangeArrowheads="1"/>
          </p:cNvSpPr>
          <p:nvPr/>
        </p:nvSpPr>
        <p:spPr bwMode="auto">
          <a:xfrm>
            <a:off x="3994683" y="2872699"/>
            <a:ext cx="1985782" cy="795338"/>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p>
            <a:endParaRPr lang="en-US">
              <a:latin typeface="Aptos" panose="020B0004020202020204" pitchFamily="34" charset="0"/>
            </a:endParaRPr>
          </a:p>
        </p:txBody>
      </p:sp>
      <p:sp>
        <p:nvSpPr>
          <p:cNvPr id="211" name="Rectangle 9">
            <a:extLst>
              <a:ext uri="{FF2B5EF4-FFF2-40B4-BE49-F238E27FC236}">
                <a16:creationId xmlns:a16="http://schemas.microsoft.com/office/drawing/2014/main" id="{6079DEC6-60CA-59FC-88A1-179EF23FCE59}"/>
              </a:ext>
            </a:extLst>
          </p:cNvPr>
          <p:cNvSpPr>
            <a:spLocks noChangeArrowheads="1"/>
          </p:cNvSpPr>
          <p:nvPr/>
        </p:nvSpPr>
        <p:spPr bwMode="auto">
          <a:xfrm>
            <a:off x="3994683" y="2872699"/>
            <a:ext cx="7695666" cy="795338"/>
          </a:xfrm>
          <a:prstGeom prst="rect">
            <a:avLst/>
          </a:prstGeom>
          <a:noFill/>
          <a:ln w="22225" cap="flat">
            <a:solidFill>
              <a:schemeClr val="accent6"/>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Aptos" panose="020B0004020202020204" pitchFamily="34" charset="0"/>
            </a:endParaRPr>
          </a:p>
        </p:txBody>
      </p:sp>
      <p:sp>
        <p:nvSpPr>
          <p:cNvPr id="212" name="Rectangle 10">
            <a:extLst>
              <a:ext uri="{FF2B5EF4-FFF2-40B4-BE49-F238E27FC236}">
                <a16:creationId xmlns:a16="http://schemas.microsoft.com/office/drawing/2014/main" id="{B0DEC213-C600-E813-740A-7EEE93CF82FF}"/>
              </a:ext>
            </a:extLst>
          </p:cNvPr>
          <p:cNvSpPr>
            <a:spLocks noChangeArrowheads="1"/>
          </p:cNvSpPr>
          <p:nvPr/>
        </p:nvSpPr>
        <p:spPr bwMode="auto">
          <a:xfrm>
            <a:off x="3915307" y="3809324"/>
            <a:ext cx="2314287" cy="796925"/>
          </a:xfrm>
          <a:prstGeom prst="rect">
            <a:avLst/>
          </a:prstGeom>
          <a:solidFill>
            <a:srgbClr val="7FBE2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Aptos" panose="020B0004020202020204" pitchFamily="34" charset="0"/>
            </a:endParaRPr>
          </a:p>
        </p:txBody>
      </p:sp>
      <p:sp>
        <p:nvSpPr>
          <p:cNvPr id="213" name="Rectangle 11">
            <a:extLst>
              <a:ext uri="{FF2B5EF4-FFF2-40B4-BE49-F238E27FC236}">
                <a16:creationId xmlns:a16="http://schemas.microsoft.com/office/drawing/2014/main" id="{7E71D29F-D613-2CED-7717-8D8DEA4F6325}"/>
              </a:ext>
            </a:extLst>
          </p:cNvPr>
          <p:cNvSpPr>
            <a:spLocks noChangeArrowheads="1"/>
          </p:cNvSpPr>
          <p:nvPr/>
        </p:nvSpPr>
        <p:spPr bwMode="auto">
          <a:xfrm>
            <a:off x="4270908" y="3809324"/>
            <a:ext cx="7419441" cy="796925"/>
          </a:xfrm>
          <a:prstGeom prst="rect">
            <a:avLst/>
          </a:prstGeom>
          <a:noFill/>
          <a:ln w="22225" cap="flat">
            <a:solidFill>
              <a:srgbClr val="7FBE26"/>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Aptos" panose="020B0004020202020204" pitchFamily="34" charset="0"/>
            </a:endParaRPr>
          </a:p>
        </p:txBody>
      </p:sp>
      <p:sp>
        <p:nvSpPr>
          <p:cNvPr id="214" name="Rectangle 12">
            <a:extLst>
              <a:ext uri="{FF2B5EF4-FFF2-40B4-BE49-F238E27FC236}">
                <a16:creationId xmlns:a16="http://schemas.microsoft.com/office/drawing/2014/main" id="{DA10293D-2502-258F-AC88-90EA37777C0E}"/>
              </a:ext>
            </a:extLst>
          </p:cNvPr>
          <p:cNvSpPr>
            <a:spLocks noChangeArrowheads="1"/>
          </p:cNvSpPr>
          <p:nvPr/>
        </p:nvSpPr>
        <p:spPr bwMode="auto">
          <a:xfrm>
            <a:off x="3548595" y="4747536"/>
            <a:ext cx="2431870" cy="795338"/>
          </a:xfrm>
          <a:prstGeom prst="rect">
            <a:avLst/>
          </a:prstGeom>
          <a:solidFill>
            <a:srgbClr val="00AA3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Aptos" panose="020B0004020202020204" pitchFamily="34" charset="0"/>
            </a:endParaRPr>
          </a:p>
        </p:txBody>
      </p:sp>
      <p:sp>
        <p:nvSpPr>
          <p:cNvPr id="215" name="Rectangle 13">
            <a:extLst>
              <a:ext uri="{FF2B5EF4-FFF2-40B4-BE49-F238E27FC236}">
                <a16:creationId xmlns:a16="http://schemas.microsoft.com/office/drawing/2014/main" id="{744BF68F-E285-4687-D8F4-4F9D08E9715C}"/>
              </a:ext>
            </a:extLst>
          </p:cNvPr>
          <p:cNvSpPr>
            <a:spLocks noChangeArrowheads="1"/>
          </p:cNvSpPr>
          <p:nvPr/>
        </p:nvSpPr>
        <p:spPr bwMode="auto">
          <a:xfrm>
            <a:off x="3853395" y="4747536"/>
            <a:ext cx="7836954" cy="795338"/>
          </a:xfrm>
          <a:prstGeom prst="rect">
            <a:avLst/>
          </a:prstGeom>
          <a:noFill/>
          <a:ln w="22225" cap="flat">
            <a:solidFill>
              <a:srgbClr val="00AA3A"/>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Aptos" panose="020B0004020202020204" pitchFamily="34" charset="0"/>
            </a:endParaRPr>
          </a:p>
        </p:txBody>
      </p:sp>
      <p:sp>
        <p:nvSpPr>
          <p:cNvPr id="216" name="Rectangle 14">
            <a:extLst>
              <a:ext uri="{FF2B5EF4-FFF2-40B4-BE49-F238E27FC236}">
                <a16:creationId xmlns:a16="http://schemas.microsoft.com/office/drawing/2014/main" id="{60D3287A-C0D0-05E5-F5C7-4DF742EBB0A3}"/>
              </a:ext>
            </a:extLst>
          </p:cNvPr>
          <p:cNvSpPr>
            <a:spLocks noChangeArrowheads="1"/>
          </p:cNvSpPr>
          <p:nvPr/>
        </p:nvSpPr>
        <p:spPr bwMode="auto">
          <a:xfrm>
            <a:off x="2321458" y="5684161"/>
            <a:ext cx="3517388" cy="795338"/>
          </a:xfrm>
          <a:prstGeom prst="rect">
            <a:avLst/>
          </a:prstGeom>
          <a:solidFill>
            <a:srgbClr val="96989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Aptos" panose="020B0004020202020204" pitchFamily="34" charset="0"/>
            </a:endParaRPr>
          </a:p>
        </p:txBody>
      </p:sp>
      <p:sp>
        <p:nvSpPr>
          <p:cNvPr id="217" name="Rectangle 15">
            <a:extLst>
              <a:ext uri="{FF2B5EF4-FFF2-40B4-BE49-F238E27FC236}">
                <a16:creationId xmlns:a16="http://schemas.microsoft.com/office/drawing/2014/main" id="{E7DCE74B-7679-61C8-37A9-4315398F4317}"/>
              </a:ext>
            </a:extLst>
          </p:cNvPr>
          <p:cNvSpPr>
            <a:spLocks noChangeArrowheads="1"/>
          </p:cNvSpPr>
          <p:nvPr/>
        </p:nvSpPr>
        <p:spPr bwMode="auto">
          <a:xfrm>
            <a:off x="2461158" y="5684161"/>
            <a:ext cx="9229191" cy="795338"/>
          </a:xfrm>
          <a:prstGeom prst="rect">
            <a:avLst/>
          </a:prstGeom>
          <a:noFill/>
          <a:ln w="22225" cap="flat">
            <a:solidFill>
              <a:srgbClr val="96989B"/>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Aptos" panose="020B0004020202020204" pitchFamily="34" charset="0"/>
            </a:endParaRPr>
          </a:p>
        </p:txBody>
      </p:sp>
      <p:sp>
        <p:nvSpPr>
          <p:cNvPr id="218" name="Oval 16">
            <a:extLst>
              <a:ext uri="{FF2B5EF4-FFF2-40B4-BE49-F238E27FC236}">
                <a16:creationId xmlns:a16="http://schemas.microsoft.com/office/drawing/2014/main" id="{F37B010C-86A7-286D-F7F8-8AA6A8CD2CC5}"/>
              </a:ext>
            </a:extLst>
          </p:cNvPr>
          <p:cNvSpPr>
            <a:spLocks noChangeArrowheads="1"/>
          </p:cNvSpPr>
          <p:nvPr/>
        </p:nvSpPr>
        <p:spPr bwMode="auto">
          <a:xfrm>
            <a:off x="5295" y="1710192"/>
            <a:ext cx="4564063" cy="4735513"/>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Aptos" panose="020B0004020202020204" pitchFamily="34" charset="0"/>
            </a:endParaRPr>
          </a:p>
        </p:txBody>
      </p:sp>
      <p:sp>
        <p:nvSpPr>
          <p:cNvPr id="219" name="Freeform 17">
            <a:extLst>
              <a:ext uri="{FF2B5EF4-FFF2-40B4-BE49-F238E27FC236}">
                <a16:creationId xmlns:a16="http://schemas.microsoft.com/office/drawing/2014/main" id="{0D283392-D513-AECD-ECB2-BEA79D30FF6C}"/>
              </a:ext>
            </a:extLst>
          </p:cNvPr>
          <p:cNvSpPr>
            <a:spLocks/>
          </p:cNvSpPr>
          <p:nvPr/>
        </p:nvSpPr>
        <p:spPr bwMode="auto">
          <a:xfrm>
            <a:off x="2777070" y="5876249"/>
            <a:ext cx="207963" cy="207963"/>
          </a:xfrm>
          <a:custGeom>
            <a:avLst/>
            <a:gdLst>
              <a:gd name="T0" fmla="*/ 34 w 37"/>
              <a:gd name="T1" fmla="*/ 14 h 37"/>
              <a:gd name="T2" fmla="*/ 24 w 37"/>
              <a:gd name="T3" fmla="*/ 34 h 37"/>
              <a:gd name="T4" fmla="*/ 3 w 37"/>
              <a:gd name="T5" fmla="*/ 24 h 37"/>
              <a:gd name="T6" fmla="*/ 14 w 37"/>
              <a:gd name="T7" fmla="*/ 3 h 37"/>
              <a:gd name="T8" fmla="*/ 34 w 37"/>
              <a:gd name="T9" fmla="*/ 14 h 37"/>
            </a:gdLst>
            <a:ahLst/>
            <a:cxnLst>
              <a:cxn ang="0">
                <a:pos x="T0" y="T1"/>
              </a:cxn>
              <a:cxn ang="0">
                <a:pos x="T2" y="T3"/>
              </a:cxn>
              <a:cxn ang="0">
                <a:pos x="T4" y="T5"/>
              </a:cxn>
              <a:cxn ang="0">
                <a:pos x="T6" y="T7"/>
              </a:cxn>
              <a:cxn ang="0">
                <a:pos x="T8" y="T9"/>
              </a:cxn>
            </a:cxnLst>
            <a:rect l="0" t="0" r="r" b="b"/>
            <a:pathLst>
              <a:path w="37" h="37">
                <a:moveTo>
                  <a:pt x="34" y="14"/>
                </a:moveTo>
                <a:cubicBezTo>
                  <a:pt x="37" y="22"/>
                  <a:pt x="32" y="32"/>
                  <a:pt x="24" y="34"/>
                </a:cubicBezTo>
                <a:cubicBezTo>
                  <a:pt x="15" y="37"/>
                  <a:pt x="6" y="32"/>
                  <a:pt x="3" y="24"/>
                </a:cubicBezTo>
                <a:cubicBezTo>
                  <a:pt x="0" y="15"/>
                  <a:pt x="5" y="6"/>
                  <a:pt x="14" y="3"/>
                </a:cubicBezTo>
                <a:cubicBezTo>
                  <a:pt x="22" y="0"/>
                  <a:pt x="31" y="5"/>
                  <a:pt x="34" y="14"/>
                </a:cubicBezTo>
                <a:close/>
              </a:path>
            </a:pathLst>
          </a:custGeom>
          <a:solidFill>
            <a:srgbClr val="9698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Aptos" panose="020B0004020202020204" pitchFamily="34" charset="0"/>
            </a:endParaRPr>
          </a:p>
        </p:txBody>
      </p:sp>
      <p:sp>
        <p:nvSpPr>
          <p:cNvPr id="220" name="Freeform 18">
            <a:extLst>
              <a:ext uri="{FF2B5EF4-FFF2-40B4-BE49-F238E27FC236}">
                <a16:creationId xmlns:a16="http://schemas.microsoft.com/office/drawing/2014/main" id="{0B3E29FE-4351-1A57-C9C3-4233E29A363E}"/>
              </a:ext>
            </a:extLst>
          </p:cNvPr>
          <p:cNvSpPr>
            <a:spLocks/>
          </p:cNvSpPr>
          <p:nvPr/>
        </p:nvSpPr>
        <p:spPr bwMode="auto">
          <a:xfrm>
            <a:off x="3729570" y="5180924"/>
            <a:ext cx="214313" cy="209550"/>
          </a:xfrm>
          <a:custGeom>
            <a:avLst/>
            <a:gdLst>
              <a:gd name="T0" fmla="*/ 29 w 38"/>
              <a:gd name="T1" fmla="*/ 6 h 37"/>
              <a:gd name="T2" fmla="*/ 32 w 38"/>
              <a:gd name="T3" fmla="*/ 28 h 37"/>
              <a:gd name="T4" fmla="*/ 9 w 38"/>
              <a:gd name="T5" fmla="*/ 32 h 37"/>
              <a:gd name="T6" fmla="*/ 6 w 38"/>
              <a:gd name="T7" fmla="*/ 9 h 37"/>
              <a:gd name="T8" fmla="*/ 29 w 38"/>
              <a:gd name="T9" fmla="*/ 6 h 37"/>
            </a:gdLst>
            <a:ahLst/>
            <a:cxnLst>
              <a:cxn ang="0">
                <a:pos x="T0" y="T1"/>
              </a:cxn>
              <a:cxn ang="0">
                <a:pos x="T2" y="T3"/>
              </a:cxn>
              <a:cxn ang="0">
                <a:pos x="T4" y="T5"/>
              </a:cxn>
              <a:cxn ang="0">
                <a:pos x="T6" y="T7"/>
              </a:cxn>
              <a:cxn ang="0">
                <a:pos x="T8" y="T9"/>
              </a:cxn>
            </a:cxnLst>
            <a:rect l="0" t="0" r="r" b="b"/>
            <a:pathLst>
              <a:path w="38" h="37">
                <a:moveTo>
                  <a:pt x="29" y="6"/>
                </a:moveTo>
                <a:cubicBezTo>
                  <a:pt x="36" y="11"/>
                  <a:pt x="38" y="21"/>
                  <a:pt x="32" y="28"/>
                </a:cubicBezTo>
                <a:cubicBezTo>
                  <a:pt x="27" y="36"/>
                  <a:pt x="17" y="37"/>
                  <a:pt x="9" y="32"/>
                </a:cubicBezTo>
                <a:cubicBezTo>
                  <a:pt x="2" y="27"/>
                  <a:pt x="0" y="16"/>
                  <a:pt x="6" y="9"/>
                </a:cubicBezTo>
                <a:cubicBezTo>
                  <a:pt x="11" y="2"/>
                  <a:pt x="21" y="0"/>
                  <a:pt x="29" y="6"/>
                </a:cubicBezTo>
                <a:close/>
              </a:path>
            </a:pathLst>
          </a:custGeom>
          <a:solidFill>
            <a:srgbClr val="00AA3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Aptos" panose="020B0004020202020204" pitchFamily="34" charset="0"/>
            </a:endParaRPr>
          </a:p>
        </p:txBody>
      </p:sp>
      <p:sp>
        <p:nvSpPr>
          <p:cNvPr id="221" name="Oval 19">
            <a:extLst>
              <a:ext uri="{FF2B5EF4-FFF2-40B4-BE49-F238E27FC236}">
                <a16:creationId xmlns:a16="http://schemas.microsoft.com/office/drawing/2014/main" id="{7E5D6F8A-9DEC-9D01-63F0-2B5092110202}"/>
              </a:ext>
            </a:extLst>
          </p:cNvPr>
          <p:cNvSpPr>
            <a:spLocks noChangeArrowheads="1"/>
          </p:cNvSpPr>
          <p:nvPr/>
        </p:nvSpPr>
        <p:spPr bwMode="auto">
          <a:xfrm>
            <a:off x="4107395" y="4069674"/>
            <a:ext cx="185738" cy="185738"/>
          </a:xfrm>
          <a:prstGeom prst="ellipse">
            <a:avLst/>
          </a:prstGeom>
          <a:solidFill>
            <a:srgbClr val="7FBE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Aptos" panose="020B0004020202020204" pitchFamily="34" charset="0"/>
            </a:endParaRPr>
          </a:p>
        </p:txBody>
      </p:sp>
      <p:sp>
        <p:nvSpPr>
          <p:cNvPr id="222" name="Freeform 20">
            <a:extLst>
              <a:ext uri="{FF2B5EF4-FFF2-40B4-BE49-F238E27FC236}">
                <a16:creationId xmlns:a16="http://schemas.microsoft.com/office/drawing/2014/main" id="{2FA93AB3-D814-EE7C-FB77-DB30758A445D}"/>
              </a:ext>
            </a:extLst>
          </p:cNvPr>
          <p:cNvSpPr>
            <a:spLocks/>
          </p:cNvSpPr>
          <p:nvPr/>
        </p:nvSpPr>
        <p:spPr bwMode="auto">
          <a:xfrm>
            <a:off x="3729570" y="2934611"/>
            <a:ext cx="214313" cy="209550"/>
          </a:xfrm>
          <a:custGeom>
            <a:avLst/>
            <a:gdLst>
              <a:gd name="T0" fmla="*/ 9 w 38"/>
              <a:gd name="T1" fmla="*/ 6 h 37"/>
              <a:gd name="T2" fmla="*/ 32 w 38"/>
              <a:gd name="T3" fmla="*/ 9 h 37"/>
              <a:gd name="T4" fmla="*/ 29 w 38"/>
              <a:gd name="T5" fmla="*/ 32 h 37"/>
              <a:gd name="T6" fmla="*/ 6 w 38"/>
              <a:gd name="T7" fmla="*/ 29 h 37"/>
              <a:gd name="T8" fmla="*/ 9 w 38"/>
              <a:gd name="T9" fmla="*/ 6 h 37"/>
            </a:gdLst>
            <a:ahLst/>
            <a:cxnLst>
              <a:cxn ang="0">
                <a:pos x="T0" y="T1"/>
              </a:cxn>
              <a:cxn ang="0">
                <a:pos x="T2" y="T3"/>
              </a:cxn>
              <a:cxn ang="0">
                <a:pos x="T4" y="T5"/>
              </a:cxn>
              <a:cxn ang="0">
                <a:pos x="T6" y="T7"/>
              </a:cxn>
              <a:cxn ang="0">
                <a:pos x="T8" y="T9"/>
              </a:cxn>
            </a:cxnLst>
            <a:rect l="0" t="0" r="r" b="b"/>
            <a:pathLst>
              <a:path w="38" h="37">
                <a:moveTo>
                  <a:pt x="9" y="6"/>
                </a:moveTo>
                <a:cubicBezTo>
                  <a:pt x="17" y="0"/>
                  <a:pt x="27" y="2"/>
                  <a:pt x="32" y="9"/>
                </a:cubicBezTo>
                <a:cubicBezTo>
                  <a:pt x="38" y="17"/>
                  <a:pt x="36" y="27"/>
                  <a:pt x="29" y="32"/>
                </a:cubicBezTo>
                <a:cubicBezTo>
                  <a:pt x="21" y="37"/>
                  <a:pt x="11" y="36"/>
                  <a:pt x="6" y="29"/>
                </a:cubicBezTo>
                <a:cubicBezTo>
                  <a:pt x="0" y="21"/>
                  <a:pt x="2" y="11"/>
                  <a:pt x="9" y="6"/>
                </a:cubicBezTo>
                <a:close/>
              </a:path>
            </a:pathLst>
          </a:custGeom>
          <a:solidFill>
            <a:schemeClr val="accent6"/>
          </a:solidFill>
          <a:ln>
            <a:noFill/>
          </a:ln>
        </p:spPr>
        <p:txBody>
          <a:bodyPr vert="horz" wrap="square" lIns="91440" tIns="45720" rIns="91440" bIns="45720" numCol="1" anchor="t" anchorCtr="0" compatLnSpc="1">
            <a:prstTxWarp prst="textNoShape">
              <a:avLst/>
            </a:prstTxWarp>
          </a:bodyPr>
          <a:lstStyle/>
          <a:p>
            <a:endParaRPr lang="en-US">
              <a:latin typeface="Aptos" panose="020B0004020202020204" pitchFamily="34" charset="0"/>
            </a:endParaRPr>
          </a:p>
        </p:txBody>
      </p:sp>
      <p:sp>
        <p:nvSpPr>
          <p:cNvPr id="223" name="Freeform 21">
            <a:extLst>
              <a:ext uri="{FF2B5EF4-FFF2-40B4-BE49-F238E27FC236}">
                <a16:creationId xmlns:a16="http://schemas.microsoft.com/office/drawing/2014/main" id="{DE38D4DD-ED58-B230-E461-250B97058DE3}"/>
              </a:ext>
            </a:extLst>
          </p:cNvPr>
          <p:cNvSpPr>
            <a:spLocks/>
          </p:cNvSpPr>
          <p:nvPr/>
        </p:nvSpPr>
        <p:spPr bwMode="auto">
          <a:xfrm>
            <a:off x="2777070" y="2240874"/>
            <a:ext cx="207963" cy="207963"/>
          </a:xfrm>
          <a:custGeom>
            <a:avLst/>
            <a:gdLst>
              <a:gd name="T0" fmla="*/ 3 w 37"/>
              <a:gd name="T1" fmla="*/ 14 h 37"/>
              <a:gd name="T2" fmla="*/ 24 w 37"/>
              <a:gd name="T3" fmla="*/ 3 h 37"/>
              <a:gd name="T4" fmla="*/ 34 w 37"/>
              <a:gd name="T5" fmla="*/ 24 h 37"/>
              <a:gd name="T6" fmla="*/ 14 w 37"/>
              <a:gd name="T7" fmla="*/ 35 h 37"/>
              <a:gd name="T8" fmla="*/ 3 w 37"/>
              <a:gd name="T9" fmla="*/ 14 h 37"/>
            </a:gdLst>
            <a:ahLst/>
            <a:cxnLst>
              <a:cxn ang="0">
                <a:pos x="T0" y="T1"/>
              </a:cxn>
              <a:cxn ang="0">
                <a:pos x="T2" y="T3"/>
              </a:cxn>
              <a:cxn ang="0">
                <a:pos x="T4" y="T5"/>
              </a:cxn>
              <a:cxn ang="0">
                <a:pos x="T6" y="T7"/>
              </a:cxn>
              <a:cxn ang="0">
                <a:pos x="T8" y="T9"/>
              </a:cxn>
            </a:cxnLst>
            <a:rect l="0" t="0" r="r" b="b"/>
            <a:pathLst>
              <a:path w="37" h="37">
                <a:moveTo>
                  <a:pt x="3" y="14"/>
                </a:moveTo>
                <a:cubicBezTo>
                  <a:pt x="6" y="5"/>
                  <a:pt x="15" y="0"/>
                  <a:pt x="24" y="3"/>
                </a:cubicBezTo>
                <a:cubicBezTo>
                  <a:pt x="32" y="6"/>
                  <a:pt x="37" y="15"/>
                  <a:pt x="34" y="24"/>
                </a:cubicBezTo>
                <a:cubicBezTo>
                  <a:pt x="31" y="33"/>
                  <a:pt x="22" y="37"/>
                  <a:pt x="14" y="35"/>
                </a:cubicBezTo>
                <a:cubicBezTo>
                  <a:pt x="5" y="32"/>
                  <a:pt x="0" y="22"/>
                  <a:pt x="3" y="14"/>
                </a:cubicBezTo>
                <a:close/>
              </a:path>
            </a:pathLst>
          </a:custGeom>
          <a:solidFill>
            <a:srgbClr val="696B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Aptos" panose="020B0004020202020204" pitchFamily="34" charset="0"/>
            </a:endParaRPr>
          </a:p>
        </p:txBody>
      </p:sp>
      <p:sp>
        <p:nvSpPr>
          <p:cNvPr id="224" name="Freeform 22">
            <a:extLst>
              <a:ext uri="{FF2B5EF4-FFF2-40B4-BE49-F238E27FC236}">
                <a16:creationId xmlns:a16="http://schemas.microsoft.com/office/drawing/2014/main" id="{BD5AB938-8F8F-170A-B9A1-F8BB3E9671A6}"/>
              </a:ext>
            </a:extLst>
          </p:cNvPr>
          <p:cNvSpPr>
            <a:spLocks/>
          </p:cNvSpPr>
          <p:nvPr/>
        </p:nvSpPr>
        <p:spPr bwMode="auto">
          <a:xfrm>
            <a:off x="3031070" y="5407936"/>
            <a:ext cx="714375" cy="534988"/>
          </a:xfrm>
          <a:custGeom>
            <a:avLst/>
            <a:gdLst>
              <a:gd name="T0" fmla="*/ 4 w 127"/>
              <a:gd name="T1" fmla="*/ 95 h 95"/>
              <a:gd name="T2" fmla="*/ 0 w 127"/>
              <a:gd name="T3" fmla="*/ 87 h 95"/>
              <a:gd name="T4" fmla="*/ 121 w 127"/>
              <a:gd name="T5" fmla="*/ 0 h 95"/>
              <a:gd name="T6" fmla="*/ 127 w 127"/>
              <a:gd name="T7" fmla="*/ 6 h 95"/>
              <a:gd name="T8" fmla="*/ 4 w 127"/>
              <a:gd name="T9" fmla="*/ 95 h 95"/>
            </a:gdLst>
            <a:ahLst/>
            <a:cxnLst>
              <a:cxn ang="0">
                <a:pos x="T0" y="T1"/>
              </a:cxn>
              <a:cxn ang="0">
                <a:pos x="T2" y="T3"/>
              </a:cxn>
              <a:cxn ang="0">
                <a:pos x="T4" y="T5"/>
              </a:cxn>
              <a:cxn ang="0">
                <a:pos x="T6" y="T7"/>
              </a:cxn>
              <a:cxn ang="0">
                <a:pos x="T8" y="T9"/>
              </a:cxn>
            </a:cxnLst>
            <a:rect l="0" t="0" r="r" b="b"/>
            <a:pathLst>
              <a:path w="127" h="95">
                <a:moveTo>
                  <a:pt x="4" y="95"/>
                </a:moveTo>
                <a:cubicBezTo>
                  <a:pt x="0" y="87"/>
                  <a:pt x="0" y="87"/>
                  <a:pt x="0" y="87"/>
                </a:cubicBezTo>
                <a:cubicBezTo>
                  <a:pt x="46" y="67"/>
                  <a:pt x="88" y="37"/>
                  <a:pt x="121" y="0"/>
                </a:cubicBezTo>
                <a:cubicBezTo>
                  <a:pt x="127" y="6"/>
                  <a:pt x="127" y="6"/>
                  <a:pt x="127" y="6"/>
                </a:cubicBezTo>
                <a:cubicBezTo>
                  <a:pt x="94" y="44"/>
                  <a:pt x="51" y="75"/>
                  <a:pt x="4" y="95"/>
                </a:cubicBezTo>
                <a:close/>
              </a:path>
            </a:pathLst>
          </a:custGeom>
          <a:solidFill>
            <a:srgbClr val="9698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Aptos" panose="020B0004020202020204" pitchFamily="34" charset="0"/>
            </a:endParaRPr>
          </a:p>
        </p:txBody>
      </p:sp>
      <p:sp>
        <p:nvSpPr>
          <p:cNvPr id="225" name="Freeform 23">
            <a:extLst>
              <a:ext uri="{FF2B5EF4-FFF2-40B4-BE49-F238E27FC236}">
                <a16:creationId xmlns:a16="http://schemas.microsoft.com/office/drawing/2014/main" id="{A41B610A-D4D9-532C-B974-0EBABCA92233}"/>
              </a:ext>
            </a:extLst>
          </p:cNvPr>
          <p:cNvSpPr>
            <a:spLocks/>
          </p:cNvSpPr>
          <p:nvPr/>
        </p:nvSpPr>
        <p:spPr bwMode="auto">
          <a:xfrm>
            <a:off x="3908958" y="4334786"/>
            <a:ext cx="311150" cy="823913"/>
          </a:xfrm>
          <a:custGeom>
            <a:avLst/>
            <a:gdLst>
              <a:gd name="T0" fmla="*/ 8 w 55"/>
              <a:gd name="T1" fmla="*/ 146 h 146"/>
              <a:gd name="T2" fmla="*/ 0 w 55"/>
              <a:gd name="T3" fmla="*/ 141 h 146"/>
              <a:gd name="T4" fmla="*/ 46 w 55"/>
              <a:gd name="T5" fmla="*/ 0 h 146"/>
              <a:gd name="T6" fmla="*/ 55 w 55"/>
              <a:gd name="T7" fmla="*/ 1 h 146"/>
              <a:gd name="T8" fmla="*/ 8 w 55"/>
              <a:gd name="T9" fmla="*/ 146 h 146"/>
            </a:gdLst>
            <a:ahLst/>
            <a:cxnLst>
              <a:cxn ang="0">
                <a:pos x="T0" y="T1"/>
              </a:cxn>
              <a:cxn ang="0">
                <a:pos x="T2" y="T3"/>
              </a:cxn>
              <a:cxn ang="0">
                <a:pos x="T4" y="T5"/>
              </a:cxn>
              <a:cxn ang="0">
                <a:pos x="T6" y="T7"/>
              </a:cxn>
              <a:cxn ang="0">
                <a:pos x="T8" y="T9"/>
              </a:cxn>
            </a:cxnLst>
            <a:rect l="0" t="0" r="r" b="b"/>
            <a:pathLst>
              <a:path w="55" h="146">
                <a:moveTo>
                  <a:pt x="8" y="146"/>
                </a:moveTo>
                <a:cubicBezTo>
                  <a:pt x="0" y="141"/>
                  <a:pt x="0" y="141"/>
                  <a:pt x="0" y="141"/>
                </a:cubicBezTo>
                <a:cubicBezTo>
                  <a:pt x="25" y="98"/>
                  <a:pt x="41" y="49"/>
                  <a:pt x="46" y="0"/>
                </a:cubicBezTo>
                <a:cubicBezTo>
                  <a:pt x="55" y="1"/>
                  <a:pt x="55" y="1"/>
                  <a:pt x="55" y="1"/>
                </a:cubicBezTo>
                <a:cubicBezTo>
                  <a:pt x="50" y="52"/>
                  <a:pt x="34" y="102"/>
                  <a:pt x="8" y="146"/>
                </a:cubicBezTo>
                <a:close/>
              </a:path>
            </a:pathLst>
          </a:custGeom>
          <a:solidFill>
            <a:srgbClr val="00AA3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Aptos" panose="020B0004020202020204" pitchFamily="34" charset="0"/>
            </a:endParaRPr>
          </a:p>
        </p:txBody>
      </p:sp>
      <p:sp>
        <p:nvSpPr>
          <p:cNvPr id="226" name="Freeform 24">
            <a:extLst>
              <a:ext uri="{FF2B5EF4-FFF2-40B4-BE49-F238E27FC236}">
                <a16:creationId xmlns:a16="http://schemas.microsoft.com/office/drawing/2014/main" id="{CCC68092-60D2-3129-4909-85CA043E281F}"/>
              </a:ext>
            </a:extLst>
          </p:cNvPr>
          <p:cNvSpPr>
            <a:spLocks/>
          </p:cNvSpPr>
          <p:nvPr/>
        </p:nvSpPr>
        <p:spPr bwMode="auto">
          <a:xfrm>
            <a:off x="3908958" y="3172736"/>
            <a:ext cx="311150" cy="823913"/>
          </a:xfrm>
          <a:custGeom>
            <a:avLst/>
            <a:gdLst>
              <a:gd name="T0" fmla="*/ 46 w 55"/>
              <a:gd name="T1" fmla="*/ 146 h 146"/>
              <a:gd name="T2" fmla="*/ 0 w 55"/>
              <a:gd name="T3" fmla="*/ 5 h 146"/>
              <a:gd name="T4" fmla="*/ 8 w 55"/>
              <a:gd name="T5" fmla="*/ 0 h 146"/>
              <a:gd name="T6" fmla="*/ 55 w 55"/>
              <a:gd name="T7" fmla="*/ 145 h 146"/>
              <a:gd name="T8" fmla="*/ 46 w 55"/>
              <a:gd name="T9" fmla="*/ 146 h 146"/>
            </a:gdLst>
            <a:ahLst/>
            <a:cxnLst>
              <a:cxn ang="0">
                <a:pos x="T0" y="T1"/>
              </a:cxn>
              <a:cxn ang="0">
                <a:pos x="T2" y="T3"/>
              </a:cxn>
              <a:cxn ang="0">
                <a:pos x="T4" y="T5"/>
              </a:cxn>
              <a:cxn ang="0">
                <a:pos x="T6" y="T7"/>
              </a:cxn>
              <a:cxn ang="0">
                <a:pos x="T8" y="T9"/>
              </a:cxn>
            </a:cxnLst>
            <a:rect l="0" t="0" r="r" b="b"/>
            <a:pathLst>
              <a:path w="55" h="146">
                <a:moveTo>
                  <a:pt x="46" y="146"/>
                </a:moveTo>
                <a:cubicBezTo>
                  <a:pt x="41" y="96"/>
                  <a:pt x="25" y="47"/>
                  <a:pt x="0" y="5"/>
                </a:cubicBezTo>
                <a:cubicBezTo>
                  <a:pt x="8" y="0"/>
                  <a:pt x="8" y="0"/>
                  <a:pt x="8" y="0"/>
                </a:cubicBezTo>
                <a:cubicBezTo>
                  <a:pt x="34" y="44"/>
                  <a:pt x="50" y="94"/>
                  <a:pt x="55" y="145"/>
                </a:cubicBezTo>
                <a:lnTo>
                  <a:pt x="46" y="146"/>
                </a:lnTo>
                <a:close/>
              </a:path>
            </a:pathLst>
          </a:custGeom>
          <a:solidFill>
            <a:srgbClr val="7FBE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Aptos" panose="020B0004020202020204" pitchFamily="34" charset="0"/>
            </a:endParaRPr>
          </a:p>
        </p:txBody>
      </p:sp>
      <p:sp>
        <p:nvSpPr>
          <p:cNvPr id="227" name="Freeform 25">
            <a:extLst>
              <a:ext uri="{FF2B5EF4-FFF2-40B4-BE49-F238E27FC236}">
                <a16:creationId xmlns:a16="http://schemas.microsoft.com/office/drawing/2014/main" id="{BAE29D60-B273-B90D-6E32-C9C76FF808D5}"/>
              </a:ext>
            </a:extLst>
          </p:cNvPr>
          <p:cNvSpPr>
            <a:spLocks/>
          </p:cNvSpPr>
          <p:nvPr/>
        </p:nvSpPr>
        <p:spPr bwMode="auto">
          <a:xfrm>
            <a:off x="3031070" y="2382161"/>
            <a:ext cx="714375" cy="541338"/>
          </a:xfrm>
          <a:custGeom>
            <a:avLst/>
            <a:gdLst>
              <a:gd name="T0" fmla="*/ 121 w 127"/>
              <a:gd name="T1" fmla="*/ 96 h 96"/>
              <a:gd name="T2" fmla="*/ 0 w 127"/>
              <a:gd name="T3" fmla="*/ 9 h 96"/>
              <a:gd name="T4" fmla="*/ 4 w 127"/>
              <a:gd name="T5" fmla="*/ 0 h 96"/>
              <a:gd name="T6" fmla="*/ 127 w 127"/>
              <a:gd name="T7" fmla="*/ 90 h 96"/>
              <a:gd name="T8" fmla="*/ 121 w 127"/>
              <a:gd name="T9" fmla="*/ 96 h 96"/>
            </a:gdLst>
            <a:ahLst/>
            <a:cxnLst>
              <a:cxn ang="0">
                <a:pos x="T0" y="T1"/>
              </a:cxn>
              <a:cxn ang="0">
                <a:pos x="T2" y="T3"/>
              </a:cxn>
              <a:cxn ang="0">
                <a:pos x="T4" y="T5"/>
              </a:cxn>
              <a:cxn ang="0">
                <a:pos x="T6" y="T7"/>
              </a:cxn>
              <a:cxn ang="0">
                <a:pos x="T8" y="T9"/>
              </a:cxn>
            </a:cxnLst>
            <a:rect l="0" t="0" r="r" b="b"/>
            <a:pathLst>
              <a:path w="127" h="96">
                <a:moveTo>
                  <a:pt x="121" y="96"/>
                </a:moveTo>
                <a:cubicBezTo>
                  <a:pt x="88" y="58"/>
                  <a:pt x="46" y="28"/>
                  <a:pt x="0" y="9"/>
                </a:cubicBezTo>
                <a:cubicBezTo>
                  <a:pt x="4" y="0"/>
                  <a:pt x="4" y="0"/>
                  <a:pt x="4" y="0"/>
                </a:cubicBezTo>
                <a:cubicBezTo>
                  <a:pt x="51" y="20"/>
                  <a:pt x="94" y="52"/>
                  <a:pt x="127" y="90"/>
                </a:cubicBezTo>
                <a:lnTo>
                  <a:pt x="121" y="96"/>
                </a:lnTo>
                <a:close/>
              </a:path>
            </a:pathLst>
          </a:custGeom>
          <a:solidFill>
            <a:schemeClr val="accent6"/>
          </a:solidFill>
          <a:ln>
            <a:noFill/>
          </a:ln>
        </p:spPr>
        <p:txBody>
          <a:bodyPr vert="horz" wrap="square" lIns="91440" tIns="45720" rIns="91440" bIns="45720" numCol="1" anchor="t" anchorCtr="0" compatLnSpc="1">
            <a:prstTxWarp prst="textNoShape">
              <a:avLst/>
            </a:prstTxWarp>
          </a:bodyPr>
          <a:lstStyle/>
          <a:p>
            <a:endParaRPr lang="en-US">
              <a:latin typeface="Aptos" panose="020B0004020202020204" pitchFamily="34" charset="0"/>
            </a:endParaRPr>
          </a:p>
        </p:txBody>
      </p:sp>
      <p:sp>
        <p:nvSpPr>
          <p:cNvPr id="228" name="Freeform 26">
            <a:extLst>
              <a:ext uri="{FF2B5EF4-FFF2-40B4-BE49-F238E27FC236}">
                <a16:creationId xmlns:a16="http://schemas.microsoft.com/office/drawing/2014/main" id="{177289CA-3CE7-04B7-081E-0FEF5704981B}"/>
              </a:ext>
            </a:extLst>
          </p:cNvPr>
          <p:cNvSpPr>
            <a:spLocks/>
          </p:cNvSpPr>
          <p:nvPr/>
        </p:nvSpPr>
        <p:spPr bwMode="auto">
          <a:xfrm>
            <a:off x="1357845" y="5463499"/>
            <a:ext cx="912813" cy="333375"/>
          </a:xfrm>
          <a:custGeom>
            <a:avLst/>
            <a:gdLst>
              <a:gd name="T0" fmla="*/ 162 w 162"/>
              <a:gd name="T1" fmla="*/ 59 h 59"/>
              <a:gd name="T2" fmla="*/ 0 w 162"/>
              <a:gd name="T3" fmla="*/ 7 h 59"/>
              <a:gd name="T4" fmla="*/ 5 w 162"/>
              <a:gd name="T5" fmla="*/ 0 h 59"/>
              <a:gd name="T6" fmla="*/ 162 w 162"/>
              <a:gd name="T7" fmla="*/ 50 h 59"/>
              <a:gd name="T8" fmla="*/ 162 w 162"/>
              <a:gd name="T9" fmla="*/ 59 h 59"/>
            </a:gdLst>
            <a:ahLst/>
            <a:cxnLst>
              <a:cxn ang="0">
                <a:pos x="T0" y="T1"/>
              </a:cxn>
              <a:cxn ang="0">
                <a:pos x="T2" y="T3"/>
              </a:cxn>
              <a:cxn ang="0">
                <a:pos x="T4" y="T5"/>
              </a:cxn>
              <a:cxn ang="0">
                <a:pos x="T6" y="T7"/>
              </a:cxn>
              <a:cxn ang="0">
                <a:pos x="T8" y="T9"/>
              </a:cxn>
            </a:cxnLst>
            <a:rect l="0" t="0" r="r" b="b"/>
            <a:pathLst>
              <a:path w="162" h="59">
                <a:moveTo>
                  <a:pt x="162" y="59"/>
                </a:moveTo>
                <a:cubicBezTo>
                  <a:pt x="104" y="59"/>
                  <a:pt x="48" y="41"/>
                  <a:pt x="0" y="7"/>
                </a:cubicBezTo>
                <a:cubicBezTo>
                  <a:pt x="5" y="0"/>
                  <a:pt x="5" y="0"/>
                  <a:pt x="5" y="0"/>
                </a:cubicBezTo>
                <a:cubicBezTo>
                  <a:pt x="52" y="32"/>
                  <a:pt x="106" y="50"/>
                  <a:pt x="162" y="50"/>
                </a:cubicBezTo>
                <a:lnTo>
                  <a:pt x="162" y="59"/>
                </a:lnTo>
                <a:close/>
              </a:path>
            </a:pathLst>
          </a:custGeom>
          <a:solidFill>
            <a:srgbClr val="9698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Aptos" panose="020B0004020202020204" pitchFamily="34" charset="0"/>
            </a:endParaRPr>
          </a:p>
        </p:txBody>
      </p:sp>
      <p:sp>
        <p:nvSpPr>
          <p:cNvPr id="229" name="Freeform 27">
            <a:extLst>
              <a:ext uri="{FF2B5EF4-FFF2-40B4-BE49-F238E27FC236}">
                <a16:creationId xmlns:a16="http://schemas.microsoft.com/office/drawing/2014/main" id="{FBEDB318-ECAE-44EC-5F6B-A280F9CBEF08}"/>
              </a:ext>
            </a:extLst>
          </p:cNvPr>
          <p:cNvSpPr>
            <a:spLocks/>
          </p:cNvSpPr>
          <p:nvPr/>
        </p:nvSpPr>
        <p:spPr bwMode="auto">
          <a:xfrm>
            <a:off x="748245" y="4679274"/>
            <a:ext cx="598488" cy="795338"/>
          </a:xfrm>
          <a:custGeom>
            <a:avLst/>
            <a:gdLst>
              <a:gd name="T0" fmla="*/ 101 w 106"/>
              <a:gd name="T1" fmla="*/ 141 h 141"/>
              <a:gd name="T2" fmla="*/ 0 w 106"/>
              <a:gd name="T3" fmla="*/ 3 h 141"/>
              <a:gd name="T4" fmla="*/ 9 w 106"/>
              <a:gd name="T5" fmla="*/ 0 h 141"/>
              <a:gd name="T6" fmla="*/ 106 w 106"/>
              <a:gd name="T7" fmla="*/ 134 h 141"/>
              <a:gd name="T8" fmla="*/ 101 w 106"/>
              <a:gd name="T9" fmla="*/ 141 h 141"/>
            </a:gdLst>
            <a:ahLst/>
            <a:cxnLst>
              <a:cxn ang="0">
                <a:pos x="T0" y="T1"/>
              </a:cxn>
              <a:cxn ang="0">
                <a:pos x="T2" y="T3"/>
              </a:cxn>
              <a:cxn ang="0">
                <a:pos x="T4" y="T5"/>
              </a:cxn>
              <a:cxn ang="0">
                <a:pos x="T6" y="T7"/>
              </a:cxn>
              <a:cxn ang="0">
                <a:pos x="T8" y="T9"/>
              </a:cxn>
            </a:cxnLst>
            <a:rect l="0" t="0" r="r" b="b"/>
            <a:pathLst>
              <a:path w="106" h="141">
                <a:moveTo>
                  <a:pt x="101" y="141"/>
                </a:moveTo>
                <a:cubicBezTo>
                  <a:pt x="54" y="106"/>
                  <a:pt x="19" y="58"/>
                  <a:pt x="0" y="3"/>
                </a:cubicBezTo>
                <a:cubicBezTo>
                  <a:pt x="9" y="0"/>
                  <a:pt x="9" y="0"/>
                  <a:pt x="9" y="0"/>
                </a:cubicBezTo>
                <a:cubicBezTo>
                  <a:pt x="27" y="54"/>
                  <a:pt x="61" y="100"/>
                  <a:pt x="106" y="134"/>
                </a:cubicBezTo>
                <a:lnTo>
                  <a:pt x="101" y="141"/>
                </a:lnTo>
                <a:close/>
              </a:path>
            </a:pathLst>
          </a:custGeom>
          <a:solidFill>
            <a:srgbClr val="00AA3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Aptos" panose="020B0004020202020204" pitchFamily="34" charset="0"/>
            </a:endParaRPr>
          </a:p>
        </p:txBody>
      </p:sp>
      <p:sp>
        <p:nvSpPr>
          <p:cNvPr id="230" name="Freeform 28">
            <a:extLst>
              <a:ext uri="{FF2B5EF4-FFF2-40B4-BE49-F238E27FC236}">
                <a16:creationId xmlns:a16="http://schemas.microsoft.com/office/drawing/2014/main" id="{7350FC6E-62B9-3A3A-4930-0618463A9113}"/>
              </a:ext>
            </a:extLst>
          </p:cNvPr>
          <p:cNvSpPr>
            <a:spLocks/>
          </p:cNvSpPr>
          <p:nvPr/>
        </p:nvSpPr>
        <p:spPr bwMode="auto">
          <a:xfrm>
            <a:off x="635533" y="3685499"/>
            <a:ext cx="147638" cy="965200"/>
          </a:xfrm>
          <a:custGeom>
            <a:avLst/>
            <a:gdLst>
              <a:gd name="T0" fmla="*/ 17 w 26"/>
              <a:gd name="T1" fmla="*/ 171 h 171"/>
              <a:gd name="T2" fmla="*/ 17 w 26"/>
              <a:gd name="T3" fmla="*/ 0 h 171"/>
              <a:gd name="T4" fmla="*/ 26 w 26"/>
              <a:gd name="T5" fmla="*/ 3 h 171"/>
              <a:gd name="T6" fmla="*/ 26 w 26"/>
              <a:gd name="T7" fmla="*/ 168 h 171"/>
              <a:gd name="T8" fmla="*/ 17 w 26"/>
              <a:gd name="T9" fmla="*/ 171 h 171"/>
            </a:gdLst>
            <a:ahLst/>
            <a:cxnLst>
              <a:cxn ang="0">
                <a:pos x="T0" y="T1"/>
              </a:cxn>
              <a:cxn ang="0">
                <a:pos x="T2" y="T3"/>
              </a:cxn>
              <a:cxn ang="0">
                <a:pos x="T4" y="T5"/>
              </a:cxn>
              <a:cxn ang="0">
                <a:pos x="T6" y="T7"/>
              </a:cxn>
              <a:cxn ang="0">
                <a:pos x="T8" y="T9"/>
              </a:cxn>
            </a:cxnLst>
            <a:rect l="0" t="0" r="r" b="b"/>
            <a:pathLst>
              <a:path w="26" h="171">
                <a:moveTo>
                  <a:pt x="17" y="171"/>
                </a:moveTo>
                <a:cubicBezTo>
                  <a:pt x="0" y="115"/>
                  <a:pt x="0" y="56"/>
                  <a:pt x="17" y="0"/>
                </a:cubicBezTo>
                <a:cubicBezTo>
                  <a:pt x="26" y="3"/>
                  <a:pt x="26" y="3"/>
                  <a:pt x="26" y="3"/>
                </a:cubicBezTo>
                <a:cubicBezTo>
                  <a:pt x="9" y="57"/>
                  <a:pt x="9" y="114"/>
                  <a:pt x="26" y="168"/>
                </a:cubicBezTo>
                <a:lnTo>
                  <a:pt x="17" y="171"/>
                </a:lnTo>
                <a:close/>
              </a:path>
            </a:pathLst>
          </a:custGeom>
          <a:solidFill>
            <a:srgbClr val="7FBE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Aptos" panose="020B0004020202020204" pitchFamily="34" charset="0"/>
            </a:endParaRPr>
          </a:p>
        </p:txBody>
      </p:sp>
      <p:sp>
        <p:nvSpPr>
          <p:cNvPr id="231" name="Freeform 29">
            <a:extLst>
              <a:ext uri="{FF2B5EF4-FFF2-40B4-BE49-F238E27FC236}">
                <a16:creationId xmlns:a16="http://schemas.microsoft.com/office/drawing/2014/main" id="{23830A71-424A-D86E-4F17-E16E2A1E67E6}"/>
              </a:ext>
            </a:extLst>
          </p:cNvPr>
          <p:cNvSpPr>
            <a:spLocks/>
          </p:cNvSpPr>
          <p:nvPr/>
        </p:nvSpPr>
        <p:spPr bwMode="auto">
          <a:xfrm>
            <a:off x="748245" y="2861586"/>
            <a:ext cx="592138" cy="795338"/>
          </a:xfrm>
          <a:custGeom>
            <a:avLst/>
            <a:gdLst>
              <a:gd name="T0" fmla="*/ 8 w 105"/>
              <a:gd name="T1" fmla="*/ 141 h 141"/>
              <a:gd name="T2" fmla="*/ 0 w 105"/>
              <a:gd name="T3" fmla="*/ 138 h 141"/>
              <a:gd name="T4" fmla="*/ 100 w 105"/>
              <a:gd name="T5" fmla="*/ 0 h 141"/>
              <a:gd name="T6" fmla="*/ 105 w 105"/>
              <a:gd name="T7" fmla="*/ 7 h 141"/>
              <a:gd name="T8" fmla="*/ 8 w 105"/>
              <a:gd name="T9" fmla="*/ 141 h 141"/>
            </a:gdLst>
            <a:ahLst/>
            <a:cxnLst>
              <a:cxn ang="0">
                <a:pos x="T0" y="T1"/>
              </a:cxn>
              <a:cxn ang="0">
                <a:pos x="T2" y="T3"/>
              </a:cxn>
              <a:cxn ang="0">
                <a:pos x="T4" y="T5"/>
              </a:cxn>
              <a:cxn ang="0">
                <a:pos x="T6" y="T7"/>
              </a:cxn>
              <a:cxn ang="0">
                <a:pos x="T8" y="T9"/>
              </a:cxn>
            </a:cxnLst>
            <a:rect l="0" t="0" r="r" b="b"/>
            <a:pathLst>
              <a:path w="105" h="141">
                <a:moveTo>
                  <a:pt x="8" y="141"/>
                </a:moveTo>
                <a:cubicBezTo>
                  <a:pt x="0" y="138"/>
                  <a:pt x="0" y="138"/>
                  <a:pt x="0" y="138"/>
                </a:cubicBezTo>
                <a:cubicBezTo>
                  <a:pt x="19" y="83"/>
                  <a:pt x="53" y="35"/>
                  <a:pt x="100" y="0"/>
                </a:cubicBezTo>
                <a:cubicBezTo>
                  <a:pt x="105" y="7"/>
                  <a:pt x="105" y="7"/>
                  <a:pt x="105" y="7"/>
                </a:cubicBezTo>
                <a:cubicBezTo>
                  <a:pt x="60" y="41"/>
                  <a:pt x="26" y="87"/>
                  <a:pt x="8" y="141"/>
                </a:cubicBezTo>
                <a:close/>
              </a:path>
            </a:pathLst>
          </a:custGeom>
          <a:solidFill>
            <a:schemeClr val="accent6"/>
          </a:solidFill>
          <a:ln w="9525">
            <a:solidFill>
              <a:schemeClr val="accent6"/>
            </a:solidFill>
            <a:round/>
            <a:headEnd/>
            <a:tailEnd/>
          </a:ln>
        </p:spPr>
        <p:txBody>
          <a:bodyPr vert="horz" wrap="square" lIns="91440" tIns="45720" rIns="91440" bIns="45720" numCol="1" anchor="t" anchorCtr="0" compatLnSpc="1">
            <a:prstTxWarp prst="textNoShape">
              <a:avLst/>
            </a:prstTxWarp>
          </a:bodyPr>
          <a:lstStyle/>
          <a:p>
            <a:endParaRPr lang="en-US">
              <a:latin typeface="Aptos" panose="020B0004020202020204" pitchFamily="34" charset="0"/>
            </a:endParaRPr>
          </a:p>
        </p:txBody>
      </p:sp>
      <p:sp>
        <p:nvSpPr>
          <p:cNvPr id="232" name="Freeform 30">
            <a:extLst>
              <a:ext uri="{FF2B5EF4-FFF2-40B4-BE49-F238E27FC236}">
                <a16:creationId xmlns:a16="http://schemas.microsoft.com/office/drawing/2014/main" id="{353B2C6A-917C-7A72-CB84-E79FB1FD75B3}"/>
              </a:ext>
            </a:extLst>
          </p:cNvPr>
          <p:cNvSpPr>
            <a:spLocks/>
          </p:cNvSpPr>
          <p:nvPr/>
        </p:nvSpPr>
        <p:spPr bwMode="auto">
          <a:xfrm>
            <a:off x="1351495" y="2528211"/>
            <a:ext cx="912813" cy="344488"/>
          </a:xfrm>
          <a:custGeom>
            <a:avLst/>
            <a:gdLst>
              <a:gd name="T0" fmla="*/ 5 w 162"/>
              <a:gd name="T1" fmla="*/ 61 h 61"/>
              <a:gd name="T2" fmla="*/ 0 w 162"/>
              <a:gd name="T3" fmla="*/ 53 h 61"/>
              <a:gd name="T4" fmla="*/ 162 w 162"/>
              <a:gd name="T5" fmla="*/ 0 h 61"/>
              <a:gd name="T6" fmla="*/ 162 w 162"/>
              <a:gd name="T7" fmla="*/ 9 h 61"/>
              <a:gd name="T8" fmla="*/ 5 w 162"/>
              <a:gd name="T9" fmla="*/ 61 h 61"/>
            </a:gdLst>
            <a:ahLst/>
            <a:cxnLst>
              <a:cxn ang="0">
                <a:pos x="T0" y="T1"/>
              </a:cxn>
              <a:cxn ang="0">
                <a:pos x="T2" y="T3"/>
              </a:cxn>
              <a:cxn ang="0">
                <a:pos x="T4" y="T5"/>
              </a:cxn>
              <a:cxn ang="0">
                <a:pos x="T6" y="T7"/>
              </a:cxn>
              <a:cxn ang="0">
                <a:pos x="T8" y="T9"/>
              </a:cxn>
            </a:cxnLst>
            <a:rect l="0" t="0" r="r" b="b"/>
            <a:pathLst>
              <a:path w="162" h="61">
                <a:moveTo>
                  <a:pt x="5" y="61"/>
                </a:moveTo>
                <a:cubicBezTo>
                  <a:pt x="0" y="53"/>
                  <a:pt x="0" y="53"/>
                  <a:pt x="0" y="53"/>
                </a:cubicBezTo>
                <a:cubicBezTo>
                  <a:pt x="47" y="20"/>
                  <a:pt x="103" y="1"/>
                  <a:pt x="162" y="0"/>
                </a:cubicBezTo>
                <a:cubicBezTo>
                  <a:pt x="162" y="9"/>
                  <a:pt x="162" y="9"/>
                  <a:pt x="162" y="9"/>
                </a:cubicBezTo>
                <a:cubicBezTo>
                  <a:pt x="105" y="10"/>
                  <a:pt x="51" y="28"/>
                  <a:pt x="5" y="61"/>
                </a:cubicBezTo>
                <a:close/>
              </a:path>
            </a:pathLst>
          </a:custGeom>
          <a:solidFill>
            <a:srgbClr val="696B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Aptos" panose="020B0004020202020204" pitchFamily="34" charset="0"/>
            </a:endParaRPr>
          </a:p>
        </p:txBody>
      </p:sp>
      <p:sp>
        <p:nvSpPr>
          <p:cNvPr id="233" name="Freeform 31">
            <a:extLst>
              <a:ext uri="{FF2B5EF4-FFF2-40B4-BE49-F238E27FC236}">
                <a16:creationId xmlns:a16="http://schemas.microsoft.com/office/drawing/2014/main" id="{0998A995-3F28-1F40-F802-6B00A0DA82A5}"/>
              </a:ext>
            </a:extLst>
          </p:cNvPr>
          <p:cNvSpPr>
            <a:spLocks noEditPoints="1"/>
          </p:cNvSpPr>
          <p:nvPr/>
        </p:nvSpPr>
        <p:spPr bwMode="auto">
          <a:xfrm>
            <a:off x="2675470" y="5785761"/>
            <a:ext cx="411163" cy="395288"/>
          </a:xfrm>
          <a:custGeom>
            <a:avLst/>
            <a:gdLst>
              <a:gd name="T0" fmla="*/ 37 w 73"/>
              <a:gd name="T1" fmla="*/ 70 h 70"/>
              <a:gd name="T2" fmla="*/ 3 w 73"/>
              <a:gd name="T3" fmla="*/ 46 h 70"/>
              <a:gd name="T4" fmla="*/ 5 w 73"/>
              <a:gd name="T5" fmla="*/ 19 h 70"/>
              <a:gd name="T6" fmla="*/ 26 w 73"/>
              <a:gd name="T7" fmla="*/ 2 h 70"/>
              <a:gd name="T8" fmla="*/ 37 w 73"/>
              <a:gd name="T9" fmla="*/ 0 h 70"/>
              <a:gd name="T10" fmla="*/ 70 w 73"/>
              <a:gd name="T11" fmla="*/ 24 h 70"/>
              <a:gd name="T12" fmla="*/ 68 w 73"/>
              <a:gd name="T13" fmla="*/ 51 h 70"/>
              <a:gd name="T14" fmla="*/ 47 w 73"/>
              <a:gd name="T15" fmla="*/ 68 h 70"/>
              <a:gd name="T16" fmla="*/ 37 w 73"/>
              <a:gd name="T17" fmla="*/ 70 h 70"/>
              <a:gd name="T18" fmla="*/ 37 w 73"/>
              <a:gd name="T19" fmla="*/ 9 h 70"/>
              <a:gd name="T20" fmla="*/ 29 w 73"/>
              <a:gd name="T21" fmla="*/ 10 h 70"/>
              <a:gd name="T22" fmla="*/ 13 w 73"/>
              <a:gd name="T23" fmla="*/ 23 h 70"/>
              <a:gd name="T24" fmla="*/ 12 w 73"/>
              <a:gd name="T25" fmla="*/ 43 h 70"/>
              <a:gd name="T26" fmla="*/ 37 w 73"/>
              <a:gd name="T27" fmla="*/ 61 h 70"/>
              <a:gd name="T28" fmla="*/ 45 w 73"/>
              <a:gd name="T29" fmla="*/ 59 h 70"/>
              <a:gd name="T30" fmla="*/ 60 w 73"/>
              <a:gd name="T31" fmla="*/ 47 h 70"/>
              <a:gd name="T32" fmla="*/ 61 w 73"/>
              <a:gd name="T33" fmla="*/ 27 h 70"/>
              <a:gd name="T34" fmla="*/ 37 w 73"/>
              <a:gd name="T35" fmla="*/ 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3" h="70">
                <a:moveTo>
                  <a:pt x="37" y="70"/>
                </a:moveTo>
                <a:cubicBezTo>
                  <a:pt x="21" y="70"/>
                  <a:pt x="8" y="60"/>
                  <a:pt x="3" y="46"/>
                </a:cubicBezTo>
                <a:cubicBezTo>
                  <a:pt x="0" y="37"/>
                  <a:pt x="1" y="27"/>
                  <a:pt x="5" y="19"/>
                </a:cubicBezTo>
                <a:cubicBezTo>
                  <a:pt x="10" y="11"/>
                  <a:pt x="17" y="4"/>
                  <a:pt x="26" y="2"/>
                </a:cubicBezTo>
                <a:cubicBezTo>
                  <a:pt x="29" y="0"/>
                  <a:pt x="33" y="0"/>
                  <a:pt x="37" y="0"/>
                </a:cubicBezTo>
                <a:cubicBezTo>
                  <a:pt x="52" y="0"/>
                  <a:pt x="65" y="10"/>
                  <a:pt x="70" y="24"/>
                </a:cubicBezTo>
                <a:cubicBezTo>
                  <a:pt x="73" y="33"/>
                  <a:pt x="72" y="42"/>
                  <a:pt x="68" y="51"/>
                </a:cubicBezTo>
                <a:cubicBezTo>
                  <a:pt x="64" y="59"/>
                  <a:pt x="56" y="65"/>
                  <a:pt x="47" y="68"/>
                </a:cubicBezTo>
                <a:cubicBezTo>
                  <a:pt x="44" y="69"/>
                  <a:pt x="40" y="70"/>
                  <a:pt x="37" y="70"/>
                </a:cubicBezTo>
                <a:close/>
                <a:moveTo>
                  <a:pt x="37" y="9"/>
                </a:moveTo>
                <a:cubicBezTo>
                  <a:pt x="34" y="9"/>
                  <a:pt x="31" y="9"/>
                  <a:pt x="29" y="10"/>
                </a:cubicBezTo>
                <a:cubicBezTo>
                  <a:pt x="22" y="12"/>
                  <a:pt x="17" y="17"/>
                  <a:pt x="13" y="23"/>
                </a:cubicBezTo>
                <a:cubicBezTo>
                  <a:pt x="10" y="29"/>
                  <a:pt x="10" y="36"/>
                  <a:pt x="12" y="43"/>
                </a:cubicBezTo>
                <a:cubicBezTo>
                  <a:pt x="15" y="54"/>
                  <a:pt x="25" y="61"/>
                  <a:pt x="37" y="61"/>
                </a:cubicBezTo>
                <a:cubicBezTo>
                  <a:pt x="39" y="61"/>
                  <a:pt x="42" y="60"/>
                  <a:pt x="45" y="59"/>
                </a:cubicBezTo>
                <a:cubicBezTo>
                  <a:pt x="51" y="57"/>
                  <a:pt x="57" y="53"/>
                  <a:pt x="60" y="47"/>
                </a:cubicBezTo>
                <a:cubicBezTo>
                  <a:pt x="63" y="40"/>
                  <a:pt x="63" y="33"/>
                  <a:pt x="61" y="27"/>
                </a:cubicBezTo>
                <a:cubicBezTo>
                  <a:pt x="58" y="16"/>
                  <a:pt x="48" y="9"/>
                  <a:pt x="37" y="9"/>
                </a:cubicBezTo>
                <a:close/>
              </a:path>
            </a:pathLst>
          </a:custGeom>
          <a:solidFill>
            <a:srgbClr val="9698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Aptos" panose="020B0004020202020204" pitchFamily="34" charset="0"/>
            </a:endParaRPr>
          </a:p>
        </p:txBody>
      </p:sp>
      <p:sp>
        <p:nvSpPr>
          <p:cNvPr id="234" name="Freeform 32">
            <a:extLst>
              <a:ext uri="{FF2B5EF4-FFF2-40B4-BE49-F238E27FC236}">
                <a16:creationId xmlns:a16="http://schemas.microsoft.com/office/drawing/2014/main" id="{28427E2C-4B89-4947-C7AE-C5BC69D88B65}"/>
              </a:ext>
            </a:extLst>
          </p:cNvPr>
          <p:cNvSpPr>
            <a:spLocks noEditPoints="1"/>
          </p:cNvSpPr>
          <p:nvPr/>
        </p:nvSpPr>
        <p:spPr bwMode="auto">
          <a:xfrm>
            <a:off x="3632733" y="5090436"/>
            <a:ext cx="406400" cy="395288"/>
          </a:xfrm>
          <a:custGeom>
            <a:avLst/>
            <a:gdLst>
              <a:gd name="T0" fmla="*/ 36 w 72"/>
              <a:gd name="T1" fmla="*/ 70 h 70"/>
              <a:gd name="T2" fmla="*/ 15 w 72"/>
              <a:gd name="T3" fmla="*/ 63 h 70"/>
              <a:gd name="T4" fmla="*/ 1 w 72"/>
              <a:gd name="T5" fmla="*/ 40 h 70"/>
              <a:gd name="T6" fmla="*/ 8 w 72"/>
              <a:gd name="T7" fmla="*/ 14 h 70"/>
              <a:gd name="T8" fmla="*/ 36 w 72"/>
              <a:gd name="T9" fmla="*/ 0 h 70"/>
              <a:gd name="T10" fmla="*/ 56 w 72"/>
              <a:gd name="T11" fmla="*/ 7 h 70"/>
              <a:gd name="T12" fmla="*/ 70 w 72"/>
              <a:gd name="T13" fmla="*/ 29 h 70"/>
              <a:gd name="T14" fmla="*/ 64 w 72"/>
              <a:gd name="T15" fmla="*/ 55 h 70"/>
              <a:gd name="T16" fmla="*/ 36 w 72"/>
              <a:gd name="T17" fmla="*/ 70 h 70"/>
              <a:gd name="T18" fmla="*/ 36 w 72"/>
              <a:gd name="T19" fmla="*/ 9 h 70"/>
              <a:gd name="T20" fmla="*/ 15 w 72"/>
              <a:gd name="T21" fmla="*/ 20 h 70"/>
              <a:gd name="T22" fmla="*/ 10 w 72"/>
              <a:gd name="T23" fmla="*/ 39 h 70"/>
              <a:gd name="T24" fmla="*/ 21 w 72"/>
              <a:gd name="T25" fmla="*/ 56 h 70"/>
              <a:gd name="T26" fmla="*/ 36 w 72"/>
              <a:gd name="T27" fmla="*/ 61 h 70"/>
              <a:gd name="T28" fmla="*/ 57 w 72"/>
              <a:gd name="T29" fmla="*/ 50 h 70"/>
              <a:gd name="T30" fmla="*/ 62 w 72"/>
              <a:gd name="T31" fmla="*/ 31 h 70"/>
              <a:gd name="T32" fmla="*/ 51 w 72"/>
              <a:gd name="T33" fmla="*/ 14 h 70"/>
              <a:gd name="T34" fmla="*/ 36 w 72"/>
              <a:gd name="T35" fmla="*/ 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2" h="70">
                <a:moveTo>
                  <a:pt x="36" y="70"/>
                </a:moveTo>
                <a:cubicBezTo>
                  <a:pt x="28" y="70"/>
                  <a:pt x="21" y="67"/>
                  <a:pt x="15" y="63"/>
                </a:cubicBezTo>
                <a:cubicBezTo>
                  <a:pt x="8" y="58"/>
                  <a:pt x="3" y="50"/>
                  <a:pt x="1" y="40"/>
                </a:cubicBezTo>
                <a:cubicBezTo>
                  <a:pt x="0" y="31"/>
                  <a:pt x="2" y="22"/>
                  <a:pt x="8" y="14"/>
                </a:cubicBezTo>
                <a:cubicBezTo>
                  <a:pt x="14" y="5"/>
                  <a:pt x="25" y="0"/>
                  <a:pt x="36" y="0"/>
                </a:cubicBezTo>
                <a:cubicBezTo>
                  <a:pt x="43" y="0"/>
                  <a:pt x="50" y="2"/>
                  <a:pt x="56" y="7"/>
                </a:cubicBezTo>
                <a:cubicBezTo>
                  <a:pt x="64" y="12"/>
                  <a:pt x="69" y="20"/>
                  <a:pt x="70" y="29"/>
                </a:cubicBezTo>
                <a:cubicBezTo>
                  <a:pt x="72" y="39"/>
                  <a:pt x="70" y="48"/>
                  <a:pt x="64" y="55"/>
                </a:cubicBezTo>
                <a:cubicBezTo>
                  <a:pt x="58" y="64"/>
                  <a:pt x="47" y="70"/>
                  <a:pt x="36" y="70"/>
                </a:cubicBezTo>
                <a:close/>
                <a:moveTo>
                  <a:pt x="36" y="9"/>
                </a:moveTo>
                <a:cubicBezTo>
                  <a:pt x="28" y="9"/>
                  <a:pt x="20" y="13"/>
                  <a:pt x="15" y="20"/>
                </a:cubicBezTo>
                <a:cubicBezTo>
                  <a:pt x="11" y="25"/>
                  <a:pt x="9" y="32"/>
                  <a:pt x="10" y="39"/>
                </a:cubicBezTo>
                <a:cubicBezTo>
                  <a:pt x="11" y="46"/>
                  <a:pt x="15" y="52"/>
                  <a:pt x="21" y="56"/>
                </a:cubicBezTo>
                <a:cubicBezTo>
                  <a:pt x="25" y="59"/>
                  <a:pt x="30" y="61"/>
                  <a:pt x="36" y="61"/>
                </a:cubicBezTo>
                <a:cubicBezTo>
                  <a:pt x="44" y="61"/>
                  <a:pt x="52" y="57"/>
                  <a:pt x="57" y="50"/>
                </a:cubicBezTo>
                <a:cubicBezTo>
                  <a:pt x="61" y="44"/>
                  <a:pt x="63" y="38"/>
                  <a:pt x="62" y="31"/>
                </a:cubicBezTo>
                <a:cubicBezTo>
                  <a:pt x="60" y="24"/>
                  <a:pt x="57" y="18"/>
                  <a:pt x="51" y="14"/>
                </a:cubicBezTo>
                <a:cubicBezTo>
                  <a:pt x="47" y="11"/>
                  <a:pt x="41" y="9"/>
                  <a:pt x="36" y="9"/>
                </a:cubicBezTo>
                <a:close/>
              </a:path>
            </a:pathLst>
          </a:custGeom>
          <a:solidFill>
            <a:srgbClr val="00AA3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Aptos" panose="020B0004020202020204" pitchFamily="34" charset="0"/>
            </a:endParaRPr>
          </a:p>
        </p:txBody>
      </p:sp>
      <p:sp>
        <p:nvSpPr>
          <p:cNvPr id="235" name="Freeform 33">
            <a:extLst>
              <a:ext uri="{FF2B5EF4-FFF2-40B4-BE49-F238E27FC236}">
                <a16:creationId xmlns:a16="http://schemas.microsoft.com/office/drawing/2014/main" id="{86A620A3-9D02-7D46-1873-53AEB2EE9FA9}"/>
              </a:ext>
            </a:extLst>
          </p:cNvPr>
          <p:cNvSpPr>
            <a:spLocks noEditPoints="1"/>
          </p:cNvSpPr>
          <p:nvPr/>
        </p:nvSpPr>
        <p:spPr bwMode="auto">
          <a:xfrm>
            <a:off x="4005795" y="3968074"/>
            <a:ext cx="388938" cy="395288"/>
          </a:xfrm>
          <a:custGeom>
            <a:avLst/>
            <a:gdLst>
              <a:gd name="T0" fmla="*/ 35 w 69"/>
              <a:gd name="T1" fmla="*/ 70 h 70"/>
              <a:gd name="T2" fmla="*/ 0 w 69"/>
              <a:gd name="T3" fmla="*/ 35 h 70"/>
              <a:gd name="T4" fmla="*/ 35 w 69"/>
              <a:gd name="T5" fmla="*/ 0 h 70"/>
              <a:gd name="T6" fmla="*/ 69 w 69"/>
              <a:gd name="T7" fmla="*/ 35 h 70"/>
              <a:gd name="T8" fmla="*/ 35 w 69"/>
              <a:gd name="T9" fmla="*/ 70 h 70"/>
              <a:gd name="T10" fmla="*/ 35 w 69"/>
              <a:gd name="T11" fmla="*/ 9 h 70"/>
              <a:gd name="T12" fmla="*/ 9 w 69"/>
              <a:gd name="T13" fmla="*/ 35 h 70"/>
              <a:gd name="T14" fmla="*/ 35 w 69"/>
              <a:gd name="T15" fmla="*/ 61 h 70"/>
              <a:gd name="T16" fmla="*/ 60 w 69"/>
              <a:gd name="T17" fmla="*/ 35 h 70"/>
              <a:gd name="T18" fmla="*/ 35 w 69"/>
              <a:gd name="T19" fmla="*/ 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70">
                <a:moveTo>
                  <a:pt x="35" y="70"/>
                </a:moveTo>
                <a:cubicBezTo>
                  <a:pt x="15" y="70"/>
                  <a:pt x="0" y="54"/>
                  <a:pt x="0" y="35"/>
                </a:cubicBezTo>
                <a:cubicBezTo>
                  <a:pt x="0" y="16"/>
                  <a:pt x="15" y="0"/>
                  <a:pt x="35" y="0"/>
                </a:cubicBezTo>
                <a:cubicBezTo>
                  <a:pt x="54" y="0"/>
                  <a:pt x="69" y="16"/>
                  <a:pt x="69" y="35"/>
                </a:cubicBezTo>
                <a:cubicBezTo>
                  <a:pt x="69" y="54"/>
                  <a:pt x="54" y="70"/>
                  <a:pt x="35" y="70"/>
                </a:cubicBezTo>
                <a:close/>
                <a:moveTo>
                  <a:pt x="35" y="9"/>
                </a:moveTo>
                <a:cubicBezTo>
                  <a:pt x="20" y="9"/>
                  <a:pt x="9" y="21"/>
                  <a:pt x="9" y="35"/>
                </a:cubicBezTo>
                <a:cubicBezTo>
                  <a:pt x="9" y="49"/>
                  <a:pt x="20" y="61"/>
                  <a:pt x="35" y="61"/>
                </a:cubicBezTo>
                <a:cubicBezTo>
                  <a:pt x="49" y="61"/>
                  <a:pt x="60" y="49"/>
                  <a:pt x="60" y="35"/>
                </a:cubicBezTo>
                <a:cubicBezTo>
                  <a:pt x="60" y="21"/>
                  <a:pt x="49" y="9"/>
                  <a:pt x="35" y="9"/>
                </a:cubicBezTo>
                <a:close/>
              </a:path>
            </a:pathLst>
          </a:custGeom>
          <a:solidFill>
            <a:srgbClr val="7FBE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Aptos" panose="020B0004020202020204" pitchFamily="34" charset="0"/>
            </a:endParaRPr>
          </a:p>
        </p:txBody>
      </p:sp>
      <p:sp>
        <p:nvSpPr>
          <p:cNvPr id="236" name="Freeform 34">
            <a:extLst>
              <a:ext uri="{FF2B5EF4-FFF2-40B4-BE49-F238E27FC236}">
                <a16:creationId xmlns:a16="http://schemas.microsoft.com/office/drawing/2014/main" id="{9A2BD233-18BB-A9F0-6E73-88D4E0158A12}"/>
              </a:ext>
            </a:extLst>
          </p:cNvPr>
          <p:cNvSpPr>
            <a:spLocks noEditPoints="1"/>
          </p:cNvSpPr>
          <p:nvPr/>
        </p:nvSpPr>
        <p:spPr bwMode="auto">
          <a:xfrm>
            <a:off x="3632733" y="2844124"/>
            <a:ext cx="406400" cy="395288"/>
          </a:xfrm>
          <a:custGeom>
            <a:avLst/>
            <a:gdLst>
              <a:gd name="T0" fmla="*/ 36 w 72"/>
              <a:gd name="T1" fmla="*/ 70 h 70"/>
              <a:gd name="T2" fmla="*/ 8 w 72"/>
              <a:gd name="T3" fmla="*/ 55 h 70"/>
              <a:gd name="T4" fmla="*/ 1 w 72"/>
              <a:gd name="T5" fmla="*/ 29 h 70"/>
              <a:gd name="T6" fmla="*/ 15 w 72"/>
              <a:gd name="T7" fmla="*/ 7 h 70"/>
              <a:gd name="T8" fmla="*/ 36 w 72"/>
              <a:gd name="T9" fmla="*/ 0 h 70"/>
              <a:gd name="T10" fmla="*/ 64 w 72"/>
              <a:gd name="T11" fmla="*/ 14 h 70"/>
              <a:gd name="T12" fmla="*/ 70 w 72"/>
              <a:gd name="T13" fmla="*/ 40 h 70"/>
              <a:gd name="T14" fmla="*/ 56 w 72"/>
              <a:gd name="T15" fmla="*/ 63 h 70"/>
              <a:gd name="T16" fmla="*/ 36 w 72"/>
              <a:gd name="T17" fmla="*/ 70 h 70"/>
              <a:gd name="T18" fmla="*/ 36 w 72"/>
              <a:gd name="T19" fmla="*/ 9 h 70"/>
              <a:gd name="T20" fmla="*/ 21 w 72"/>
              <a:gd name="T21" fmla="*/ 14 h 70"/>
              <a:gd name="T22" fmla="*/ 10 w 72"/>
              <a:gd name="T23" fmla="*/ 31 h 70"/>
              <a:gd name="T24" fmla="*/ 15 w 72"/>
              <a:gd name="T25" fmla="*/ 50 h 70"/>
              <a:gd name="T26" fmla="*/ 36 w 72"/>
              <a:gd name="T27" fmla="*/ 61 h 70"/>
              <a:gd name="T28" fmla="*/ 51 w 72"/>
              <a:gd name="T29" fmla="*/ 56 h 70"/>
              <a:gd name="T30" fmla="*/ 62 w 72"/>
              <a:gd name="T31" fmla="*/ 39 h 70"/>
              <a:gd name="T32" fmla="*/ 57 w 72"/>
              <a:gd name="T33" fmla="*/ 20 h 70"/>
              <a:gd name="T34" fmla="*/ 36 w 72"/>
              <a:gd name="T35" fmla="*/ 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2" h="70">
                <a:moveTo>
                  <a:pt x="36" y="70"/>
                </a:moveTo>
                <a:cubicBezTo>
                  <a:pt x="25" y="70"/>
                  <a:pt x="14" y="64"/>
                  <a:pt x="8" y="55"/>
                </a:cubicBezTo>
                <a:cubicBezTo>
                  <a:pt x="2" y="48"/>
                  <a:pt x="0" y="39"/>
                  <a:pt x="1" y="29"/>
                </a:cubicBezTo>
                <a:cubicBezTo>
                  <a:pt x="3" y="20"/>
                  <a:pt x="8" y="12"/>
                  <a:pt x="15" y="7"/>
                </a:cubicBezTo>
                <a:cubicBezTo>
                  <a:pt x="21" y="2"/>
                  <a:pt x="28" y="0"/>
                  <a:pt x="36" y="0"/>
                </a:cubicBezTo>
                <a:cubicBezTo>
                  <a:pt x="47" y="0"/>
                  <a:pt x="58" y="5"/>
                  <a:pt x="64" y="14"/>
                </a:cubicBezTo>
                <a:cubicBezTo>
                  <a:pt x="70" y="22"/>
                  <a:pt x="72" y="31"/>
                  <a:pt x="70" y="40"/>
                </a:cubicBezTo>
                <a:cubicBezTo>
                  <a:pt x="69" y="50"/>
                  <a:pt x="64" y="58"/>
                  <a:pt x="56" y="63"/>
                </a:cubicBezTo>
                <a:cubicBezTo>
                  <a:pt x="50" y="68"/>
                  <a:pt x="43" y="70"/>
                  <a:pt x="36" y="70"/>
                </a:cubicBezTo>
                <a:close/>
                <a:moveTo>
                  <a:pt x="36" y="9"/>
                </a:moveTo>
                <a:cubicBezTo>
                  <a:pt x="30" y="9"/>
                  <a:pt x="25" y="11"/>
                  <a:pt x="21" y="14"/>
                </a:cubicBezTo>
                <a:cubicBezTo>
                  <a:pt x="15" y="18"/>
                  <a:pt x="11" y="24"/>
                  <a:pt x="10" y="31"/>
                </a:cubicBezTo>
                <a:cubicBezTo>
                  <a:pt x="9" y="38"/>
                  <a:pt x="11" y="45"/>
                  <a:pt x="15" y="50"/>
                </a:cubicBezTo>
                <a:cubicBezTo>
                  <a:pt x="20" y="57"/>
                  <a:pt x="28" y="61"/>
                  <a:pt x="36" y="61"/>
                </a:cubicBezTo>
                <a:cubicBezTo>
                  <a:pt x="41" y="61"/>
                  <a:pt x="47" y="59"/>
                  <a:pt x="51" y="56"/>
                </a:cubicBezTo>
                <a:cubicBezTo>
                  <a:pt x="57" y="52"/>
                  <a:pt x="60" y="46"/>
                  <a:pt x="62" y="39"/>
                </a:cubicBezTo>
                <a:cubicBezTo>
                  <a:pt x="63" y="32"/>
                  <a:pt x="61" y="25"/>
                  <a:pt x="57" y="20"/>
                </a:cubicBezTo>
                <a:cubicBezTo>
                  <a:pt x="52" y="13"/>
                  <a:pt x="44" y="9"/>
                  <a:pt x="36" y="9"/>
                </a:cubicBezTo>
                <a:close/>
              </a:path>
            </a:pathLst>
          </a:custGeom>
          <a:solidFill>
            <a:schemeClr val="accent6"/>
          </a:solidFill>
          <a:ln>
            <a:noFill/>
          </a:ln>
        </p:spPr>
        <p:txBody>
          <a:bodyPr vert="horz" wrap="square" lIns="91440" tIns="45720" rIns="91440" bIns="45720" numCol="1" anchor="t" anchorCtr="0" compatLnSpc="1">
            <a:prstTxWarp prst="textNoShape">
              <a:avLst/>
            </a:prstTxWarp>
          </a:bodyPr>
          <a:lstStyle/>
          <a:p>
            <a:endParaRPr lang="en-US">
              <a:latin typeface="Aptos" panose="020B0004020202020204" pitchFamily="34" charset="0"/>
            </a:endParaRPr>
          </a:p>
        </p:txBody>
      </p:sp>
      <p:sp>
        <p:nvSpPr>
          <p:cNvPr id="237" name="Freeform 35">
            <a:extLst>
              <a:ext uri="{FF2B5EF4-FFF2-40B4-BE49-F238E27FC236}">
                <a16:creationId xmlns:a16="http://schemas.microsoft.com/office/drawing/2014/main" id="{93098C1F-3119-4131-3882-8764B34B8BBC}"/>
              </a:ext>
            </a:extLst>
          </p:cNvPr>
          <p:cNvSpPr>
            <a:spLocks noEditPoints="1"/>
          </p:cNvSpPr>
          <p:nvPr/>
        </p:nvSpPr>
        <p:spPr bwMode="auto">
          <a:xfrm>
            <a:off x="2675470" y="2150386"/>
            <a:ext cx="411163" cy="395288"/>
          </a:xfrm>
          <a:custGeom>
            <a:avLst/>
            <a:gdLst>
              <a:gd name="T0" fmla="*/ 37 w 73"/>
              <a:gd name="T1" fmla="*/ 70 h 70"/>
              <a:gd name="T2" fmla="*/ 26 w 73"/>
              <a:gd name="T3" fmla="*/ 68 h 70"/>
              <a:gd name="T4" fmla="*/ 5 w 73"/>
              <a:gd name="T5" fmla="*/ 51 h 70"/>
              <a:gd name="T6" fmla="*/ 3 w 73"/>
              <a:gd name="T7" fmla="*/ 24 h 70"/>
              <a:gd name="T8" fmla="*/ 37 w 73"/>
              <a:gd name="T9" fmla="*/ 0 h 70"/>
              <a:gd name="T10" fmla="*/ 47 w 73"/>
              <a:gd name="T11" fmla="*/ 2 h 70"/>
              <a:gd name="T12" fmla="*/ 68 w 73"/>
              <a:gd name="T13" fmla="*/ 19 h 70"/>
              <a:gd name="T14" fmla="*/ 70 w 73"/>
              <a:gd name="T15" fmla="*/ 46 h 70"/>
              <a:gd name="T16" fmla="*/ 37 w 73"/>
              <a:gd name="T17" fmla="*/ 70 h 70"/>
              <a:gd name="T18" fmla="*/ 37 w 73"/>
              <a:gd name="T19" fmla="*/ 9 h 70"/>
              <a:gd name="T20" fmla="*/ 12 w 73"/>
              <a:gd name="T21" fmla="*/ 27 h 70"/>
              <a:gd name="T22" fmla="*/ 13 w 73"/>
              <a:gd name="T23" fmla="*/ 47 h 70"/>
              <a:gd name="T24" fmla="*/ 29 w 73"/>
              <a:gd name="T25" fmla="*/ 60 h 70"/>
              <a:gd name="T26" fmla="*/ 37 w 73"/>
              <a:gd name="T27" fmla="*/ 61 h 70"/>
              <a:gd name="T28" fmla="*/ 61 w 73"/>
              <a:gd name="T29" fmla="*/ 43 h 70"/>
              <a:gd name="T30" fmla="*/ 60 w 73"/>
              <a:gd name="T31" fmla="*/ 23 h 70"/>
              <a:gd name="T32" fmla="*/ 45 w 73"/>
              <a:gd name="T33" fmla="*/ 10 h 70"/>
              <a:gd name="T34" fmla="*/ 37 w 73"/>
              <a:gd name="T35" fmla="*/ 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3" h="70">
                <a:moveTo>
                  <a:pt x="37" y="70"/>
                </a:moveTo>
                <a:cubicBezTo>
                  <a:pt x="33" y="70"/>
                  <a:pt x="29" y="69"/>
                  <a:pt x="26" y="68"/>
                </a:cubicBezTo>
                <a:cubicBezTo>
                  <a:pt x="17" y="65"/>
                  <a:pt x="10" y="59"/>
                  <a:pt x="5" y="51"/>
                </a:cubicBezTo>
                <a:cubicBezTo>
                  <a:pt x="1" y="42"/>
                  <a:pt x="0" y="33"/>
                  <a:pt x="3" y="24"/>
                </a:cubicBezTo>
                <a:cubicBezTo>
                  <a:pt x="8" y="10"/>
                  <a:pt x="21" y="0"/>
                  <a:pt x="37" y="0"/>
                </a:cubicBezTo>
                <a:cubicBezTo>
                  <a:pt x="40" y="0"/>
                  <a:pt x="44" y="1"/>
                  <a:pt x="47" y="2"/>
                </a:cubicBezTo>
                <a:cubicBezTo>
                  <a:pt x="56" y="5"/>
                  <a:pt x="64" y="11"/>
                  <a:pt x="68" y="19"/>
                </a:cubicBezTo>
                <a:cubicBezTo>
                  <a:pt x="72" y="27"/>
                  <a:pt x="73" y="37"/>
                  <a:pt x="70" y="46"/>
                </a:cubicBezTo>
                <a:cubicBezTo>
                  <a:pt x="65" y="60"/>
                  <a:pt x="52" y="70"/>
                  <a:pt x="37" y="70"/>
                </a:cubicBezTo>
                <a:close/>
                <a:moveTo>
                  <a:pt x="37" y="9"/>
                </a:moveTo>
                <a:cubicBezTo>
                  <a:pt x="25" y="9"/>
                  <a:pt x="15" y="16"/>
                  <a:pt x="12" y="27"/>
                </a:cubicBezTo>
                <a:cubicBezTo>
                  <a:pt x="10" y="33"/>
                  <a:pt x="10" y="41"/>
                  <a:pt x="13" y="47"/>
                </a:cubicBezTo>
                <a:cubicBezTo>
                  <a:pt x="17" y="53"/>
                  <a:pt x="22" y="57"/>
                  <a:pt x="29" y="60"/>
                </a:cubicBezTo>
                <a:cubicBezTo>
                  <a:pt x="31" y="60"/>
                  <a:pt x="34" y="61"/>
                  <a:pt x="37" y="61"/>
                </a:cubicBezTo>
                <a:cubicBezTo>
                  <a:pt x="48" y="61"/>
                  <a:pt x="58" y="54"/>
                  <a:pt x="61" y="43"/>
                </a:cubicBezTo>
                <a:cubicBezTo>
                  <a:pt x="63" y="36"/>
                  <a:pt x="63" y="29"/>
                  <a:pt x="60" y="23"/>
                </a:cubicBezTo>
                <a:cubicBezTo>
                  <a:pt x="57" y="17"/>
                  <a:pt x="51" y="12"/>
                  <a:pt x="45" y="10"/>
                </a:cubicBezTo>
                <a:cubicBezTo>
                  <a:pt x="42" y="9"/>
                  <a:pt x="39" y="9"/>
                  <a:pt x="37" y="9"/>
                </a:cubicBezTo>
                <a:close/>
              </a:path>
            </a:pathLst>
          </a:custGeom>
          <a:solidFill>
            <a:srgbClr val="696B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Aptos" panose="020B0004020202020204" pitchFamily="34" charset="0"/>
            </a:endParaRPr>
          </a:p>
        </p:txBody>
      </p:sp>
      <p:pic>
        <p:nvPicPr>
          <p:cNvPr id="238" name="Picture 36">
            <a:extLst>
              <a:ext uri="{FF2B5EF4-FFF2-40B4-BE49-F238E27FC236}">
                <a16:creationId xmlns:a16="http://schemas.microsoft.com/office/drawing/2014/main" id="{6B32C8EF-5682-67BE-8663-F61CD73B8B5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48445" y="3274336"/>
            <a:ext cx="1047750"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9" name="Picture 37">
            <a:extLst>
              <a:ext uri="{FF2B5EF4-FFF2-40B4-BE49-F238E27FC236}">
                <a16:creationId xmlns:a16="http://schemas.microsoft.com/office/drawing/2014/main" id="{B4BFF758-7A5D-9BE5-ACDB-7B34811DF58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80220" y="2969536"/>
            <a:ext cx="354013"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0" name="Picture 38">
            <a:extLst>
              <a:ext uri="{FF2B5EF4-FFF2-40B4-BE49-F238E27FC236}">
                <a16:creationId xmlns:a16="http://schemas.microsoft.com/office/drawing/2014/main" id="{8D6C3FAF-4D87-2F7B-098B-ED10629ACD0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48445" y="3837899"/>
            <a:ext cx="896938"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1" name="Picture 39">
            <a:extLst>
              <a:ext uri="{FF2B5EF4-FFF2-40B4-BE49-F238E27FC236}">
                <a16:creationId xmlns:a16="http://schemas.microsoft.com/office/drawing/2014/main" id="{62A5005A-36F6-12EB-7286-E6D5823BEE3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80220" y="4244299"/>
            <a:ext cx="99695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2" name="Picture 40">
            <a:extLst>
              <a:ext uri="{FF2B5EF4-FFF2-40B4-BE49-F238E27FC236}">
                <a16:creationId xmlns:a16="http://schemas.microsoft.com/office/drawing/2014/main" id="{27C98771-2EB6-3C0C-0565-2807D5C3D1F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48445" y="4825324"/>
            <a:ext cx="963613" cy="10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3" name="Picture 41">
            <a:extLst>
              <a:ext uri="{FF2B5EF4-FFF2-40B4-BE49-F238E27FC236}">
                <a16:creationId xmlns:a16="http://schemas.microsoft.com/office/drawing/2014/main" id="{80119CA2-EABE-0377-5AC8-5FF69FC1CC92}"/>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421470" y="4825324"/>
            <a:ext cx="4572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4" name="Freeform 42">
            <a:extLst>
              <a:ext uri="{FF2B5EF4-FFF2-40B4-BE49-F238E27FC236}">
                <a16:creationId xmlns:a16="http://schemas.microsoft.com/office/drawing/2014/main" id="{A88C0927-F13B-8EFB-EF44-E33CD2282415}"/>
              </a:ext>
            </a:extLst>
          </p:cNvPr>
          <p:cNvSpPr>
            <a:spLocks/>
          </p:cNvSpPr>
          <p:nvPr/>
        </p:nvSpPr>
        <p:spPr bwMode="auto">
          <a:xfrm>
            <a:off x="1103845" y="2828249"/>
            <a:ext cx="1189038" cy="2692400"/>
          </a:xfrm>
          <a:custGeom>
            <a:avLst/>
            <a:gdLst>
              <a:gd name="T0" fmla="*/ 211 w 211"/>
              <a:gd name="T1" fmla="*/ 0 h 477"/>
              <a:gd name="T2" fmla="*/ 211 w 211"/>
              <a:gd name="T3" fmla="*/ 464 h 477"/>
              <a:gd name="T4" fmla="*/ 174 w 211"/>
              <a:gd name="T5" fmla="*/ 464 h 477"/>
              <a:gd name="T6" fmla="*/ 152 w 211"/>
              <a:gd name="T7" fmla="*/ 430 h 477"/>
              <a:gd name="T8" fmla="*/ 51 w 211"/>
              <a:gd name="T9" fmla="*/ 424 h 477"/>
              <a:gd name="T10" fmla="*/ 44 w 211"/>
              <a:gd name="T11" fmla="*/ 378 h 477"/>
              <a:gd name="T12" fmla="*/ 33 w 211"/>
              <a:gd name="T13" fmla="*/ 356 h 477"/>
              <a:gd name="T14" fmla="*/ 36 w 211"/>
              <a:gd name="T15" fmla="*/ 345 h 477"/>
              <a:gd name="T16" fmla="*/ 28 w 211"/>
              <a:gd name="T17" fmla="*/ 333 h 477"/>
              <a:gd name="T18" fmla="*/ 28 w 211"/>
              <a:gd name="T19" fmla="*/ 299 h 477"/>
              <a:gd name="T20" fmla="*/ 5 w 211"/>
              <a:gd name="T21" fmla="*/ 292 h 477"/>
              <a:gd name="T22" fmla="*/ 33 w 211"/>
              <a:gd name="T23" fmla="*/ 214 h 477"/>
              <a:gd name="T24" fmla="*/ 211 w 211"/>
              <a:gd name="T25" fmla="*/ 0 h 4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1" h="477">
                <a:moveTo>
                  <a:pt x="211" y="0"/>
                </a:moveTo>
                <a:cubicBezTo>
                  <a:pt x="211" y="464"/>
                  <a:pt x="211" y="464"/>
                  <a:pt x="211" y="464"/>
                </a:cubicBezTo>
                <a:cubicBezTo>
                  <a:pt x="184" y="473"/>
                  <a:pt x="177" y="477"/>
                  <a:pt x="174" y="464"/>
                </a:cubicBezTo>
                <a:cubicBezTo>
                  <a:pt x="170" y="450"/>
                  <a:pt x="165" y="429"/>
                  <a:pt x="152" y="430"/>
                </a:cubicBezTo>
                <a:cubicBezTo>
                  <a:pt x="108" y="431"/>
                  <a:pt x="64" y="431"/>
                  <a:pt x="51" y="424"/>
                </a:cubicBezTo>
                <a:cubicBezTo>
                  <a:pt x="38" y="417"/>
                  <a:pt x="46" y="385"/>
                  <a:pt x="44" y="378"/>
                </a:cubicBezTo>
                <a:cubicBezTo>
                  <a:pt x="41" y="371"/>
                  <a:pt x="34" y="361"/>
                  <a:pt x="33" y="356"/>
                </a:cubicBezTo>
                <a:cubicBezTo>
                  <a:pt x="32" y="350"/>
                  <a:pt x="36" y="345"/>
                  <a:pt x="36" y="345"/>
                </a:cubicBezTo>
                <a:cubicBezTo>
                  <a:pt x="36" y="345"/>
                  <a:pt x="32" y="341"/>
                  <a:pt x="28" y="333"/>
                </a:cubicBezTo>
                <a:cubicBezTo>
                  <a:pt x="24" y="324"/>
                  <a:pt x="30" y="305"/>
                  <a:pt x="28" y="299"/>
                </a:cubicBezTo>
                <a:cubicBezTo>
                  <a:pt x="27" y="294"/>
                  <a:pt x="10" y="299"/>
                  <a:pt x="5" y="292"/>
                </a:cubicBezTo>
                <a:cubicBezTo>
                  <a:pt x="0" y="284"/>
                  <a:pt x="32" y="225"/>
                  <a:pt x="33" y="214"/>
                </a:cubicBezTo>
                <a:cubicBezTo>
                  <a:pt x="34" y="203"/>
                  <a:pt x="24" y="0"/>
                  <a:pt x="211" y="0"/>
                </a:cubicBezTo>
                <a:close/>
              </a:path>
            </a:pathLst>
          </a:custGeom>
          <a:solidFill>
            <a:srgbClr val="7FBE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Aptos" panose="020B0004020202020204" pitchFamily="34" charset="0"/>
            </a:endParaRPr>
          </a:p>
        </p:txBody>
      </p:sp>
      <p:sp>
        <p:nvSpPr>
          <p:cNvPr id="245" name="Oval 43">
            <a:extLst>
              <a:ext uri="{FF2B5EF4-FFF2-40B4-BE49-F238E27FC236}">
                <a16:creationId xmlns:a16="http://schemas.microsoft.com/office/drawing/2014/main" id="{AB7E5CDC-CE0F-9ED1-927B-294E64EAF799}"/>
              </a:ext>
            </a:extLst>
          </p:cNvPr>
          <p:cNvSpPr>
            <a:spLocks noChangeArrowheads="1"/>
          </p:cNvSpPr>
          <p:nvPr/>
        </p:nvSpPr>
        <p:spPr bwMode="auto">
          <a:xfrm>
            <a:off x="2794533" y="2906036"/>
            <a:ext cx="174625" cy="180975"/>
          </a:xfrm>
          <a:prstGeom prst="ellipse">
            <a:avLst/>
          </a:prstGeom>
          <a:solidFill>
            <a:srgbClr val="9698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Aptos" panose="020B0004020202020204" pitchFamily="34" charset="0"/>
            </a:endParaRPr>
          </a:p>
        </p:txBody>
      </p:sp>
      <p:sp>
        <p:nvSpPr>
          <p:cNvPr id="246" name="Freeform 44">
            <a:extLst>
              <a:ext uri="{FF2B5EF4-FFF2-40B4-BE49-F238E27FC236}">
                <a16:creationId xmlns:a16="http://schemas.microsoft.com/office/drawing/2014/main" id="{6B03BC33-56AC-C21B-DA72-597AF6D7AF3E}"/>
              </a:ext>
            </a:extLst>
          </p:cNvPr>
          <p:cNvSpPr>
            <a:spLocks/>
          </p:cNvSpPr>
          <p:nvPr/>
        </p:nvSpPr>
        <p:spPr bwMode="auto">
          <a:xfrm>
            <a:off x="3046945" y="3725186"/>
            <a:ext cx="311150" cy="355600"/>
          </a:xfrm>
          <a:custGeom>
            <a:avLst/>
            <a:gdLst>
              <a:gd name="T0" fmla="*/ 23 w 55"/>
              <a:gd name="T1" fmla="*/ 4 h 63"/>
              <a:gd name="T2" fmla="*/ 12 w 55"/>
              <a:gd name="T3" fmla="*/ 47 h 63"/>
              <a:gd name="T4" fmla="*/ 55 w 55"/>
              <a:gd name="T5" fmla="*/ 29 h 63"/>
              <a:gd name="T6" fmla="*/ 23 w 55"/>
              <a:gd name="T7" fmla="*/ 4 h 63"/>
            </a:gdLst>
            <a:ahLst/>
            <a:cxnLst>
              <a:cxn ang="0">
                <a:pos x="T0" y="T1"/>
              </a:cxn>
              <a:cxn ang="0">
                <a:pos x="T2" y="T3"/>
              </a:cxn>
              <a:cxn ang="0">
                <a:pos x="T4" y="T5"/>
              </a:cxn>
              <a:cxn ang="0">
                <a:pos x="T6" y="T7"/>
              </a:cxn>
            </a:cxnLst>
            <a:rect l="0" t="0" r="r" b="b"/>
            <a:pathLst>
              <a:path w="55" h="63">
                <a:moveTo>
                  <a:pt x="23" y="4"/>
                </a:moveTo>
                <a:cubicBezTo>
                  <a:pt x="4" y="10"/>
                  <a:pt x="0" y="33"/>
                  <a:pt x="12" y="47"/>
                </a:cubicBezTo>
                <a:cubicBezTo>
                  <a:pt x="27" y="63"/>
                  <a:pt x="55" y="50"/>
                  <a:pt x="55" y="29"/>
                </a:cubicBezTo>
                <a:cubicBezTo>
                  <a:pt x="55" y="12"/>
                  <a:pt x="39" y="0"/>
                  <a:pt x="23" y="4"/>
                </a:cubicBezTo>
                <a:close/>
              </a:path>
            </a:pathLst>
          </a:custGeom>
          <a:solidFill>
            <a:srgbClr val="9698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Aptos" panose="020B0004020202020204" pitchFamily="34" charset="0"/>
            </a:endParaRPr>
          </a:p>
        </p:txBody>
      </p:sp>
      <p:sp>
        <p:nvSpPr>
          <p:cNvPr id="247" name="Freeform 45">
            <a:extLst>
              <a:ext uri="{FF2B5EF4-FFF2-40B4-BE49-F238E27FC236}">
                <a16:creationId xmlns:a16="http://schemas.microsoft.com/office/drawing/2014/main" id="{F8AA6B4D-ECEC-7739-91EF-BABB6CE6B2C0}"/>
              </a:ext>
            </a:extLst>
          </p:cNvPr>
          <p:cNvSpPr>
            <a:spLocks/>
          </p:cNvSpPr>
          <p:nvPr/>
        </p:nvSpPr>
        <p:spPr bwMode="auto">
          <a:xfrm>
            <a:off x="2500845" y="4171274"/>
            <a:ext cx="293688" cy="254000"/>
          </a:xfrm>
          <a:custGeom>
            <a:avLst/>
            <a:gdLst>
              <a:gd name="T0" fmla="*/ 39 w 52"/>
              <a:gd name="T1" fmla="*/ 8 h 45"/>
              <a:gd name="T2" fmla="*/ 13 w 52"/>
              <a:gd name="T3" fmla="*/ 5 h 45"/>
              <a:gd name="T4" fmla="*/ 3 w 52"/>
              <a:gd name="T5" fmla="*/ 29 h 45"/>
              <a:gd name="T6" fmla="*/ 5 w 52"/>
              <a:gd name="T7" fmla="*/ 32 h 45"/>
              <a:gd name="T8" fmla="*/ 20 w 52"/>
              <a:gd name="T9" fmla="*/ 44 h 45"/>
              <a:gd name="T10" fmla="*/ 24 w 52"/>
              <a:gd name="T11" fmla="*/ 44 h 45"/>
              <a:gd name="T12" fmla="*/ 39 w 52"/>
              <a:gd name="T13" fmla="*/ 8 h 45"/>
            </a:gdLst>
            <a:ahLst/>
            <a:cxnLst>
              <a:cxn ang="0">
                <a:pos x="T0" y="T1"/>
              </a:cxn>
              <a:cxn ang="0">
                <a:pos x="T2" y="T3"/>
              </a:cxn>
              <a:cxn ang="0">
                <a:pos x="T4" y="T5"/>
              </a:cxn>
              <a:cxn ang="0">
                <a:pos x="T6" y="T7"/>
              </a:cxn>
              <a:cxn ang="0">
                <a:pos x="T8" y="T9"/>
              </a:cxn>
              <a:cxn ang="0">
                <a:pos x="T10" y="T11"/>
              </a:cxn>
              <a:cxn ang="0">
                <a:pos x="T12" y="T13"/>
              </a:cxn>
            </a:cxnLst>
            <a:rect l="0" t="0" r="r" b="b"/>
            <a:pathLst>
              <a:path w="52" h="45">
                <a:moveTo>
                  <a:pt x="39" y="8"/>
                </a:moveTo>
                <a:cubicBezTo>
                  <a:pt x="32" y="1"/>
                  <a:pt x="21" y="0"/>
                  <a:pt x="13" y="5"/>
                </a:cubicBezTo>
                <a:cubicBezTo>
                  <a:pt x="5" y="9"/>
                  <a:pt x="0" y="20"/>
                  <a:pt x="3" y="29"/>
                </a:cubicBezTo>
                <a:cubicBezTo>
                  <a:pt x="4" y="30"/>
                  <a:pt x="4" y="31"/>
                  <a:pt x="5" y="32"/>
                </a:cubicBezTo>
                <a:cubicBezTo>
                  <a:pt x="7" y="39"/>
                  <a:pt x="13" y="45"/>
                  <a:pt x="20" y="44"/>
                </a:cubicBezTo>
                <a:cubicBezTo>
                  <a:pt x="22" y="44"/>
                  <a:pt x="23" y="44"/>
                  <a:pt x="24" y="44"/>
                </a:cubicBezTo>
                <a:cubicBezTo>
                  <a:pt x="42" y="44"/>
                  <a:pt x="52" y="21"/>
                  <a:pt x="39" y="8"/>
                </a:cubicBezTo>
                <a:close/>
              </a:path>
            </a:pathLst>
          </a:custGeom>
          <a:solidFill>
            <a:srgbClr val="9698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Aptos" panose="020B0004020202020204" pitchFamily="34" charset="0"/>
            </a:endParaRPr>
          </a:p>
        </p:txBody>
      </p:sp>
      <p:sp>
        <p:nvSpPr>
          <p:cNvPr id="248" name="Oval 46">
            <a:extLst>
              <a:ext uri="{FF2B5EF4-FFF2-40B4-BE49-F238E27FC236}">
                <a16:creationId xmlns:a16="http://schemas.microsoft.com/office/drawing/2014/main" id="{EFAF8307-3F72-80ED-D388-CA268C88EBA2}"/>
              </a:ext>
            </a:extLst>
          </p:cNvPr>
          <p:cNvSpPr>
            <a:spLocks noChangeArrowheads="1"/>
          </p:cNvSpPr>
          <p:nvPr/>
        </p:nvSpPr>
        <p:spPr bwMode="auto">
          <a:xfrm>
            <a:off x="3154895" y="4763411"/>
            <a:ext cx="230188" cy="231775"/>
          </a:xfrm>
          <a:prstGeom prst="ellipse">
            <a:avLst/>
          </a:prstGeom>
          <a:solidFill>
            <a:srgbClr val="9698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Aptos" panose="020B0004020202020204" pitchFamily="34" charset="0"/>
            </a:endParaRPr>
          </a:p>
        </p:txBody>
      </p:sp>
      <p:sp>
        <p:nvSpPr>
          <p:cNvPr id="249" name="Freeform 47">
            <a:extLst>
              <a:ext uri="{FF2B5EF4-FFF2-40B4-BE49-F238E27FC236}">
                <a16:creationId xmlns:a16="http://schemas.microsoft.com/office/drawing/2014/main" id="{A70F1ADB-9D82-93B2-3D22-1CD429DB396E}"/>
              </a:ext>
            </a:extLst>
          </p:cNvPr>
          <p:cNvSpPr>
            <a:spLocks/>
          </p:cNvSpPr>
          <p:nvPr/>
        </p:nvSpPr>
        <p:spPr bwMode="auto">
          <a:xfrm>
            <a:off x="2697695" y="3510874"/>
            <a:ext cx="236538" cy="207963"/>
          </a:xfrm>
          <a:custGeom>
            <a:avLst/>
            <a:gdLst>
              <a:gd name="T0" fmla="*/ 21 w 42"/>
              <a:gd name="T1" fmla="*/ 0 h 37"/>
              <a:gd name="T2" fmla="*/ 3 w 42"/>
              <a:gd name="T3" fmla="*/ 23 h 37"/>
              <a:gd name="T4" fmla="*/ 3 w 42"/>
              <a:gd name="T5" fmla="*/ 24 h 37"/>
              <a:gd name="T6" fmla="*/ 21 w 42"/>
              <a:gd name="T7" fmla="*/ 37 h 37"/>
              <a:gd name="T8" fmla="*/ 38 w 42"/>
              <a:gd name="T9" fmla="*/ 24 h 37"/>
              <a:gd name="T10" fmla="*/ 38 w 42"/>
              <a:gd name="T11" fmla="*/ 23 h 37"/>
              <a:gd name="T12" fmla="*/ 21 w 42"/>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42" h="37">
                <a:moveTo>
                  <a:pt x="21" y="0"/>
                </a:moveTo>
                <a:cubicBezTo>
                  <a:pt x="9" y="0"/>
                  <a:pt x="0" y="12"/>
                  <a:pt x="3" y="23"/>
                </a:cubicBezTo>
                <a:cubicBezTo>
                  <a:pt x="3" y="24"/>
                  <a:pt x="3" y="24"/>
                  <a:pt x="3" y="24"/>
                </a:cubicBezTo>
                <a:cubicBezTo>
                  <a:pt x="6" y="32"/>
                  <a:pt x="13" y="37"/>
                  <a:pt x="21" y="37"/>
                </a:cubicBezTo>
                <a:cubicBezTo>
                  <a:pt x="29" y="37"/>
                  <a:pt x="36" y="32"/>
                  <a:pt x="38" y="24"/>
                </a:cubicBezTo>
                <a:cubicBezTo>
                  <a:pt x="38" y="24"/>
                  <a:pt x="38" y="24"/>
                  <a:pt x="38" y="23"/>
                </a:cubicBezTo>
                <a:cubicBezTo>
                  <a:pt x="42" y="12"/>
                  <a:pt x="32" y="0"/>
                  <a:pt x="21" y="0"/>
                </a:cubicBezTo>
                <a:close/>
              </a:path>
            </a:pathLst>
          </a:custGeom>
          <a:solidFill>
            <a:srgbClr val="696B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Aptos" panose="020B0004020202020204" pitchFamily="34" charset="0"/>
            </a:endParaRPr>
          </a:p>
        </p:txBody>
      </p:sp>
      <p:sp>
        <p:nvSpPr>
          <p:cNvPr id="250" name="Freeform 48">
            <a:extLst>
              <a:ext uri="{FF2B5EF4-FFF2-40B4-BE49-F238E27FC236}">
                <a16:creationId xmlns:a16="http://schemas.microsoft.com/office/drawing/2014/main" id="{7198999B-8C8C-16F7-6462-B485A6C587CA}"/>
              </a:ext>
            </a:extLst>
          </p:cNvPr>
          <p:cNvSpPr>
            <a:spLocks/>
          </p:cNvSpPr>
          <p:nvPr/>
        </p:nvSpPr>
        <p:spPr bwMode="auto">
          <a:xfrm>
            <a:off x="3256495" y="3245761"/>
            <a:ext cx="190500" cy="192088"/>
          </a:xfrm>
          <a:custGeom>
            <a:avLst/>
            <a:gdLst>
              <a:gd name="T0" fmla="*/ 32 w 34"/>
              <a:gd name="T1" fmla="*/ 13 h 34"/>
              <a:gd name="T2" fmla="*/ 32 w 34"/>
              <a:gd name="T3" fmla="*/ 12 h 34"/>
              <a:gd name="T4" fmla="*/ 11 w 34"/>
              <a:gd name="T5" fmla="*/ 3 h 34"/>
              <a:gd name="T6" fmla="*/ 9 w 34"/>
              <a:gd name="T7" fmla="*/ 4 h 34"/>
              <a:gd name="T8" fmla="*/ 2 w 34"/>
              <a:gd name="T9" fmla="*/ 22 h 34"/>
              <a:gd name="T10" fmla="*/ 4 w 34"/>
              <a:gd name="T11" fmla="*/ 27 h 34"/>
              <a:gd name="T12" fmla="*/ 19 w 34"/>
              <a:gd name="T13" fmla="*/ 33 h 34"/>
              <a:gd name="T14" fmla="*/ 21 w 34"/>
              <a:gd name="T15" fmla="*/ 33 h 34"/>
              <a:gd name="T16" fmla="*/ 32 w 34"/>
              <a:gd name="T17" fmla="*/ 1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34">
                <a:moveTo>
                  <a:pt x="32" y="13"/>
                </a:moveTo>
                <a:cubicBezTo>
                  <a:pt x="32" y="13"/>
                  <a:pt x="32" y="13"/>
                  <a:pt x="32" y="12"/>
                </a:cubicBezTo>
                <a:cubicBezTo>
                  <a:pt x="30" y="2"/>
                  <a:pt x="19" y="0"/>
                  <a:pt x="11" y="3"/>
                </a:cubicBezTo>
                <a:cubicBezTo>
                  <a:pt x="9" y="4"/>
                  <a:pt x="9" y="4"/>
                  <a:pt x="9" y="4"/>
                </a:cubicBezTo>
                <a:cubicBezTo>
                  <a:pt x="3" y="7"/>
                  <a:pt x="0" y="15"/>
                  <a:pt x="2" y="22"/>
                </a:cubicBezTo>
                <a:cubicBezTo>
                  <a:pt x="3" y="24"/>
                  <a:pt x="3" y="25"/>
                  <a:pt x="4" y="27"/>
                </a:cubicBezTo>
                <a:cubicBezTo>
                  <a:pt x="7" y="33"/>
                  <a:pt x="14" y="34"/>
                  <a:pt x="19" y="33"/>
                </a:cubicBezTo>
                <a:cubicBezTo>
                  <a:pt x="20" y="33"/>
                  <a:pt x="21" y="33"/>
                  <a:pt x="21" y="33"/>
                </a:cubicBezTo>
                <a:cubicBezTo>
                  <a:pt x="30" y="30"/>
                  <a:pt x="34" y="22"/>
                  <a:pt x="32" y="13"/>
                </a:cubicBezTo>
                <a:close/>
              </a:path>
            </a:pathLst>
          </a:custGeom>
          <a:solidFill>
            <a:srgbClr val="696B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Aptos" panose="020B0004020202020204" pitchFamily="34" charset="0"/>
            </a:endParaRPr>
          </a:p>
        </p:txBody>
      </p:sp>
      <p:sp>
        <p:nvSpPr>
          <p:cNvPr id="251" name="Oval 49">
            <a:extLst>
              <a:ext uri="{FF2B5EF4-FFF2-40B4-BE49-F238E27FC236}">
                <a16:creationId xmlns:a16="http://schemas.microsoft.com/office/drawing/2014/main" id="{F6C37017-FAA1-CE5C-D684-9C895071E83E}"/>
              </a:ext>
            </a:extLst>
          </p:cNvPr>
          <p:cNvSpPr>
            <a:spLocks noChangeArrowheads="1"/>
          </p:cNvSpPr>
          <p:nvPr/>
        </p:nvSpPr>
        <p:spPr bwMode="auto">
          <a:xfrm>
            <a:off x="3408895" y="4442736"/>
            <a:ext cx="223838" cy="225425"/>
          </a:xfrm>
          <a:prstGeom prst="ellipse">
            <a:avLst/>
          </a:prstGeom>
          <a:solidFill>
            <a:srgbClr val="696B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Aptos" panose="020B0004020202020204" pitchFamily="34" charset="0"/>
            </a:endParaRPr>
          </a:p>
        </p:txBody>
      </p:sp>
      <p:sp>
        <p:nvSpPr>
          <p:cNvPr id="252" name="Freeform 50">
            <a:extLst>
              <a:ext uri="{FF2B5EF4-FFF2-40B4-BE49-F238E27FC236}">
                <a16:creationId xmlns:a16="http://schemas.microsoft.com/office/drawing/2014/main" id="{627D7835-CB04-832B-410F-E49496144893}"/>
              </a:ext>
            </a:extLst>
          </p:cNvPr>
          <p:cNvSpPr>
            <a:spLocks/>
          </p:cNvSpPr>
          <p:nvPr/>
        </p:nvSpPr>
        <p:spPr bwMode="auto">
          <a:xfrm>
            <a:off x="2692933" y="5074561"/>
            <a:ext cx="292100" cy="225425"/>
          </a:xfrm>
          <a:custGeom>
            <a:avLst/>
            <a:gdLst>
              <a:gd name="T0" fmla="*/ 26 w 52"/>
              <a:gd name="T1" fmla="*/ 0 h 40"/>
              <a:gd name="T2" fmla="*/ 26 w 52"/>
              <a:gd name="T3" fmla="*/ 40 h 40"/>
              <a:gd name="T4" fmla="*/ 26 w 52"/>
              <a:gd name="T5" fmla="*/ 0 h 40"/>
            </a:gdLst>
            <a:ahLst/>
            <a:cxnLst>
              <a:cxn ang="0">
                <a:pos x="T0" y="T1"/>
              </a:cxn>
              <a:cxn ang="0">
                <a:pos x="T2" y="T3"/>
              </a:cxn>
              <a:cxn ang="0">
                <a:pos x="T4" y="T5"/>
              </a:cxn>
            </a:cxnLst>
            <a:rect l="0" t="0" r="r" b="b"/>
            <a:pathLst>
              <a:path w="52" h="40">
                <a:moveTo>
                  <a:pt x="26" y="0"/>
                </a:moveTo>
                <a:cubicBezTo>
                  <a:pt x="0" y="0"/>
                  <a:pt x="0" y="40"/>
                  <a:pt x="26" y="40"/>
                </a:cubicBezTo>
                <a:cubicBezTo>
                  <a:pt x="52" y="40"/>
                  <a:pt x="52" y="0"/>
                  <a:pt x="26" y="0"/>
                </a:cubicBezTo>
                <a:close/>
              </a:path>
            </a:pathLst>
          </a:custGeom>
          <a:solidFill>
            <a:srgbClr val="696B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Aptos" panose="020B0004020202020204" pitchFamily="34" charset="0"/>
            </a:endParaRPr>
          </a:p>
        </p:txBody>
      </p:sp>
      <p:sp>
        <p:nvSpPr>
          <p:cNvPr id="253" name="文本框 106">
            <a:extLst>
              <a:ext uri="{FF2B5EF4-FFF2-40B4-BE49-F238E27FC236}">
                <a16:creationId xmlns:a16="http://schemas.microsoft.com/office/drawing/2014/main" id="{E0C61F5E-7D36-760A-977D-E9BCC3909491}"/>
              </a:ext>
            </a:extLst>
          </p:cNvPr>
          <p:cNvSpPr txBox="1"/>
          <p:nvPr/>
        </p:nvSpPr>
        <p:spPr>
          <a:xfrm>
            <a:off x="4058723" y="1991385"/>
            <a:ext cx="1766346" cy="646331"/>
          </a:xfrm>
          <a:prstGeom prst="rect">
            <a:avLst/>
          </a:prstGeom>
          <a:noFill/>
        </p:spPr>
        <p:txBody>
          <a:bodyPr vert="horz" wrap="square" lIns="0" tIns="0" rIns="0" bIns="0" rtlCol="0">
            <a:spAutoFit/>
          </a:bodyPr>
          <a:lstStyle/>
          <a:p>
            <a:pPr algn="ctr">
              <a:spcBef>
                <a:spcPts val="200"/>
              </a:spcBef>
              <a:buSzPct val="100000"/>
            </a:pPr>
            <a:r>
              <a:rPr lang="en-US" sz="1400" b="1">
                <a:solidFill>
                  <a:schemeClr val="bg1"/>
                </a:solidFill>
                <a:latin typeface="Arial" panose="020B0604020202020204" pitchFamily="34" charset="0"/>
                <a:cs typeface="Arial" panose="020B0604020202020204" pitchFamily="34" charset="0"/>
              </a:rPr>
              <a:t>Aligning Services with Consumer Expectations</a:t>
            </a:r>
          </a:p>
        </p:txBody>
      </p:sp>
      <p:sp>
        <p:nvSpPr>
          <p:cNvPr id="254" name="文本框 106">
            <a:extLst>
              <a:ext uri="{FF2B5EF4-FFF2-40B4-BE49-F238E27FC236}">
                <a16:creationId xmlns:a16="http://schemas.microsoft.com/office/drawing/2014/main" id="{2E3F7C1A-E488-DD21-D449-3E92FD5255A2}"/>
              </a:ext>
            </a:extLst>
          </p:cNvPr>
          <p:cNvSpPr txBox="1"/>
          <p:nvPr/>
        </p:nvSpPr>
        <p:spPr>
          <a:xfrm>
            <a:off x="5969577" y="2111204"/>
            <a:ext cx="5568266" cy="430887"/>
          </a:xfrm>
          <a:prstGeom prst="rect">
            <a:avLst/>
          </a:prstGeom>
          <a:noFill/>
        </p:spPr>
        <p:txBody>
          <a:bodyPr vert="horz" wrap="square" lIns="0" tIns="0" rIns="0" bIns="0" rtlCol="0">
            <a:spAutoFit/>
          </a:bodyPr>
          <a:lstStyle/>
          <a:p>
            <a:pPr algn="just">
              <a:spcBef>
                <a:spcPts val="200"/>
              </a:spcBef>
              <a:buSzPct val="100000"/>
            </a:pPr>
            <a:r>
              <a:rPr lang="en-US" altLang="zh-CN" sz="1400">
                <a:latin typeface="Arial" panose="020B0604020202020204" pitchFamily="34" charset="0"/>
                <a:cs typeface="Arial" panose="020B0604020202020204" pitchFamily="34" charset="0"/>
              </a:rPr>
              <a:t>Insights into consumer priorities—reliability, transparency, and grievance redressal—guiding utilities to tailor services accordingly.</a:t>
            </a:r>
            <a:endParaRPr lang="en-US" sz="1400">
              <a:latin typeface="Arial" panose="020B0604020202020204" pitchFamily="34" charset="0"/>
              <a:cs typeface="Arial" panose="020B0604020202020204" pitchFamily="34" charset="0"/>
            </a:endParaRPr>
          </a:p>
        </p:txBody>
      </p:sp>
      <p:sp>
        <p:nvSpPr>
          <p:cNvPr id="255" name="文本框 106">
            <a:extLst>
              <a:ext uri="{FF2B5EF4-FFF2-40B4-BE49-F238E27FC236}">
                <a16:creationId xmlns:a16="http://schemas.microsoft.com/office/drawing/2014/main" id="{53FDAA17-D7BD-9017-A5C7-11E8C32BC471}"/>
              </a:ext>
            </a:extLst>
          </p:cNvPr>
          <p:cNvSpPr txBox="1"/>
          <p:nvPr/>
        </p:nvSpPr>
        <p:spPr>
          <a:xfrm>
            <a:off x="4033722" y="5737918"/>
            <a:ext cx="1711099" cy="646331"/>
          </a:xfrm>
          <a:prstGeom prst="rect">
            <a:avLst/>
          </a:prstGeom>
          <a:noFill/>
        </p:spPr>
        <p:txBody>
          <a:bodyPr vert="horz" wrap="square" lIns="0" tIns="0" rIns="0" bIns="0" rtlCol="0">
            <a:spAutoFit/>
          </a:bodyPr>
          <a:lstStyle/>
          <a:p>
            <a:pPr algn="ctr">
              <a:spcBef>
                <a:spcPts val="200"/>
              </a:spcBef>
              <a:buSzPct val="100000"/>
            </a:pPr>
            <a:r>
              <a:rPr lang="en-US" sz="1400" b="1">
                <a:solidFill>
                  <a:schemeClr val="bg1"/>
                </a:solidFill>
                <a:latin typeface="Arial" panose="020B0604020202020204" pitchFamily="34" charset="0"/>
                <a:cs typeface="Arial" panose="020B0604020202020204" pitchFamily="34" charset="0"/>
              </a:rPr>
              <a:t>Enhancing Resilience &amp; Sustainability</a:t>
            </a:r>
          </a:p>
        </p:txBody>
      </p:sp>
      <p:sp>
        <p:nvSpPr>
          <p:cNvPr id="256" name="文本框 106">
            <a:extLst>
              <a:ext uri="{FF2B5EF4-FFF2-40B4-BE49-F238E27FC236}">
                <a16:creationId xmlns:a16="http://schemas.microsoft.com/office/drawing/2014/main" id="{912773F7-B142-E6C2-332A-182E1C8F0365}"/>
              </a:ext>
            </a:extLst>
          </p:cNvPr>
          <p:cNvSpPr txBox="1"/>
          <p:nvPr/>
        </p:nvSpPr>
        <p:spPr>
          <a:xfrm>
            <a:off x="5940446" y="5854529"/>
            <a:ext cx="5562140" cy="430887"/>
          </a:xfrm>
          <a:prstGeom prst="rect">
            <a:avLst/>
          </a:prstGeom>
          <a:noFill/>
        </p:spPr>
        <p:txBody>
          <a:bodyPr vert="horz" wrap="square" lIns="0" tIns="0" rIns="0" bIns="0" rtlCol="0">
            <a:spAutoFit/>
          </a:bodyPr>
          <a:lstStyle/>
          <a:p>
            <a:pPr algn="just">
              <a:spcBef>
                <a:spcPts val="200"/>
              </a:spcBef>
              <a:buSzPct val="100000"/>
            </a:pPr>
            <a:r>
              <a:rPr lang="en-US" altLang="zh-CN" sz="1400">
                <a:latin typeface="Arial" panose="020B0604020202020204" pitchFamily="34" charset="0"/>
                <a:cs typeface="Arial" panose="020B0604020202020204" pitchFamily="34" charset="0"/>
              </a:rPr>
              <a:t>Consumer insights aid in managing complexities arising from infrastructure modernization, and expansion goals</a:t>
            </a:r>
            <a:endParaRPr lang="en-US" sz="1400">
              <a:latin typeface="Arial" panose="020B0604020202020204" pitchFamily="34" charset="0"/>
              <a:cs typeface="Arial" panose="020B0604020202020204" pitchFamily="34" charset="0"/>
            </a:endParaRPr>
          </a:p>
        </p:txBody>
      </p:sp>
      <p:sp>
        <p:nvSpPr>
          <p:cNvPr id="257" name="文本框 106">
            <a:extLst>
              <a:ext uri="{FF2B5EF4-FFF2-40B4-BE49-F238E27FC236}">
                <a16:creationId xmlns:a16="http://schemas.microsoft.com/office/drawing/2014/main" id="{1AF01837-ED98-BE4E-A05E-E0B3613E343D}"/>
              </a:ext>
            </a:extLst>
          </p:cNvPr>
          <p:cNvSpPr txBox="1"/>
          <p:nvPr/>
        </p:nvSpPr>
        <p:spPr>
          <a:xfrm>
            <a:off x="4483631" y="2960216"/>
            <a:ext cx="1432153" cy="646331"/>
          </a:xfrm>
          <a:prstGeom prst="rect">
            <a:avLst/>
          </a:prstGeom>
          <a:noFill/>
        </p:spPr>
        <p:txBody>
          <a:bodyPr vert="horz" wrap="square" lIns="0" tIns="0" rIns="0" bIns="0" rtlCol="0">
            <a:spAutoFit/>
          </a:bodyPr>
          <a:lstStyle/>
          <a:p>
            <a:pPr algn="ctr">
              <a:spcBef>
                <a:spcPts val="200"/>
              </a:spcBef>
              <a:buSzPct val="100000"/>
            </a:pPr>
            <a:r>
              <a:rPr lang="en-US" sz="1400" b="1">
                <a:solidFill>
                  <a:schemeClr val="bg1"/>
                </a:solidFill>
                <a:latin typeface="Arial" panose="020B0604020202020204" pitchFamily="34" charset="0"/>
                <a:cs typeface="Arial" panose="020B0604020202020204" pitchFamily="34" charset="0"/>
              </a:rPr>
              <a:t>Accountability &amp; Continuous Improvement</a:t>
            </a:r>
          </a:p>
        </p:txBody>
      </p:sp>
      <p:sp>
        <p:nvSpPr>
          <p:cNvPr id="258" name="文本框 106">
            <a:extLst>
              <a:ext uri="{FF2B5EF4-FFF2-40B4-BE49-F238E27FC236}">
                <a16:creationId xmlns:a16="http://schemas.microsoft.com/office/drawing/2014/main" id="{35BC5888-7AEC-B754-F6B0-C5455FF6E6C0}"/>
              </a:ext>
            </a:extLst>
          </p:cNvPr>
          <p:cNvSpPr txBox="1"/>
          <p:nvPr/>
        </p:nvSpPr>
        <p:spPr>
          <a:xfrm>
            <a:off x="6096001" y="3045956"/>
            <a:ext cx="5470140" cy="430887"/>
          </a:xfrm>
          <a:prstGeom prst="rect">
            <a:avLst/>
          </a:prstGeom>
          <a:noFill/>
        </p:spPr>
        <p:txBody>
          <a:bodyPr vert="horz" wrap="square" lIns="0" tIns="0" rIns="0" bIns="0" rtlCol="0">
            <a:spAutoFit/>
          </a:bodyPr>
          <a:lstStyle/>
          <a:p>
            <a:pPr algn="just">
              <a:spcBef>
                <a:spcPts val="200"/>
              </a:spcBef>
              <a:buSzPct val="100000"/>
            </a:pPr>
            <a:r>
              <a:rPr lang="en-US" altLang="zh-CN" sz="1400">
                <a:latin typeface="Arial" panose="020B0604020202020204" pitchFamily="34" charset="0"/>
                <a:cs typeface="Arial" panose="020B0604020202020204" pitchFamily="34" charset="0"/>
              </a:rPr>
              <a:t>Feedback to ensure compliance with standards, identify service gaps, &amp; focus on operational reliability and customer satisfaction.</a:t>
            </a:r>
            <a:endParaRPr lang="en-US" sz="1400">
              <a:latin typeface="Arial" panose="020B0604020202020204" pitchFamily="34" charset="0"/>
              <a:cs typeface="Arial" panose="020B0604020202020204" pitchFamily="34" charset="0"/>
            </a:endParaRPr>
          </a:p>
        </p:txBody>
      </p:sp>
      <p:sp>
        <p:nvSpPr>
          <p:cNvPr id="259" name="文本框 106">
            <a:extLst>
              <a:ext uri="{FF2B5EF4-FFF2-40B4-BE49-F238E27FC236}">
                <a16:creationId xmlns:a16="http://schemas.microsoft.com/office/drawing/2014/main" id="{90BA6131-4A59-AE9C-C2B0-304E23A3FA95}"/>
              </a:ext>
            </a:extLst>
          </p:cNvPr>
          <p:cNvSpPr txBox="1"/>
          <p:nvPr/>
        </p:nvSpPr>
        <p:spPr>
          <a:xfrm>
            <a:off x="4431856" y="4811552"/>
            <a:ext cx="1475014" cy="646331"/>
          </a:xfrm>
          <a:prstGeom prst="rect">
            <a:avLst/>
          </a:prstGeom>
          <a:noFill/>
        </p:spPr>
        <p:txBody>
          <a:bodyPr vert="horz" wrap="square" lIns="0" tIns="0" rIns="0" bIns="0" rtlCol="0">
            <a:spAutoFit/>
          </a:bodyPr>
          <a:lstStyle/>
          <a:p>
            <a:pPr algn="ctr">
              <a:spcBef>
                <a:spcPts val="200"/>
              </a:spcBef>
              <a:buSzPct val="100000"/>
            </a:pPr>
            <a:r>
              <a:rPr lang="en-US" sz="1400" b="1">
                <a:solidFill>
                  <a:schemeClr val="bg1"/>
                </a:solidFill>
                <a:latin typeface="Arial" panose="020B0604020202020204" pitchFamily="34" charset="0"/>
                <a:cs typeface="Arial" panose="020B0604020202020204" pitchFamily="34" charset="0"/>
              </a:rPr>
              <a:t>Fostering Consumer-Centric Practices</a:t>
            </a:r>
          </a:p>
        </p:txBody>
      </p:sp>
      <p:sp>
        <p:nvSpPr>
          <p:cNvPr id="260" name="文本框 106">
            <a:extLst>
              <a:ext uri="{FF2B5EF4-FFF2-40B4-BE49-F238E27FC236}">
                <a16:creationId xmlns:a16="http://schemas.microsoft.com/office/drawing/2014/main" id="{9F5BC288-F34F-D471-C969-D1B097ADFF6B}"/>
              </a:ext>
            </a:extLst>
          </p:cNvPr>
          <p:cNvSpPr txBox="1"/>
          <p:nvPr/>
        </p:nvSpPr>
        <p:spPr>
          <a:xfrm>
            <a:off x="6096000" y="4926945"/>
            <a:ext cx="5452730" cy="430887"/>
          </a:xfrm>
          <a:prstGeom prst="rect">
            <a:avLst/>
          </a:prstGeom>
          <a:noFill/>
        </p:spPr>
        <p:txBody>
          <a:bodyPr vert="horz" wrap="square" lIns="0" tIns="0" rIns="0" bIns="0" rtlCol="0">
            <a:spAutoFit/>
          </a:bodyPr>
          <a:lstStyle/>
          <a:p>
            <a:pPr algn="just">
              <a:spcBef>
                <a:spcPts val="200"/>
              </a:spcBef>
              <a:buSzPct val="100000"/>
            </a:pPr>
            <a:r>
              <a:rPr lang="en-US" altLang="zh-CN" sz="1400">
                <a:latin typeface="Arial" panose="020B0604020202020204" pitchFamily="34" charset="0"/>
                <a:cs typeface="Arial" panose="020B0604020202020204" pitchFamily="34" charset="0"/>
              </a:rPr>
              <a:t>Engaging consumers builds trust, promotes responsiveness, and encourages a culture of transparency and sector sustainability.</a:t>
            </a:r>
            <a:endParaRPr lang="en-US" sz="1400">
              <a:latin typeface="Arial" panose="020B0604020202020204" pitchFamily="34" charset="0"/>
              <a:cs typeface="Arial" panose="020B0604020202020204" pitchFamily="34" charset="0"/>
            </a:endParaRPr>
          </a:p>
        </p:txBody>
      </p:sp>
      <p:sp>
        <p:nvSpPr>
          <p:cNvPr id="261" name="文本框 106">
            <a:extLst>
              <a:ext uri="{FF2B5EF4-FFF2-40B4-BE49-F238E27FC236}">
                <a16:creationId xmlns:a16="http://schemas.microsoft.com/office/drawing/2014/main" id="{7995B794-B0B1-C024-803E-9093C8970F3F}"/>
              </a:ext>
            </a:extLst>
          </p:cNvPr>
          <p:cNvSpPr txBox="1"/>
          <p:nvPr/>
        </p:nvSpPr>
        <p:spPr>
          <a:xfrm>
            <a:off x="4648733" y="4077948"/>
            <a:ext cx="1536482" cy="215444"/>
          </a:xfrm>
          <a:prstGeom prst="rect">
            <a:avLst/>
          </a:prstGeom>
          <a:noFill/>
        </p:spPr>
        <p:txBody>
          <a:bodyPr vert="horz" wrap="square" lIns="0" tIns="0" rIns="0" bIns="0" rtlCol="0">
            <a:spAutoFit/>
          </a:bodyPr>
          <a:lstStyle/>
          <a:p>
            <a:pPr algn="ctr">
              <a:spcBef>
                <a:spcPts val="200"/>
              </a:spcBef>
              <a:buSzPct val="100000"/>
            </a:pPr>
            <a:r>
              <a:rPr lang="en-US" sz="1400" b="1">
                <a:latin typeface="Arial" panose="020B0604020202020204" pitchFamily="34" charset="0"/>
                <a:cs typeface="Arial" panose="020B0604020202020204" pitchFamily="34" charset="0"/>
              </a:rPr>
              <a:t>Compliance</a:t>
            </a:r>
          </a:p>
        </p:txBody>
      </p:sp>
      <p:sp>
        <p:nvSpPr>
          <p:cNvPr id="262" name="文本框 106">
            <a:extLst>
              <a:ext uri="{FF2B5EF4-FFF2-40B4-BE49-F238E27FC236}">
                <a16:creationId xmlns:a16="http://schemas.microsoft.com/office/drawing/2014/main" id="{648BBF8F-9035-B0C2-9350-3619F77BA0BC}"/>
              </a:ext>
            </a:extLst>
          </p:cNvPr>
          <p:cNvSpPr txBox="1"/>
          <p:nvPr/>
        </p:nvSpPr>
        <p:spPr>
          <a:xfrm>
            <a:off x="6382101" y="4005694"/>
            <a:ext cx="5155742" cy="430887"/>
          </a:xfrm>
          <a:prstGeom prst="rect">
            <a:avLst/>
          </a:prstGeom>
          <a:noFill/>
        </p:spPr>
        <p:txBody>
          <a:bodyPr vert="horz" wrap="square" lIns="0" tIns="0" rIns="0" bIns="0" rtlCol="0">
            <a:spAutoFit/>
          </a:bodyPr>
          <a:lstStyle/>
          <a:p>
            <a:pPr algn="just">
              <a:spcBef>
                <a:spcPts val="200"/>
              </a:spcBef>
              <a:buSzPct val="100000"/>
            </a:pPr>
            <a:r>
              <a:rPr lang="en-US" altLang="zh-CN" sz="1400">
                <a:latin typeface="Arial" panose="020B0604020202020204" pitchFamily="34" charset="0"/>
                <a:cs typeface="Arial" panose="020B0604020202020204" pitchFamily="34" charset="0"/>
              </a:rPr>
              <a:t>Adherence to rules like the Electricity (Rights of Consumers) Rules, 2020 and adapt to innovations such as digital platforms.</a:t>
            </a:r>
            <a:endParaRPr lang="en-US" sz="1400">
              <a:latin typeface="Arial" panose="020B0604020202020204" pitchFamily="34" charset="0"/>
              <a:cs typeface="Arial" panose="020B0604020202020204" pitchFamily="34" charset="0"/>
            </a:endParaRPr>
          </a:p>
        </p:txBody>
      </p:sp>
      <p:sp>
        <p:nvSpPr>
          <p:cNvPr id="263" name="Rectangle: Diagonal Corners Rounded 262">
            <a:extLst>
              <a:ext uri="{FF2B5EF4-FFF2-40B4-BE49-F238E27FC236}">
                <a16:creationId xmlns:a16="http://schemas.microsoft.com/office/drawing/2014/main" id="{0E4AF704-54D3-3974-9C8D-38722CF2429F}"/>
              </a:ext>
            </a:extLst>
          </p:cNvPr>
          <p:cNvSpPr/>
          <p:nvPr/>
        </p:nvSpPr>
        <p:spPr>
          <a:xfrm>
            <a:off x="501650" y="1045708"/>
            <a:ext cx="11209014" cy="693516"/>
          </a:xfrm>
          <a:prstGeom prst="round2Diag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28650" lvl="1" algn="just"/>
            <a:r>
              <a:rPr lang="en-US" sz="1400">
                <a:latin typeface="Arial" panose="020B0604020202020204" pitchFamily="34" charset="0"/>
                <a:ea typeface="Verdana" panose="020B0604030504040204" pitchFamily="34" charset="0"/>
                <a:cs typeface="Arial" panose="020B0604020202020204" pitchFamily="34" charset="0"/>
              </a:rPr>
              <a:t>Consumer surveys are vital for assessing and ensuring that power utilities comply with the Electricity (Rights of Consumers) Rules, 2020, by monitoring service quality, transparency, and grievance redressal. </a:t>
            </a:r>
          </a:p>
        </p:txBody>
      </p:sp>
      <p:sp>
        <p:nvSpPr>
          <p:cNvPr id="3" name="Graphic 4">
            <a:extLst>
              <a:ext uri="{FF2B5EF4-FFF2-40B4-BE49-F238E27FC236}">
                <a16:creationId xmlns:a16="http://schemas.microsoft.com/office/drawing/2014/main" id="{08CBCC9B-41D4-B74C-6988-4C5D3EB2DB09}"/>
              </a:ext>
            </a:extLst>
          </p:cNvPr>
          <p:cNvSpPr>
            <a:spLocks noChangeAspect="1"/>
          </p:cNvSpPr>
          <p:nvPr/>
        </p:nvSpPr>
        <p:spPr>
          <a:xfrm>
            <a:off x="635533" y="1154788"/>
            <a:ext cx="457627" cy="457200"/>
          </a:xfrm>
          <a:custGeom>
            <a:avLst/>
            <a:gdLst>
              <a:gd name="connsiteX0" fmla="*/ 181474 w 362309"/>
              <a:gd name="connsiteY0" fmla="*/ 0 h 361971"/>
              <a:gd name="connsiteX1" fmla="*/ 0 w 362309"/>
              <a:gd name="connsiteY1" fmla="*/ 180667 h 361971"/>
              <a:gd name="connsiteX2" fmla="*/ 180835 w 362309"/>
              <a:gd name="connsiteY2" fmla="*/ 361971 h 361971"/>
              <a:gd name="connsiteX3" fmla="*/ 362310 w 362309"/>
              <a:gd name="connsiteY3" fmla="*/ 181305 h 361971"/>
              <a:gd name="connsiteX4" fmla="*/ 362310 w 362309"/>
              <a:gd name="connsiteY4" fmla="*/ 181305 h 361971"/>
              <a:gd name="connsiteX5" fmla="*/ 181474 w 362309"/>
              <a:gd name="connsiteY5" fmla="*/ 0 h 361971"/>
              <a:gd name="connsiteX6" fmla="*/ 221092 w 362309"/>
              <a:gd name="connsiteY6" fmla="*/ 257274 h 361971"/>
              <a:gd name="connsiteX7" fmla="*/ 212785 w 362309"/>
              <a:gd name="connsiteY7" fmla="*/ 260466 h 361971"/>
              <a:gd name="connsiteX8" fmla="*/ 188503 w 362309"/>
              <a:gd name="connsiteY8" fmla="*/ 255359 h 361971"/>
              <a:gd name="connsiteX9" fmla="*/ 169972 w 362309"/>
              <a:gd name="connsiteY9" fmla="*/ 251529 h 361971"/>
              <a:gd name="connsiteX10" fmla="*/ 154637 w 362309"/>
              <a:gd name="connsiteY10" fmla="*/ 225993 h 361971"/>
              <a:gd name="connsiteX11" fmla="*/ 155915 w 362309"/>
              <a:gd name="connsiteY11" fmla="*/ 206203 h 361971"/>
              <a:gd name="connsiteX12" fmla="*/ 171250 w 362309"/>
              <a:gd name="connsiteY12" fmla="*/ 170452 h 361971"/>
              <a:gd name="connsiteX13" fmla="*/ 166777 w 362309"/>
              <a:gd name="connsiteY13" fmla="*/ 125126 h 361971"/>
              <a:gd name="connsiteX14" fmla="*/ 139301 w 362309"/>
              <a:gd name="connsiteY14" fmla="*/ 112996 h 361971"/>
              <a:gd name="connsiteX15" fmla="*/ 111824 w 362309"/>
              <a:gd name="connsiteY15" fmla="*/ 125126 h 361971"/>
              <a:gd name="connsiteX16" fmla="*/ 107351 w 362309"/>
              <a:gd name="connsiteY16" fmla="*/ 170452 h 361971"/>
              <a:gd name="connsiteX17" fmla="*/ 122687 w 362309"/>
              <a:gd name="connsiteY17" fmla="*/ 206203 h 361971"/>
              <a:gd name="connsiteX18" fmla="*/ 123965 w 362309"/>
              <a:gd name="connsiteY18" fmla="*/ 225993 h 361971"/>
              <a:gd name="connsiteX19" fmla="*/ 108629 w 362309"/>
              <a:gd name="connsiteY19" fmla="*/ 251529 h 361971"/>
              <a:gd name="connsiteX20" fmla="*/ 90098 w 362309"/>
              <a:gd name="connsiteY20" fmla="*/ 255359 h 361971"/>
              <a:gd name="connsiteX21" fmla="*/ 65816 w 362309"/>
              <a:gd name="connsiteY21" fmla="*/ 260466 h 361971"/>
              <a:gd name="connsiteX22" fmla="*/ 63261 w 362309"/>
              <a:gd name="connsiteY22" fmla="*/ 261105 h 361971"/>
              <a:gd name="connsiteX23" fmla="*/ 57509 w 362309"/>
              <a:gd name="connsiteY23" fmla="*/ 257274 h 361971"/>
              <a:gd name="connsiteX24" fmla="*/ 60704 w 362309"/>
              <a:gd name="connsiteY24" fmla="*/ 248975 h 361971"/>
              <a:gd name="connsiteX25" fmla="*/ 60704 w 362309"/>
              <a:gd name="connsiteY25" fmla="*/ 248975 h 361971"/>
              <a:gd name="connsiteX26" fmla="*/ 89459 w 362309"/>
              <a:gd name="connsiteY26" fmla="*/ 242591 h 361971"/>
              <a:gd name="connsiteX27" fmla="*/ 102878 w 362309"/>
              <a:gd name="connsiteY27" fmla="*/ 240676 h 361971"/>
              <a:gd name="connsiteX28" fmla="*/ 112463 w 362309"/>
              <a:gd name="connsiteY28" fmla="*/ 213863 h 361971"/>
              <a:gd name="connsiteX29" fmla="*/ 95210 w 362309"/>
              <a:gd name="connsiteY29" fmla="*/ 173644 h 361971"/>
              <a:gd name="connsiteX30" fmla="*/ 102239 w 362309"/>
              <a:gd name="connsiteY30" fmla="*/ 117465 h 361971"/>
              <a:gd name="connsiteX31" fmla="*/ 139301 w 362309"/>
              <a:gd name="connsiteY31" fmla="*/ 100867 h 361971"/>
              <a:gd name="connsiteX32" fmla="*/ 176362 w 362309"/>
              <a:gd name="connsiteY32" fmla="*/ 117465 h 361971"/>
              <a:gd name="connsiteX33" fmla="*/ 183391 w 362309"/>
              <a:gd name="connsiteY33" fmla="*/ 173644 h 361971"/>
              <a:gd name="connsiteX34" fmla="*/ 166138 w 362309"/>
              <a:gd name="connsiteY34" fmla="*/ 214502 h 361971"/>
              <a:gd name="connsiteX35" fmla="*/ 175723 w 362309"/>
              <a:gd name="connsiteY35" fmla="*/ 240676 h 361971"/>
              <a:gd name="connsiteX36" fmla="*/ 189142 w 362309"/>
              <a:gd name="connsiteY36" fmla="*/ 242591 h 361971"/>
              <a:gd name="connsiteX37" fmla="*/ 217897 w 362309"/>
              <a:gd name="connsiteY37" fmla="*/ 248975 h 361971"/>
              <a:gd name="connsiteX38" fmla="*/ 221092 w 362309"/>
              <a:gd name="connsiteY38" fmla="*/ 257274 h 361971"/>
              <a:gd name="connsiteX39" fmla="*/ 304800 w 362309"/>
              <a:gd name="connsiteY39" fmla="*/ 241953 h 361971"/>
              <a:gd name="connsiteX40" fmla="*/ 295854 w 362309"/>
              <a:gd name="connsiteY40" fmla="*/ 243868 h 361971"/>
              <a:gd name="connsiteX41" fmla="*/ 295854 w 362309"/>
              <a:gd name="connsiteY41" fmla="*/ 243868 h 361971"/>
              <a:gd name="connsiteX42" fmla="*/ 279879 w 362309"/>
              <a:gd name="connsiteY42" fmla="*/ 240038 h 361971"/>
              <a:gd name="connsiteX43" fmla="*/ 261987 w 362309"/>
              <a:gd name="connsiteY43" fmla="*/ 234930 h 361971"/>
              <a:gd name="connsiteX44" fmla="*/ 253681 w 362309"/>
              <a:gd name="connsiteY44" fmla="*/ 200457 h 361971"/>
              <a:gd name="connsiteX45" fmla="*/ 265182 w 362309"/>
              <a:gd name="connsiteY45" fmla="*/ 173006 h 361971"/>
              <a:gd name="connsiteX46" fmla="*/ 261987 w 362309"/>
              <a:gd name="connsiteY46" fmla="*/ 139809 h 361971"/>
              <a:gd name="connsiteX47" fmla="*/ 219175 w 362309"/>
              <a:gd name="connsiteY47" fmla="*/ 138532 h 361971"/>
              <a:gd name="connsiteX48" fmla="*/ 217897 w 362309"/>
              <a:gd name="connsiteY48" fmla="*/ 139809 h 361971"/>
              <a:gd name="connsiteX49" fmla="*/ 214702 w 362309"/>
              <a:gd name="connsiteY49" fmla="*/ 173006 h 361971"/>
              <a:gd name="connsiteX50" fmla="*/ 226204 w 362309"/>
              <a:gd name="connsiteY50" fmla="*/ 200457 h 361971"/>
              <a:gd name="connsiteX51" fmla="*/ 217897 w 362309"/>
              <a:gd name="connsiteY51" fmla="*/ 234292 h 361971"/>
              <a:gd name="connsiteX52" fmla="*/ 208951 w 362309"/>
              <a:gd name="connsiteY52" fmla="*/ 233015 h 361971"/>
              <a:gd name="connsiteX53" fmla="*/ 210229 w 362309"/>
              <a:gd name="connsiteY53" fmla="*/ 224078 h 361971"/>
              <a:gd name="connsiteX54" fmla="*/ 210229 w 362309"/>
              <a:gd name="connsiteY54" fmla="*/ 224078 h 361971"/>
              <a:gd name="connsiteX55" fmla="*/ 215341 w 362309"/>
              <a:gd name="connsiteY55" fmla="*/ 207479 h 361971"/>
              <a:gd name="connsiteX56" fmla="*/ 201922 w 362309"/>
              <a:gd name="connsiteY56" fmla="*/ 175560 h 361971"/>
              <a:gd name="connsiteX57" fmla="*/ 207673 w 362309"/>
              <a:gd name="connsiteY57" fmla="*/ 130872 h 361971"/>
              <a:gd name="connsiteX58" fmla="*/ 268377 w 362309"/>
              <a:gd name="connsiteY58" fmla="*/ 127680 h 361971"/>
              <a:gd name="connsiteX59" fmla="*/ 271572 w 362309"/>
              <a:gd name="connsiteY59" fmla="*/ 130872 h 361971"/>
              <a:gd name="connsiteX60" fmla="*/ 277323 w 362309"/>
              <a:gd name="connsiteY60" fmla="*/ 175560 h 361971"/>
              <a:gd name="connsiteX61" fmla="*/ 263904 w 362309"/>
              <a:gd name="connsiteY61" fmla="*/ 207479 h 361971"/>
              <a:gd name="connsiteX62" fmla="*/ 269016 w 362309"/>
              <a:gd name="connsiteY62" fmla="*/ 224078 h 361971"/>
              <a:gd name="connsiteX63" fmla="*/ 281796 w 362309"/>
              <a:gd name="connsiteY63" fmla="*/ 226631 h 361971"/>
              <a:gd name="connsiteX64" fmla="*/ 302244 w 362309"/>
              <a:gd name="connsiteY64" fmla="*/ 232377 h 361971"/>
              <a:gd name="connsiteX65" fmla="*/ 304800 w 362309"/>
              <a:gd name="connsiteY65" fmla="*/ 241953 h 361971"/>
              <a:gd name="connsiteX66" fmla="*/ 304800 w 362309"/>
              <a:gd name="connsiteY66" fmla="*/ 241953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362309" h="361971">
                <a:moveTo>
                  <a:pt x="181474" y="0"/>
                </a:moveTo>
                <a:cubicBezTo>
                  <a:pt x="81152" y="0"/>
                  <a:pt x="0" y="81076"/>
                  <a:pt x="0" y="180667"/>
                </a:cubicBezTo>
                <a:cubicBezTo>
                  <a:pt x="0" y="280257"/>
                  <a:pt x="81152" y="361971"/>
                  <a:pt x="180835" y="361971"/>
                </a:cubicBezTo>
                <a:cubicBezTo>
                  <a:pt x="280518" y="361971"/>
                  <a:pt x="362310" y="280895"/>
                  <a:pt x="362310" y="181305"/>
                </a:cubicBezTo>
                <a:lnTo>
                  <a:pt x="362310" y="181305"/>
                </a:lnTo>
                <a:cubicBezTo>
                  <a:pt x="362310" y="81076"/>
                  <a:pt x="281157" y="0"/>
                  <a:pt x="181474" y="0"/>
                </a:cubicBezTo>
                <a:close/>
                <a:moveTo>
                  <a:pt x="221092" y="257274"/>
                </a:moveTo>
                <a:cubicBezTo>
                  <a:pt x="219814" y="260466"/>
                  <a:pt x="215980" y="261743"/>
                  <a:pt x="212785" y="260466"/>
                </a:cubicBezTo>
                <a:cubicBezTo>
                  <a:pt x="205117" y="257274"/>
                  <a:pt x="196810" y="255359"/>
                  <a:pt x="188503" y="255359"/>
                </a:cubicBezTo>
                <a:cubicBezTo>
                  <a:pt x="182113" y="255359"/>
                  <a:pt x="175723" y="254082"/>
                  <a:pt x="169972" y="251529"/>
                </a:cubicBezTo>
                <a:cubicBezTo>
                  <a:pt x="159748" y="246422"/>
                  <a:pt x="155275" y="231100"/>
                  <a:pt x="154637" y="225993"/>
                </a:cubicBezTo>
                <a:cubicBezTo>
                  <a:pt x="152720" y="219609"/>
                  <a:pt x="152720" y="212587"/>
                  <a:pt x="155915" y="206203"/>
                </a:cubicBezTo>
                <a:cubicBezTo>
                  <a:pt x="162943" y="195350"/>
                  <a:pt x="168055" y="183220"/>
                  <a:pt x="171250" y="170452"/>
                </a:cubicBezTo>
                <a:cubicBezTo>
                  <a:pt x="176362" y="150024"/>
                  <a:pt x="174445" y="134702"/>
                  <a:pt x="166777" y="125126"/>
                </a:cubicBezTo>
                <a:cubicBezTo>
                  <a:pt x="159748" y="117465"/>
                  <a:pt x="150164" y="112996"/>
                  <a:pt x="139301" y="112996"/>
                </a:cubicBezTo>
                <a:cubicBezTo>
                  <a:pt x="129077" y="112996"/>
                  <a:pt x="118853" y="117465"/>
                  <a:pt x="111824" y="125126"/>
                </a:cubicBezTo>
                <a:cubicBezTo>
                  <a:pt x="104156" y="134702"/>
                  <a:pt x="102239" y="150024"/>
                  <a:pt x="107351" y="170452"/>
                </a:cubicBezTo>
                <a:cubicBezTo>
                  <a:pt x="110546" y="183220"/>
                  <a:pt x="115658" y="195350"/>
                  <a:pt x="122687" y="206203"/>
                </a:cubicBezTo>
                <a:cubicBezTo>
                  <a:pt x="125882" y="212587"/>
                  <a:pt x="125882" y="219609"/>
                  <a:pt x="123965" y="225993"/>
                </a:cubicBezTo>
                <a:cubicBezTo>
                  <a:pt x="122687" y="230462"/>
                  <a:pt x="118853" y="245783"/>
                  <a:pt x="108629" y="251529"/>
                </a:cubicBezTo>
                <a:cubicBezTo>
                  <a:pt x="102878" y="254082"/>
                  <a:pt x="96488" y="255359"/>
                  <a:pt x="90098" y="255359"/>
                </a:cubicBezTo>
                <a:cubicBezTo>
                  <a:pt x="81791" y="255359"/>
                  <a:pt x="73484" y="257274"/>
                  <a:pt x="65816" y="260466"/>
                </a:cubicBezTo>
                <a:cubicBezTo>
                  <a:pt x="65177" y="261105"/>
                  <a:pt x="63899" y="261105"/>
                  <a:pt x="63261" y="261105"/>
                </a:cubicBezTo>
                <a:cubicBezTo>
                  <a:pt x="60704" y="261105"/>
                  <a:pt x="58788" y="259828"/>
                  <a:pt x="57509" y="257274"/>
                </a:cubicBezTo>
                <a:cubicBezTo>
                  <a:pt x="56231" y="254082"/>
                  <a:pt x="57509" y="250252"/>
                  <a:pt x="60704" y="248975"/>
                </a:cubicBezTo>
                <a:cubicBezTo>
                  <a:pt x="60704" y="248975"/>
                  <a:pt x="60704" y="248975"/>
                  <a:pt x="60704" y="248975"/>
                </a:cubicBezTo>
                <a:cubicBezTo>
                  <a:pt x="69650" y="245145"/>
                  <a:pt x="79235" y="242591"/>
                  <a:pt x="89459" y="242591"/>
                </a:cubicBezTo>
                <a:cubicBezTo>
                  <a:pt x="93932" y="242591"/>
                  <a:pt x="98405" y="241953"/>
                  <a:pt x="102878" y="240676"/>
                </a:cubicBezTo>
                <a:cubicBezTo>
                  <a:pt x="109268" y="236846"/>
                  <a:pt x="114380" y="218332"/>
                  <a:pt x="112463" y="213863"/>
                </a:cubicBezTo>
                <a:cubicBezTo>
                  <a:pt x="104795" y="201734"/>
                  <a:pt x="98405" y="188327"/>
                  <a:pt x="95210" y="173644"/>
                </a:cubicBezTo>
                <a:cubicBezTo>
                  <a:pt x="89459" y="149385"/>
                  <a:pt x="91376" y="130233"/>
                  <a:pt x="102239" y="117465"/>
                </a:cubicBezTo>
                <a:cubicBezTo>
                  <a:pt x="111824" y="106612"/>
                  <a:pt x="125243" y="100867"/>
                  <a:pt x="139301" y="100867"/>
                </a:cubicBezTo>
                <a:cubicBezTo>
                  <a:pt x="153358" y="100867"/>
                  <a:pt x="166777" y="106612"/>
                  <a:pt x="176362" y="117465"/>
                </a:cubicBezTo>
                <a:cubicBezTo>
                  <a:pt x="186586" y="130233"/>
                  <a:pt x="189142" y="149385"/>
                  <a:pt x="183391" y="173644"/>
                </a:cubicBezTo>
                <a:cubicBezTo>
                  <a:pt x="180196" y="188327"/>
                  <a:pt x="174445" y="201734"/>
                  <a:pt x="166138" y="214502"/>
                </a:cubicBezTo>
                <a:cubicBezTo>
                  <a:pt x="164860" y="218332"/>
                  <a:pt x="169333" y="236846"/>
                  <a:pt x="175723" y="240676"/>
                </a:cubicBezTo>
                <a:cubicBezTo>
                  <a:pt x="180196" y="242591"/>
                  <a:pt x="184669" y="243230"/>
                  <a:pt x="189142" y="242591"/>
                </a:cubicBezTo>
                <a:cubicBezTo>
                  <a:pt x="199366" y="242591"/>
                  <a:pt x="208951" y="245145"/>
                  <a:pt x="217897" y="248975"/>
                </a:cubicBezTo>
                <a:cubicBezTo>
                  <a:pt x="221092" y="250890"/>
                  <a:pt x="222370" y="254082"/>
                  <a:pt x="221092" y="257274"/>
                </a:cubicBezTo>
                <a:close/>
                <a:moveTo>
                  <a:pt x="304800" y="241953"/>
                </a:moveTo>
                <a:cubicBezTo>
                  <a:pt x="302883" y="245145"/>
                  <a:pt x="299049" y="245783"/>
                  <a:pt x="295854" y="243868"/>
                </a:cubicBezTo>
                <a:cubicBezTo>
                  <a:pt x="295854" y="243868"/>
                  <a:pt x="295854" y="243868"/>
                  <a:pt x="295854" y="243868"/>
                </a:cubicBezTo>
                <a:cubicBezTo>
                  <a:pt x="290742" y="241314"/>
                  <a:pt x="285630" y="240038"/>
                  <a:pt x="279879" y="240038"/>
                </a:cubicBezTo>
                <a:cubicBezTo>
                  <a:pt x="273489" y="239399"/>
                  <a:pt x="267739" y="238122"/>
                  <a:pt x="261987" y="234930"/>
                </a:cubicBezTo>
                <a:cubicBezTo>
                  <a:pt x="249846" y="225993"/>
                  <a:pt x="247929" y="207479"/>
                  <a:pt x="253681" y="200457"/>
                </a:cubicBezTo>
                <a:cubicBezTo>
                  <a:pt x="258792" y="192158"/>
                  <a:pt x="263266" y="182582"/>
                  <a:pt x="265182" y="173006"/>
                </a:cubicBezTo>
                <a:cubicBezTo>
                  <a:pt x="269016" y="158323"/>
                  <a:pt x="267739" y="146832"/>
                  <a:pt x="261987" y="139809"/>
                </a:cubicBezTo>
                <a:cubicBezTo>
                  <a:pt x="250486" y="127680"/>
                  <a:pt x="231316" y="127041"/>
                  <a:pt x="219175" y="138532"/>
                </a:cubicBezTo>
                <a:cubicBezTo>
                  <a:pt x="218536" y="139171"/>
                  <a:pt x="218536" y="139171"/>
                  <a:pt x="217897" y="139809"/>
                </a:cubicBezTo>
                <a:cubicBezTo>
                  <a:pt x="212146" y="146832"/>
                  <a:pt x="210868" y="158323"/>
                  <a:pt x="214702" y="173006"/>
                </a:cubicBezTo>
                <a:cubicBezTo>
                  <a:pt x="217258" y="182582"/>
                  <a:pt x="221092" y="192158"/>
                  <a:pt x="226204" y="200457"/>
                </a:cubicBezTo>
                <a:cubicBezTo>
                  <a:pt x="231316" y="207479"/>
                  <a:pt x="229399" y="225993"/>
                  <a:pt x="217897" y="234292"/>
                </a:cubicBezTo>
                <a:cubicBezTo>
                  <a:pt x="215341" y="236207"/>
                  <a:pt x="210868" y="235569"/>
                  <a:pt x="208951" y="233015"/>
                </a:cubicBezTo>
                <a:cubicBezTo>
                  <a:pt x="207034" y="230462"/>
                  <a:pt x="207673" y="225993"/>
                  <a:pt x="210229" y="224078"/>
                </a:cubicBezTo>
                <a:lnTo>
                  <a:pt x="210229" y="224078"/>
                </a:lnTo>
                <a:cubicBezTo>
                  <a:pt x="214702" y="219609"/>
                  <a:pt x="216619" y="213863"/>
                  <a:pt x="215341" y="207479"/>
                </a:cubicBezTo>
                <a:cubicBezTo>
                  <a:pt x="208951" y="197903"/>
                  <a:pt x="204478" y="187051"/>
                  <a:pt x="201922" y="175560"/>
                </a:cubicBezTo>
                <a:cubicBezTo>
                  <a:pt x="197449" y="156408"/>
                  <a:pt x="199366" y="141724"/>
                  <a:pt x="207673" y="130872"/>
                </a:cubicBezTo>
                <a:cubicBezTo>
                  <a:pt x="223648" y="112996"/>
                  <a:pt x="250486" y="111720"/>
                  <a:pt x="268377" y="127680"/>
                </a:cubicBezTo>
                <a:cubicBezTo>
                  <a:pt x="269655" y="128956"/>
                  <a:pt x="270294" y="129595"/>
                  <a:pt x="271572" y="130872"/>
                </a:cubicBezTo>
                <a:cubicBezTo>
                  <a:pt x="279879" y="141086"/>
                  <a:pt x="281796" y="156408"/>
                  <a:pt x="277323" y="175560"/>
                </a:cubicBezTo>
                <a:cubicBezTo>
                  <a:pt x="274767" y="187051"/>
                  <a:pt x="270294" y="197903"/>
                  <a:pt x="263904" y="207479"/>
                </a:cubicBezTo>
                <a:cubicBezTo>
                  <a:pt x="262626" y="213225"/>
                  <a:pt x="264544" y="219609"/>
                  <a:pt x="269016" y="224078"/>
                </a:cubicBezTo>
                <a:cubicBezTo>
                  <a:pt x="272850" y="225355"/>
                  <a:pt x="277323" y="226631"/>
                  <a:pt x="281796" y="226631"/>
                </a:cubicBezTo>
                <a:cubicBezTo>
                  <a:pt x="288825" y="227270"/>
                  <a:pt x="295854" y="229185"/>
                  <a:pt x="302244" y="232377"/>
                </a:cubicBezTo>
                <a:cubicBezTo>
                  <a:pt x="306078" y="234930"/>
                  <a:pt x="306717" y="238761"/>
                  <a:pt x="304800" y="241953"/>
                </a:cubicBezTo>
                <a:cubicBezTo>
                  <a:pt x="305439" y="241953"/>
                  <a:pt x="304800" y="241953"/>
                  <a:pt x="304800" y="241953"/>
                </a:cubicBezTo>
                <a:close/>
              </a:path>
            </a:pathLst>
          </a:custGeom>
          <a:solidFill>
            <a:schemeClr val="bg1"/>
          </a:solidFill>
          <a:ln w="6390" cap="flat">
            <a:noFill/>
            <a:prstDash val="solid"/>
            <a:miter/>
          </a:ln>
        </p:spPr>
        <p:txBody>
          <a:bodyPr rtlCol="0" anchor="ctr"/>
          <a:lstStyle/>
          <a:p>
            <a:endParaRPr lang="en-US"/>
          </a:p>
        </p:txBody>
      </p:sp>
    </p:spTree>
    <p:extLst>
      <p:ext uri="{BB962C8B-B14F-4D97-AF65-F5344CB8AC3E}">
        <p14:creationId xmlns:p14="http://schemas.microsoft.com/office/powerpoint/2010/main" val="2757560814"/>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D5BAF10-2BEB-BD79-A09F-5A324D4DE8C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7620"/>
            <a:ext cx="12192000" cy="6842760"/>
          </a:xfrm>
          <a:prstGeom prst="rect">
            <a:avLst/>
          </a:prstGeom>
        </p:spPr>
      </p:pic>
      <p:graphicFrame>
        <p:nvGraphicFramePr>
          <p:cNvPr id="2" name="think-cell data - do not delete" hidden="1">
            <a:extLst>
              <a:ext uri="{FF2B5EF4-FFF2-40B4-BE49-F238E27FC236}">
                <a16:creationId xmlns:a16="http://schemas.microsoft.com/office/drawing/2014/main" id="{E531ED91-F42D-14E9-452F-B99D39D1422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2" name="think-cell data - do not delete" hidden="1">
                        <a:extLst>
                          <a:ext uri="{FF2B5EF4-FFF2-40B4-BE49-F238E27FC236}">
                            <a16:creationId xmlns:a16="http://schemas.microsoft.com/office/drawing/2014/main" id="{E531ED91-F42D-14E9-452F-B99D39D1422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extBox 4">
            <a:extLst>
              <a:ext uri="{FF2B5EF4-FFF2-40B4-BE49-F238E27FC236}">
                <a16:creationId xmlns:a16="http://schemas.microsoft.com/office/drawing/2014/main" id="{58459B0F-43A4-1729-7037-A5C7DC5D7504}"/>
              </a:ext>
            </a:extLst>
          </p:cNvPr>
          <p:cNvSpPr txBox="1"/>
          <p:nvPr/>
        </p:nvSpPr>
        <p:spPr>
          <a:xfrm>
            <a:off x="241738" y="4860704"/>
            <a:ext cx="2039008" cy="584775"/>
          </a:xfrm>
          <a:prstGeom prst="rect">
            <a:avLst/>
          </a:prstGeom>
          <a:noFill/>
        </p:spPr>
        <p:txBody>
          <a:bodyPr wrap="square">
            <a:spAutoFit/>
          </a:bodyPr>
          <a:lstStyle/>
          <a:p>
            <a:r>
              <a:rPr lang="en-US" sz="3200" b="1">
                <a:solidFill>
                  <a:schemeClr val="bg1"/>
                </a:solidFill>
                <a:latin typeface="Dubai Light" panose="020B0303030403030204" pitchFamily="34" charset="-78"/>
                <a:ea typeface="Verdana" panose="020B0604030504040204" pitchFamily="34" charset="0"/>
                <a:cs typeface="Dubai Light" panose="020B0303030403030204" pitchFamily="34" charset="-78"/>
              </a:rPr>
              <a:t>A g e n d a</a:t>
            </a:r>
            <a:endParaRPr lang="en-US" sz="3200" b="1">
              <a:solidFill>
                <a:schemeClr val="bg1"/>
              </a:solidFill>
              <a:latin typeface="Dubai Light" panose="020B0303030403030204" pitchFamily="34" charset="-78"/>
              <a:cs typeface="Dubai Light" panose="020B0303030403030204" pitchFamily="34" charset="-78"/>
            </a:endParaRPr>
          </a:p>
        </p:txBody>
      </p:sp>
      <p:sp>
        <p:nvSpPr>
          <p:cNvPr id="3" name="TextBox 2">
            <a:extLst>
              <a:ext uri="{FF2B5EF4-FFF2-40B4-BE49-F238E27FC236}">
                <a16:creationId xmlns:a16="http://schemas.microsoft.com/office/drawing/2014/main" id="{6B402CD6-9D58-A11C-B706-73AA542395F2}"/>
              </a:ext>
            </a:extLst>
          </p:cNvPr>
          <p:cNvSpPr txBox="1"/>
          <p:nvPr/>
        </p:nvSpPr>
        <p:spPr>
          <a:xfrm>
            <a:off x="478378" y="5268310"/>
            <a:ext cx="1565727" cy="1446550"/>
          </a:xfrm>
          <a:prstGeom prst="rect">
            <a:avLst/>
          </a:prstGeom>
          <a:noFill/>
        </p:spPr>
        <p:txBody>
          <a:bodyPr wrap="square">
            <a:spAutoFit/>
          </a:bodyPr>
          <a:lstStyle/>
          <a:p>
            <a:r>
              <a:rPr lang="en-US" sz="7200" b="1">
                <a:solidFill>
                  <a:schemeClr val="bg1"/>
                </a:solidFill>
                <a:latin typeface="Dubai Light" panose="020B0303030403030204" pitchFamily="34" charset="-78"/>
                <a:ea typeface="Verdana" panose="020B0604030504040204" pitchFamily="34" charset="0"/>
                <a:cs typeface="Dubai Light" panose="020B0303030403030204" pitchFamily="34" charset="-78"/>
              </a:rPr>
              <a:t>0</a:t>
            </a:r>
            <a:r>
              <a:rPr lang="en-US" sz="8800" b="1">
                <a:solidFill>
                  <a:schemeClr val="bg1"/>
                </a:solidFill>
                <a:latin typeface="Dubai Light" panose="020B0303030403030204" pitchFamily="34" charset="-78"/>
                <a:ea typeface="Verdana" panose="020B0604030504040204" pitchFamily="34" charset="0"/>
                <a:cs typeface="Dubai Light" panose="020B0303030403030204" pitchFamily="34" charset="-78"/>
              </a:rPr>
              <a:t>2</a:t>
            </a:r>
            <a:endParaRPr lang="en-US" sz="7200" b="1">
              <a:solidFill>
                <a:schemeClr val="bg1"/>
              </a:solidFill>
              <a:latin typeface="Dubai Light" panose="020B0303030403030204" pitchFamily="34" charset="-78"/>
              <a:cs typeface="Dubai Light" panose="020B0303030403030204" pitchFamily="34" charset="-78"/>
            </a:endParaRPr>
          </a:p>
        </p:txBody>
      </p:sp>
      <p:sp>
        <p:nvSpPr>
          <p:cNvPr id="4" name="TextBox 3">
            <a:extLst>
              <a:ext uri="{FF2B5EF4-FFF2-40B4-BE49-F238E27FC236}">
                <a16:creationId xmlns:a16="http://schemas.microsoft.com/office/drawing/2014/main" id="{4F9180F4-B7E3-A162-DC9F-7345F1C28F8A}"/>
              </a:ext>
            </a:extLst>
          </p:cNvPr>
          <p:cNvSpPr txBox="1"/>
          <p:nvPr/>
        </p:nvSpPr>
        <p:spPr>
          <a:xfrm>
            <a:off x="2207172" y="5264742"/>
            <a:ext cx="9458995" cy="918270"/>
          </a:xfrm>
          <a:prstGeom prst="snip2DiagRect">
            <a:avLst/>
          </a:prstGeom>
          <a:solidFill>
            <a:schemeClr val="accent5"/>
          </a:solidFill>
        </p:spPr>
        <p:txBody>
          <a:bodyPr wrap="square" anchor="ctr">
            <a:spAutoFit/>
          </a:bodyPr>
          <a:lstStyle/>
          <a:p>
            <a:r>
              <a:rPr lang="en-US" sz="4400" b="1">
                <a:solidFill>
                  <a:schemeClr val="bg1"/>
                </a:solidFill>
                <a:latin typeface="Dubai Light" panose="020B0303030403030204" pitchFamily="34" charset="-78"/>
                <a:ea typeface="Verdana" panose="020B0604030504040204" pitchFamily="34" charset="0"/>
                <a:cs typeface="Dubai Light" panose="020B0303030403030204" pitchFamily="34" charset="-78"/>
              </a:rPr>
              <a:t>Scope Of Work &amp; Timelines</a:t>
            </a:r>
            <a:endParaRPr lang="en-US" sz="4400" b="1">
              <a:solidFill>
                <a:schemeClr val="bg1"/>
              </a:solidFill>
              <a:latin typeface="Dubai Light" panose="020B0303030403030204" pitchFamily="34" charset="-78"/>
              <a:cs typeface="Dubai Light" panose="020B0303030403030204" pitchFamily="34" charset="-78"/>
            </a:endParaRPr>
          </a:p>
        </p:txBody>
      </p:sp>
    </p:spTree>
    <p:extLst>
      <p:ext uri="{BB962C8B-B14F-4D97-AF65-F5344CB8AC3E}">
        <p14:creationId xmlns:p14="http://schemas.microsoft.com/office/powerpoint/2010/main" val="14987588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lumMod val="95000"/>
            <a:alpha val="18000"/>
          </a:schemeClr>
        </a:solidFill>
        <a:effectLst/>
      </p:bgPr>
    </p:bg>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85E75AA5-7793-42EB-A8A1-2973E74D202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10" name="Object 9" hidden="1">
                        <a:extLst>
                          <a:ext uri="{FF2B5EF4-FFF2-40B4-BE49-F238E27FC236}">
                            <a16:creationId xmlns:a16="http://schemas.microsoft.com/office/drawing/2014/main" id="{85E75AA5-7793-42EB-A8A1-2973E74D202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6" name="Rectangle 25">
            <a:extLst>
              <a:ext uri="{FF2B5EF4-FFF2-40B4-BE49-F238E27FC236}">
                <a16:creationId xmlns:a16="http://schemas.microsoft.com/office/drawing/2014/main" id="{7921047E-7B48-CB31-F847-A2429EBF56CA}"/>
              </a:ext>
            </a:extLst>
          </p:cNvPr>
          <p:cNvSpPr/>
          <p:nvPr/>
        </p:nvSpPr>
        <p:spPr bwMode="gray">
          <a:xfrm>
            <a:off x="494350" y="1129203"/>
            <a:ext cx="11196000" cy="955019"/>
          </a:xfrm>
          <a:prstGeom prst="rect">
            <a:avLst/>
          </a:prstGeom>
          <a:solidFill>
            <a:schemeClr val="bg1"/>
          </a:solidFill>
          <a:ln w="19050" algn="ctr">
            <a:noFill/>
            <a:miter lim="800000"/>
            <a:headEnd/>
            <a:tailEnd/>
          </a:ln>
          <a:effectLst>
            <a:outerShdw blurRad="50800" dist="38100" dir="5400000" algn="t" rotWithShape="0">
              <a:prstClr val="black">
                <a:alpha val="40000"/>
              </a:prstClr>
            </a:outerShdw>
          </a:effectLst>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sp>
        <p:nvSpPr>
          <p:cNvPr id="2" name="Text Placeholder 1"/>
          <p:cNvSpPr>
            <a:spLocks noGrp="1"/>
          </p:cNvSpPr>
          <p:nvPr>
            <p:ph type="body" sz="quarter" idx="13"/>
          </p:nvPr>
        </p:nvSpPr>
        <p:spPr>
          <a:xfrm>
            <a:off x="514664" y="651599"/>
            <a:ext cx="11456571" cy="283824"/>
          </a:xfrm>
        </p:spPr>
        <p:txBody>
          <a:bodyPr/>
          <a:lstStyle/>
          <a:p>
            <a:pPr algn="just"/>
            <a:r>
              <a:rPr lang="en-US" sz="1400">
                <a:solidFill>
                  <a:schemeClr val="tx1">
                    <a:lumMod val="65000"/>
                    <a:lumOff val="35000"/>
                  </a:schemeClr>
                </a:solidFill>
                <a:latin typeface="Arial" panose="020B0604020202020204" pitchFamily="34" charset="0"/>
                <a:cs typeface="Arial" panose="020B0604020202020204" pitchFamily="34" charset="0"/>
              </a:rPr>
              <a:t>Assessing and enhancing DVC’s consumer satisfaction, service quality, and regional performance benchmarks</a:t>
            </a:r>
          </a:p>
        </p:txBody>
      </p:sp>
      <p:sp>
        <p:nvSpPr>
          <p:cNvPr id="6" name="Title 5"/>
          <p:cNvSpPr>
            <a:spLocks noGrp="1"/>
          </p:cNvSpPr>
          <p:nvPr>
            <p:ph type="title"/>
          </p:nvPr>
        </p:nvSpPr>
        <p:spPr/>
        <p:txBody>
          <a:bodyPr vert="horz"/>
          <a:lstStyle/>
          <a:p>
            <a:pPr>
              <a:tabLst>
                <a:tab pos="461963" algn="l"/>
              </a:tabLst>
            </a:pPr>
            <a:r>
              <a:rPr lang="en-US" sz="2000" b="1">
                <a:latin typeface="Arial" panose="020B0604020202020204" pitchFamily="34" charset="0"/>
                <a:cs typeface="Arial" panose="020B0604020202020204" pitchFamily="34" charset="0"/>
              </a:rPr>
              <a:t>Objective of the Engagement</a:t>
            </a:r>
            <a:endParaRPr lang="en-GB" sz="2000" b="1">
              <a:latin typeface="Arial" panose="020B0604020202020204" pitchFamily="34" charset="0"/>
              <a:cs typeface="Arial" panose="020B0604020202020204" pitchFamily="34" charset="0"/>
            </a:endParaRPr>
          </a:p>
        </p:txBody>
      </p:sp>
      <p:cxnSp>
        <p:nvCxnSpPr>
          <p:cNvPr id="42" name="Straight Connector 41">
            <a:extLst>
              <a:ext uri="{FF2B5EF4-FFF2-40B4-BE49-F238E27FC236}">
                <a16:creationId xmlns:a16="http://schemas.microsoft.com/office/drawing/2014/main" id="{C3307A9C-FA80-4775-B35A-1A643EF2A1BC}"/>
              </a:ext>
            </a:extLst>
          </p:cNvPr>
          <p:cNvCxnSpPr/>
          <p:nvPr/>
        </p:nvCxnSpPr>
        <p:spPr>
          <a:xfrm flipV="1">
            <a:off x="514664" y="910950"/>
            <a:ext cx="111960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161E6D76-2609-8575-2407-9EA6051FCEC3}"/>
              </a:ext>
            </a:extLst>
          </p:cNvPr>
          <p:cNvSpPr/>
          <p:nvPr/>
        </p:nvSpPr>
        <p:spPr bwMode="gray">
          <a:xfrm>
            <a:off x="494350" y="998570"/>
            <a:ext cx="2854649" cy="298450"/>
          </a:xfrm>
          <a:prstGeom prst="rect">
            <a:avLst/>
          </a:prstGeom>
          <a:solidFill>
            <a:schemeClr val="accent3"/>
          </a:solidFill>
          <a:ln w="19050" algn="ctr">
            <a:noFill/>
            <a:miter lim="800000"/>
            <a:headEnd/>
            <a:tailEnd/>
          </a:ln>
        </p:spPr>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Consumer Satisfaction Survey</a:t>
            </a:r>
          </a:p>
        </p:txBody>
      </p:sp>
      <p:sp>
        <p:nvSpPr>
          <p:cNvPr id="27" name="Rectangle 26">
            <a:extLst>
              <a:ext uri="{FF2B5EF4-FFF2-40B4-BE49-F238E27FC236}">
                <a16:creationId xmlns:a16="http://schemas.microsoft.com/office/drawing/2014/main" id="{61718768-3625-8FCE-FF4B-67BAB46F40BB}"/>
              </a:ext>
            </a:extLst>
          </p:cNvPr>
          <p:cNvSpPr/>
          <p:nvPr/>
        </p:nvSpPr>
        <p:spPr bwMode="gray">
          <a:xfrm>
            <a:off x="494350" y="1312341"/>
            <a:ext cx="11162672" cy="771881"/>
          </a:xfrm>
          <a:prstGeom prst="rect">
            <a:avLst/>
          </a:prstGeom>
          <a:solidFill>
            <a:schemeClr val="bg1"/>
          </a:solidFill>
          <a:ln w="19050" algn="ctr">
            <a:noFill/>
            <a:miter lim="800000"/>
            <a:headEnd/>
            <a:tailEnd/>
          </a:ln>
        </p:spPr>
        <p:txBody>
          <a:bodyPr wrap="square" lIns="88900" tIns="88900" rIns="88900" bIns="88900" rtlCol="0" anchor="t"/>
          <a:lstStyle/>
          <a:p>
            <a:pPr marL="0" marR="0" lvl="0" indent="0" algn="just" defTabSz="1042873" rtl="0" eaLnBrk="1" fontAlgn="auto" latinLnBrk="0" hangingPunct="1">
              <a:lnSpc>
                <a:spcPct val="100000"/>
              </a:lnSpc>
              <a:spcBef>
                <a:spcPts val="0"/>
              </a:spcBef>
              <a:spcAft>
                <a:spcPts val="0"/>
              </a:spcAft>
              <a:buClrTx/>
              <a:buSzTx/>
              <a:buFont typeface="Wingdings 2" pitchFamily="18" charset="2"/>
              <a:buNone/>
              <a:tabLst/>
              <a:defRPr/>
            </a:pPr>
            <a:r>
              <a:rPr kumimoji="0" lang="en-US" sz="13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This strategic engagement aims to assess and enhance consumer satisfaction, service expectations, and brand perception of Damodar Valley Corporation (DVC) across West Bengal and Jharkhand, benchmarking its performance against regional peers while identifying opportunities for improvement in technical, commercial, and customer service processes.</a:t>
            </a:r>
            <a:endParaRPr kumimoji="0" lang="en-IN" sz="13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graphicFrame>
        <p:nvGraphicFramePr>
          <p:cNvPr id="31" name="Table 19">
            <a:extLst>
              <a:ext uri="{FF2B5EF4-FFF2-40B4-BE49-F238E27FC236}">
                <a16:creationId xmlns:a16="http://schemas.microsoft.com/office/drawing/2014/main" id="{8197AC2B-85F3-808B-57AA-ADE726E4F5DC}"/>
              </a:ext>
            </a:extLst>
          </p:cNvPr>
          <p:cNvGraphicFramePr>
            <a:graphicFrameLocks noGrp="1"/>
          </p:cNvGraphicFramePr>
          <p:nvPr>
            <p:extLst>
              <p:ext uri="{D42A27DB-BD31-4B8C-83A1-F6EECF244321}">
                <p14:modId xmlns:p14="http://schemas.microsoft.com/office/powerpoint/2010/main" val="3051538841"/>
              </p:ext>
            </p:extLst>
          </p:nvPr>
        </p:nvGraphicFramePr>
        <p:xfrm>
          <a:off x="481336" y="2187493"/>
          <a:ext cx="5538018" cy="3636521"/>
        </p:xfrm>
        <a:graphic>
          <a:graphicData uri="http://schemas.openxmlformats.org/drawingml/2006/table">
            <a:tbl>
              <a:tblPr firstRow="1" bandRow="1">
                <a:tableStyleId>{5C22544A-7EE6-4342-B048-85BDC9FD1C3A}</a:tableStyleId>
              </a:tblPr>
              <a:tblGrid>
                <a:gridCol w="645715">
                  <a:extLst>
                    <a:ext uri="{9D8B030D-6E8A-4147-A177-3AD203B41FA5}">
                      <a16:colId xmlns:a16="http://schemas.microsoft.com/office/drawing/2014/main" val="697013230"/>
                    </a:ext>
                  </a:extLst>
                </a:gridCol>
                <a:gridCol w="4892303">
                  <a:extLst>
                    <a:ext uri="{9D8B030D-6E8A-4147-A177-3AD203B41FA5}">
                      <a16:colId xmlns:a16="http://schemas.microsoft.com/office/drawing/2014/main" val="4150509775"/>
                    </a:ext>
                  </a:extLst>
                </a:gridCol>
              </a:tblGrid>
              <a:tr h="281053">
                <a:tc gridSpan="2">
                  <a:txBody>
                    <a:bodyPr/>
                    <a:lstStyle/>
                    <a:p>
                      <a:pPr algn="ctr"/>
                      <a:r>
                        <a:rPr lang="en-US" sz="1400" b="1">
                          <a:solidFill>
                            <a:schemeClr val="bg1"/>
                          </a:solidFill>
                          <a:latin typeface="Arial" panose="020B0604020202020204" pitchFamily="34" charset="0"/>
                          <a:cs typeface="Arial" panose="020B0604020202020204" pitchFamily="34" charset="0"/>
                        </a:rPr>
                        <a:t>Purpose of the Survey</a:t>
                      </a:r>
                    </a:p>
                  </a:txBody>
                  <a:tcPr anchor="ctr">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rgbClr val="26890D"/>
                    </a:solidFill>
                  </a:tcPr>
                </a:tc>
                <a:tc hMerge="1">
                  <a:txBody>
                    <a:bodyPr/>
                    <a:lstStyle/>
                    <a:p>
                      <a:endParaRPr/>
                    </a:p>
                  </a:txBody>
                  <a:tcPr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rgbClr val="26890D"/>
                    </a:solidFill>
                  </a:tcPr>
                </a:tc>
                <a:extLst>
                  <a:ext uri="{0D108BD9-81ED-4DB2-BD59-A6C34878D82A}">
                    <a16:rowId xmlns:a16="http://schemas.microsoft.com/office/drawing/2014/main" val="296704876"/>
                  </a:ext>
                </a:extLst>
              </a:tr>
              <a:tr h="468422">
                <a:tc>
                  <a:txBody>
                    <a:bodyPr/>
                    <a:lstStyle/>
                    <a:p>
                      <a:pPr>
                        <a:buFont typeface="Arial" panose="020B0604020202020204" pitchFamily="34" charset="0"/>
                        <a:buNone/>
                      </a:pPr>
                      <a:endParaRPr kumimoji="0" lang="en-IN" sz="1200" b="1" i="0" u="none" strike="noStrike" kern="1200" cap="none" spc="0" normalizeH="0" baseline="0" noProof="0">
                        <a:ln>
                          <a:noFill/>
                        </a:ln>
                        <a:effectLst/>
                        <a:uLnTx/>
                        <a:uFillTx/>
                        <a:latin typeface="Arial" panose="020B0604020202020204" pitchFamily="34" charset="0"/>
                        <a:cs typeface="Arial" panose="020B0604020202020204" pitchFamily="34" charset="0"/>
                      </a:endParaRPr>
                    </a:p>
                  </a:txBody>
                  <a:tcPr anchor="ctr">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bg1">
                        <a:lumMod val="95000"/>
                      </a:schemeClr>
                    </a:solidFill>
                  </a:tcPr>
                </a:tc>
                <a:tc>
                  <a:txBody>
                    <a:bodyPr/>
                    <a:lstStyle/>
                    <a:p>
                      <a:pPr>
                        <a:buFont typeface="Arial" panose="020B0604020202020204" pitchFamily="34" charset="0"/>
                        <a:buNone/>
                      </a:pPr>
                      <a:r>
                        <a:rPr lang="en-US" sz="1200">
                          <a:latin typeface="Arial" panose="020B0604020202020204" pitchFamily="34" charset="0"/>
                          <a:cs typeface="Arial" panose="020B0604020202020204" pitchFamily="34" charset="0"/>
                        </a:rPr>
                        <a:t>Assess power reliability using SAIDI, SAIFI, and CAIDI indices to identify and reduce interruptions</a:t>
                      </a:r>
                      <a:endParaRPr kumimoji="0" lang="en-IN" sz="1200" b="1" i="0" u="none" strike="noStrike" kern="1200" cap="none" spc="0" normalizeH="0" baseline="0" noProof="0">
                        <a:ln>
                          <a:noFill/>
                        </a:ln>
                        <a:effectLst/>
                        <a:uLnTx/>
                        <a:uFillTx/>
                        <a:latin typeface="Arial" panose="020B0604020202020204" pitchFamily="34" charset="0"/>
                        <a:cs typeface="Arial" panose="020B0604020202020204" pitchFamily="34" charset="0"/>
                      </a:endParaRPr>
                    </a:p>
                  </a:txBody>
                  <a:tcPr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59817562"/>
                  </a:ext>
                </a:extLst>
              </a:tr>
              <a:tr h="655791">
                <a:tc>
                  <a:txBody>
                    <a:bodyPr/>
                    <a:lstStyle/>
                    <a:p>
                      <a:pPr>
                        <a:buFont typeface="Arial" panose="020B0604020202020204" pitchFamily="34" charset="0"/>
                        <a:buNone/>
                      </a:pPr>
                      <a:endParaRPr lang="en-US" sz="1200" i="0" kern="1200">
                        <a:solidFill>
                          <a:schemeClr val="tx1"/>
                        </a:solidFill>
                        <a:latin typeface="Arial" panose="020B0604020202020204" pitchFamily="34" charset="0"/>
                        <a:ea typeface="+mn-ea"/>
                        <a:cs typeface="Arial" panose="020B0604020202020204" pitchFamily="34" charset="0"/>
                      </a:endParaRPr>
                    </a:p>
                  </a:txBody>
                  <a:tcPr anchor="ctr">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bg1">
                        <a:lumMod val="95000"/>
                      </a:schemeClr>
                    </a:solidFill>
                  </a:tcPr>
                </a:tc>
                <a:tc>
                  <a:txBody>
                    <a:bodyPr/>
                    <a:lstStyle/>
                    <a:p>
                      <a:pPr>
                        <a:buFont typeface="Arial" panose="020B0604020202020204" pitchFamily="34" charset="0"/>
                        <a:buNone/>
                      </a:pPr>
                      <a:r>
                        <a:rPr lang="en-US" sz="1200">
                          <a:latin typeface="Arial" panose="020B0604020202020204" pitchFamily="34" charset="0"/>
                          <a:cs typeface="Arial" panose="020B0604020202020204" pitchFamily="34" charset="0"/>
                        </a:rPr>
                        <a:t>Evaluate customer satisfaction with fault repair and grievance redressal to improve response times and processes</a:t>
                      </a:r>
                      <a:endParaRPr lang="en-US" sz="1200" i="0" kern="1200">
                        <a:solidFill>
                          <a:schemeClr val="tx1"/>
                        </a:solidFill>
                        <a:latin typeface="Arial" panose="020B0604020202020204" pitchFamily="34" charset="0"/>
                        <a:ea typeface="+mn-ea"/>
                        <a:cs typeface="Arial" panose="020B0604020202020204" pitchFamily="34" charset="0"/>
                      </a:endParaRPr>
                    </a:p>
                  </a:txBody>
                  <a:tcPr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071670138"/>
                  </a:ext>
                </a:extLst>
              </a:tr>
              <a:tr h="843159">
                <a:tc>
                  <a:txBody>
                    <a:bodyPr/>
                    <a:lstStyle/>
                    <a:p>
                      <a:pPr marL="0" indent="0">
                        <a:buFont typeface="Arial" panose="020B0604020202020204" pitchFamily="34" charset="0"/>
                        <a:buNone/>
                      </a:pPr>
                      <a:endParaRPr lang="en-US" sz="1200" i="0" kern="1200">
                        <a:solidFill>
                          <a:schemeClr val="tx1"/>
                        </a:solidFill>
                        <a:latin typeface="Arial" panose="020B0604020202020204" pitchFamily="34" charset="0"/>
                        <a:ea typeface="+mn-ea"/>
                        <a:cs typeface="Arial" panose="020B0604020202020204" pitchFamily="34" charset="0"/>
                      </a:endParaRPr>
                    </a:p>
                  </a:txBody>
                  <a:tcPr anchor="ctr">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buFont typeface="Arial" panose="020B0604020202020204" pitchFamily="34" charset="0"/>
                        <a:buNone/>
                      </a:pPr>
                      <a:r>
                        <a:rPr lang="en-US" sz="1200">
                          <a:latin typeface="Arial" panose="020B0604020202020204" pitchFamily="34" charset="0"/>
                          <a:cs typeface="Arial" panose="020B0604020202020204" pitchFamily="34" charset="0"/>
                        </a:rPr>
                        <a:t>Capture consumer feedback on billing, payment, and overall service quality to streamline and enhance customer experience</a:t>
                      </a:r>
                      <a:endParaRPr lang="en-US" sz="1200" i="0" kern="1200">
                        <a:solidFill>
                          <a:schemeClr val="tx1"/>
                        </a:solidFill>
                        <a:latin typeface="Arial" panose="020B0604020202020204" pitchFamily="34" charset="0"/>
                        <a:ea typeface="+mn-ea"/>
                        <a:cs typeface="Arial" panose="020B0604020202020204" pitchFamily="34" charset="0"/>
                      </a:endParaRPr>
                    </a:p>
                  </a:txBody>
                  <a:tcPr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48838060"/>
                  </a:ext>
                </a:extLst>
              </a:tr>
              <a:tr h="521190">
                <a:tc>
                  <a:txBody>
                    <a:bodyPr/>
                    <a:lstStyle/>
                    <a:p>
                      <a:pPr marL="0" indent="0">
                        <a:buFont typeface="Arial" panose="020B0604020202020204" pitchFamily="34" charset="0"/>
                        <a:buNone/>
                      </a:pPr>
                      <a:endParaRPr lang="en-US" sz="1200" i="0" kern="1200">
                        <a:solidFill>
                          <a:schemeClr val="tx1"/>
                        </a:solidFill>
                        <a:latin typeface="Arial" panose="020B0604020202020204" pitchFamily="34" charset="0"/>
                        <a:ea typeface="+mn-ea"/>
                        <a:cs typeface="Arial" panose="020B0604020202020204" pitchFamily="34" charset="0"/>
                      </a:endParaRPr>
                    </a:p>
                  </a:txBody>
                  <a:tcPr anchor="ctr">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buFont typeface="Arial" panose="020B0604020202020204" pitchFamily="34" charset="0"/>
                        <a:buNone/>
                      </a:pPr>
                      <a:r>
                        <a:rPr lang="en-US" sz="1200">
                          <a:latin typeface="Arial" panose="020B0604020202020204" pitchFamily="34" charset="0"/>
                          <a:cs typeface="Arial" panose="020B0604020202020204" pitchFamily="34" charset="0"/>
                        </a:rPr>
                        <a:t>Understand consumer expectations on communication to develop better information-sharing protocols</a:t>
                      </a:r>
                      <a:endParaRPr lang="en-US" sz="1200" i="0" kern="1200">
                        <a:solidFill>
                          <a:schemeClr val="tx1"/>
                        </a:solidFill>
                        <a:latin typeface="Arial" panose="020B0604020202020204" pitchFamily="34" charset="0"/>
                        <a:ea typeface="+mn-ea"/>
                        <a:cs typeface="Arial" panose="020B0604020202020204" pitchFamily="34" charset="0"/>
                      </a:endParaRPr>
                    </a:p>
                  </a:txBody>
                  <a:tcPr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86197955"/>
                  </a:ext>
                </a:extLst>
              </a:tr>
              <a:tr h="843159">
                <a:tc>
                  <a:txBody>
                    <a:bodyPr/>
                    <a:lstStyle/>
                    <a:p>
                      <a:endParaRPr lang="en-IN" sz="1200">
                        <a:latin typeface="Arial" panose="020B0604020202020204" pitchFamily="34" charset="0"/>
                        <a:cs typeface="Arial" panose="020B0604020202020204" pitchFamily="34" charset="0"/>
                      </a:endParaRPr>
                    </a:p>
                  </a:txBody>
                  <a:tcPr anchor="ctr">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en-US" sz="1200">
                          <a:latin typeface="Arial" panose="020B0604020202020204" pitchFamily="34" charset="0"/>
                          <a:cs typeface="Arial" panose="020B0604020202020204" pitchFamily="34" charset="0"/>
                        </a:rPr>
                        <a:t>Identify service weaknesses and recommend actionable solutions to rebuild customer trust and reduce complaints</a:t>
                      </a:r>
                      <a:endParaRPr lang="en-IN" sz="1200">
                        <a:latin typeface="Arial" panose="020B0604020202020204" pitchFamily="34" charset="0"/>
                        <a:cs typeface="Arial" panose="020B0604020202020204" pitchFamily="34" charset="0"/>
                      </a:endParaRPr>
                    </a:p>
                  </a:txBody>
                  <a:tcPr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85291540"/>
                  </a:ext>
                </a:extLst>
              </a:tr>
            </a:tbl>
          </a:graphicData>
        </a:graphic>
      </p:graphicFrame>
      <p:graphicFrame>
        <p:nvGraphicFramePr>
          <p:cNvPr id="32" name="Table 19">
            <a:extLst>
              <a:ext uri="{FF2B5EF4-FFF2-40B4-BE49-F238E27FC236}">
                <a16:creationId xmlns:a16="http://schemas.microsoft.com/office/drawing/2014/main" id="{196B57DB-F205-9704-8D00-0050486D69B7}"/>
              </a:ext>
            </a:extLst>
          </p:cNvPr>
          <p:cNvGraphicFramePr>
            <a:graphicFrameLocks noGrp="1"/>
          </p:cNvGraphicFramePr>
          <p:nvPr>
            <p:extLst>
              <p:ext uri="{D42A27DB-BD31-4B8C-83A1-F6EECF244321}">
                <p14:modId xmlns:p14="http://schemas.microsoft.com/office/powerpoint/2010/main" val="607677194"/>
              </p:ext>
            </p:extLst>
          </p:nvPr>
        </p:nvGraphicFramePr>
        <p:xfrm>
          <a:off x="6230679" y="2187493"/>
          <a:ext cx="5479985" cy="3636521"/>
        </p:xfrm>
        <a:graphic>
          <a:graphicData uri="http://schemas.openxmlformats.org/drawingml/2006/table">
            <a:tbl>
              <a:tblPr firstRow="1" bandRow="1">
                <a:tableStyleId>{5C22544A-7EE6-4342-B048-85BDC9FD1C3A}</a:tableStyleId>
              </a:tblPr>
              <a:tblGrid>
                <a:gridCol w="627321">
                  <a:extLst>
                    <a:ext uri="{9D8B030D-6E8A-4147-A177-3AD203B41FA5}">
                      <a16:colId xmlns:a16="http://schemas.microsoft.com/office/drawing/2014/main" val="4007835540"/>
                    </a:ext>
                  </a:extLst>
                </a:gridCol>
                <a:gridCol w="4852664">
                  <a:extLst>
                    <a:ext uri="{9D8B030D-6E8A-4147-A177-3AD203B41FA5}">
                      <a16:colId xmlns:a16="http://schemas.microsoft.com/office/drawing/2014/main" val="141562783"/>
                    </a:ext>
                  </a:extLst>
                </a:gridCol>
              </a:tblGrid>
              <a:tr h="281053">
                <a:tc gridSpan="2">
                  <a:txBody>
                    <a:bodyPr/>
                    <a:lstStyle/>
                    <a:p>
                      <a:pPr algn="ctr"/>
                      <a:r>
                        <a:rPr lang="en-US" sz="1400" b="1">
                          <a:solidFill>
                            <a:schemeClr val="bg1"/>
                          </a:solidFill>
                          <a:latin typeface="Arial" panose="020B0604020202020204" pitchFamily="34" charset="0"/>
                          <a:cs typeface="Arial" panose="020B0604020202020204" pitchFamily="34" charset="0"/>
                        </a:rPr>
                        <a:t>Challenges</a:t>
                      </a:r>
                    </a:p>
                  </a:txBody>
                  <a:tcPr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rgbClr val="26890D"/>
                    </a:solidFill>
                  </a:tcPr>
                </a:tc>
                <a:tc hMerge="1">
                  <a:txBody>
                    <a:bodyPr/>
                    <a:lstStyle/>
                    <a:p>
                      <a:endParaRPr/>
                    </a:p>
                  </a:txBody>
                  <a:tcPr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rgbClr val="26890D"/>
                    </a:solidFill>
                  </a:tcPr>
                </a:tc>
                <a:extLst>
                  <a:ext uri="{0D108BD9-81ED-4DB2-BD59-A6C34878D82A}">
                    <a16:rowId xmlns:a16="http://schemas.microsoft.com/office/drawing/2014/main" val="296704876"/>
                  </a:ext>
                </a:extLst>
              </a:tr>
              <a:tr h="468422">
                <a:tc>
                  <a:txBody>
                    <a:bodyPr/>
                    <a:lstStyle/>
                    <a:p>
                      <a:pPr>
                        <a:buFont typeface="Arial" panose="020B0604020202020204" pitchFamily="34" charset="0"/>
                        <a:buNone/>
                      </a:pPr>
                      <a:endParaRPr lang="en-US" sz="1200" i="0" kern="1200">
                        <a:solidFill>
                          <a:schemeClr val="tx1"/>
                        </a:solidFill>
                        <a:latin typeface="Arial" panose="020B0604020202020204" pitchFamily="34" charset="0"/>
                        <a:ea typeface="+mn-ea"/>
                        <a:cs typeface="Arial" panose="020B0604020202020204" pitchFamily="34" charset="0"/>
                      </a:endParaRPr>
                    </a:p>
                  </a:txBody>
                  <a:tcPr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buFont typeface="Arial" panose="020B0604020202020204" pitchFamily="34" charset="0"/>
                        <a:buNone/>
                      </a:pPr>
                      <a:r>
                        <a:rPr lang="en-US" sz="1200">
                          <a:latin typeface="Arial" panose="020B0604020202020204" pitchFamily="34" charset="0"/>
                          <a:cs typeface="Arial" panose="020B0604020202020204" pitchFamily="34" charset="0"/>
                        </a:rPr>
                        <a:t>Power interruptions and network constraints disrupt critical industries</a:t>
                      </a:r>
                      <a:endParaRPr lang="en-US" sz="1200" i="0" kern="1200">
                        <a:solidFill>
                          <a:schemeClr val="tx1"/>
                        </a:solidFill>
                        <a:latin typeface="Arial" panose="020B0604020202020204" pitchFamily="34" charset="0"/>
                        <a:ea typeface="+mn-ea"/>
                        <a:cs typeface="Arial" panose="020B0604020202020204" pitchFamily="34" charset="0"/>
                      </a:endParaRPr>
                    </a:p>
                  </a:txBody>
                  <a:tcPr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359817562"/>
                  </a:ext>
                </a:extLst>
              </a:tr>
              <a:tr h="655791">
                <a:tc>
                  <a:txBody>
                    <a:bodyPr/>
                    <a:lstStyle/>
                    <a:p>
                      <a:pPr algn="l">
                        <a:buFont typeface="Arial" panose="020B0604020202020204" pitchFamily="34" charset="0"/>
                        <a:buNone/>
                      </a:pPr>
                      <a:endParaRPr lang="en-US" sz="1200" i="0" kern="1200">
                        <a:solidFill>
                          <a:schemeClr val="tx1"/>
                        </a:solidFill>
                        <a:latin typeface="Arial" panose="020B0604020202020204" pitchFamily="34" charset="0"/>
                        <a:ea typeface="+mn-ea"/>
                        <a:cs typeface="Arial" panose="020B0604020202020204" pitchFamily="34" charset="0"/>
                      </a:endParaRPr>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buFont typeface="Arial" panose="020B0604020202020204" pitchFamily="34" charset="0"/>
                        <a:buNone/>
                      </a:pPr>
                      <a:endParaRPr lang="en-US" sz="1200">
                        <a:latin typeface="Arial" panose="020B0604020202020204" pitchFamily="34" charset="0"/>
                        <a:cs typeface="Arial" panose="020B0604020202020204" pitchFamily="34" charset="0"/>
                      </a:endParaRPr>
                    </a:p>
                    <a:p>
                      <a:pPr algn="l">
                        <a:buFont typeface="Arial" panose="020B0604020202020204" pitchFamily="34" charset="0"/>
                        <a:buNone/>
                      </a:pPr>
                      <a:r>
                        <a:rPr lang="en-US" sz="1200">
                          <a:latin typeface="Arial" panose="020B0604020202020204" pitchFamily="34" charset="0"/>
                          <a:cs typeface="Arial" panose="020B0604020202020204" pitchFamily="34" charset="0"/>
                        </a:rPr>
                        <a:t>Gaps remain in quick fault restoration and effective complaint handling</a:t>
                      </a:r>
                      <a:endParaRPr lang="en-US" sz="1200" i="0" kern="1200">
                        <a:solidFill>
                          <a:schemeClr val="tx1"/>
                        </a:solidFill>
                        <a:latin typeface="Arial" panose="020B0604020202020204" pitchFamily="34" charset="0"/>
                        <a:ea typeface="+mn-ea"/>
                        <a:cs typeface="Arial" panose="020B0604020202020204" pitchFamily="34" charset="0"/>
                      </a:endParaRPr>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071670138"/>
                  </a:ext>
                </a:extLst>
              </a:tr>
              <a:tr h="843159">
                <a:tc>
                  <a:txBody>
                    <a:bodyPr/>
                    <a:lstStyle/>
                    <a:p>
                      <a:pPr>
                        <a:buFont typeface="Arial" panose="020B0604020202020204" pitchFamily="34" charset="0"/>
                        <a:buNone/>
                      </a:pPr>
                      <a:endParaRPr lang="en-US" sz="1200" i="0" kern="1200">
                        <a:solidFill>
                          <a:schemeClr val="tx1"/>
                        </a:solidFill>
                        <a:latin typeface="Arial" panose="020B0604020202020204" pitchFamily="34" charset="0"/>
                        <a:ea typeface="+mn-ea"/>
                        <a:cs typeface="Arial" panose="020B0604020202020204" pitchFamily="34" charset="0"/>
                      </a:endParaRPr>
                    </a:p>
                  </a:txBody>
                  <a:tcPr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buFont typeface="Arial" panose="020B0604020202020204" pitchFamily="34" charset="0"/>
                        <a:buNone/>
                      </a:pPr>
                      <a:r>
                        <a:rPr lang="en-US" sz="1200">
                          <a:latin typeface="Arial" panose="020B0604020202020204" pitchFamily="34" charset="0"/>
                          <a:cs typeface="Arial" panose="020B0604020202020204" pitchFamily="34" charset="0"/>
                        </a:rPr>
                        <a:t>Difficulties with billing, payment processes, and inconsistent service quality</a:t>
                      </a:r>
                      <a:endParaRPr lang="en-US" sz="1200" i="0" kern="1200">
                        <a:solidFill>
                          <a:schemeClr val="tx1"/>
                        </a:solidFill>
                        <a:latin typeface="Arial" panose="020B0604020202020204" pitchFamily="34" charset="0"/>
                        <a:ea typeface="+mn-ea"/>
                        <a:cs typeface="Arial" panose="020B0604020202020204" pitchFamily="34" charset="0"/>
                      </a:endParaRPr>
                    </a:p>
                  </a:txBody>
                  <a:tcPr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648838060"/>
                  </a:ext>
                </a:extLst>
              </a:tr>
              <a:tr h="521190">
                <a:tc>
                  <a:txBody>
                    <a:bodyPr/>
                    <a:lstStyle/>
                    <a:p>
                      <a:pPr>
                        <a:buFont typeface="Arial" panose="020B0604020202020204" pitchFamily="34" charset="0"/>
                        <a:buNone/>
                      </a:pPr>
                      <a:endParaRPr lang="en-US" sz="1200" i="0" kern="1200">
                        <a:solidFill>
                          <a:schemeClr val="tx1"/>
                        </a:solidFill>
                        <a:latin typeface="Arial" panose="020B0604020202020204" pitchFamily="34" charset="0"/>
                        <a:ea typeface="+mn-ea"/>
                        <a:cs typeface="Arial" panose="020B0604020202020204" pitchFamily="34" charset="0"/>
                      </a:endParaRPr>
                    </a:p>
                  </a:txBody>
                  <a:tcPr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buFont typeface="Arial" panose="020B0604020202020204" pitchFamily="34" charset="0"/>
                        <a:buNone/>
                      </a:pPr>
                      <a:r>
                        <a:rPr lang="en-IN" sz="1200">
                          <a:latin typeface="Arial" panose="020B0604020202020204" pitchFamily="34" charset="0"/>
                          <a:cs typeface="Arial" panose="020B0604020202020204" pitchFamily="34" charset="0"/>
                        </a:rPr>
                        <a:t>Communication lapses about outages and restoration timelines</a:t>
                      </a:r>
                      <a:endParaRPr lang="en-US" sz="1200" i="0" kern="1200">
                        <a:solidFill>
                          <a:schemeClr val="tx1"/>
                        </a:solidFill>
                        <a:latin typeface="Arial" panose="020B0604020202020204" pitchFamily="34" charset="0"/>
                        <a:ea typeface="+mn-ea"/>
                        <a:cs typeface="Arial" panose="020B0604020202020204" pitchFamily="34" charset="0"/>
                      </a:endParaRPr>
                    </a:p>
                  </a:txBody>
                  <a:tcPr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186197955"/>
                  </a:ext>
                </a:extLst>
              </a:tr>
              <a:tr h="843159">
                <a:tc>
                  <a:txBody>
                    <a:bodyPr/>
                    <a:lstStyle/>
                    <a:p>
                      <a:pPr>
                        <a:buFont typeface="Arial" panose="020B0604020202020204" pitchFamily="34" charset="0"/>
                        <a:buNone/>
                      </a:pPr>
                      <a:endParaRPr lang="en-US" sz="1200" i="0" kern="1200">
                        <a:solidFill>
                          <a:schemeClr val="tx1"/>
                        </a:solidFill>
                        <a:latin typeface="Arial" panose="020B0604020202020204" pitchFamily="34" charset="0"/>
                        <a:ea typeface="+mn-ea"/>
                        <a:cs typeface="Arial" panose="020B0604020202020204" pitchFamily="34" charset="0"/>
                      </a:endParaRPr>
                    </a:p>
                  </a:txBody>
                  <a:tcPr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buFont typeface="Arial" panose="020B0604020202020204" pitchFamily="34" charset="0"/>
                        <a:buNone/>
                      </a:pPr>
                      <a:r>
                        <a:rPr lang="en-US" sz="1200">
                          <a:latin typeface="Arial" panose="020B0604020202020204" pitchFamily="34" charset="0"/>
                          <a:cs typeface="Arial" panose="020B0604020202020204" pitchFamily="34" charset="0"/>
                        </a:rPr>
                        <a:t>Consumer dissatisfaction leading to repeated litigations</a:t>
                      </a:r>
                      <a:endParaRPr lang="en-US" sz="1200" i="0" kern="1200">
                        <a:solidFill>
                          <a:schemeClr val="tx1"/>
                        </a:solidFill>
                        <a:latin typeface="Arial" panose="020B0604020202020204" pitchFamily="34" charset="0"/>
                        <a:ea typeface="+mn-ea"/>
                        <a:cs typeface="Arial" panose="020B0604020202020204" pitchFamily="34" charset="0"/>
                      </a:endParaRPr>
                    </a:p>
                  </a:txBody>
                  <a:tcPr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685291540"/>
                  </a:ext>
                </a:extLst>
              </a:tr>
            </a:tbl>
          </a:graphicData>
        </a:graphic>
      </p:graphicFrame>
      <p:grpSp>
        <p:nvGrpSpPr>
          <p:cNvPr id="33" name="Graphic 4">
            <a:extLst>
              <a:ext uri="{FF2B5EF4-FFF2-40B4-BE49-F238E27FC236}">
                <a16:creationId xmlns:a16="http://schemas.microsoft.com/office/drawing/2014/main" id="{DBB64703-7DD1-D41F-B42C-DEAA02185834}"/>
              </a:ext>
            </a:extLst>
          </p:cNvPr>
          <p:cNvGrpSpPr/>
          <p:nvPr/>
        </p:nvGrpSpPr>
        <p:grpSpPr>
          <a:xfrm>
            <a:off x="606260" y="5206818"/>
            <a:ext cx="362312" cy="361971"/>
            <a:chOff x="8840477" y="3824168"/>
            <a:chExt cx="362312" cy="361971"/>
          </a:xfrm>
          <a:solidFill>
            <a:schemeClr val="accent3">
              <a:lumMod val="50000"/>
            </a:schemeClr>
          </a:solidFill>
        </p:grpSpPr>
        <p:sp>
          <p:nvSpPr>
            <p:cNvPr id="34" name="Graphic 4">
              <a:extLst>
                <a:ext uri="{FF2B5EF4-FFF2-40B4-BE49-F238E27FC236}">
                  <a16:creationId xmlns:a16="http://schemas.microsoft.com/office/drawing/2014/main" id="{6B5A46C0-D6CB-4267-BAF0-FD36FAC04230}"/>
                </a:ext>
              </a:extLst>
            </p:cNvPr>
            <p:cNvSpPr/>
            <p:nvPr/>
          </p:nvSpPr>
          <p:spPr>
            <a:xfrm>
              <a:off x="8840477" y="3824168"/>
              <a:ext cx="362312" cy="361971"/>
            </a:xfrm>
            <a:custGeom>
              <a:avLst/>
              <a:gdLst>
                <a:gd name="connsiteX0" fmla="*/ 181474 w 362312"/>
                <a:gd name="connsiteY0" fmla="*/ 0 h 361971"/>
                <a:gd name="connsiteX1" fmla="*/ 0 w 362312"/>
                <a:gd name="connsiteY1" fmla="*/ 180667 h 361971"/>
                <a:gd name="connsiteX2" fmla="*/ 180836 w 362312"/>
                <a:gd name="connsiteY2" fmla="*/ 361971 h 361971"/>
                <a:gd name="connsiteX3" fmla="*/ 362309 w 362312"/>
                <a:gd name="connsiteY3" fmla="*/ 181305 h 361971"/>
                <a:gd name="connsiteX4" fmla="*/ 362309 w 362312"/>
                <a:gd name="connsiteY4" fmla="*/ 181305 h 361971"/>
                <a:gd name="connsiteX5" fmla="*/ 181474 w 362312"/>
                <a:gd name="connsiteY5" fmla="*/ 0 h 361971"/>
                <a:gd name="connsiteX6" fmla="*/ 181474 w 362312"/>
                <a:gd name="connsiteY6" fmla="*/ 349204 h 361971"/>
                <a:gd name="connsiteX7" fmla="*/ 12780 w 362312"/>
                <a:gd name="connsiteY7" fmla="*/ 181305 h 361971"/>
                <a:gd name="connsiteX8" fmla="*/ 180836 w 362312"/>
                <a:gd name="connsiteY8" fmla="*/ 12768 h 361971"/>
                <a:gd name="connsiteX9" fmla="*/ 349529 w 362312"/>
                <a:gd name="connsiteY9" fmla="*/ 180667 h 361971"/>
                <a:gd name="connsiteX10" fmla="*/ 349529 w 362312"/>
                <a:gd name="connsiteY10" fmla="*/ 180667 h 361971"/>
                <a:gd name="connsiteX11" fmla="*/ 181474 w 362312"/>
                <a:gd name="connsiteY11" fmla="*/ 349204 h 361971"/>
                <a:gd name="connsiteX12" fmla="*/ 181474 w 362312"/>
                <a:gd name="connsiteY12" fmla="*/ 349204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12" h="361971">
                  <a:moveTo>
                    <a:pt x="181474" y="0"/>
                  </a:moveTo>
                  <a:cubicBezTo>
                    <a:pt x="81152" y="0"/>
                    <a:pt x="0" y="81076"/>
                    <a:pt x="0" y="180667"/>
                  </a:cubicBezTo>
                  <a:cubicBezTo>
                    <a:pt x="0" y="280895"/>
                    <a:pt x="81152" y="361971"/>
                    <a:pt x="180836" y="361971"/>
                  </a:cubicBezTo>
                  <a:cubicBezTo>
                    <a:pt x="281157" y="361971"/>
                    <a:pt x="362309" y="280895"/>
                    <a:pt x="362309" y="181305"/>
                  </a:cubicBezTo>
                  <a:cubicBezTo>
                    <a:pt x="362309" y="181305"/>
                    <a:pt x="362309" y="181305"/>
                    <a:pt x="362309" y="181305"/>
                  </a:cubicBezTo>
                  <a:cubicBezTo>
                    <a:pt x="362949" y="81076"/>
                    <a:pt x="281796" y="0"/>
                    <a:pt x="181474" y="0"/>
                  </a:cubicBezTo>
                  <a:close/>
                  <a:moveTo>
                    <a:pt x="181474" y="349204"/>
                  </a:moveTo>
                  <a:cubicBezTo>
                    <a:pt x="88181" y="349204"/>
                    <a:pt x="12780" y="273873"/>
                    <a:pt x="12780" y="181305"/>
                  </a:cubicBezTo>
                  <a:cubicBezTo>
                    <a:pt x="12780" y="88099"/>
                    <a:pt x="88181" y="12768"/>
                    <a:pt x="180836" y="12768"/>
                  </a:cubicBezTo>
                  <a:cubicBezTo>
                    <a:pt x="274128" y="12768"/>
                    <a:pt x="349529" y="88099"/>
                    <a:pt x="349529" y="180667"/>
                  </a:cubicBezTo>
                  <a:cubicBezTo>
                    <a:pt x="349529" y="180667"/>
                    <a:pt x="349529" y="180667"/>
                    <a:pt x="349529" y="180667"/>
                  </a:cubicBezTo>
                  <a:cubicBezTo>
                    <a:pt x="350169" y="273873"/>
                    <a:pt x="274767" y="349204"/>
                    <a:pt x="181474" y="349204"/>
                  </a:cubicBezTo>
                  <a:lnTo>
                    <a:pt x="181474" y="34920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5" name="Graphic 4">
              <a:extLst>
                <a:ext uri="{FF2B5EF4-FFF2-40B4-BE49-F238E27FC236}">
                  <a16:creationId xmlns:a16="http://schemas.microsoft.com/office/drawing/2014/main" id="{A21712DD-1374-D349-5C8A-70E910B214D3}"/>
                </a:ext>
              </a:extLst>
            </p:cNvPr>
            <p:cNvSpPr/>
            <p:nvPr/>
          </p:nvSpPr>
          <p:spPr>
            <a:xfrm>
              <a:off x="8956774" y="3899499"/>
              <a:ext cx="130993" cy="212586"/>
            </a:xfrm>
            <a:custGeom>
              <a:avLst/>
              <a:gdLst>
                <a:gd name="connsiteX0" fmla="*/ 65817 w 130993"/>
                <a:gd name="connsiteY0" fmla="*/ 0 h 212586"/>
                <a:gd name="connsiteX1" fmla="*/ 65817 w 130993"/>
                <a:gd name="connsiteY1" fmla="*/ 0 h 212586"/>
                <a:gd name="connsiteX2" fmla="*/ 0 w 130993"/>
                <a:gd name="connsiteY2" fmla="*/ 63201 h 212586"/>
                <a:gd name="connsiteX3" fmla="*/ 12780 w 130993"/>
                <a:gd name="connsiteY3" fmla="*/ 104697 h 212586"/>
                <a:gd name="connsiteX4" fmla="*/ 30672 w 130993"/>
                <a:gd name="connsiteY4" fmla="*/ 141724 h 212586"/>
                <a:gd name="connsiteX5" fmla="*/ 30672 w 130993"/>
                <a:gd name="connsiteY5" fmla="*/ 163430 h 212586"/>
                <a:gd name="connsiteX6" fmla="*/ 30672 w 130993"/>
                <a:gd name="connsiteY6" fmla="*/ 164068 h 212586"/>
                <a:gd name="connsiteX7" fmla="*/ 30672 w 130993"/>
                <a:gd name="connsiteY7" fmla="*/ 164707 h 212586"/>
                <a:gd name="connsiteX8" fmla="*/ 37701 w 130993"/>
                <a:gd name="connsiteY8" fmla="*/ 207479 h 212586"/>
                <a:gd name="connsiteX9" fmla="*/ 44091 w 130993"/>
                <a:gd name="connsiteY9" fmla="*/ 212587 h 212586"/>
                <a:gd name="connsiteX10" fmla="*/ 86904 w 130993"/>
                <a:gd name="connsiteY10" fmla="*/ 212587 h 212586"/>
                <a:gd name="connsiteX11" fmla="*/ 93294 w 130993"/>
                <a:gd name="connsiteY11" fmla="*/ 207479 h 212586"/>
                <a:gd name="connsiteX12" fmla="*/ 100322 w 130993"/>
                <a:gd name="connsiteY12" fmla="*/ 164707 h 212586"/>
                <a:gd name="connsiteX13" fmla="*/ 100322 w 130993"/>
                <a:gd name="connsiteY13" fmla="*/ 164068 h 212586"/>
                <a:gd name="connsiteX14" fmla="*/ 100322 w 130993"/>
                <a:gd name="connsiteY14" fmla="*/ 163430 h 212586"/>
                <a:gd name="connsiteX15" fmla="*/ 100322 w 130993"/>
                <a:gd name="connsiteY15" fmla="*/ 141724 h 212586"/>
                <a:gd name="connsiteX16" fmla="*/ 118214 w 130993"/>
                <a:gd name="connsiteY16" fmla="*/ 105336 h 212586"/>
                <a:gd name="connsiteX17" fmla="*/ 130994 w 130993"/>
                <a:gd name="connsiteY17" fmla="*/ 63840 h 212586"/>
                <a:gd name="connsiteX18" fmla="*/ 65817 w 130993"/>
                <a:gd name="connsiteY18" fmla="*/ 0 h 212586"/>
                <a:gd name="connsiteX19" fmla="*/ 81153 w 130993"/>
                <a:gd name="connsiteY19" fmla="*/ 198542 h 212586"/>
                <a:gd name="connsiteX20" fmla="*/ 49203 w 130993"/>
                <a:gd name="connsiteY20" fmla="*/ 198542 h 212586"/>
                <a:gd name="connsiteX21" fmla="*/ 44091 w 130993"/>
                <a:gd name="connsiteY21" fmla="*/ 168537 h 212586"/>
                <a:gd name="connsiteX22" fmla="*/ 85625 w 130993"/>
                <a:gd name="connsiteY22" fmla="*/ 168537 h 212586"/>
                <a:gd name="connsiteX23" fmla="*/ 81153 w 130993"/>
                <a:gd name="connsiteY23" fmla="*/ 198542 h 212586"/>
                <a:gd name="connsiteX24" fmla="*/ 107351 w 130993"/>
                <a:gd name="connsiteY24" fmla="*/ 97037 h 212586"/>
                <a:gd name="connsiteX25" fmla="*/ 86904 w 130993"/>
                <a:gd name="connsiteY25" fmla="*/ 140448 h 212586"/>
                <a:gd name="connsiteX26" fmla="*/ 86904 w 130993"/>
                <a:gd name="connsiteY26" fmla="*/ 155769 h 212586"/>
                <a:gd name="connsiteX27" fmla="*/ 70929 w 130993"/>
                <a:gd name="connsiteY27" fmla="*/ 155769 h 212586"/>
                <a:gd name="connsiteX28" fmla="*/ 70929 w 130993"/>
                <a:gd name="connsiteY28" fmla="*/ 155131 h 212586"/>
                <a:gd name="connsiteX29" fmla="*/ 70929 w 130993"/>
                <a:gd name="connsiteY29" fmla="*/ 100867 h 212586"/>
                <a:gd name="connsiteX30" fmla="*/ 83069 w 130993"/>
                <a:gd name="connsiteY30" fmla="*/ 88737 h 212586"/>
                <a:gd name="connsiteX31" fmla="*/ 83069 w 130993"/>
                <a:gd name="connsiteY31" fmla="*/ 79800 h 212586"/>
                <a:gd name="connsiteX32" fmla="*/ 83069 w 130993"/>
                <a:gd name="connsiteY32" fmla="*/ 79800 h 212586"/>
                <a:gd name="connsiteX33" fmla="*/ 74124 w 130993"/>
                <a:gd name="connsiteY33" fmla="*/ 79800 h 212586"/>
                <a:gd name="connsiteX34" fmla="*/ 64539 w 130993"/>
                <a:gd name="connsiteY34" fmla="*/ 89376 h 212586"/>
                <a:gd name="connsiteX35" fmla="*/ 54314 w 130993"/>
                <a:gd name="connsiteY35" fmla="*/ 79800 h 212586"/>
                <a:gd name="connsiteX36" fmla="*/ 45369 w 130993"/>
                <a:gd name="connsiteY36" fmla="*/ 79800 h 212586"/>
                <a:gd name="connsiteX37" fmla="*/ 45369 w 130993"/>
                <a:gd name="connsiteY37" fmla="*/ 88737 h 212586"/>
                <a:gd name="connsiteX38" fmla="*/ 57509 w 130993"/>
                <a:gd name="connsiteY38" fmla="*/ 100867 h 212586"/>
                <a:gd name="connsiteX39" fmla="*/ 57509 w 130993"/>
                <a:gd name="connsiteY39" fmla="*/ 155131 h 212586"/>
                <a:gd name="connsiteX40" fmla="*/ 57509 w 130993"/>
                <a:gd name="connsiteY40" fmla="*/ 155769 h 212586"/>
                <a:gd name="connsiteX41" fmla="*/ 41535 w 130993"/>
                <a:gd name="connsiteY41" fmla="*/ 155769 h 212586"/>
                <a:gd name="connsiteX42" fmla="*/ 41535 w 130993"/>
                <a:gd name="connsiteY42" fmla="*/ 140448 h 212586"/>
                <a:gd name="connsiteX43" fmla="*/ 21726 w 130993"/>
                <a:gd name="connsiteY43" fmla="*/ 97037 h 212586"/>
                <a:gd name="connsiteX44" fmla="*/ 10863 w 130993"/>
                <a:gd name="connsiteY44" fmla="*/ 62563 h 212586"/>
                <a:gd name="connsiteX45" fmla="*/ 67094 w 130993"/>
                <a:gd name="connsiteY45" fmla="*/ 12768 h 212586"/>
                <a:gd name="connsiteX46" fmla="*/ 116936 w 130993"/>
                <a:gd name="connsiteY46" fmla="*/ 62563 h 212586"/>
                <a:gd name="connsiteX47" fmla="*/ 107351 w 130993"/>
                <a:gd name="connsiteY47" fmla="*/ 97037 h 212586"/>
                <a:gd name="connsiteX48" fmla="*/ 107351 w 130993"/>
                <a:gd name="connsiteY48" fmla="*/ 97037 h 212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30993" h="212586">
                  <a:moveTo>
                    <a:pt x="65817" y="0"/>
                  </a:moveTo>
                  <a:lnTo>
                    <a:pt x="65817" y="0"/>
                  </a:lnTo>
                  <a:cubicBezTo>
                    <a:pt x="30033" y="0"/>
                    <a:pt x="1278" y="28089"/>
                    <a:pt x="0" y="63201"/>
                  </a:cubicBezTo>
                  <a:cubicBezTo>
                    <a:pt x="640" y="77885"/>
                    <a:pt x="5112" y="91929"/>
                    <a:pt x="12780" y="104697"/>
                  </a:cubicBezTo>
                  <a:cubicBezTo>
                    <a:pt x="21087" y="118742"/>
                    <a:pt x="30672" y="136617"/>
                    <a:pt x="30672" y="141724"/>
                  </a:cubicBezTo>
                  <a:lnTo>
                    <a:pt x="30672" y="163430"/>
                  </a:lnTo>
                  <a:cubicBezTo>
                    <a:pt x="30672" y="163430"/>
                    <a:pt x="30672" y="163430"/>
                    <a:pt x="30672" y="164068"/>
                  </a:cubicBezTo>
                  <a:cubicBezTo>
                    <a:pt x="30672" y="164068"/>
                    <a:pt x="30672" y="164707"/>
                    <a:pt x="30672" y="164707"/>
                  </a:cubicBezTo>
                  <a:lnTo>
                    <a:pt x="37701" y="207479"/>
                  </a:lnTo>
                  <a:cubicBezTo>
                    <a:pt x="38340" y="210671"/>
                    <a:pt x="40896" y="212587"/>
                    <a:pt x="44091" y="212587"/>
                  </a:cubicBezTo>
                  <a:lnTo>
                    <a:pt x="86904" y="212587"/>
                  </a:lnTo>
                  <a:cubicBezTo>
                    <a:pt x="90099" y="212587"/>
                    <a:pt x="92654" y="210671"/>
                    <a:pt x="93294" y="207479"/>
                  </a:cubicBezTo>
                  <a:lnTo>
                    <a:pt x="100322" y="164707"/>
                  </a:lnTo>
                  <a:cubicBezTo>
                    <a:pt x="100322" y="164707"/>
                    <a:pt x="100322" y="164707"/>
                    <a:pt x="100322" y="164068"/>
                  </a:cubicBezTo>
                  <a:cubicBezTo>
                    <a:pt x="100322" y="164068"/>
                    <a:pt x="100322" y="163430"/>
                    <a:pt x="100322" y="163430"/>
                  </a:cubicBezTo>
                  <a:lnTo>
                    <a:pt x="100322" y="141724"/>
                  </a:lnTo>
                  <a:cubicBezTo>
                    <a:pt x="100322" y="136617"/>
                    <a:pt x="109907" y="118742"/>
                    <a:pt x="118214" y="105336"/>
                  </a:cubicBezTo>
                  <a:cubicBezTo>
                    <a:pt x="125882" y="92568"/>
                    <a:pt x="130355" y="78523"/>
                    <a:pt x="130994" y="63840"/>
                  </a:cubicBezTo>
                  <a:cubicBezTo>
                    <a:pt x="130994" y="28728"/>
                    <a:pt x="100961" y="0"/>
                    <a:pt x="65817" y="0"/>
                  </a:cubicBezTo>
                  <a:close/>
                  <a:moveTo>
                    <a:pt x="81153" y="198542"/>
                  </a:moveTo>
                  <a:lnTo>
                    <a:pt x="49203" y="198542"/>
                  </a:lnTo>
                  <a:lnTo>
                    <a:pt x="44091" y="168537"/>
                  </a:lnTo>
                  <a:lnTo>
                    <a:pt x="85625" y="168537"/>
                  </a:lnTo>
                  <a:lnTo>
                    <a:pt x="81153" y="198542"/>
                  </a:lnTo>
                  <a:close/>
                  <a:moveTo>
                    <a:pt x="107351" y="97037"/>
                  </a:moveTo>
                  <a:cubicBezTo>
                    <a:pt x="102879" y="104697"/>
                    <a:pt x="86904" y="129595"/>
                    <a:pt x="86904" y="140448"/>
                  </a:cubicBezTo>
                  <a:lnTo>
                    <a:pt x="86904" y="155769"/>
                  </a:lnTo>
                  <a:lnTo>
                    <a:pt x="70929" y="155769"/>
                  </a:lnTo>
                  <a:cubicBezTo>
                    <a:pt x="70929" y="155769"/>
                    <a:pt x="70929" y="155131"/>
                    <a:pt x="70929" y="155131"/>
                  </a:cubicBezTo>
                  <a:lnTo>
                    <a:pt x="70929" y="100867"/>
                  </a:lnTo>
                  <a:lnTo>
                    <a:pt x="83069" y="88737"/>
                  </a:lnTo>
                  <a:cubicBezTo>
                    <a:pt x="85625" y="86184"/>
                    <a:pt x="85625" y="82353"/>
                    <a:pt x="83069" y="79800"/>
                  </a:cubicBezTo>
                  <a:cubicBezTo>
                    <a:pt x="83069" y="79800"/>
                    <a:pt x="83069" y="79800"/>
                    <a:pt x="83069" y="79800"/>
                  </a:cubicBezTo>
                  <a:cubicBezTo>
                    <a:pt x="80514" y="77246"/>
                    <a:pt x="76679" y="77246"/>
                    <a:pt x="74124" y="79800"/>
                  </a:cubicBezTo>
                  <a:lnTo>
                    <a:pt x="64539" y="89376"/>
                  </a:lnTo>
                  <a:lnTo>
                    <a:pt x="54314" y="79800"/>
                  </a:lnTo>
                  <a:cubicBezTo>
                    <a:pt x="51759" y="77246"/>
                    <a:pt x="47925" y="77246"/>
                    <a:pt x="45369" y="79800"/>
                  </a:cubicBezTo>
                  <a:cubicBezTo>
                    <a:pt x="42813" y="82353"/>
                    <a:pt x="42813" y="86184"/>
                    <a:pt x="45369" y="88737"/>
                  </a:cubicBezTo>
                  <a:lnTo>
                    <a:pt x="57509" y="100867"/>
                  </a:lnTo>
                  <a:lnTo>
                    <a:pt x="57509" y="155131"/>
                  </a:lnTo>
                  <a:cubicBezTo>
                    <a:pt x="57509" y="155131"/>
                    <a:pt x="57509" y="155769"/>
                    <a:pt x="57509" y="155769"/>
                  </a:cubicBezTo>
                  <a:lnTo>
                    <a:pt x="41535" y="155769"/>
                  </a:lnTo>
                  <a:lnTo>
                    <a:pt x="41535" y="140448"/>
                  </a:lnTo>
                  <a:cubicBezTo>
                    <a:pt x="41535" y="129595"/>
                    <a:pt x="26838" y="104697"/>
                    <a:pt x="21726" y="97037"/>
                  </a:cubicBezTo>
                  <a:cubicBezTo>
                    <a:pt x="15336" y="86822"/>
                    <a:pt x="11502" y="74693"/>
                    <a:pt x="10863" y="62563"/>
                  </a:cubicBezTo>
                  <a:cubicBezTo>
                    <a:pt x="12780" y="33197"/>
                    <a:pt x="37701" y="11491"/>
                    <a:pt x="67094" y="12768"/>
                  </a:cubicBezTo>
                  <a:cubicBezTo>
                    <a:pt x="93933" y="14683"/>
                    <a:pt x="115019" y="35750"/>
                    <a:pt x="116936" y="62563"/>
                  </a:cubicBezTo>
                  <a:cubicBezTo>
                    <a:pt x="117575" y="75331"/>
                    <a:pt x="113741" y="86822"/>
                    <a:pt x="107351" y="97037"/>
                  </a:cubicBezTo>
                  <a:lnTo>
                    <a:pt x="107351" y="97037"/>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0" name="Graphic 4">
            <a:extLst>
              <a:ext uri="{FF2B5EF4-FFF2-40B4-BE49-F238E27FC236}">
                <a16:creationId xmlns:a16="http://schemas.microsoft.com/office/drawing/2014/main" id="{A2D3C9CC-CD0B-C6FE-BAD0-8B4167898E76}"/>
              </a:ext>
            </a:extLst>
          </p:cNvPr>
          <p:cNvGrpSpPr/>
          <p:nvPr/>
        </p:nvGrpSpPr>
        <p:grpSpPr>
          <a:xfrm>
            <a:off x="616894" y="4540895"/>
            <a:ext cx="361670" cy="361333"/>
            <a:chOff x="1515054" y="918179"/>
            <a:chExt cx="361670" cy="361333"/>
          </a:xfrm>
          <a:solidFill>
            <a:schemeClr val="accent3">
              <a:lumMod val="50000"/>
            </a:schemeClr>
          </a:solidFill>
        </p:grpSpPr>
        <p:sp>
          <p:nvSpPr>
            <p:cNvPr id="41" name="Graphic 4">
              <a:extLst>
                <a:ext uri="{FF2B5EF4-FFF2-40B4-BE49-F238E27FC236}">
                  <a16:creationId xmlns:a16="http://schemas.microsoft.com/office/drawing/2014/main" id="{06733457-2D5B-6B91-3BA1-C69EAB897AD5}"/>
                </a:ext>
              </a:extLst>
            </p:cNvPr>
            <p:cNvSpPr/>
            <p:nvPr/>
          </p:nvSpPr>
          <p:spPr>
            <a:xfrm>
              <a:off x="1515054" y="918179"/>
              <a:ext cx="361670" cy="361333"/>
            </a:xfrm>
            <a:custGeom>
              <a:avLst/>
              <a:gdLst>
                <a:gd name="connsiteX0" fmla="*/ 180835 w 361670"/>
                <a:gd name="connsiteY0" fmla="*/ 0 h 361333"/>
                <a:gd name="connsiteX1" fmla="*/ 0 w 361670"/>
                <a:gd name="connsiteY1" fmla="*/ 180667 h 361333"/>
                <a:gd name="connsiteX2" fmla="*/ 180835 w 361670"/>
                <a:gd name="connsiteY2" fmla="*/ 361333 h 361333"/>
                <a:gd name="connsiteX3" fmla="*/ 361670 w 361670"/>
                <a:gd name="connsiteY3" fmla="*/ 180667 h 361333"/>
                <a:gd name="connsiteX4" fmla="*/ 180835 w 361670"/>
                <a:gd name="connsiteY4" fmla="*/ 0 h 361333"/>
                <a:gd name="connsiteX5" fmla="*/ 180835 w 361670"/>
                <a:gd name="connsiteY5" fmla="*/ 349204 h 361333"/>
                <a:gd name="connsiteX6" fmla="*/ 12780 w 361670"/>
                <a:gd name="connsiteY6" fmla="*/ 181305 h 361333"/>
                <a:gd name="connsiteX7" fmla="*/ 180835 w 361670"/>
                <a:gd name="connsiteY7" fmla="*/ 13406 h 361333"/>
                <a:gd name="connsiteX8" fmla="*/ 348891 w 361670"/>
                <a:gd name="connsiteY8" fmla="*/ 181305 h 361333"/>
                <a:gd name="connsiteX9" fmla="*/ 180835 w 361670"/>
                <a:gd name="connsiteY9" fmla="*/ 349204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1670" h="361333">
                  <a:moveTo>
                    <a:pt x="180835" y="0"/>
                  </a:moveTo>
                  <a:cubicBezTo>
                    <a:pt x="80513" y="0"/>
                    <a:pt x="0" y="81077"/>
                    <a:pt x="0" y="180667"/>
                  </a:cubicBezTo>
                  <a:cubicBezTo>
                    <a:pt x="0" y="280257"/>
                    <a:pt x="81152" y="361333"/>
                    <a:pt x="180835" y="361333"/>
                  </a:cubicBezTo>
                  <a:cubicBezTo>
                    <a:pt x="281157" y="361333"/>
                    <a:pt x="361670" y="280257"/>
                    <a:pt x="361670" y="180667"/>
                  </a:cubicBezTo>
                  <a:cubicBezTo>
                    <a:pt x="361670" y="81077"/>
                    <a:pt x="280518" y="0"/>
                    <a:pt x="180835" y="0"/>
                  </a:cubicBezTo>
                  <a:close/>
                  <a:moveTo>
                    <a:pt x="180835" y="349204"/>
                  </a:moveTo>
                  <a:cubicBezTo>
                    <a:pt x="88181" y="349204"/>
                    <a:pt x="12780" y="273873"/>
                    <a:pt x="12780" y="181305"/>
                  </a:cubicBezTo>
                  <a:cubicBezTo>
                    <a:pt x="12780" y="88737"/>
                    <a:pt x="88181" y="13406"/>
                    <a:pt x="180835" y="13406"/>
                  </a:cubicBezTo>
                  <a:cubicBezTo>
                    <a:pt x="273489" y="13406"/>
                    <a:pt x="348891" y="88737"/>
                    <a:pt x="348891" y="181305"/>
                  </a:cubicBezTo>
                  <a:cubicBezTo>
                    <a:pt x="348891" y="273234"/>
                    <a:pt x="273489" y="349204"/>
                    <a:pt x="180835" y="34920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3" name="Graphic 4">
              <a:extLst>
                <a:ext uri="{FF2B5EF4-FFF2-40B4-BE49-F238E27FC236}">
                  <a16:creationId xmlns:a16="http://schemas.microsoft.com/office/drawing/2014/main" id="{6A382B56-4CD3-A902-A59A-7C713A1AA671}"/>
                </a:ext>
              </a:extLst>
            </p:cNvPr>
            <p:cNvSpPr/>
            <p:nvPr/>
          </p:nvSpPr>
          <p:spPr>
            <a:xfrm>
              <a:off x="1584704" y="995425"/>
              <a:ext cx="221756" cy="206202"/>
            </a:xfrm>
            <a:custGeom>
              <a:avLst/>
              <a:gdLst>
                <a:gd name="connsiteX0" fmla="*/ 194254 w 221756"/>
                <a:gd name="connsiteY0" fmla="*/ 46603 h 206202"/>
                <a:gd name="connsiteX1" fmla="*/ 146330 w 221756"/>
                <a:gd name="connsiteY1" fmla="*/ 15322 h 206202"/>
                <a:gd name="connsiteX2" fmla="*/ 107351 w 221756"/>
                <a:gd name="connsiteY2" fmla="*/ 7022 h 206202"/>
                <a:gd name="connsiteX3" fmla="*/ 83069 w 221756"/>
                <a:gd name="connsiteY3" fmla="*/ 0 h 206202"/>
                <a:gd name="connsiteX4" fmla="*/ 49842 w 221756"/>
                <a:gd name="connsiteY4" fmla="*/ 14683 h 206202"/>
                <a:gd name="connsiteX5" fmla="*/ 48564 w 221756"/>
                <a:gd name="connsiteY5" fmla="*/ 14683 h 206202"/>
                <a:gd name="connsiteX6" fmla="*/ 7029 w 221756"/>
                <a:gd name="connsiteY6" fmla="*/ 50433 h 206202"/>
                <a:gd name="connsiteX7" fmla="*/ 8307 w 221756"/>
                <a:gd name="connsiteY7" fmla="*/ 58094 h 206202"/>
                <a:gd name="connsiteX8" fmla="*/ 0 w 221756"/>
                <a:gd name="connsiteY8" fmla="*/ 79800 h 206202"/>
                <a:gd name="connsiteX9" fmla="*/ 38979 w 221756"/>
                <a:gd name="connsiteY9" fmla="*/ 115550 h 206202"/>
                <a:gd name="connsiteX10" fmla="*/ 51119 w 221756"/>
                <a:gd name="connsiteY10" fmla="*/ 128318 h 206202"/>
                <a:gd name="connsiteX11" fmla="*/ 74123 w 221756"/>
                <a:gd name="connsiteY11" fmla="*/ 201734 h 206202"/>
                <a:gd name="connsiteX12" fmla="*/ 80513 w 221756"/>
                <a:gd name="connsiteY12" fmla="*/ 206203 h 206202"/>
                <a:gd name="connsiteX13" fmla="*/ 80513 w 221756"/>
                <a:gd name="connsiteY13" fmla="*/ 206203 h 206202"/>
                <a:gd name="connsiteX14" fmla="*/ 86264 w 221756"/>
                <a:gd name="connsiteY14" fmla="*/ 201734 h 206202"/>
                <a:gd name="connsiteX15" fmla="*/ 105434 w 221756"/>
                <a:gd name="connsiteY15" fmla="*/ 135979 h 206202"/>
                <a:gd name="connsiteX16" fmla="*/ 128438 w 221756"/>
                <a:gd name="connsiteY16" fmla="*/ 132787 h 206202"/>
                <a:gd name="connsiteX17" fmla="*/ 145690 w 221756"/>
                <a:gd name="connsiteY17" fmla="*/ 135979 h 206202"/>
                <a:gd name="connsiteX18" fmla="*/ 182752 w 221756"/>
                <a:gd name="connsiteY18" fmla="*/ 115550 h 206202"/>
                <a:gd name="connsiteX19" fmla="*/ 221731 w 221756"/>
                <a:gd name="connsiteY19" fmla="*/ 79800 h 206202"/>
                <a:gd name="connsiteX20" fmla="*/ 194254 w 221756"/>
                <a:gd name="connsiteY20" fmla="*/ 46603 h 206202"/>
                <a:gd name="connsiteX21" fmla="*/ 180835 w 221756"/>
                <a:gd name="connsiteY21" fmla="*/ 103420 h 206202"/>
                <a:gd name="connsiteX22" fmla="*/ 180196 w 221756"/>
                <a:gd name="connsiteY22" fmla="*/ 103420 h 206202"/>
                <a:gd name="connsiteX23" fmla="*/ 179557 w 221756"/>
                <a:gd name="connsiteY23" fmla="*/ 103420 h 206202"/>
                <a:gd name="connsiteX24" fmla="*/ 173167 w 221756"/>
                <a:gd name="connsiteY24" fmla="*/ 107251 h 206202"/>
                <a:gd name="connsiteX25" fmla="*/ 145690 w 221756"/>
                <a:gd name="connsiteY25" fmla="*/ 123849 h 206202"/>
                <a:gd name="connsiteX26" fmla="*/ 130994 w 221756"/>
                <a:gd name="connsiteY26" fmla="*/ 120657 h 206202"/>
                <a:gd name="connsiteX27" fmla="*/ 125243 w 221756"/>
                <a:gd name="connsiteY27" fmla="*/ 120657 h 206202"/>
                <a:gd name="connsiteX28" fmla="*/ 102239 w 221756"/>
                <a:gd name="connsiteY28" fmla="*/ 123211 h 206202"/>
                <a:gd name="connsiteX29" fmla="*/ 94571 w 221756"/>
                <a:gd name="connsiteY29" fmla="*/ 127680 h 206202"/>
                <a:gd name="connsiteX30" fmla="*/ 79874 w 221756"/>
                <a:gd name="connsiteY30" fmla="*/ 178752 h 206202"/>
                <a:gd name="connsiteX31" fmla="*/ 61982 w 221756"/>
                <a:gd name="connsiteY31" fmla="*/ 123211 h 206202"/>
                <a:gd name="connsiteX32" fmla="*/ 59426 w 221756"/>
                <a:gd name="connsiteY32" fmla="*/ 119380 h 206202"/>
                <a:gd name="connsiteX33" fmla="*/ 48564 w 221756"/>
                <a:gd name="connsiteY33" fmla="*/ 107251 h 206202"/>
                <a:gd name="connsiteX34" fmla="*/ 42813 w 221756"/>
                <a:gd name="connsiteY34" fmla="*/ 103420 h 206202"/>
                <a:gd name="connsiteX35" fmla="*/ 42813 w 221756"/>
                <a:gd name="connsiteY35" fmla="*/ 103420 h 206202"/>
                <a:gd name="connsiteX36" fmla="*/ 42174 w 221756"/>
                <a:gd name="connsiteY36" fmla="*/ 103420 h 206202"/>
                <a:gd name="connsiteX37" fmla="*/ 41535 w 221756"/>
                <a:gd name="connsiteY37" fmla="*/ 103420 h 206202"/>
                <a:gd name="connsiteX38" fmla="*/ 12780 w 221756"/>
                <a:gd name="connsiteY38" fmla="*/ 80438 h 206202"/>
                <a:gd name="connsiteX39" fmla="*/ 19809 w 221756"/>
                <a:gd name="connsiteY39" fmla="*/ 65117 h 206202"/>
                <a:gd name="connsiteX40" fmla="*/ 21726 w 221756"/>
                <a:gd name="connsiteY40" fmla="*/ 58094 h 206202"/>
                <a:gd name="connsiteX41" fmla="*/ 20448 w 221756"/>
                <a:gd name="connsiteY41" fmla="*/ 51072 h 206202"/>
                <a:gd name="connsiteX42" fmla="*/ 49202 w 221756"/>
                <a:gd name="connsiteY42" fmla="*/ 28089 h 206202"/>
                <a:gd name="connsiteX43" fmla="*/ 53036 w 221756"/>
                <a:gd name="connsiteY43" fmla="*/ 28089 h 206202"/>
                <a:gd name="connsiteX44" fmla="*/ 58788 w 221756"/>
                <a:gd name="connsiteY44" fmla="*/ 25536 h 206202"/>
                <a:gd name="connsiteX45" fmla="*/ 83708 w 221756"/>
                <a:gd name="connsiteY45" fmla="*/ 13406 h 206202"/>
                <a:gd name="connsiteX46" fmla="*/ 102878 w 221756"/>
                <a:gd name="connsiteY46" fmla="*/ 19790 h 206202"/>
                <a:gd name="connsiteX47" fmla="*/ 108629 w 221756"/>
                <a:gd name="connsiteY47" fmla="*/ 21067 h 206202"/>
                <a:gd name="connsiteX48" fmla="*/ 140579 w 221756"/>
                <a:gd name="connsiteY48" fmla="*/ 28089 h 206202"/>
                <a:gd name="connsiteX49" fmla="*/ 146330 w 221756"/>
                <a:gd name="connsiteY49" fmla="*/ 30005 h 206202"/>
                <a:gd name="connsiteX50" fmla="*/ 182113 w 221756"/>
                <a:gd name="connsiteY50" fmla="*/ 52349 h 206202"/>
                <a:gd name="connsiteX51" fmla="*/ 182113 w 221756"/>
                <a:gd name="connsiteY51" fmla="*/ 52987 h 206202"/>
                <a:gd name="connsiteX52" fmla="*/ 187225 w 221756"/>
                <a:gd name="connsiteY52" fmla="*/ 59371 h 206202"/>
                <a:gd name="connsiteX53" fmla="*/ 209590 w 221756"/>
                <a:gd name="connsiteY53" fmla="*/ 81715 h 206202"/>
                <a:gd name="connsiteX54" fmla="*/ 180835 w 221756"/>
                <a:gd name="connsiteY54" fmla="*/ 103420 h 206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221756" h="206202">
                  <a:moveTo>
                    <a:pt x="194254" y="46603"/>
                  </a:moveTo>
                  <a:cubicBezTo>
                    <a:pt x="191698" y="26813"/>
                    <a:pt x="170611" y="12130"/>
                    <a:pt x="146330" y="15322"/>
                  </a:cubicBezTo>
                  <a:cubicBezTo>
                    <a:pt x="136106" y="7022"/>
                    <a:pt x="121409" y="3830"/>
                    <a:pt x="107351" y="7022"/>
                  </a:cubicBezTo>
                  <a:cubicBezTo>
                    <a:pt x="100322" y="2554"/>
                    <a:pt x="92015" y="0"/>
                    <a:pt x="83069" y="0"/>
                  </a:cubicBezTo>
                  <a:cubicBezTo>
                    <a:pt x="69650" y="0"/>
                    <a:pt x="57509" y="5746"/>
                    <a:pt x="49842" y="14683"/>
                  </a:cubicBezTo>
                  <a:cubicBezTo>
                    <a:pt x="49202" y="14683"/>
                    <a:pt x="48564" y="14683"/>
                    <a:pt x="48564" y="14683"/>
                  </a:cubicBezTo>
                  <a:cubicBezTo>
                    <a:pt x="25560" y="14683"/>
                    <a:pt x="7029" y="30643"/>
                    <a:pt x="7029" y="50433"/>
                  </a:cubicBezTo>
                  <a:cubicBezTo>
                    <a:pt x="7029" y="52987"/>
                    <a:pt x="7668" y="55541"/>
                    <a:pt x="8307" y="58094"/>
                  </a:cubicBezTo>
                  <a:cubicBezTo>
                    <a:pt x="2556" y="64478"/>
                    <a:pt x="0" y="72139"/>
                    <a:pt x="0" y="79800"/>
                  </a:cubicBezTo>
                  <a:cubicBezTo>
                    <a:pt x="0" y="98952"/>
                    <a:pt x="17253" y="114912"/>
                    <a:pt x="38979" y="115550"/>
                  </a:cubicBezTo>
                  <a:cubicBezTo>
                    <a:pt x="41535" y="120657"/>
                    <a:pt x="46008" y="125126"/>
                    <a:pt x="51119" y="128318"/>
                  </a:cubicBezTo>
                  <a:lnTo>
                    <a:pt x="74123" y="201734"/>
                  </a:lnTo>
                  <a:cubicBezTo>
                    <a:pt x="74762" y="204287"/>
                    <a:pt x="77318" y="206203"/>
                    <a:pt x="80513" y="206203"/>
                  </a:cubicBezTo>
                  <a:cubicBezTo>
                    <a:pt x="80513" y="206203"/>
                    <a:pt x="80513" y="206203"/>
                    <a:pt x="80513" y="206203"/>
                  </a:cubicBezTo>
                  <a:cubicBezTo>
                    <a:pt x="83069" y="206203"/>
                    <a:pt x="85625" y="204287"/>
                    <a:pt x="86264" y="201734"/>
                  </a:cubicBezTo>
                  <a:lnTo>
                    <a:pt x="105434" y="135979"/>
                  </a:lnTo>
                  <a:cubicBezTo>
                    <a:pt x="113102" y="136617"/>
                    <a:pt x="121409" y="135979"/>
                    <a:pt x="128438" y="132787"/>
                  </a:cubicBezTo>
                  <a:cubicBezTo>
                    <a:pt x="134189" y="134702"/>
                    <a:pt x="139940" y="135979"/>
                    <a:pt x="145690" y="135979"/>
                  </a:cubicBezTo>
                  <a:cubicBezTo>
                    <a:pt x="161665" y="135979"/>
                    <a:pt x="176362" y="127680"/>
                    <a:pt x="182752" y="115550"/>
                  </a:cubicBezTo>
                  <a:cubicBezTo>
                    <a:pt x="204478" y="114273"/>
                    <a:pt x="221731" y="98952"/>
                    <a:pt x="221731" y="79800"/>
                  </a:cubicBezTo>
                  <a:cubicBezTo>
                    <a:pt x="222370" y="65117"/>
                    <a:pt x="210868" y="51710"/>
                    <a:pt x="194254" y="46603"/>
                  </a:cubicBezTo>
                  <a:close/>
                  <a:moveTo>
                    <a:pt x="180835" y="103420"/>
                  </a:moveTo>
                  <a:lnTo>
                    <a:pt x="180196" y="103420"/>
                  </a:lnTo>
                  <a:cubicBezTo>
                    <a:pt x="180196" y="103420"/>
                    <a:pt x="179557" y="103420"/>
                    <a:pt x="179557" y="103420"/>
                  </a:cubicBezTo>
                  <a:cubicBezTo>
                    <a:pt x="177001" y="103420"/>
                    <a:pt x="174445" y="104697"/>
                    <a:pt x="173167" y="107251"/>
                  </a:cubicBezTo>
                  <a:cubicBezTo>
                    <a:pt x="169333" y="116827"/>
                    <a:pt x="158470" y="123849"/>
                    <a:pt x="145690" y="123849"/>
                  </a:cubicBezTo>
                  <a:cubicBezTo>
                    <a:pt x="140579" y="123849"/>
                    <a:pt x="135467" y="122572"/>
                    <a:pt x="130994" y="120657"/>
                  </a:cubicBezTo>
                  <a:cubicBezTo>
                    <a:pt x="129077" y="120019"/>
                    <a:pt x="127160" y="120019"/>
                    <a:pt x="125243" y="120657"/>
                  </a:cubicBezTo>
                  <a:cubicBezTo>
                    <a:pt x="118214" y="123849"/>
                    <a:pt x="110546" y="125126"/>
                    <a:pt x="102239" y="123211"/>
                  </a:cubicBezTo>
                  <a:cubicBezTo>
                    <a:pt x="99044" y="122572"/>
                    <a:pt x="95210" y="124488"/>
                    <a:pt x="94571" y="127680"/>
                  </a:cubicBezTo>
                  <a:lnTo>
                    <a:pt x="79874" y="178752"/>
                  </a:lnTo>
                  <a:lnTo>
                    <a:pt x="61982" y="123211"/>
                  </a:lnTo>
                  <a:cubicBezTo>
                    <a:pt x="61343" y="121934"/>
                    <a:pt x="60704" y="120657"/>
                    <a:pt x="59426" y="119380"/>
                  </a:cubicBezTo>
                  <a:cubicBezTo>
                    <a:pt x="54314" y="116188"/>
                    <a:pt x="50480" y="112358"/>
                    <a:pt x="48564" y="107251"/>
                  </a:cubicBezTo>
                  <a:cubicBezTo>
                    <a:pt x="47925" y="104697"/>
                    <a:pt x="45369" y="103420"/>
                    <a:pt x="42813" y="103420"/>
                  </a:cubicBezTo>
                  <a:cubicBezTo>
                    <a:pt x="42813" y="103420"/>
                    <a:pt x="42813" y="103420"/>
                    <a:pt x="42813" y="103420"/>
                  </a:cubicBezTo>
                  <a:cubicBezTo>
                    <a:pt x="42813" y="103420"/>
                    <a:pt x="42174" y="103420"/>
                    <a:pt x="42174" y="103420"/>
                  </a:cubicBezTo>
                  <a:lnTo>
                    <a:pt x="41535" y="103420"/>
                  </a:lnTo>
                  <a:cubicBezTo>
                    <a:pt x="25560" y="103420"/>
                    <a:pt x="12780" y="93206"/>
                    <a:pt x="12780" y="80438"/>
                  </a:cubicBezTo>
                  <a:cubicBezTo>
                    <a:pt x="12780" y="74693"/>
                    <a:pt x="15336" y="69585"/>
                    <a:pt x="19809" y="65117"/>
                  </a:cubicBezTo>
                  <a:cubicBezTo>
                    <a:pt x="21726" y="63201"/>
                    <a:pt x="22365" y="60648"/>
                    <a:pt x="21726" y="58094"/>
                  </a:cubicBezTo>
                  <a:cubicBezTo>
                    <a:pt x="21087" y="55541"/>
                    <a:pt x="20448" y="53625"/>
                    <a:pt x="20448" y="51072"/>
                  </a:cubicBezTo>
                  <a:cubicBezTo>
                    <a:pt x="20448" y="38304"/>
                    <a:pt x="33228" y="28089"/>
                    <a:pt x="49202" y="28089"/>
                  </a:cubicBezTo>
                  <a:cubicBezTo>
                    <a:pt x="50480" y="28089"/>
                    <a:pt x="51759" y="28089"/>
                    <a:pt x="53036" y="28089"/>
                  </a:cubicBezTo>
                  <a:cubicBezTo>
                    <a:pt x="55593" y="28089"/>
                    <a:pt x="57509" y="27451"/>
                    <a:pt x="58788" y="25536"/>
                  </a:cubicBezTo>
                  <a:cubicBezTo>
                    <a:pt x="63899" y="17875"/>
                    <a:pt x="73484" y="13406"/>
                    <a:pt x="83708" y="13406"/>
                  </a:cubicBezTo>
                  <a:cubicBezTo>
                    <a:pt x="90737" y="13406"/>
                    <a:pt x="97766" y="15322"/>
                    <a:pt x="102878" y="19790"/>
                  </a:cubicBezTo>
                  <a:cubicBezTo>
                    <a:pt x="104795" y="21067"/>
                    <a:pt x="106712" y="21067"/>
                    <a:pt x="108629" y="21067"/>
                  </a:cubicBezTo>
                  <a:cubicBezTo>
                    <a:pt x="120131" y="17237"/>
                    <a:pt x="132911" y="20429"/>
                    <a:pt x="140579" y="28089"/>
                  </a:cubicBezTo>
                  <a:cubicBezTo>
                    <a:pt x="141857" y="29366"/>
                    <a:pt x="144413" y="30005"/>
                    <a:pt x="146330" y="30005"/>
                  </a:cubicBezTo>
                  <a:cubicBezTo>
                    <a:pt x="165499" y="25536"/>
                    <a:pt x="182113" y="37665"/>
                    <a:pt x="182113" y="52349"/>
                  </a:cubicBezTo>
                  <a:cubicBezTo>
                    <a:pt x="182113" y="52349"/>
                    <a:pt x="182113" y="52987"/>
                    <a:pt x="182113" y="52987"/>
                  </a:cubicBezTo>
                  <a:cubicBezTo>
                    <a:pt x="182113" y="56179"/>
                    <a:pt x="184030" y="58733"/>
                    <a:pt x="187225" y="59371"/>
                  </a:cubicBezTo>
                  <a:cubicBezTo>
                    <a:pt x="200005" y="61925"/>
                    <a:pt x="209590" y="71501"/>
                    <a:pt x="209590" y="81715"/>
                  </a:cubicBezTo>
                  <a:cubicBezTo>
                    <a:pt x="209590" y="93206"/>
                    <a:pt x="196810" y="103420"/>
                    <a:pt x="180835" y="10342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4" name="Graphic 4">
            <a:extLst>
              <a:ext uri="{FF2B5EF4-FFF2-40B4-BE49-F238E27FC236}">
                <a16:creationId xmlns:a16="http://schemas.microsoft.com/office/drawing/2014/main" id="{7B42685F-3E3B-4E75-6454-558BD6DF2919}"/>
              </a:ext>
            </a:extLst>
          </p:cNvPr>
          <p:cNvGrpSpPr/>
          <p:nvPr/>
        </p:nvGrpSpPr>
        <p:grpSpPr>
          <a:xfrm>
            <a:off x="594981" y="3874334"/>
            <a:ext cx="362313" cy="361971"/>
            <a:chOff x="2559808" y="2371173"/>
            <a:chExt cx="362313" cy="361971"/>
          </a:xfrm>
          <a:solidFill>
            <a:schemeClr val="accent3">
              <a:lumMod val="50000"/>
            </a:schemeClr>
          </a:solidFill>
        </p:grpSpPr>
        <p:sp>
          <p:nvSpPr>
            <p:cNvPr id="45" name="Graphic 4">
              <a:extLst>
                <a:ext uri="{FF2B5EF4-FFF2-40B4-BE49-F238E27FC236}">
                  <a16:creationId xmlns:a16="http://schemas.microsoft.com/office/drawing/2014/main" id="{D9056889-0D2A-BB20-734B-F33C7EAEB3A6}"/>
                </a:ext>
              </a:extLst>
            </p:cNvPr>
            <p:cNvSpPr/>
            <p:nvPr/>
          </p:nvSpPr>
          <p:spPr>
            <a:xfrm>
              <a:off x="2559808" y="2371173"/>
              <a:ext cx="362313" cy="361971"/>
            </a:xfrm>
            <a:custGeom>
              <a:avLst/>
              <a:gdLst>
                <a:gd name="connsiteX0" fmla="*/ 181474 w 362313"/>
                <a:gd name="connsiteY0" fmla="*/ 0 h 361971"/>
                <a:gd name="connsiteX1" fmla="*/ 0 w 362313"/>
                <a:gd name="connsiteY1" fmla="*/ 180667 h 361971"/>
                <a:gd name="connsiteX2" fmla="*/ 180835 w 362313"/>
                <a:gd name="connsiteY2" fmla="*/ 361972 h 361971"/>
                <a:gd name="connsiteX3" fmla="*/ 362309 w 362313"/>
                <a:gd name="connsiteY3" fmla="*/ 181305 h 361971"/>
                <a:gd name="connsiteX4" fmla="*/ 362309 w 362313"/>
                <a:gd name="connsiteY4" fmla="*/ 181305 h 361971"/>
                <a:gd name="connsiteX5" fmla="*/ 181474 w 362313"/>
                <a:gd name="connsiteY5" fmla="*/ 0 h 361971"/>
                <a:gd name="connsiteX6" fmla="*/ 181474 w 362313"/>
                <a:gd name="connsiteY6" fmla="*/ 349204 h 361971"/>
                <a:gd name="connsiteX7" fmla="*/ 12780 w 362313"/>
                <a:gd name="connsiteY7" fmla="*/ 181305 h 361971"/>
                <a:gd name="connsiteX8" fmla="*/ 180835 w 362313"/>
                <a:gd name="connsiteY8" fmla="*/ 12768 h 361971"/>
                <a:gd name="connsiteX9" fmla="*/ 349529 w 362313"/>
                <a:gd name="connsiteY9" fmla="*/ 180667 h 361971"/>
                <a:gd name="connsiteX10" fmla="*/ 349529 w 362313"/>
                <a:gd name="connsiteY10" fmla="*/ 180667 h 361971"/>
                <a:gd name="connsiteX11" fmla="*/ 181474 w 362313"/>
                <a:gd name="connsiteY11" fmla="*/ 349204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2313" h="361971">
                  <a:moveTo>
                    <a:pt x="181474" y="0"/>
                  </a:moveTo>
                  <a:cubicBezTo>
                    <a:pt x="81152" y="0"/>
                    <a:pt x="0" y="81077"/>
                    <a:pt x="0" y="180667"/>
                  </a:cubicBezTo>
                  <a:cubicBezTo>
                    <a:pt x="0" y="280895"/>
                    <a:pt x="81152" y="361972"/>
                    <a:pt x="180835" y="361972"/>
                  </a:cubicBezTo>
                  <a:cubicBezTo>
                    <a:pt x="281157" y="361972"/>
                    <a:pt x="362309" y="280895"/>
                    <a:pt x="362309" y="181305"/>
                  </a:cubicBezTo>
                  <a:cubicBezTo>
                    <a:pt x="362309" y="181305"/>
                    <a:pt x="362309" y="181305"/>
                    <a:pt x="362309" y="181305"/>
                  </a:cubicBezTo>
                  <a:cubicBezTo>
                    <a:pt x="362948" y="81077"/>
                    <a:pt x="281796" y="0"/>
                    <a:pt x="181474" y="0"/>
                  </a:cubicBezTo>
                  <a:close/>
                  <a:moveTo>
                    <a:pt x="181474" y="349204"/>
                  </a:moveTo>
                  <a:cubicBezTo>
                    <a:pt x="88181" y="349204"/>
                    <a:pt x="12780" y="273873"/>
                    <a:pt x="12780" y="181305"/>
                  </a:cubicBezTo>
                  <a:cubicBezTo>
                    <a:pt x="12780" y="88099"/>
                    <a:pt x="88181" y="12768"/>
                    <a:pt x="180835" y="12768"/>
                  </a:cubicBezTo>
                  <a:cubicBezTo>
                    <a:pt x="274128" y="12768"/>
                    <a:pt x="349529" y="88099"/>
                    <a:pt x="349529" y="180667"/>
                  </a:cubicBezTo>
                  <a:cubicBezTo>
                    <a:pt x="349529" y="180667"/>
                    <a:pt x="349529" y="180667"/>
                    <a:pt x="349529" y="180667"/>
                  </a:cubicBezTo>
                  <a:cubicBezTo>
                    <a:pt x="350168" y="273873"/>
                    <a:pt x="274767" y="349204"/>
                    <a:pt x="181474" y="34920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6" name="Graphic 4">
              <a:extLst>
                <a:ext uri="{FF2B5EF4-FFF2-40B4-BE49-F238E27FC236}">
                  <a16:creationId xmlns:a16="http://schemas.microsoft.com/office/drawing/2014/main" id="{CD3CB9DA-F442-98C7-2233-10A7EFB72C2B}"/>
                </a:ext>
              </a:extLst>
            </p:cNvPr>
            <p:cNvSpPr/>
            <p:nvPr/>
          </p:nvSpPr>
          <p:spPr>
            <a:xfrm>
              <a:off x="2709972" y="2639939"/>
              <a:ext cx="124603" cy="12767"/>
            </a:xfrm>
            <a:custGeom>
              <a:avLst/>
              <a:gdLst>
                <a:gd name="connsiteX0" fmla="*/ 118853 w 124603"/>
                <a:gd name="connsiteY0" fmla="*/ 0 h 12767"/>
                <a:gd name="connsiteX1" fmla="*/ 6390 w 124603"/>
                <a:gd name="connsiteY1" fmla="*/ 0 h 12767"/>
                <a:gd name="connsiteX2" fmla="*/ 0 w 124603"/>
                <a:gd name="connsiteY2" fmla="*/ 6384 h 12767"/>
                <a:gd name="connsiteX3" fmla="*/ 6390 w 124603"/>
                <a:gd name="connsiteY3" fmla="*/ 12768 h 12767"/>
                <a:gd name="connsiteX4" fmla="*/ 118214 w 124603"/>
                <a:gd name="connsiteY4" fmla="*/ 12768 h 12767"/>
                <a:gd name="connsiteX5" fmla="*/ 124604 w 124603"/>
                <a:gd name="connsiteY5" fmla="*/ 6384 h 12767"/>
                <a:gd name="connsiteX6" fmla="*/ 118853 w 124603"/>
                <a:gd name="connsiteY6" fmla="*/ 0 h 12767"/>
                <a:gd name="connsiteX7" fmla="*/ 118853 w 124603"/>
                <a:gd name="connsiteY7" fmla="*/ 0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603" h="12767">
                  <a:moveTo>
                    <a:pt x="118853" y="0"/>
                  </a:moveTo>
                  <a:lnTo>
                    <a:pt x="6390" y="0"/>
                  </a:lnTo>
                  <a:cubicBezTo>
                    <a:pt x="2556" y="0"/>
                    <a:pt x="0" y="2554"/>
                    <a:pt x="0" y="6384"/>
                  </a:cubicBezTo>
                  <a:cubicBezTo>
                    <a:pt x="0" y="10214"/>
                    <a:pt x="2556" y="12768"/>
                    <a:pt x="6390" y="12768"/>
                  </a:cubicBezTo>
                  <a:lnTo>
                    <a:pt x="118214" y="12768"/>
                  </a:lnTo>
                  <a:cubicBezTo>
                    <a:pt x="122048" y="12768"/>
                    <a:pt x="124604" y="10214"/>
                    <a:pt x="124604" y="6384"/>
                  </a:cubicBezTo>
                  <a:cubicBezTo>
                    <a:pt x="124604" y="2554"/>
                    <a:pt x="122687" y="0"/>
                    <a:pt x="118853" y="0"/>
                  </a:cubicBezTo>
                  <a:lnTo>
                    <a:pt x="118853" y="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Graphic 4">
              <a:extLst>
                <a:ext uri="{FF2B5EF4-FFF2-40B4-BE49-F238E27FC236}">
                  <a16:creationId xmlns:a16="http://schemas.microsoft.com/office/drawing/2014/main" id="{826D9E4B-E39A-9EA4-4616-F5DEF534F2AE}"/>
                </a:ext>
              </a:extLst>
            </p:cNvPr>
            <p:cNvSpPr/>
            <p:nvPr/>
          </p:nvSpPr>
          <p:spPr>
            <a:xfrm>
              <a:off x="2709972" y="2570992"/>
              <a:ext cx="124603" cy="12767"/>
            </a:xfrm>
            <a:custGeom>
              <a:avLst/>
              <a:gdLst>
                <a:gd name="connsiteX0" fmla="*/ 118853 w 124603"/>
                <a:gd name="connsiteY0" fmla="*/ 0 h 12767"/>
                <a:gd name="connsiteX1" fmla="*/ 6390 w 124603"/>
                <a:gd name="connsiteY1" fmla="*/ 0 h 12767"/>
                <a:gd name="connsiteX2" fmla="*/ 0 w 124603"/>
                <a:gd name="connsiteY2" fmla="*/ 6384 h 12767"/>
                <a:gd name="connsiteX3" fmla="*/ 6390 w 124603"/>
                <a:gd name="connsiteY3" fmla="*/ 12768 h 12767"/>
                <a:gd name="connsiteX4" fmla="*/ 118214 w 124603"/>
                <a:gd name="connsiteY4" fmla="*/ 12768 h 12767"/>
                <a:gd name="connsiteX5" fmla="*/ 124604 w 124603"/>
                <a:gd name="connsiteY5" fmla="*/ 6384 h 12767"/>
                <a:gd name="connsiteX6" fmla="*/ 118853 w 124603"/>
                <a:gd name="connsiteY6" fmla="*/ 0 h 12767"/>
                <a:gd name="connsiteX7" fmla="*/ 118853 w 124603"/>
                <a:gd name="connsiteY7" fmla="*/ 0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603" h="12767">
                  <a:moveTo>
                    <a:pt x="118853" y="0"/>
                  </a:moveTo>
                  <a:lnTo>
                    <a:pt x="6390" y="0"/>
                  </a:lnTo>
                  <a:cubicBezTo>
                    <a:pt x="2556" y="0"/>
                    <a:pt x="0" y="2554"/>
                    <a:pt x="0" y="6384"/>
                  </a:cubicBezTo>
                  <a:cubicBezTo>
                    <a:pt x="0" y="10214"/>
                    <a:pt x="2556" y="12768"/>
                    <a:pt x="6390" y="12768"/>
                  </a:cubicBezTo>
                  <a:lnTo>
                    <a:pt x="118214" y="12768"/>
                  </a:lnTo>
                  <a:cubicBezTo>
                    <a:pt x="122048" y="12768"/>
                    <a:pt x="124604" y="10214"/>
                    <a:pt x="124604" y="6384"/>
                  </a:cubicBezTo>
                  <a:cubicBezTo>
                    <a:pt x="124604" y="2554"/>
                    <a:pt x="122687" y="0"/>
                    <a:pt x="118853" y="0"/>
                  </a:cubicBezTo>
                  <a:lnTo>
                    <a:pt x="118853" y="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8" name="Graphic 4">
              <a:extLst>
                <a:ext uri="{FF2B5EF4-FFF2-40B4-BE49-F238E27FC236}">
                  <a16:creationId xmlns:a16="http://schemas.microsoft.com/office/drawing/2014/main" id="{33323E5C-D14C-4B28-9E7A-CB5DCC301015}"/>
                </a:ext>
              </a:extLst>
            </p:cNvPr>
            <p:cNvSpPr/>
            <p:nvPr/>
          </p:nvSpPr>
          <p:spPr>
            <a:xfrm>
              <a:off x="2709972" y="2502683"/>
              <a:ext cx="124603" cy="12767"/>
            </a:xfrm>
            <a:custGeom>
              <a:avLst/>
              <a:gdLst>
                <a:gd name="connsiteX0" fmla="*/ 118853 w 124603"/>
                <a:gd name="connsiteY0" fmla="*/ 0 h 12767"/>
                <a:gd name="connsiteX1" fmla="*/ 6390 w 124603"/>
                <a:gd name="connsiteY1" fmla="*/ 0 h 12767"/>
                <a:gd name="connsiteX2" fmla="*/ 0 w 124603"/>
                <a:gd name="connsiteY2" fmla="*/ 6384 h 12767"/>
                <a:gd name="connsiteX3" fmla="*/ 6390 w 124603"/>
                <a:gd name="connsiteY3" fmla="*/ 12768 h 12767"/>
                <a:gd name="connsiteX4" fmla="*/ 118214 w 124603"/>
                <a:gd name="connsiteY4" fmla="*/ 12768 h 12767"/>
                <a:gd name="connsiteX5" fmla="*/ 124604 w 124603"/>
                <a:gd name="connsiteY5" fmla="*/ 6384 h 12767"/>
                <a:gd name="connsiteX6" fmla="*/ 118853 w 124603"/>
                <a:gd name="connsiteY6" fmla="*/ 0 h 12767"/>
                <a:gd name="connsiteX7" fmla="*/ 118853 w 124603"/>
                <a:gd name="connsiteY7" fmla="*/ 0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603" h="12767">
                  <a:moveTo>
                    <a:pt x="118853" y="0"/>
                  </a:moveTo>
                  <a:lnTo>
                    <a:pt x="6390" y="0"/>
                  </a:lnTo>
                  <a:cubicBezTo>
                    <a:pt x="2556" y="0"/>
                    <a:pt x="0" y="2554"/>
                    <a:pt x="0" y="6384"/>
                  </a:cubicBezTo>
                  <a:cubicBezTo>
                    <a:pt x="0" y="10214"/>
                    <a:pt x="2556" y="12768"/>
                    <a:pt x="6390" y="12768"/>
                  </a:cubicBezTo>
                  <a:lnTo>
                    <a:pt x="118214" y="12768"/>
                  </a:lnTo>
                  <a:cubicBezTo>
                    <a:pt x="122048" y="12768"/>
                    <a:pt x="124604" y="10214"/>
                    <a:pt x="124604" y="6384"/>
                  </a:cubicBezTo>
                  <a:cubicBezTo>
                    <a:pt x="124604" y="2554"/>
                    <a:pt x="122687" y="0"/>
                    <a:pt x="118853" y="0"/>
                  </a:cubicBezTo>
                  <a:lnTo>
                    <a:pt x="118853" y="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9" name="Graphic 4">
              <a:extLst>
                <a:ext uri="{FF2B5EF4-FFF2-40B4-BE49-F238E27FC236}">
                  <a16:creationId xmlns:a16="http://schemas.microsoft.com/office/drawing/2014/main" id="{E652A85F-5D88-C01D-4C4B-C126BF8C35B9}"/>
                </a:ext>
              </a:extLst>
            </p:cNvPr>
            <p:cNvSpPr/>
            <p:nvPr/>
          </p:nvSpPr>
          <p:spPr>
            <a:xfrm>
              <a:off x="2647350" y="2451611"/>
              <a:ext cx="78045" cy="63839"/>
            </a:xfrm>
            <a:custGeom>
              <a:avLst/>
              <a:gdLst>
                <a:gd name="connsiteX0" fmla="*/ 15975 w 78045"/>
                <a:gd name="connsiteY0" fmla="*/ 63840 h 63839"/>
                <a:gd name="connsiteX1" fmla="*/ 39618 w 78045"/>
                <a:gd name="connsiteY1" fmla="*/ 63840 h 63839"/>
                <a:gd name="connsiteX2" fmla="*/ 55593 w 78045"/>
                <a:gd name="connsiteY2" fmla="*/ 47880 h 63839"/>
                <a:gd name="connsiteX3" fmla="*/ 55593 w 78045"/>
                <a:gd name="connsiteY3" fmla="*/ 30005 h 63839"/>
                <a:gd name="connsiteX4" fmla="*/ 76040 w 78045"/>
                <a:gd name="connsiteY4" fmla="*/ 10853 h 63839"/>
                <a:gd name="connsiteX5" fmla="*/ 76679 w 78045"/>
                <a:gd name="connsiteY5" fmla="*/ 1915 h 63839"/>
                <a:gd name="connsiteX6" fmla="*/ 76679 w 78045"/>
                <a:gd name="connsiteY6" fmla="*/ 1915 h 63839"/>
                <a:gd name="connsiteX7" fmla="*/ 67733 w 78045"/>
                <a:gd name="connsiteY7" fmla="*/ 1915 h 63839"/>
                <a:gd name="connsiteX8" fmla="*/ 51759 w 78045"/>
                <a:gd name="connsiteY8" fmla="*/ 16598 h 63839"/>
                <a:gd name="connsiteX9" fmla="*/ 39618 w 78045"/>
                <a:gd name="connsiteY9" fmla="*/ 10853 h 63839"/>
                <a:gd name="connsiteX10" fmla="*/ 15975 w 78045"/>
                <a:gd name="connsiteY10" fmla="*/ 10853 h 63839"/>
                <a:gd name="connsiteX11" fmla="*/ 0 w 78045"/>
                <a:gd name="connsiteY11" fmla="*/ 26813 h 63839"/>
                <a:gd name="connsiteX12" fmla="*/ 0 w 78045"/>
                <a:gd name="connsiteY12" fmla="*/ 48518 h 63839"/>
                <a:gd name="connsiteX13" fmla="*/ 15975 w 78045"/>
                <a:gd name="connsiteY13" fmla="*/ 63840 h 63839"/>
                <a:gd name="connsiteX14" fmla="*/ 15975 w 78045"/>
                <a:gd name="connsiteY14" fmla="*/ 63840 h 63839"/>
                <a:gd name="connsiteX15" fmla="*/ 42813 w 78045"/>
                <a:gd name="connsiteY15" fmla="*/ 47880 h 63839"/>
                <a:gd name="connsiteX16" fmla="*/ 39618 w 78045"/>
                <a:gd name="connsiteY16" fmla="*/ 51072 h 63839"/>
                <a:gd name="connsiteX17" fmla="*/ 15975 w 78045"/>
                <a:gd name="connsiteY17" fmla="*/ 51072 h 63839"/>
                <a:gd name="connsiteX18" fmla="*/ 12780 w 78045"/>
                <a:gd name="connsiteY18" fmla="*/ 47880 h 63839"/>
                <a:gd name="connsiteX19" fmla="*/ 12780 w 78045"/>
                <a:gd name="connsiteY19" fmla="*/ 37027 h 63839"/>
                <a:gd name="connsiteX20" fmla="*/ 25560 w 78045"/>
                <a:gd name="connsiteY20" fmla="*/ 49157 h 63839"/>
                <a:gd name="connsiteX21" fmla="*/ 30033 w 78045"/>
                <a:gd name="connsiteY21" fmla="*/ 51072 h 63839"/>
                <a:gd name="connsiteX22" fmla="*/ 34506 w 78045"/>
                <a:gd name="connsiteY22" fmla="*/ 49157 h 63839"/>
                <a:gd name="connsiteX23" fmla="*/ 42174 w 78045"/>
                <a:gd name="connsiteY23" fmla="*/ 42134 h 63839"/>
                <a:gd name="connsiteX24" fmla="*/ 42174 w 78045"/>
                <a:gd name="connsiteY24" fmla="*/ 47880 h 63839"/>
                <a:gd name="connsiteX25" fmla="*/ 15975 w 78045"/>
                <a:gd name="connsiteY25" fmla="*/ 23621 h 63839"/>
                <a:gd name="connsiteX26" fmla="*/ 39618 w 78045"/>
                <a:gd name="connsiteY26" fmla="*/ 23621 h 63839"/>
                <a:gd name="connsiteX27" fmla="*/ 42174 w 78045"/>
                <a:gd name="connsiteY27" fmla="*/ 24897 h 63839"/>
                <a:gd name="connsiteX28" fmla="*/ 30672 w 78045"/>
                <a:gd name="connsiteY28" fmla="*/ 35750 h 63839"/>
                <a:gd name="connsiteX29" fmla="*/ 21087 w 78045"/>
                <a:gd name="connsiteY29" fmla="*/ 26813 h 63839"/>
                <a:gd name="connsiteX30" fmla="*/ 13419 w 78045"/>
                <a:gd name="connsiteY30" fmla="*/ 26174 h 63839"/>
                <a:gd name="connsiteX31" fmla="*/ 13419 w 78045"/>
                <a:gd name="connsiteY31" fmla="*/ 26174 h 63839"/>
                <a:gd name="connsiteX32" fmla="*/ 15975 w 78045"/>
                <a:gd name="connsiteY32" fmla="*/ 23621 h 63839"/>
                <a:gd name="connsiteX33" fmla="*/ 15975 w 78045"/>
                <a:gd name="connsiteY33" fmla="*/ 23621 h 63839"/>
                <a:gd name="connsiteX34" fmla="*/ 15975 w 78045"/>
                <a:gd name="connsiteY34" fmla="*/ 23621 h 63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8045" h="63839">
                  <a:moveTo>
                    <a:pt x="15975" y="63840"/>
                  </a:moveTo>
                  <a:lnTo>
                    <a:pt x="39618" y="63840"/>
                  </a:lnTo>
                  <a:cubicBezTo>
                    <a:pt x="48564" y="63840"/>
                    <a:pt x="55593" y="56817"/>
                    <a:pt x="55593" y="47880"/>
                  </a:cubicBezTo>
                  <a:lnTo>
                    <a:pt x="55593" y="30005"/>
                  </a:lnTo>
                  <a:lnTo>
                    <a:pt x="76040" y="10853"/>
                  </a:lnTo>
                  <a:cubicBezTo>
                    <a:pt x="78596" y="8299"/>
                    <a:pt x="78596" y="4469"/>
                    <a:pt x="76679" y="1915"/>
                  </a:cubicBezTo>
                  <a:cubicBezTo>
                    <a:pt x="76679" y="1915"/>
                    <a:pt x="76679" y="1915"/>
                    <a:pt x="76679" y="1915"/>
                  </a:cubicBezTo>
                  <a:cubicBezTo>
                    <a:pt x="74123" y="-638"/>
                    <a:pt x="70289" y="-638"/>
                    <a:pt x="67733" y="1915"/>
                  </a:cubicBezTo>
                  <a:lnTo>
                    <a:pt x="51759" y="16598"/>
                  </a:lnTo>
                  <a:cubicBezTo>
                    <a:pt x="48564" y="12768"/>
                    <a:pt x="44730" y="10853"/>
                    <a:pt x="39618" y="10853"/>
                  </a:cubicBezTo>
                  <a:lnTo>
                    <a:pt x="15975" y="10853"/>
                  </a:lnTo>
                  <a:cubicBezTo>
                    <a:pt x="7029" y="10853"/>
                    <a:pt x="0" y="17875"/>
                    <a:pt x="0" y="26813"/>
                  </a:cubicBezTo>
                  <a:lnTo>
                    <a:pt x="0" y="48518"/>
                  </a:lnTo>
                  <a:cubicBezTo>
                    <a:pt x="639" y="56817"/>
                    <a:pt x="7668" y="63840"/>
                    <a:pt x="15975" y="63840"/>
                  </a:cubicBezTo>
                  <a:lnTo>
                    <a:pt x="15975" y="63840"/>
                  </a:lnTo>
                  <a:close/>
                  <a:moveTo>
                    <a:pt x="42813" y="47880"/>
                  </a:moveTo>
                  <a:cubicBezTo>
                    <a:pt x="42813" y="49795"/>
                    <a:pt x="41535" y="51072"/>
                    <a:pt x="39618" y="51072"/>
                  </a:cubicBezTo>
                  <a:lnTo>
                    <a:pt x="15975" y="51072"/>
                  </a:lnTo>
                  <a:cubicBezTo>
                    <a:pt x="14058" y="51072"/>
                    <a:pt x="12780" y="49795"/>
                    <a:pt x="12780" y="47880"/>
                  </a:cubicBezTo>
                  <a:lnTo>
                    <a:pt x="12780" y="37027"/>
                  </a:lnTo>
                  <a:lnTo>
                    <a:pt x="25560" y="49157"/>
                  </a:lnTo>
                  <a:cubicBezTo>
                    <a:pt x="26838" y="50433"/>
                    <a:pt x="28116" y="51072"/>
                    <a:pt x="30033" y="51072"/>
                  </a:cubicBezTo>
                  <a:cubicBezTo>
                    <a:pt x="31950" y="51072"/>
                    <a:pt x="33228" y="50433"/>
                    <a:pt x="34506" y="49157"/>
                  </a:cubicBezTo>
                  <a:lnTo>
                    <a:pt x="42174" y="42134"/>
                  </a:lnTo>
                  <a:lnTo>
                    <a:pt x="42174" y="47880"/>
                  </a:lnTo>
                  <a:close/>
                  <a:moveTo>
                    <a:pt x="15975" y="23621"/>
                  </a:moveTo>
                  <a:lnTo>
                    <a:pt x="39618" y="23621"/>
                  </a:lnTo>
                  <a:cubicBezTo>
                    <a:pt x="40896" y="23621"/>
                    <a:pt x="41535" y="24259"/>
                    <a:pt x="42174" y="24897"/>
                  </a:cubicBezTo>
                  <a:lnTo>
                    <a:pt x="30672" y="35750"/>
                  </a:lnTo>
                  <a:lnTo>
                    <a:pt x="21087" y="26813"/>
                  </a:lnTo>
                  <a:cubicBezTo>
                    <a:pt x="19170" y="24897"/>
                    <a:pt x="15336" y="24897"/>
                    <a:pt x="13419" y="26174"/>
                  </a:cubicBezTo>
                  <a:lnTo>
                    <a:pt x="13419" y="26174"/>
                  </a:lnTo>
                  <a:cubicBezTo>
                    <a:pt x="13419" y="24897"/>
                    <a:pt x="14697" y="23621"/>
                    <a:pt x="15975" y="23621"/>
                  </a:cubicBezTo>
                  <a:cubicBezTo>
                    <a:pt x="15975" y="23621"/>
                    <a:pt x="15975" y="23621"/>
                    <a:pt x="15975" y="23621"/>
                  </a:cubicBezTo>
                  <a:lnTo>
                    <a:pt x="15975" y="23621"/>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0" name="Graphic 4">
              <a:extLst>
                <a:ext uri="{FF2B5EF4-FFF2-40B4-BE49-F238E27FC236}">
                  <a16:creationId xmlns:a16="http://schemas.microsoft.com/office/drawing/2014/main" id="{EB9537DB-95B7-FCA8-FB1F-CADF298117F4}"/>
                </a:ext>
              </a:extLst>
            </p:cNvPr>
            <p:cNvSpPr/>
            <p:nvPr/>
          </p:nvSpPr>
          <p:spPr>
            <a:xfrm>
              <a:off x="2647350" y="2519832"/>
              <a:ext cx="78045" cy="63928"/>
            </a:xfrm>
            <a:custGeom>
              <a:avLst/>
              <a:gdLst>
                <a:gd name="connsiteX0" fmla="*/ 15975 w 78045"/>
                <a:gd name="connsiteY0" fmla="*/ 63928 h 63928"/>
                <a:gd name="connsiteX1" fmla="*/ 39618 w 78045"/>
                <a:gd name="connsiteY1" fmla="*/ 63928 h 63928"/>
                <a:gd name="connsiteX2" fmla="*/ 55593 w 78045"/>
                <a:gd name="connsiteY2" fmla="*/ 47968 h 63928"/>
                <a:gd name="connsiteX3" fmla="*/ 55593 w 78045"/>
                <a:gd name="connsiteY3" fmla="*/ 30093 h 63928"/>
                <a:gd name="connsiteX4" fmla="*/ 76040 w 78045"/>
                <a:gd name="connsiteY4" fmla="*/ 10941 h 63928"/>
                <a:gd name="connsiteX5" fmla="*/ 76679 w 78045"/>
                <a:gd name="connsiteY5" fmla="*/ 2004 h 63928"/>
                <a:gd name="connsiteX6" fmla="*/ 67733 w 78045"/>
                <a:gd name="connsiteY6" fmla="*/ 1365 h 63928"/>
                <a:gd name="connsiteX7" fmla="*/ 67733 w 78045"/>
                <a:gd name="connsiteY7" fmla="*/ 1365 h 63928"/>
                <a:gd name="connsiteX8" fmla="*/ 51759 w 78045"/>
                <a:gd name="connsiteY8" fmla="*/ 16048 h 63928"/>
                <a:gd name="connsiteX9" fmla="*/ 39618 w 78045"/>
                <a:gd name="connsiteY9" fmla="*/ 10303 h 63928"/>
                <a:gd name="connsiteX10" fmla="*/ 15975 w 78045"/>
                <a:gd name="connsiteY10" fmla="*/ 10303 h 63928"/>
                <a:gd name="connsiteX11" fmla="*/ 0 w 78045"/>
                <a:gd name="connsiteY11" fmla="*/ 26263 h 63928"/>
                <a:gd name="connsiteX12" fmla="*/ 0 w 78045"/>
                <a:gd name="connsiteY12" fmla="*/ 47968 h 63928"/>
                <a:gd name="connsiteX13" fmla="*/ 15975 w 78045"/>
                <a:gd name="connsiteY13" fmla="*/ 63928 h 63928"/>
                <a:gd name="connsiteX14" fmla="*/ 42813 w 78045"/>
                <a:gd name="connsiteY14" fmla="*/ 48607 h 63928"/>
                <a:gd name="connsiteX15" fmla="*/ 39618 w 78045"/>
                <a:gd name="connsiteY15" fmla="*/ 51799 h 63928"/>
                <a:gd name="connsiteX16" fmla="*/ 15975 w 78045"/>
                <a:gd name="connsiteY16" fmla="*/ 51799 h 63928"/>
                <a:gd name="connsiteX17" fmla="*/ 12780 w 78045"/>
                <a:gd name="connsiteY17" fmla="*/ 48607 h 63928"/>
                <a:gd name="connsiteX18" fmla="*/ 12780 w 78045"/>
                <a:gd name="connsiteY18" fmla="*/ 37754 h 63928"/>
                <a:gd name="connsiteX19" fmla="*/ 25560 w 78045"/>
                <a:gd name="connsiteY19" fmla="*/ 49883 h 63928"/>
                <a:gd name="connsiteX20" fmla="*/ 34506 w 78045"/>
                <a:gd name="connsiteY20" fmla="*/ 49883 h 63928"/>
                <a:gd name="connsiteX21" fmla="*/ 42174 w 78045"/>
                <a:gd name="connsiteY21" fmla="*/ 42861 h 63928"/>
                <a:gd name="connsiteX22" fmla="*/ 42813 w 78045"/>
                <a:gd name="connsiteY22" fmla="*/ 48607 h 63928"/>
                <a:gd name="connsiteX23" fmla="*/ 15975 w 78045"/>
                <a:gd name="connsiteY23" fmla="*/ 23709 h 63928"/>
                <a:gd name="connsiteX24" fmla="*/ 39618 w 78045"/>
                <a:gd name="connsiteY24" fmla="*/ 23709 h 63928"/>
                <a:gd name="connsiteX25" fmla="*/ 42174 w 78045"/>
                <a:gd name="connsiteY25" fmla="*/ 24986 h 63928"/>
                <a:gd name="connsiteX26" fmla="*/ 30033 w 78045"/>
                <a:gd name="connsiteY26" fmla="*/ 35839 h 63928"/>
                <a:gd name="connsiteX27" fmla="*/ 20448 w 78045"/>
                <a:gd name="connsiteY27" fmla="*/ 26901 h 63928"/>
                <a:gd name="connsiteX28" fmla="*/ 12780 w 78045"/>
                <a:gd name="connsiteY28" fmla="*/ 26263 h 63928"/>
                <a:gd name="connsiteX29" fmla="*/ 12780 w 78045"/>
                <a:gd name="connsiteY29" fmla="*/ 26263 h 63928"/>
                <a:gd name="connsiteX30" fmla="*/ 15975 w 78045"/>
                <a:gd name="connsiteY30" fmla="*/ 23709 h 63928"/>
                <a:gd name="connsiteX31" fmla="*/ 15975 w 78045"/>
                <a:gd name="connsiteY31" fmla="*/ 23709 h 63928"/>
                <a:gd name="connsiteX32" fmla="*/ 15975 w 78045"/>
                <a:gd name="connsiteY32" fmla="*/ 23709 h 63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78045" h="63928">
                  <a:moveTo>
                    <a:pt x="15975" y="63928"/>
                  </a:moveTo>
                  <a:lnTo>
                    <a:pt x="39618" y="63928"/>
                  </a:lnTo>
                  <a:cubicBezTo>
                    <a:pt x="48564" y="63928"/>
                    <a:pt x="55593" y="56906"/>
                    <a:pt x="55593" y="47968"/>
                  </a:cubicBezTo>
                  <a:lnTo>
                    <a:pt x="55593" y="30093"/>
                  </a:lnTo>
                  <a:lnTo>
                    <a:pt x="76040" y="10941"/>
                  </a:lnTo>
                  <a:cubicBezTo>
                    <a:pt x="78596" y="8388"/>
                    <a:pt x="78596" y="4557"/>
                    <a:pt x="76679" y="2004"/>
                  </a:cubicBezTo>
                  <a:cubicBezTo>
                    <a:pt x="74123" y="-550"/>
                    <a:pt x="70289" y="-550"/>
                    <a:pt x="67733" y="1365"/>
                  </a:cubicBezTo>
                  <a:lnTo>
                    <a:pt x="67733" y="1365"/>
                  </a:lnTo>
                  <a:lnTo>
                    <a:pt x="51759" y="16048"/>
                  </a:lnTo>
                  <a:cubicBezTo>
                    <a:pt x="48564" y="12218"/>
                    <a:pt x="44730" y="10303"/>
                    <a:pt x="39618" y="10303"/>
                  </a:cubicBezTo>
                  <a:lnTo>
                    <a:pt x="15975" y="10303"/>
                  </a:lnTo>
                  <a:cubicBezTo>
                    <a:pt x="7029" y="10303"/>
                    <a:pt x="0" y="17325"/>
                    <a:pt x="0" y="26263"/>
                  </a:cubicBezTo>
                  <a:lnTo>
                    <a:pt x="0" y="47968"/>
                  </a:lnTo>
                  <a:cubicBezTo>
                    <a:pt x="639" y="56906"/>
                    <a:pt x="7668" y="63928"/>
                    <a:pt x="15975" y="63928"/>
                  </a:cubicBezTo>
                  <a:close/>
                  <a:moveTo>
                    <a:pt x="42813" y="48607"/>
                  </a:moveTo>
                  <a:cubicBezTo>
                    <a:pt x="42813" y="50522"/>
                    <a:pt x="41535" y="51799"/>
                    <a:pt x="39618" y="51799"/>
                  </a:cubicBezTo>
                  <a:lnTo>
                    <a:pt x="15975" y="51799"/>
                  </a:lnTo>
                  <a:cubicBezTo>
                    <a:pt x="14058" y="51799"/>
                    <a:pt x="12780" y="50522"/>
                    <a:pt x="12780" y="48607"/>
                  </a:cubicBezTo>
                  <a:lnTo>
                    <a:pt x="12780" y="37754"/>
                  </a:lnTo>
                  <a:lnTo>
                    <a:pt x="25560" y="49883"/>
                  </a:lnTo>
                  <a:cubicBezTo>
                    <a:pt x="28116" y="51799"/>
                    <a:pt x="31950" y="51799"/>
                    <a:pt x="34506" y="49883"/>
                  </a:cubicBezTo>
                  <a:lnTo>
                    <a:pt x="42174" y="42861"/>
                  </a:lnTo>
                  <a:lnTo>
                    <a:pt x="42813" y="48607"/>
                  </a:lnTo>
                  <a:close/>
                  <a:moveTo>
                    <a:pt x="15975" y="23709"/>
                  </a:moveTo>
                  <a:lnTo>
                    <a:pt x="39618" y="23709"/>
                  </a:lnTo>
                  <a:cubicBezTo>
                    <a:pt x="40896" y="23709"/>
                    <a:pt x="41535" y="24347"/>
                    <a:pt x="42174" y="24986"/>
                  </a:cubicBezTo>
                  <a:lnTo>
                    <a:pt x="30033" y="35839"/>
                  </a:lnTo>
                  <a:lnTo>
                    <a:pt x="20448" y="26901"/>
                  </a:lnTo>
                  <a:cubicBezTo>
                    <a:pt x="18531" y="24986"/>
                    <a:pt x="14697" y="24986"/>
                    <a:pt x="12780" y="26263"/>
                  </a:cubicBezTo>
                  <a:lnTo>
                    <a:pt x="12780" y="26263"/>
                  </a:lnTo>
                  <a:cubicBezTo>
                    <a:pt x="12780" y="25624"/>
                    <a:pt x="14058" y="23709"/>
                    <a:pt x="15975" y="23709"/>
                  </a:cubicBezTo>
                  <a:cubicBezTo>
                    <a:pt x="15975" y="23709"/>
                    <a:pt x="15975" y="23709"/>
                    <a:pt x="15975" y="23709"/>
                  </a:cubicBezTo>
                  <a:lnTo>
                    <a:pt x="15975" y="23709"/>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1" name="Graphic 4">
              <a:extLst>
                <a:ext uri="{FF2B5EF4-FFF2-40B4-BE49-F238E27FC236}">
                  <a16:creationId xmlns:a16="http://schemas.microsoft.com/office/drawing/2014/main" id="{A7D10A0F-5330-A3CA-B2A3-92BA82D0434A}"/>
                </a:ext>
              </a:extLst>
            </p:cNvPr>
            <p:cNvSpPr/>
            <p:nvPr/>
          </p:nvSpPr>
          <p:spPr>
            <a:xfrm>
              <a:off x="2647350" y="2588779"/>
              <a:ext cx="78045" cy="63928"/>
            </a:xfrm>
            <a:custGeom>
              <a:avLst/>
              <a:gdLst>
                <a:gd name="connsiteX0" fmla="*/ 76040 w 78045"/>
                <a:gd name="connsiteY0" fmla="*/ 10941 h 63928"/>
                <a:gd name="connsiteX1" fmla="*/ 76679 w 78045"/>
                <a:gd name="connsiteY1" fmla="*/ 2004 h 63928"/>
                <a:gd name="connsiteX2" fmla="*/ 67733 w 78045"/>
                <a:gd name="connsiteY2" fmla="*/ 1365 h 63928"/>
                <a:gd name="connsiteX3" fmla="*/ 67733 w 78045"/>
                <a:gd name="connsiteY3" fmla="*/ 1365 h 63928"/>
                <a:gd name="connsiteX4" fmla="*/ 51759 w 78045"/>
                <a:gd name="connsiteY4" fmla="*/ 16048 h 63928"/>
                <a:gd name="connsiteX5" fmla="*/ 39618 w 78045"/>
                <a:gd name="connsiteY5" fmla="*/ 10303 h 63928"/>
                <a:gd name="connsiteX6" fmla="*/ 15975 w 78045"/>
                <a:gd name="connsiteY6" fmla="*/ 10303 h 63928"/>
                <a:gd name="connsiteX7" fmla="*/ 0 w 78045"/>
                <a:gd name="connsiteY7" fmla="*/ 26263 h 63928"/>
                <a:gd name="connsiteX8" fmla="*/ 0 w 78045"/>
                <a:gd name="connsiteY8" fmla="*/ 47968 h 63928"/>
                <a:gd name="connsiteX9" fmla="*/ 15975 w 78045"/>
                <a:gd name="connsiteY9" fmla="*/ 63928 h 63928"/>
                <a:gd name="connsiteX10" fmla="*/ 39618 w 78045"/>
                <a:gd name="connsiteY10" fmla="*/ 63928 h 63928"/>
                <a:gd name="connsiteX11" fmla="*/ 55593 w 78045"/>
                <a:gd name="connsiteY11" fmla="*/ 47968 h 63928"/>
                <a:gd name="connsiteX12" fmla="*/ 55593 w 78045"/>
                <a:gd name="connsiteY12" fmla="*/ 30093 h 63928"/>
                <a:gd name="connsiteX13" fmla="*/ 76040 w 78045"/>
                <a:gd name="connsiteY13" fmla="*/ 10941 h 63928"/>
                <a:gd name="connsiteX14" fmla="*/ 15975 w 78045"/>
                <a:gd name="connsiteY14" fmla="*/ 23071 h 63928"/>
                <a:gd name="connsiteX15" fmla="*/ 39618 w 78045"/>
                <a:gd name="connsiteY15" fmla="*/ 23071 h 63928"/>
                <a:gd name="connsiteX16" fmla="*/ 42174 w 78045"/>
                <a:gd name="connsiteY16" fmla="*/ 24348 h 63928"/>
                <a:gd name="connsiteX17" fmla="*/ 30033 w 78045"/>
                <a:gd name="connsiteY17" fmla="*/ 35200 h 63928"/>
                <a:gd name="connsiteX18" fmla="*/ 20448 w 78045"/>
                <a:gd name="connsiteY18" fmla="*/ 26263 h 63928"/>
                <a:gd name="connsiteX19" fmla="*/ 12780 w 78045"/>
                <a:gd name="connsiteY19" fmla="*/ 25624 h 63928"/>
                <a:gd name="connsiteX20" fmla="*/ 12780 w 78045"/>
                <a:gd name="connsiteY20" fmla="*/ 25624 h 63928"/>
                <a:gd name="connsiteX21" fmla="*/ 15975 w 78045"/>
                <a:gd name="connsiteY21" fmla="*/ 23071 h 63928"/>
                <a:gd name="connsiteX22" fmla="*/ 15975 w 78045"/>
                <a:gd name="connsiteY22" fmla="*/ 23071 h 63928"/>
                <a:gd name="connsiteX23" fmla="*/ 42813 w 78045"/>
                <a:gd name="connsiteY23" fmla="*/ 47968 h 63928"/>
                <a:gd name="connsiteX24" fmla="*/ 39618 w 78045"/>
                <a:gd name="connsiteY24" fmla="*/ 51160 h 63928"/>
                <a:gd name="connsiteX25" fmla="*/ 15975 w 78045"/>
                <a:gd name="connsiteY25" fmla="*/ 51160 h 63928"/>
                <a:gd name="connsiteX26" fmla="*/ 12780 w 78045"/>
                <a:gd name="connsiteY26" fmla="*/ 47968 h 63928"/>
                <a:gd name="connsiteX27" fmla="*/ 12780 w 78045"/>
                <a:gd name="connsiteY27" fmla="*/ 37116 h 63928"/>
                <a:gd name="connsiteX28" fmla="*/ 25560 w 78045"/>
                <a:gd name="connsiteY28" fmla="*/ 49245 h 63928"/>
                <a:gd name="connsiteX29" fmla="*/ 34506 w 78045"/>
                <a:gd name="connsiteY29" fmla="*/ 49245 h 63928"/>
                <a:gd name="connsiteX30" fmla="*/ 42174 w 78045"/>
                <a:gd name="connsiteY30" fmla="*/ 42223 h 63928"/>
                <a:gd name="connsiteX31" fmla="*/ 42813 w 78045"/>
                <a:gd name="connsiteY31" fmla="*/ 47968 h 63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78045" h="63928">
                  <a:moveTo>
                    <a:pt x="76040" y="10941"/>
                  </a:moveTo>
                  <a:cubicBezTo>
                    <a:pt x="78596" y="8388"/>
                    <a:pt x="78596" y="4557"/>
                    <a:pt x="76679" y="2004"/>
                  </a:cubicBezTo>
                  <a:cubicBezTo>
                    <a:pt x="74123" y="-550"/>
                    <a:pt x="70289" y="-550"/>
                    <a:pt x="67733" y="1365"/>
                  </a:cubicBezTo>
                  <a:lnTo>
                    <a:pt x="67733" y="1365"/>
                  </a:lnTo>
                  <a:lnTo>
                    <a:pt x="51759" y="16048"/>
                  </a:lnTo>
                  <a:cubicBezTo>
                    <a:pt x="48564" y="12218"/>
                    <a:pt x="44730" y="10303"/>
                    <a:pt x="39618" y="10303"/>
                  </a:cubicBezTo>
                  <a:lnTo>
                    <a:pt x="15975" y="10303"/>
                  </a:lnTo>
                  <a:cubicBezTo>
                    <a:pt x="7029" y="10303"/>
                    <a:pt x="0" y="17325"/>
                    <a:pt x="0" y="26263"/>
                  </a:cubicBezTo>
                  <a:lnTo>
                    <a:pt x="0" y="47968"/>
                  </a:lnTo>
                  <a:cubicBezTo>
                    <a:pt x="0" y="56906"/>
                    <a:pt x="7029" y="63928"/>
                    <a:pt x="15975" y="63928"/>
                  </a:cubicBezTo>
                  <a:lnTo>
                    <a:pt x="39618" y="63928"/>
                  </a:lnTo>
                  <a:cubicBezTo>
                    <a:pt x="48564" y="63928"/>
                    <a:pt x="55593" y="56906"/>
                    <a:pt x="55593" y="47968"/>
                  </a:cubicBezTo>
                  <a:lnTo>
                    <a:pt x="55593" y="30093"/>
                  </a:lnTo>
                  <a:lnTo>
                    <a:pt x="76040" y="10941"/>
                  </a:lnTo>
                  <a:close/>
                  <a:moveTo>
                    <a:pt x="15975" y="23071"/>
                  </a:moveTo>
                  <a:lnTo>
                    <a:pt x="39618" y="23071"/>
                  </a:lnTo>
                  <a:cubicBezTo>
                    <a:pt x="40896" y="23071"/>
                    <a:pt x="41535" y="23709"/>
                    <a:pt x="42174" y="24348"/>
                  </a:cubicBezTo>
                  <a:lnTo>
                    <a:pt x="30033" y="35200"/>
                  </a:lnTo>
                  <a:lnTo>
                    <a:pt x="20448" y="26263"/>
                  </a:lnTo>
                  <a:cubicBezTo>
                    <a:pt x="18531" y="24348"/>
                    <a:pt x="14697" y="24348"/>
                    <a:pt x="12780" y="25624"/>
                  </a:cubicBezTo>
                  <a:lnTo>
                    <a:pt x="12780" y="25624"/>
                  </a:lnTo>
                  <a:cubicBezTo>
                    <a:pt x="12780" y="24986"/>
                    <a:pt x="14058" y="23709"/>
                    <a:pt x="15975" y="23071"/>
                  </a:cubicBezTo>
                  <a:cubicBezTo>
                    <a:pt x="15975" y="23709"/>
                    <a:pt x="15975" y="23709"/>
                    <a:pt x="15975" y="23071"/>
                  </a:cubicBezTo>
                  <a:close/>
                  <a:moveTo>
                    <a:pt x="42813" y="47968"/>
                  </a:moveTo>
                  <a:cubicBezTo>
                    <a:pt x="42813" y="49884"/>
                    <a:pt x="41535" y="51160"/>
                    <a:pt x="39618" y="51160"/>
                  </a:cubicBezTo>
                  <a:lnTo>
                    <a:pt x="15975" y="51160"/>
                  </a:lnTo>
                  <a:cubicBezTo>
                    <a:pt x="14058" y="51160"/>
                    <a:pt x="12780" y="49884"/>
                    <a:pt x="12780" y="47968"/>
                  </a:cubicBezTo>
                  <a:lnTo>
                    <a:pt x="12780" y="37116"/>
                  </a:lnTo>
                  <a:lnTo>
                    <a:pt x="25560" y="49245"/>
                  </a:lnTo>
                  <a:cubicBezTo>
                    <a:pt x="28116" y="51160"/>
                    <a:pt x="31950" y="51160"/>
                    <a:pt x="34506" y="49245"/>
                  </a:cubicBezTo>
                  <a:lnTo>
                    <a:pt x="42174" y="42223"/>
                  </a:lnTo>
                  <a:lnTo>
                    <a:pt x="42813" y="47968"/>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2" name="Graphic 4">
            <a:extLst>
              <a:ext uri="{FF2B5EF4-FFF2-40B4-BE49-F238E27FC236}">
                <a16:creationId xmlns:a16="http://schemas.microsoft.com/office/drawing/2014/main" id="{0E4BC562-500B-1A08-3470-A14F85F743F3}"/>
              </a:ext>
            </a:extLst>
          </p:cNvPr>
          <p:cNvGrpSpPr/>
          <p:nvPr/>
        </p:nvGrpSpPr>
        <p:grpSpPr>
          <a:xfrm>
            <a:off x="600677" y="3127035"/>
            <a:ext cx="362313" cy="361971"/>
            <a:chOff x="5708130" y="3339623"/>
            <a:chExt cx="362313" cy="361971"/>
          </a:xfrm>
          <a:solidFill>
            <a:schemeClr val="accent3">
              <a:lumMod val="50000"/>
            </a:schemeClr>
          </a:solidFill>
        </p:grpSpPr>
        <p:sp>
          <p:nvSpPr>
            <p:cNvPr id="53" name="Graphic 4">
              <a:extLst>
                <a:ext uri="{FF2B5EF4-FFF2-40B4-BE49-F238E27FC236}">
                  <a16:creationId xmlns:a16="http://schemas.microsoft.com/office/drawing/2014/main" id="{5B95182C-40C4-0647-6DFD-7EF8CA6FBDA1}"/>
                </a:ext>
              </a:extLst>
            </p:cNvPr>
            <p:cNvSpPr/>
            <p:nvPr/>
          </p:nvSpPr>
          <p:spPr>
            <a:xfrm>
              <a:off x="5708130" y="3339623"/>
              <a:ext cx="362313" cy="361971"/>
            </a:xfrm>
            <a:custGeom>
              <a:avLst/>
              <a:gdLst>
                <a:gd name="connsiteX0" fmla="*/ 181474 w 362313"/>
                <a:gd name="connsiteY0" fmla="*/ 0 h 361971"/>
                <a:gd name="connsiteX1" fmla="*/ 0 w 362313"/>
                <a:gd name="connsiteY1" fmla="*/ 180667 h 361971"/>
                <a:gd name="connsiteX2" fmla="*/ 180835 w 362313"/>
                <a:gd name="connsiteY2" fmla="*/ 361972 h 361971"/>
                <a:gd name="connsiteX3" fmla="*/ 362310 w 362313"/>
                <a:gd name="connsiteY3" fmla="*/ 181305 h 361971"/>
                <a:gd name="connsiteX4" fmla="*/ 362310 w 362313"/>
                <a:gd name="connsiteY4" fmla="*/ 181305 h 361971"/>
                <a:gd name="connsiteX5" fmla="*/ 181474 w 362313"/>
                <a:gd name="connsiteY5" fmla="*/ 0 h 361971"/>
                <a:gd name="connsiteX6" fmla="*/ 181474 w 362313"/>
                <a:gd name="connsiteY6" fmla="*/ 349204 h 361971"/>
                <a:gd name="connsiteX7" fmla="*/ 12780 w 362313"/>
                <a:gd name="connsiteY7" fmla="*/ 181305 h 361971"/>
                <a:gd name="connsiteX8" fmla="*/ 180835 w 362313"/>
                <a:gd name="connsiteY8" fmla="*/ 12768 h 361971"/>
                <a:gd name="connsiteX9" fmla="*/ 349530 w 362313"/>
                <a:gd name="connsiteY9" fmla="*/ 180667 h 361971"/>
                <a:gd name="connsiteX10" fmla="*/ 349530 w 362313"/>
                <a:gd name="connsiteY10" fmla="*/ 180667 h 361971"/>
                <a:gd name="connsiteX11" fmla="*/ 181474 w 362313"/>
                <a:gd name="connsiteY11" fmla="*/ 349204 h 361971"/>
                <a:gd name="connsiteX12" fmla="*/ 181474 w 362313"/>
                <a:gd name="connsiteY12" fmla="*/ 349204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13" h="361971">
                  <a:moveTo>
                    <a:pt x="181474" y="0"/>
                  </a:moveTo>
                  <a:cubicBezTo>
                    <a:pt x="81152" y="0"/>
                    <a:pt x="0" y="81077"/>
                    <a:pt x="0" y="180667"/>
                  </a:cubicBezTo>
                  <a:cubicBezTo>
                    <a:pt x="0" y="280257"/>
                    <a:pt x="81152" y="361972"/>
                    <a:pt x="180835" y="361972"/>
                  </a:cubicBezTo>
                  <a:cubicBezTo>
                    <a:pt x="280518" y="361972"/>
                    <a:pt x="362310" y="280895"/>
                    <a:pt x="362310" y="181305"/>
                  </a:cubicBezTo>
                  <a:lnTo>
                    <a:pt x="362310" y="181305"/>
                  </a:lnTo>
                  <a:cubicBezTo>
                    <a:pt x="362948" y="81077"/>
                    <a:pt x="281796" y="0"/>
                    <a:pt x="181474" y="0"/>
                  </a:cubicBezTo>
                  <a:close/>
                  <a:moveTo>
                    <a:pt x="181474" y="349204"/>
                  </a:moveTo>
                  <a:cubicBezTo>
                    <a:pt x="88181" y="349204"/>
                    <a:pt x="12780" y="273873"/>
                    <a:pt x="12780" y="181305"/>
                  </a:cubicBezTo>
                  <a:cubicBezTo>
                    <a:pt x="12780" y="88738"/>
                    <a:pt x="88181" y="12768"/>
                    <a:pt x="180835" y="12768"/>
                  </a:cubicBezTo>
                  <a:cubicBezTo>
                    <a:pt x="274128" y="12768"/>
                    <a:pt x="349530" y="88099"/>
                    <a:pt x="349530" y="180667"/>
                  </a:cubicBezTo>
                  <a:lnTo>
                    <a:pt x="349530" y="180667"/>
                  </a:lnTo>
                  <a:cubicBezTo>
                    <a:pt x="349530" y="273873"/>
                    <a:pt x="274767" y="349204"/>
                    <a:pt x="181474" y="349204"/>
                  </a:cubicBezTo>
                  <a:lnTo>
                    <a:pt x="181474" y="34920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4" name="Graphic 4">
              <a:extLst>
                <a:ext uri="{FF2B5EF4-FFF2-40B4-BE49-F238E27FC236}">
                  <a16:creationId xmlns:a16="http://schemas.microsoft.com/office/drawing/2014/main" id="{F6085B8F-5711-17C1-6915-4B08BD9D2366}"/>
                </a:ext>
              </a:extLst>
            </p:cNvPr>
            <p:cNvSpPr/>
            <p:nvPr/>
          </p:nvSpPr>
          <p:spPr>
            <a:xfrm>
              <a:off x="5793915" y="3425094"/>
              <a:ext cx="191612" cy="191434"/>
            </a:xfrm>
            <a:custGeom>
              <a:avLst/>
              <a:gdLst>
                <a:gd name="connsiteX0" fmla="*/ 183871 w 191612"/>
                <a:gd name="connsiteY0" fmla="*/ 33271 h 191434"/>
                <a:gd name="connsiteX1" fmla="*/ 178119 w 191612"/>
                <a:gd name="connsiteY1" fmla="*/ 35186 h 191434"/>
                <a:gd name="connsiteX2" fmla="*/ 151282 w 191612"/>
                <a:gd name="connsiteY2" fmla="*/ 61999 h 191434"/>
                <a:gd name="connsiteX3" fmla="*/ 139780 w 191612"/>
                <a:gd name="connsiteY3" fmla="*/ 51785 h 191434"/>
                <a:gd name="connsiteX4" fmla="*/ 129556 w 191612"/>
                <a:gd name="connsiteY4" fmla="*/ 40294 h 191434"/>
                <a:gd name="connsiteX5" fmla="*/ 156394 w 191612"/>
                <a:gd name="connsiteY5" fmla="*/ 13481 h 191434"/>
                <a:gd name="connsiteX6" fmla="*/ 158311 w 191612"/>
                <a:gd name="connsiteY6" fmla="*/ 7735 h 191434"/>
                <a:gd name="connsiteX7" fmla="*/ 154477 w 191612"/>
                <a:gd name="connsiteY7" fmla="*/ 3267 h 191434"/>
                <a:gd name="connsiteX8" fmla="*/ 105274 w 191612"/>
                <a:gd name="connsiteY8" fmla="*/ 8374 h 191434"/>
                <a:gd name="connsiteX9" fmla="*/ 94411 w 191612"/>
                <a:gd name="connsiteY9" fmla="*/ 16673 h 191434"/>
                <a:gd name="connsiteX10" fmla="*/ 79715 w 191612"/>
                <a:gd name="connsiteY10" fmla="*/ 72213 h 191434"/>
                <a:gd name="connsiteX11" fmla="*/ 8147 w 191612"/>
                <a:gd name="connsiteY11" fmla="*/ 143714 h 191434"/>
                <a:gd name="connsiteX12" fmla="*/ 8147 w 191612"/>
                <a:gd name="connsiteY12" fmla="*/ 183295 h 191434"/>
                <a:gd name="connsiteX13" fmla="*/ 47765 w 191612"/>
                <a:gd name="connsiteY13" fmla="*/ 183295 h 191434"/>
                <a:gd name="connsiteX14" fmla="*/ 119332 w 191612"/>
                <a:gd name="connsiteY14" fmla="*/ 111794 h 191434"/>
                <a:gd name="connsiteX15" fmla="*/ 183232 w 191612"/>
                <a:gd name="connsiteY15" fmla="*/ 86258 h 191434"/>
                <a:gd name="connsiteX16" fmla="*/ 188344 w 191612"/>
                <a:gd name="connsiteY16" fmla="*/ 37102 h 191434"/>
                <a:gd name="connsiteX17" fmla="*/ 183871 w 191612"/>
                <a:gd name="connsiteY17" fmla="*/ 33271 h 191434"/>
                <a:gd name="connsiteX18" fmla="*/ 173008 w 191612"/>
                <a:gd name="connsiteY18" fmla="*/ 79874 h 191434"/>
                <a:gd name="connsiteX19" fmla="*/ 173008 w 191612"/>
                <a:gd name="connsiteY19" fmla="*/ 79874 h 191434"/>
                <a:gd name="connsiteX20" fmla="*/ 166618 w 191612"/>
                <a:gd name="connsiteY20" fmla="*/ 88173 h 191434"/>
                <a:gd name="connsiteX21" fmla="*/ 119971 w 191612"/>
                <a:gd name="connsiteY21" fmla="*/ 98388 h 191434"/>
                <a:gd name="connsiteX22" fmla="*/ 113581 w 191612"/>
                <a:gd name="connsiteY22" fmla="*/ 99664 h 191434"/>
                <a:gd name="connsiteX23" fmla="*/ 38819 w 191612"/>
                <a:gd name="connsiteY23" fmla="*/ 174357 h 191434"/>
                <a:gd name="connsiteX24" fmla="*/ 17093 w 191612"/>
                <a:gd name="connsiteY24" fmla="*/ 173719 h 191434"/>
                <a:gd name="connsiteX25" fmla="*/ 17093 w 191612"/>
                <a:gd name="connsiteY25" fmla="*/ 152651 h 191434"/>
                <a:gd name="connsiteX26" fmla="*/ 91216 w 191612"/>
                <a:gd name="connsiteY26" fmla="*/ 77959 h 191434"/>
                <a:gd name="connsiteX27" fmla="*/ 92494 w 191612"/>
                <a:gd name="connsiteY27" fmla="*/ 71575 h 191434"/>
                <a:gd name="connsiteX28" fmla="*/ 119971 w 191612"/>
                <a:gd name="connsiteY28" fmla="*/ 14758 h 191434"/>
                <a:gd name="connsiteX29" fmla="*/ 134029 w 191612"/>
                <a:gd name="connsiteY29" fmla="*/ 12204 h 191434"/>
                <a:gd name="connsiteX30" fmla="*/ 138502 w 191612"/>
                <a:gd name="connsiteY30" fmla="*/ 12204 h 191434"/>
                <a:gd name="connsiteX31" fmla="*/ 115498 w 191612"/>
                <a:gd name="connsiteY31" fmla="*/ 35186 h 191434"/>
                <a:gd name="connsiteX32" fmla="*/ 114859 w 191612"/>
                <a:gd name="connsiteY32" fmla="*/ 43486 h 191434"/>
                <a:gd name="connsiteX33" fmla="*/ 129556 w 191612"/>
                <a:gd name="connsiteY33" fmla="*/ 61361 h 191434"/>
                <a:gd name="connsiteX34" fmla="*/ 147448 w 191612"/>
                <a:gd name="connsiteY34" fmla="*/ 76044 h 191434"/>
                <a:gd name="connsiteX35" fmla="*/ 155755 w 191612"/>
                <a:gd name="connsiteY35" fmla="*/ 75405 h 191434"/>
                <a:gd name="connsiteX36" fmla="*/ 178759 w 191612"/>
                <a:gd name="connsiteY36" fmla="*/ 52423 h 191434"/>
                <a:gd name="connsiteX37" fmla="*/ 173008 w 191612"/>
                <a:gd name="connsiteY37" fmla="*/ 79874 h 191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91612" h="191434">
                  <a:moveTo>
                    <a:pt x="183871" y="33271"/>
                  </a:moveTo>
                  <a:cubicBezTo>
                    <a:pt x="181954" y="32633"/>
                    <a:pt x="179397" y="33271"/>
                    <a:pt x="178119" y="35186"/>
                  </a:cubicBezTo>
                  <a:lnTo>
                    <a:pt x="151282" y="61999"/>
                  </a:lnTo>
                  <a:cubicBezTo>
                    <a:pt x="147448" y="58807"/>
                    <a:pt x="142975" y="55615"/>
                    <a:pt x="139780" y="51785"/>
                  </a:cubicBezTo>
                  <a:cubicBezTo>
                    <a:pt x="135946" y="47954"/>
                    <a:pt x="132751" y="44124"/>
                    <a:pt x="129556" y="40294"/>
                  </a:cubicBezTo>
                  <a:lnTo>
                    <a:pt x="156394" y="13481"/>
                  </a:lnTo>
                  <a:cubicBezTo>
                    <a:pt x="157672" y="12204"/>
                    <a:pt x="158311" y="9650"/>
                    <a:pt x="158311" y="7735"/>
                  </a:cubicBezTo>
                  <a:cubicBezTo>
                    <a:pt x="157672" y="5820"/>
                    <a:pt x="156394" y="3905"/>
                    <a:pt x="154477" y="3267"/>
                  </a:cubicBezTo>
                  <a:cubicBezTo>
                    <a:pt x="138502" y="-2479"/>
                    <a:pt x="119971" y="-564"/>
                    <a:pt x="105274" y="8374"/>
                  </a:cubicBezTo>
                  <a:cubicBezTo>
                    <a:pt x="101440" y="10927"/>
                    <a:pt x="97606" y="13481"/>
                    <a:pt x="94411" y="16673"/>
                  </a:cubicBezTo>
                  <a:cubicBezTo>
                    <a:pt x="79715" y="31356"/>
                    <a:pt x="74603" y="52423"/>
                    <a:pt x="79715" y="72213"/>
                  </a:cubicBezTo>
                  <a:lnTo>
                    <a:pt x="8147" y="143714"/>
                  </a:lnTo>
                  <a:cubicBezTo>
                    <a:pt x="-2716" y="154567"/>
                    <a:pt x="-2716" y="172442"/>
                    <a:pt x="8147" y="183295"/>
                  </a:cubicBezTo>
                  <a:cubicBezTo>
                    <a:pt x="19010" y="194147"/>
                    <a:pt x="36902" y="194147"/>
                    <a:pt x="47765" y="183295"/>
                  </a:cubicBezTo>
                  <a:lnTo>
                    <a:pt x="119332" y="111794"/>
                  </a:lnTo>
                  <a:cubicBezTo>
                    <a:pt x="144253" y="118816"/>
                    <a:pt x="169813" y="107964"/>
                    <a:pt x="183232" y="86258"/>
                  </a:cubicBezTo>
                  <a:cubicBezTo>
                    <a:pt x="192177" y="71575"/>
                    <a:pt x="194094" y="53700"/>
                    <a:pt x="188344" y="37102"/>
                  </a:cubicBezTo>
                  <a:cubicBezTo>
                    <a:pt x="187704" y="35186"/>
                    <a:pt x="185787" y="33910"/>
                    <a:pt x="183871" y="33271"/>
                  </a:cubicBezTo>
                  <a:close/>
                  <a:moveTo>
                    <a:pt x="173008" y="79874"/>
                  </a:moveTo>
                  <a:lnTo>
                    <a:pt x="173008" y="79874"/>
                  </a:lnTo>
                  <a:cubicBezTo>
                    <a:pt x="171091" y="83066"/>
                    <a:pt x="169174" y="85620"/>
                    <a:pt x="166618" y="88173"/>
                  </a:cubicBezTo>
                  <a:cubicBezTo>
                    <a:pt x="154477" y="100303"/>
                    <a:pt x="136585" y="104133"/>
                    <a:pt x="119971" y="98388"/>
                  </a:cubicBezTo>
                  <a:cubicBezTo>
                    <a:pt x="117415" y="97749"/>
                    <a:pt x="115498" y="98388"/>
                    <a:pt x="113581" y="99664"/>
                  </a:cubicBezTo>
                  <a:lnTo>
                    <a:pt x="38819" y="174357"/>
                  </a:lnTo>
                  <a:cubicBezTo>
                    <a:pt x="32429" y="180103"/>
                    <a:pt x="22844" y="180103"/>
                    <a:pt x="17093" y="173719"/>
                  </a:cubicBezTo>
                  <a:cubicBezTo>
                    <a:pt x="11342" y="167973"/>
                    <a:pt x="11342" y="158397"/>
                    <a:pt x="17093" y="152651"/>
                  </a:cubicBezTo>
                  <a:lnTo>
                    <a:pt x="91216" y="77959"/>
                  </a:lnTo>
                  <a:cubicBezTo>
                    <a:pt x="93133" y="76044"/>
                    <a:pt x="93133" y="74129"/>
                    <a:pt x="92494" y="71575"/>
                  </a:cubicBezTo>
                  <a:cubicBezTo>
                    <a:pt x="84188" y="47954"/>
                    <a:pt x="96968" y="23057"/>
                    <a:pt x="119971" y="14758"/>
                  </a:cubicBezTo>
                  <a:cubicBezTo>
                    <a:pt x="124444" y="13481"/>
                    <a:pt x="129556" y="12204"/>
                    <a:pt x="134029" y="12204"/>
                  </a:cubicBezTo>
                  <a:cubicBezTo>
                    <a:pt x="135307" y="12204"/>
                    <a:pt x="137224" y="12204"/>
                    <a:pt x="138502" y="12204"/>
                  </a:cubicBezTo>
                  <a:lnTo>
                    <a:pt x="115498" y="35186"/>
                  </a:lnTo>
                  <a:cubicBezTo>
                    <a:pt x="113581" y="37102"/>
                    <a:pt x="112942" y="40932"/>
                    <a:pt x="114859" y="43486"/>
                  </a:cubicBezTo>
                  <a:cubicBezTo>
                    <a:pt x="119332" y="49870"/>
                    <a:pt x="123805" y="56253"/>
                    <a:pt x="129556" y="61361"/>
                  </a:cubicBezTo>
                  <a:cubicBezTo>
                    <a:pt x="135307" y="67106"/>
                    <a:pt x="141058" y="71575"/>
                    <a:pt x="147448" y="76044"/>
                  </a:cubicBezTo>
                  <a:cubicBezTo>
                    <a:pt x="150004" y="77959"/>
                    <a:pt x="153199" y="77321"/>
                    <a:pt x="155755" y="75405"/>
                  </a:cubicBezTo>
                  <a:lnTo>
                    <a:pt x="178759" y="52423"/>
                  </a:lnTo>
                  <a:cubicBezTo>
                    <a:pt x="180037" y="61999"/>
                    <a:pt x="177481" y="71575"/>
                    <a:pt x="173008" y="7987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5" name="Graphic 4">
            <a:extLst>
              <a:ext uri="{FF2B5EF4-FFF2-40B4-BE49-F238E27FC236}">
                <a16:creationId xmlns:a16="http://schemas.microsoft.com/office/drawing/2014/main" id="{EACB4F8F-236F-DB3B-AFCB-16708748E333}"/>
              </a:ext>
            </a:extLst>
          </p:cNvPr>
          <p:cNvGrpSpPr/>
          <p:nvPr/>
        </p:nvGrpSpPr>
        <p:grpSpPr>
          <a:xfrm>
            <a:off x="606843" y="2545517"/>
            <a:ext cx="361670" cy="361333"/>
            <a:chOff x="4661459" y="2371173"/>
            <a:chExt cx="361670" cy="361333"/>
          </a:xfrm>
          <a:solidFill>
            <a:schemeClr val="accent3">
              <a:lumMod val="50000"/>
            </a:schemeClr>
          </a:solidFill>
        </p:grpSpPr>
        <p:sp>
          <p:nvSpPr>
            <p:cNvPr id="56" name="Graphic 4">
              <a:extLst>
                <a:ext uri="{FF2B5EF4-FFF2-40B4-BE49-F238E27FC236}">
                  <a16:creationId xmlns:a16="http://schemas.microsoft.com/office/drawing/2014/main" id="{79F35616-EFD5-CD0F-2F13-843E75F3BDAE}"/>
                </a:ext>
              </a:extLst>
            </p:cNvPr>
            <p:cNvSpPr/>
            <p:nvPr/>
          </p:nvSpPr>
          <p:spPr>
            <a:xfrm>
              <a:off x="4661459" y="2371173"/>
              <a:ext cx="361670" cy="361333"/>
            </a:xfrm>
            <a:custGeom>
              <a:avLst/>
              <a:gdLst>
                <a:gd name="connsiteX0" fmla="*/ 180835 w 361670"/>
                <a:gd name="connsiteY0" fmla="*/ 0 h 361333"/>
                <a:gd name="connsiteX1" fmla="*/ 0 w 361670"/>
                <a:gd name="connsiteY1" fmla="*/ 180667 h 361333"/>
                <a:gd name="connsiteX2" fmla="*/ 180835 w 361670"/>
                <a:gd name="connsiteY2" fmla="*/ 361333 h 361333"/>
                <a:gd name="connsiteX3" fmla="*/ 361670 w 361670"/>
                <a:gd name="connsiteY3" fmla="*/ 180667 h 361333"/>
                <a:gd name="connsiteX4" fmla="*/ 180835 w 361670"/>
                <a:gd name="connsiteY4" fmla="*/ 0 h 361333"/>
                <a:gd name="connsiteX5" fmla="*/ 180835 w 361670"/>
                <a:gd name="connsiteY5" fmla="*/ 349204 h 361333"/>
                <a:gd name="connsiteX6" fmla="*/ 12780 w 361670"/>
                <a:gd name="connsiteY6" fmla="*/ 181305 h 361333"/>
                <a:gd name="connsiteX7" fmla="*/ 180835 w 361670"/>
                <a:gd name="connsiteY7" fmla="*/ 13406 h 361333"/>
                <a:gd name="connsiteX8" fmla="*/ 348890 w 361670"/>
                <a:gd name="connsiteY8" fmla="*/ 181305 h 361333"/>
                <a:gd name="connsiteX9" fmla="*/ 180835 w 361670"/>
                <a:gd name="connsiteY9" fmla="*/ 349204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1670" h="361333">
                  <a:moveTo>
                    <a:pt x="180835" y="0"/>
                  </a:moveTo>
                  <a:cubicBezTo>
                    <a:pt x="80513" y="0"/>
                    <a:pt x="0" y="81077"/>
                    <a:pt x="0" y="180667"/>
                  </a:cubicBezTo>
                  <a:cubicBezTo>
                    <a:pt x="0" y="280257"/>
                    <a:pt x="81152" y="361333"/>
                    <a:pt x="180835" y="361333"/>
                  </a:cubicBezTo>
                  <a:cubicBezTo>
                    <a:pt x="281157" y="361333"/>
                    <a:pt x="361670" y="280257"/>
                    <a:pt x="361670" y="180667"/>
                  </a:cubicBezTo>
                  <a:cubicBezTo>
                    <a:pt x="361670" y="81077"/>
                    <a:pt x="281157" y="0"/>
                    <a:pt x="180835" y="0"/>
                  </a:cubicBezTo>
                  <a:close/>
                  <a:moveTo>
                    <a:pt x="180835" y="349204"/>
                  </a:moveTo>
                  <a:cubicBezTo>
                    <a:pt x="88181" y="349204"/>
                    <a:pt x="12780" y="273873"/>
                    <a:pt x="12780" y="181305"/>
                  </a:cubicBezTo>
                  <a:cubicBezTo>
                    <a:pt x="12780" y="88738"/>
                    <a:pt x="88181" y="13406"/>
                    <a:pt x="180835" y="13406"/>
                  </a:cubicBezTo>
                  <a:cubicBezTo>
                    <a:pt x="273489" y="13406"/>
                    <a:pt x="348890" y="88738"/>
                    <a:pt x="348890" y="181305"/>
                  </a:cubicBezTo>
                  <a:cubicBezTo>
                    <a:pt x="348890" y="273873"/>
                    <a:pt x="273489" y="349204"/>
                    <a:pt x="180835" y="34920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7" name="Graphic 4">
              <a:extLst>
                <a:ext uri="{FF2B5EF4-FFF2-40B4-BE49-F238E27FC236}">
                  <a16:creationId xmlns:a16="http://schemas.microsoft.com/office/drawing/2014/main" id="{F391ECF9-916F-657E-29FC-A12E60EA390B}"/>
                </a:ext>
              </a:extLst>
            </p:cNvPr>
            <p:cNvSpPr/>
            <p:nvPr/>
          </p:nvSpPr>
          <p:spPr>
            <a:xfrm>
              <a:off x="4731748" y="2471402"/>
              <a:ext cx="221091" cy="160876"/>
            </a:xfrm>
            <a:custGeom>
              <a:avLst/>
              <a:gdLst>
                <a:gd name="connsiteX0" fmla="*/ 214702 w 221091"/>
                <a:gd name="connsiteY0" fmla="*/ 148108 h 160876"/>
                <a:gd name="connsiteX1" fmla="*/ 12780 w 221091"/>
                <a:gd name="connsiteY1" fmla="*/ 148108 h 160876"/>
                <a:gd name="connsiteX2" fmla="*/ 12780 w 221091"/>
                <a:gd name="connsiteY2" fmla="*/ 6384 h 160876"/>
                <a:gd name="connsiteX3" fmla="*/ 6390 w 221091"/>
                <a:gd name="connsiteY3" fmla="*/ 0 h 160876"/>
                <a:gd name="connsiteX4" fmla="*/ 0 w 221091"/>
                <a:gd name="connsiteY4" fmla="*/ 6384 h 160876"/>
                <a:gd name="connsiteX5" fmla="*/ 0 w 221091"/>
                <a:gd name="connsiteY5" fmla="*/ 154492 h 160876"/>
                <a:gd name="connsiteX6" fmla="*/ 6390 w 221091"/>
                <a:gd name="connsiteY6" fmla="*/ 160876 h 160876"/>
                <a:gd name="connsiteX7" fmla="*/ 214702 w 221091"/>
                <a:gd name="connsiteY7" fmla="*/ 160876 h 160876"/>
                <a:gd name="connsiteX8" fmla="*/ 221092 w 221091"/>
                <a:gd name="connsiteY8" fmla="*/ 154492 h 160876"/>
                <a:gd name="connsiteX9" fmla="*/ 214702 w 221091"/>
                <a:gd name="connsiteY9" fmla="*/ 148108 h 160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1091" h="160876">
                  <a:moveTo>
                    <a:pt x="214702" y="148108"/>
                  </a:moveTo>
                  <a:lnTo>
                    <a:pt x="12780" y="148108"/>
                  </a:lnTo>
                  <a:lnTo>
                    <a:pt x="12780" y="6384"/>
                  </a:lnTo>
                  <a:cubicBezTo>
                    <a:pt x="12780" y="2554"/>
                    <a:pt x="10224" y="0"/>
                    <a:pt x="6390" y="0"/>
                  </a:cubicBezTo>
                  <a:cubicBezTo>
                    <a:pt x="2556" y="0"/>
                    <a:pt x="0" y="2554"/>
                    <a:pt x="0" y="6384"/>
                  </a:cubicBezTo>
                  <a:lnTo>
                    <a:pt x="0" y="154492"/>
                  </a:lnTo>
                  <a:cubicBezTo>
                    <a:pt x="0" y="158323"/>
                    <a:pt x="2556" y="160876"/>
                    <a:pt x="6390" y="160876"/>
                  </a:cubicBezTo>
                  <a:lnTo>
                    <a:pt x="214702" y="160876"/>
                  </a:lnTo>
                  <a:cubicBezTo>
                    <a:pt x="218536" y="160876"/>
                    <a:pt x="221092" y="158323"/>
                    <a:pt x="221092" y="154492"/>
                  </a:cubicBezTo>
                  <a:cubicBezTo>
                    <a:pt x="221092" y="150662"/>
                    <a:pt x="217897" y="148108"/>
                    <a:pt x="214702" y="14810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8" name="Graphic 4">
              <a:extLst>
                <a:ext uri="{FF2B5EF4-FFF2-40B4-BE49-F238E27FC236}">
                  <a16:creationId xmlns:a16="http://schemas.microsoft.com/office/drawing/2014/main" id="{C54D5D20-CFC0-5AE9-B5D9-5BAE9A680752}"/>
                </a:ext>
              </a:extLst>
            </p:cNvPr>
            <p:cNvSpPr/>
            <p:nvPr/>
          </p:nvSpPr>
          <p:spPr>
            <a:xfrm>
              <a:off x="4761142" y="2486723"/>
              <a:ext cx="190420" cy="101505"/>
            </a:xfrm>
            <a:custGeom>
              <a:avLst/>
              <a:gdLst>
                <a:gd name="connsiteX0" fmla="*/ 83708 w 190420"/>
                <a:gd name="connsiteY0" fmla="*/ 92568 h 101505"/>
                <a:gd name="connsiteX1" fmla="*/ 88181 w 190420"/>
                <a:gd name="connsiteY1" fmla="*/ 94483 h 101505"/>
                <a:gd name="connsiteX2" fmla="*/ 88181 w 190420"/>
                <a:gd name="connsiteY2" fmla="*/ 94483 h 101505"/>
                <a:gd name="connsiteX3" fmla="*/ 92654 w 190420"/>
                <a:gd name="connsiteY3" fmla="*/ 92568 h 101505"/>
                <a:gd name="connsiteX4" fmla="*/ 132272 w 190420"/>
                <a:gd name="connsiteY4" fmla="*/ 52349 h 101505"/>
                <a:gd name="connsiteX5" fmla="*/ 179557 w 190420"/>
                <a:gd name="connsiteY5" fmla="*/ 99590 h 101505"/>
                <a:gd name="connsiteX6" fmla="*/ 184030 w 190420"/>
                <a:gd name="connsiteY6" fmla="*/ 101505 h 101505"/>
                <a:gd name="connsiteX7" fmla="*/ 188503 w 190420"/>
                <a:gd name="connsiteY7" fmla="*/ 99590 h 101505"/>
                <a:gd name="connsiteX8" fmla="*/ 188503 w 190420"/>
                <a:gd name="connsiteY8" fmla="*/ 90653 h 101505"/>
                <a:gd name="connsiteX9" fmla="*/ 136745 w 190420"/>
                <a:gd name="connsiteY9" fmla="*/ 38942 h 101505"/>
                <a:gd name="connsiteX10" fmla="*/ 132272 w 190420"/>
                <a:gd name="connsiteY10" fmla="*/ 37027 h 101505"/>
                <a:gd name="connsiteX11" fmla="*/ 132272 w 190420"/>
                <a:gd name="connsiteY11" fmla="*/ 37027 h 101505"/>
                <a:gd name="connsiteX12" fmla="*/ 127799 w 190420"/>
                <a:gd name="connsiteY12" fmla="*/ 38942 h 101505"/>
                <a:gd name="connsiteX13" fmla="*/ 88181 w 190420"/>
                <a:gd name="connsiteY13" fmla="*/ 79161 h 101505"/>
                <a:gd name="connsiteX14" fmla="*/ 10863 w 190420"/>
                <a:gd name="connsiteY14" fmla="*/ 1915 h 101505"/>
                <a:gd name="connsiteX15" fmla="*/ 1917 w 190420"/>
                <a:gd name="connsiteY15" fmla="*/ 1915 h 101505"/>
                <a:gd name="connsiteX16" fmla="*/ 1917 w 190420"/>
                <a:gd name="connsiteY16" fmla="*/ 10853 h 101505"/>
                <a:gd name="connsiteX17" fmla="*/ 83708 w 190420"/>
                <a:gd name="connsiteY17" fmla="*/ 92568 h 101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0420" h="101505">
                  <a:moveTo>
                    <a:pt x="83708" y="92568"/>
                  </a:moveTo>
                  <a:cubicBezTo>
                    <a:pt x="84986" y="93845"/>
                    <a:pt x="86264" y="94483"/>
                    <a:pt x="88181" y="94483"/>
                  </a:cubicBezTo>
                  <a:cubicBezTo>
                    <a:pt x="88181" y="94483"/>
                    <a:pt x="88181" y="94483"/>
                    <a:pt x="88181" y="94483"/>
                  </a:cubicBezTo>
                  <a:cubicBezTo>
                    <a:pt x="90098" y="94483"/>
                    <a:pt x="91376" y="93845"/>
                    <a:pt x="92654" y="92568"/>
                  </a:cubicBezTo>
                  <a:lnTo>
                    <a:pt x="132272" y="52349"/>
                  </a:lnTo>
                  <a:lnTo>
                    <a:pt x="179557" y="99590"/>
                  </a:lnTo>
                  <a:cubicBezTo>
                    <a:pt x="180835" y="100867"/>
                    <a:pt x="182752" y="101505"/>
                    <a:pt x="184030" y="101505"/>
                  </a:cubicBezTo>
                  <a:cubicBezTo>
                    <a:pt x="185308" y="101505"/>
                    <a:pt x="187225" y="100867"/>
                    <a:pt x="188503" y="99590"/>
                  </a:cubicBezTo>
                  <a:cubicBezTo>
                    <a:pt x="191059" y="97037"/>
                    <a:pt x="191059" y="93206"/>
                    <a:pt x="188503" y="90653"/>
                  </a:cubicBezTo>
                  <a:lnTo>
                    <a:pt x="136745" y="38942"/>
                  </a:lnTo>
                  <a:cubicBezTo>
                    <a:pt x="135467" y="37665"/>
                    <a:pt x="134188" y="37027"/>
                    <a:pt x="132272" y="37027"/>
                  </a:cubicBezTo>
                  <a:cubicBezTo>
                    <a:pt x="132272" y="37027"/>
                    <a:pt x="132272" y="37027"/>
                    <a:pt x="132272" y="37027"/>
                  </a:cubicBezTo>
                  <a:cubicBezTo>
                    <a:pt x="130355" y="37027"/>
                    <a:pt x="129077" y="37665"/>
                    <a:pt x="127799" y="38942"/>
                  </a:cubicBezTo>
                  <a:lnTo>
                    <a:pt x="88181" y="79161"/>
                  </a:lnTo>
                  <a:lnTo>
                    <a:pt x="10863" y="1915"/>
                  </a:lnTo>
                  <a:cubicBezTo>
                    <a:pt x="8307" y="-638"/>
                    <a:pt x="4473" y="-638"/>
                    <a:pt x="1917" y="1915"/>
                  </a:cubicBezTo>
                  <a:cubicBezTo>
                    <a:pt x="-639" y="4469"/>
                    <a:pt x="-639" y="8299"/>
                    <a:pt x="1917" y="10853"/>
                  </a:cubicBezTo>
                  <a:lnTo>
                    <a:pt x="83708" y="92568"/>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9" name="Graphic 4">
            <a:extLst>
              <a:ext uri="{FF2B5EF4-FFF2-40B4-BE49-F238E27FC236}">
                <a16:creationId xmlns:a16="http://schemas.microsoft.com/office/drawing/2014/main" id="{2B559769-8FBA-A72B-E955-44C6917C7BFC}"/>
              </a:ext>
            </a:extLst>
          </p:cNvPr>
          <p:cNvGrpSpPr/>
          <p:nvPr/>
        </p:nvGrpSpPr>
        <p:grpSpPr>
          <a:xfrm>
            <a:off x="6351041" y="2543506"/>
            <a:ext cx="362312" cy="361971"/>
            <a:chOff x="4660820" y="2371173"/>
            <a:chExt cx="362312" cy="361971"/>
          </a:xfrm>
          <a:solidFill>
            <a:schemeClr val="accent3">
              <a:lumMod val="50000"/>
            </a:schemeClr>
          </a:solidFill>
        </p:grpSpPr>
        <p:sp>
          <p:nvSpPr>
            <p:cNvPr id="60" name="Graphic 4">
              <a:extLst>
                <a:ext uri="{FF2B5EF4-FFF2-40B4-BE49-F238E27FC236}">
                  <a16:creationId xmlns:a16="http://schemas.microsoft.com/office/drawing/2014/main" id="{BAE4A23D-AEFE-3BDE-A043-A821AEA6F99B}"/>
                </a:ext>
              </a:extLst>
            </p:cNvPr>
            <p:cNvSpPr/>
            <p:nvPr/>
          </p:nvSpPr>
          <p:spPr>
            <a:xfrm>
              <a:off x="4660820" y="2371173"/>
              <a:ext cx="362312" cy="361971"/>
            </a:xfrm>
            <a:custGeom>
              <a:avLst/>
              <a:gdLst>
                <a:gd name="connsiteX0" fmla="*/ 181474 w 362312"/>
                <a:gd name="connsiteY0" fmla="*/ 0 h 361971"/>
                <a:gd name="connsiteX1" fmla="*/ 0 w 362312"/>
                <a:gd name="connsiteY1" fmla="*/ 180667 h 361971"/>
                <a:gd name="connsiteX2" fmla="*/ 180835 w 362312"/>
                <a:gd name="connsiteY2" fmla="*/ 361972 h 361971"/>
                <a:gd name="connsiteX3" fmla="*/ 362309 w 362312"/>
                <a:gd name="connsiteY3" fmla="*/ 181305 h 361971"/>
                <a:gd name="connsiteX4" fmla="*/ 362309 w 362312"/>
                <a:gd name="connsiteY4" fmla="*/ 181305 h 361971"/>
                <a:gd name="connsiteX5" fmla="*/ 181474 w 362312"/>
                <a:gd name="connsiteY5" fmla="*/ 0 h 361971"/>
                <a:gd name="connsiteX6" fmla="*/ 181474 w 362312"/>
                <a:gd name="connsiteY6" fmla="*/ 349204 h 361971"/>
                <a:gd name="connsiteX7" fmla="*/ 12780 w 362312"/>
                <a:gd name="connsiteY7" fmla="*/ 181305 h 361971"/>
                <a:gd name="connsiteX8" fmla="*/ 180835 w 362312"/>
                <a:gd name="connsiteY8" fmla="*/ 12768 h 361971"/>
                <a:gd name="connsiteX9" fmla="*/ 349529 w 362312"/>
                <a:gd name="connsiteY9" fmla="*/ 180667 h 361971"/>
                <a:gd name="connsiteX10" fmla="*/ 349529 w 362312"/>
                <a:gd name="connsiteY10" fmla="*/ 180667 h 361971"/>
                <a:gd name="connsiteX11" fmla="*/ 181474 w 362312"/>
                <a:gd name="connsiteY11" fmla="*/ 349204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2312" h="361971">
                  <a:moveTo>
                    <a:pt x="181474" y="0"/>
                  </a:moveTo>
                  <a:cubicBezTo>
                    <a:pt x="81152" y="0"/>
                    <a:pt x="0" y="81077"/>
                    <a:pt x="0" y="180667"/>
                  </a:cubicBezTo>
                  <a:cubicBezTo>
                    <a:pt x="0" y="280895"/>
                    <a:pt x="81152" y="361972"/>
                    <a:pt x="180835" y="361972"/>
                  </a:cubicBezTo>
                  <a:cubicBezTo>
                    <a:pt x="281157" y="361972"/>
                    <a:pt x="362309" y="280895"/>
                    <a:pt x="362309" y="181305"/>
                  </a:cubicBezTo>
                  <a:cubicBezTo>
                    <a:pt x="362309" y="181305"/>
                    <a:pt x="362309" y="181305"/>
                    <a:pt x="362309" y="181305"/>
                  </a:cubicBezTo>
                  <a:cubicBezTo>
                    <a:pt x="362948" y="81077"/>
                    <a:pt x="281796" y="0"/>
                    <a:pt x="181474" y="0"/>
                  </a:cubicBezTo>
                  <a:close/>
                  <a:moveTo>
                    <a:pt x="181474" y="349204"/>
                  </a:moveTo>
                  <a:cubicBezTo>
                    <a:pt x="88181" y="349204"/>
                    <a:pt x="12780" y="273873"/>
                    <a:pt x="12780" y="181305"/>
                  </a:cubicBezTo>
                  <a:cubicBezTo>
                    <a:pt x="12780" y="88738"/>
                    <a:pt x="88181" y="12768"/>
                    <a:pt x="180835" y="12768"/>
                  </a:cubicBezTo>
                  <a:cubicBezTo>
                    <a:pt x="274128" y="12768"/>
                    <a:pt x="349529" y="88099"/>
                    <a:pt x="349529" y="180667"/>
                  </a:cubicBezTo>
                  <a:cubicBezTo>
                    <a:pt x="349529" y="180667"/>
                    <a:pt x="349529" y="180667"/>
                    <a:pt x="349529" y="180667"/>
                  </a:cubicBezTo>
                  <a:cubicBezTo>
                    <a:pt x="349529" y="273873"/>
                    <a:pt x="274767" y="349204"/>
                    <a:pt x="181474" y="34920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1" name="Graphic 4">
              <a:extLst>
                <a:ext uri="{FF2B5EF4-FFF2-40B4-BE49-F238E27FC236}">
                  <a16:creationId xmlns:a16="http://schemas.microsoft.com/office/drawing/2014/main" id="{3A038AA5-6F25-75BC-6548-C28BA66DB0AC}"/>
                </a:ext>
              </a:extLst>
            </p:cNvPr>
            <p:cNvSpPr/>
            <p:nvPr/>
          </p:nvSpPr>
          <p:spPr>
            <a:xfrm>
              <a:off x="4773502" y="2453527"/>
              <a:ext cx="138185" cy="196626"/>
            </a:xfrm>
            <a:custGeom>
              <a:avLst/>
              <a:gdLst>
                <a:gd name="connsiteX0" fmla="*/ 131413 w 138185"/>
                <a:gd name="connsiteY0" fmla="*/ 59371 h 196626"/>
                <a:gd name="connsiteX1" fmla="*/ 94991 w 138185"/>
                <a:gd name="connsiteY1" fmla="*/ 59371 h 196626"/>
                <a:gd name="connsiteX2" fmla="*/ 117356 w 138185"/>
                <a:gd name="connsiteY2" fmla="*/ 9576 h 196626"/>
                <a:gd name="connsiteX3" fmla="*/ 116717 w 138185"/>
                <a:gd name="connsiteY3" fmla="*/ 3192 h 196626"/>
                <a:gd name="connsiteX4" fmla="*/ 111605 w 138185"/>
                <a:gd name="connsiteY4" fmla="*/ 0 h 196626"/>
                <a:gd name="connsiteX5" fmla="*/ 45788 w 138185"/>
                <a:gd name="connsiteY5" fmla="*/ 0 h 196626"/>
                <a:gd name="connsiteX6" fmla="*/ 40037 w 138185"/>
                <a:gd name="connsiteY6" fmla="*/ 3830 h 196626"/>
                <a:gd name="connsiteX7" fmla="*/ 420 w 138185"/>
                <a:gd name="connsiteY7" fmla="*/ 95760 h 196626"/>
                <a:gd name="connsiteX8" fmla="*/ 1059 w 138185"/>
                <a:gd name="connsiteY8" fmla="*/ 102144 h 196626"/>
                <a:gd name="connsiteX9" fmla="*/ 6171 w 138185"/>
                <a:gd name="connsiteY9" fmla="*/ 105336 h 196626"/>
                <a:gd name="connsiteX10" fmla="*/ 36842 w 138185"/>
                <a:gd name="connsiteY10" fmla="*/ 105336 h 196626"/>
                <a:gd name="connsiteX11" fmla="*/ 13199 w 138185"/>
                <a:gd name="connsiteY11" fmla="*/ 188966 h 196626"/>
                <a:gd name="connsiteX12" fmla="*/ 16394 w 138185"/>
                <a:gd name="connsiteY12" fmla="*/ 195988 h 196626"/>
                <a:gd name="connsiteX13" fmla="*/ 19589 w 138185"/>
                <a:gd name="connsiteY13" fmla="*/ 196627 h 196626"/>
                <a:gd name="connsiteX14" fmla="*/ 24702 w 138185"/>
                <a:gd name="connsiteY14" fmla="*/ 194711 h 196626"/>
                <a:gd name="connsiteX15" fmla="*/ 136526 w 138185"/>
                <a:gd name="connsiteY15" fmla="*/ 70224 h 196626"/>
                <a:gd name="connsiteX16" fmla="*/ 137803 w 138185"/>
                <a:gd name="connsiteY16" fmla="*/ 63201 h 196626"/>
                <a:gd name="connsiteX17" fmla="*/ 131413 w 138185"/>
                <a:gd name="connsiteY17" fmla="*/ 59371 h 196626"/>
                <a:gd name="connsiteX18" fmla="*/ 33647 w 138185"/>
                <a:gd name="connsiteY18" fmla="*/ 165345 h 196626"/>
                <a:gd name="connsiteX19" fmla="*/ 52178 w 138185"/>
                <a:gd name="connsiteY19" fmla="*/ 100228 h 196626"/>
                <a:gd name="connsiteX20" fmla="*/ 50900 w 138185"/>
                <a:gd name="connsiteY20" fmla="*/ 94483 h 196626"/>
                <a:gd name="connsiteX21" fmla="*/ 45788 w 138185"/>
                <a:gd name="connsiteY21" fmla="*/ 91929 h 196626"/>
                <a:gd name="connsiteX22" fmla="*/ 15756 w 138185"/>
                <a:gd name="connsiteY22" fmla="*/ 91929 h 196626"/>
                <a:gd name="connsiteX23" fmla="*/ 49622 w 138185"/>
                <a:gd name="connsiteY23" fmla="*/ 12768 h 196626"/>
                <a:gd name="connsiteX24" fmla="*/ 101381 w 138185"/>
                <a:gd name="connsiteY24" fmla="*/ 12768 h 196626"/>
                <a:gd name="connsiteX25" fmla="*/ 79016 w 138185"/>
                <a:gd name="connsiteY25" fmla="*/ 62563 h 196626"/>
                <a:gd name="connsiteX26" fmla="*/ 82211 w 138185"/>
                <a:gd name="connsiteY26" fmla="*/ 70862 h 196626"/>
                <a:gd name="connsiteX27" fmla="*/ 84767 w 138185"/>
                <a:gd name="connsiteY27" fmla="*/ 71500 h 196626"/>
                <a:gd name="connsiteX28" fmla="*/ 116717 w 138185"/>
                <a:gd name="connsiteY28" fmla="*/ 71500 h 196626"/>
                <a:gd name="connsiteX29" fmla="*/ 33647 w 138185"/>
                <a:gd name="connsiteY29" fmla="*/ 165345 h 196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38185" h="196626">
                  <a:moveTo>
                    <a:pt x="131413" y="59371"/>
                  </a:moveTo>
                  <a:lnTo>
                    <a:pt x="94991" y="59371"/>
                  </a:lnTo>
                  <a:lnTo>
                    <a:pt x="117356" y="9576"/>
                  </a:lnTo>
                  <a:cubicBezTo>
                    <a:pt x="118633" y="7661"/>
                    <a:pt x="117995" y="5107"/>
                    <a:pt x="116717" y="3192"/>
                  </a:cubicBezTo>
                  <a:cubicBezTo>
                    <a:pt x="115438" y="1277"/>
                    <a:pt x="113522" y="0"/>
                    <a:pt x="111605" y="0"/>
                  </a:cubicBezTo>
                  <a:lnTo>
                    <a:pt x="45788" y="0"/>
                  </a:lnTo>
                  <a:cubicBezTo>
                    <a:pt x="43232" y="0"/>
                    <a:pt x="40677" y="1277"/>
                    <a:pt x="40037" y="3830"/>
                  </a:cubicBezTo>
                  <a:lnTo>
                    <a:pt x="420" y="95760"/>
                  </a:lnTo>
                  <a:cubicBezTo>
                    <a:pt x="-219" y="97675"/>
                    <a:pt x="-219" y="100228"/>
                    <a:pt x="1059" y="102144"/>
                  </a:cubicBezTo>
                  <a:cubicBezTo>
                    <a:pt x="2337" y="104059"/>
                    <a:pt x="4254" y="105336"/>
                    <a:pt x="6171" y="105336"/>
                  </a:cubicBezTo>
                  <a:lnTo>
                    <a:pt x="36842" y="105336"/>
                  </a:lnTo>
                  <a:lnTo>
                    <a:pt x="13199" y="188966"/>
                  </a:lnTo>
                  <a:cubicBezTo>
                    <a:pt x="12561" y="191519"/>
                    <a:pt x="13839" y="194711"/>
                    <a:pt x="16394" y="195988"/>
                  </a:cubicBezTo>
                  <a:cubicBezTo>
                    <a:pt x="17034" y="196627"/>
                    <a:pt x="18312" y="196627"/>
                    <a:pt x="19589" y="196627"/>
                  </a:cubicBezTo>
                  <a:cubicBezTo>
                    <a:pt x="21507" y="196627"/>
                    <a:pt x="23424" y="195988"/>
                    <a:pt x="24702" y="194711"/>
                  </a:cubicBezTo>
                  <a:lnTo>
                    <a:pt x="136526" y="70224"/>
                  </a:lnTo>
                  <a:cubicBezTo>
                    <a:pt x="138442" y="68308"/>
                    <a:pt x="138442" y="65755"/>
                    <a:pt x="137803" y="63201"/>
                  </a:cubicBezTo>
                  <a:cubicBezTo>
                    <a:pt x="135886" y="60648"/>
                    <a:pt x="133969" y="59371"/>
                    <a:pt x="131413" y="59371"/>
                  </a:cubicBezTo>
                  <a:close/>
                  <a:moveTo>
                    <a:pt x="33647" y="165345"/>
                  </a:moveTo>
                  <a:lnTo>
                    <a:pt x="52178" y="100228"/>
                  </a:lnTo>
                  <a:cubicBezTo>
                    <a:pt x="52817" y="98313"/>
                    <a:pt x="52178" y="96398"/>
                    <a:pt x="50900" y="94483"/>
                  </a:cubicBezTo>
                  <a:cubicBezTo>
                    <a:pt x="49622" y="93206"/>
                    <a:pt x="47705" y="91929"/>
                    <a:pt x="45788" y="91929"/>
                  </a:cubicBezTo>
                  <a:lnTo>
                    <a:pt x="15756" y="91929"/>
                  </a:lnTo>
                  <a:lnTo>
                    <a:pt x="49622" y="12768"/>
                  </a:lnTo>
                  <a:lnTo>
                    <a:pt x="101381" y="12768"/>
                  </a:lnTo>
                  <a:lnTo>
                    <a:pt x="79016" y="62563"/>
                  </a:lnTo>
                  <a:cubicBezTo>
                    <a:pt x="77738" y="65755"/>
                    <a:pt x="79016" y="69585"/>
                    <a:pt x="82211" y="70862"/>
                  </a:cubicBezTo>
                  <a:cubicBezTo>
                    <a:pt x="82850" y="71500"/>
                    <a:pt x="84128" y="71500"/>
                    <a:pt x="84767" y="71500"/>
                  </a:cubicBezTo>
                  <a:lnTo>
                    <a:pt x="116717" y="71500"/>
                  </a:lnTo>
                  <a:lnTo>
                    <a:pt x="33647" y="165345"/>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2" name="Graphic 1039">
            <a:extLst>
              <a:ext uri="{FF2B5EF4-FFF2-40B4-BE49-F238E27FC236}">
                <a16:creationId xmlns:a16="http://schemas.microsoft.com/office/drawing/2014/main" id="{05C43D77-3C1E-80FE-3C66-EAD3DAFE3855}"/>
              </a:ext>
            </a:extLst>
          </p:cNvPr>
          <p:cNvGrpSpPr/>
          <p:nvPr/>
        </p:nvGrpSpPr>
        <p:grpSpPr>
          <a:xfrm>
            <a:off x="6362898" y="3886372"/>
            <a:ext cx="361670" cy="361333"/>
            <a:chOff x="5708769" y="3824168"/>
            <a:chExt cx="361670" cy="361333"/>
          </a:xfrm>
          <a:solidFill>
            <a:schemeClr val="accent3">
              <a:lumMod val="50000"/>
            </a:schemeClr>
          </a:solidFill>
        </p:grpSpPr>
        <p:sp>
          <p:nvSpPr>
            <p:cNvPr id="63" name="Graphic 1039">
              <a:extLst>
                <a:ext uri="{FF2B5EF4-FFF2-40B4-BE49-F238E27FC236}">
                  <a16:creationId xmlns:a16="http://schemas.microsoft.com/office/drawing/2014/main" id="{273CA0A5-57C4-8973-E552-87A2537165AA}"/>
                </a:ext>
              </a:extLst>
            </p:cNvPr>
            <p:cNvSpPr/>
            <p:nvPr/>
          </p:nvSpPr>
          <p:spPr>
            <a:xfrm>
              <a:off x="5708769" y="3824168"/>
              <a:ext cx="361670" cy="361333"/>
            </a:xfrm>
            <a:custGeom>
              <a:avLst/>
              <a:gdLst>
                <a:gd name="connsiteX0" fmla="*/ 180835 w 361670"/>
                <a:gd name="connsiteY0" fmla="*/ 0 h 361333"/>
                <a:gd name="connsiteX1" fmla="*/ 0 w 361670"/>
                <a:gd name="connsiteY1" fmla="*/ 180667 h 361333"/>
                <a:gd name="connsiteX2" fmla="*/ 180835 w 361670"/>
                <a:gd name="connsiteY2" fmla="*/ 361333 h 361333"/>
                <a:gd name="connsiteX3" fmla="*/ 361670 w 361670"/>
                <a:gd name="connsiteY3" fmla="*/ 180667 h 361333"/>
                <a:gd name="connsiteX4" fmla="*/ 180835 w 361670"/>
                <a:gd name="connsiteY4" fmla="*/ 0 h 361333"/>
                <a:gd name="connsiteX5" fmla="*/ 180835 w 361670"/>
                <a:gd name="connsiteY5" fmla="*/ 349204 h 361333"/>
                <a:gd name="connsiteX6" fmla="*/ 12780 w 361670"/>
                <a:gd name="connsiteY6" fmla="*/ 181305 h 361333"/>
                <a:gd name="connsiteX7" fmla="*/ 180835 w 361670"/>
                <a:gd name="connsiteY7" fmla="*/ 13406 h 361333"/>
                <a:gd name="connsiteX8" fmla="*/ 348890 w 361670"/>
                <a:gd name="connsiteY8" fmla="*/ 181305 h 361333"/>
                <a:gd name="connsiteX9" fmla="*/ 180835 w 361670"/>
                <a:gd name="connsiteY9" fmla="*/ 349204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1670" h="361333">
                  <a:moveTo>
                    <a:pt x="180835" y="0"/>
                  </a:moveTo>
                  <a:cubicBezTo>
                    <a:pt x="80513" y="0"/>
                    <a:pt x="0" y="81076"/>
                    <a:pt x="0" y="180667"/>
                  </a:cubicBezTo>
                  <a:cubicBezTo>
                    <a:pt x="0" y="280257"/>
                    <a:pt x="81152" y="361333"/>
                    <a:pt x="180835" y="361333"/>
                  </a:cubicBezTo>
                  <a:cubicBezTo>
                    <a:pt x="281157" y="361333"/>
                    <a:pt x="361670" y="280257"/>
                    <a:pt x="361670" y="180667"/>
                  </a:cubicBezTo>
                  <a:cubicBezTo>
                    <a:pt x="361670" y="81076"/>
                    <a:pt x="281157" y="0"/>
                    <a:pt x="180835" y="0"/>
                  </a:cubicBezTo>
                  <a:close/>
                  <a:moveTo>
                    <a:pt x="180835" y="349204"/>
                  </a:moveTo>
                  <a:cubicBezTo>
                    <a:pt x="88181" y="349204"/>
                    <a:pt x="12780" y="273873"/>
                    <a:pt x="12780" y="181305"/>
                  </a:cubicBezTo>
                  <a:cubicBezTo>
                    <a:pt x="12780" y="88737"/>
                    <a:pt x="88181" y="13406"/>
                    <a:pt x="180835" y="13406"/>
                  </a:cubicBezTo>
                  <a:cubicBezTo>
                    <a:pt x="273489" y="13406"/>
                    <a:pt x="348890" y="88737"/>
                    <a:pt x="348890" y="181305"/>
                  </a:cubicBezTo>
                  <a:cubicBezTo>
                    <a:pt x="348890" y="273873"/>
                    <a:pt x="273489" y="349204"/>
                    <a:pt x="180835" y="34920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4" name="Graphic 1039">
              <a:extLst>
                <a:ext uri="{FF2B5EF4-FFF2-40B4-BE49-F238E27FC236}">
                  <a16:creationId xmlns:a16="http://schemas.microsoft.com/office/drawing/2014/main" id="{7585CF2D-049A-B402-1741-ACE98B0C43B1}"/>
                </a:ext>
              </a:extLst>
            </p:cNvPr>
            <p:cNvSpPr/>
            <p:nvPr/>
          </p:nvSpPr>
          <p:spPr>
            <a:xfrm>
              <a:off x="5777781" y="3923758"/>
              <a:ext cx="223008" cy="162791"/>
            </a:xfrm>
            <a:custGeom>
              <a:avLst/>
              <a:gdLst>
                <a:gd name="connsiteX0" fmla="*/ 216619 w 223008"/>
                <a:gd name="connsiteY0" fmla="*/ 0 h 162791"/>
                <a:gd name="connsiteX1" fmla="*/ 6390 w 223008"/>
                <a:gd name="connsiteY1" fmla="*/ 0 h 162791"/>
                <a:gd name="connsiteX2" fmla="*/ 0 w 223008"/>
                <a:gd name="connsiteY2" fmla="*/ 6384 h 162791"/>
                <a:gd name="connsiteX3" fmla="*/ 0 w 223008"/>
                <a:gd name="connsiteY3" fmla="*/ 156408 h 162791"/>
                <a:gd name="connsiteX4" fmla="*/ 6390 w 223008"/>
                <a:gd name="connsiteY4" fmla="*/ 162792 h 162791"/>
                <a:gd name="connsiteX5" fmla="*/ 216619 w 223008"/>
                <a:gd name="connsiteY5" fmla="*/ 162792 h 162791"/>
                <a:gd name="connsiteX6" fmla="*/ 223009 w 223008"/>
                <a:gd name="connsiteY6" fmla="*/ 156408 h 162791"/>
                <a:gd name="connsiteX7" fmla="*/ 223009 w 223008"/>
                <a:gd name="connsiteY7" fmla="*/ 6384 h 162791"/>
                <a:gd name="connsiteX8" fmla="*/ 216619 w 223008"/>
                <a:gd name="connsiteY8" fmla="*/ 0 h 162791"/>
                <a:gd name="connsiteX9" fmla="*/ 210229 w 223008"/>
                <a:gd name="connsiteY9" fmla="*/ 12768 h 162791"/>
                <a:gd name="connsiteX10" fmla="*/ 210229 w 223008"/>
                <a:gd name="connsiteY10" fmla="*/ 36389 h 162791"/>
                <a:gd name="connsiteX11" fmla="*/ 12780 w 223008"/>
                <a:gd name="connsiteY11" fmla="*/ 36389 h 162791"/>
                <a:gd name="connsiteX12" fmla="*/ 12780 w 223008"/>
                <a:gd name="connsiteY12" fmla="*/ 12768 h 162791"/>
                <a:gd name="connsiteX13" fmla="*/ 210229 w 223008"/>
                <a:gd name="connsiteY13" fmla="*/ 12768 h 162791"/>
                <a:gd name="connsiteX14" fmla="*/ 13419 w 223008"/>
                <a:gd name="connsiteY14" fmla="*/ 150024 h 162791"/>
                <a:gd name="connsiteX15" fmla="*/ 13419 w 223008"/>
                <a:gd name="connsiteY15" fmla="*/ 58094 h 162791"/>
                <a:gd name="connsiteX16" fmla="*/ 210868 w 223008"/>
                <a:gd name="connsiteY16" fmla="*/ 58094 h 162791"/>
                <a:gd name="connsiteX17" fmla="*/ 210868 w 223008"/>
                <a:gd name="connsiteY17" fmla="*/ 150024 h 162791"/>
                <a:gd name="connsiteX18" fmla="*/ 13419 w 223008"/>
                <a:gd name="connsiteY18" fmla="*/ 150024 h 162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23008" h="162791">
                  <a:moveTo>
                    <a:pt x="216619" y="0"/>
                  </a:moveTo>
                  <a:lnTo>
                    <a:pt x="6390" y="0"/>
                  </a:lnTo>
                  <a:cubicBezTo>
                    <a:pt x="2556" y="0"/>
                    <a:pt x="0" y="2554"/>
                    <a:pt x="0" y="6384"/>
                  </a:cubicBezTo>
                  <a:lnTo>
                    <a:pt x="0" y="156408"/>
                  </a:lnTo>
                  <a:cubicBezTo>
                    <a:pt x="0" y="160238"/>
                    <a:pt x="2556" y="162792"/>
                    <a:pt x="6390" y="162792"/>
                  </a:cubicBezTo>
                  <a:lnTo>
                    <a:pt x="216619" y="162792"/>
                  </a:lnTo>
                  <a:cubicBezTo>
                    <a:pt x="220453" y="162792"/>
                    <a:pt x="223009" y="160238"/>
                    <a:pt x="223009" y="156408"/>
                  </a:cubicBezTo>
                  <a:lnTo>
                    <a:pt x="223009" y="6384"/>
                  </a:lnTo>
                  <a:cubicBezTo>
                    <a:pt x="223009" y="3192"/>
                    <a:pt x="220453" y="0"/>
                    <a:pt x="216619" y="0"/>
                  </a:cubicBezTo>
                  <a:close/>
                  <a:moveTo>
                    <a:pt x="210229" y="12768"/>
                  </a:moveTo>
                  <a:lnTo>
                    <a:pt x="210229" y="36389"/>
                  </a:lnTo>
                  <a:lnTo>
                    <a:pt x="12780" y="36389"/>
                  </a:lnTo>
                  <a:lnTo>
                    <a:pt x="12780" y="12768"/>
                  </a:lnTo>
                  <a:lnTo>
                    <a:pt x="210229" y="12768"/>
                  </a:lnTo>
                  <a:close/>
                  <a:moveTo>
                    <a:pt x="13419" y="150024"/>
                  </a:moveTo>
                  <a:lnTo>
                    <a:pt x="13419" y="58094"/>
                  </a:lnTo>
                  <a:lnTo>
                    <a:pt x="210868" y="58094"/>
                  </a:lnTo>
                  <a:lnTo>
                    <a:pt x="210868" y="150024"/>
                  </a:lnTo>
                  <a:lnTo>
                    <a:pt x="13419" y="15002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5" name="Graphic 1039">
              <a:extLst>
                <a:ext uri="{FF2B5EF4-FFF2-40B4-BE49-F238E27FC236}">
                  <a16:creationId xmlns:a16="http://schemas.microsoft.com/office/drawing/2014/main" id="{262950BD-E552-45FA-1F45-C14F37505543}"/>
                </a:ext>
              </a:extLst>
            </p:cNvPr>
            <p:cNvSpPr/>
            <p:nvPr/>
          </p:nvSpPr>
          <p:spPr>
            <a:xfrm>
              <a:off x="5808452" y="4043776"/>
              <a:ext cx="87542" cy="12767"/>
            </a:xfrm>
            <a:custGeom>
              <a:avLst/>
              <a:gdLst>
                <a:gd name="connsiteX0" fmla="*/ 81152 w 87542"/>
                <a:gd name="connsiteY0" fmla="*/ 0 h 12767"/>
                <a:gd name="connsiteX1" fmla="*/ 6390 w 87542"/>
                <a:gd name="connsiteY1" fmla="*/ 0 h 12767"/>
                <a:gd name="connsiteX2" fmla="*/ 0 w 87542"/>
                <a:gd name="connsiteY2" fmla="*/ 6384 h 12767"/>
                <a:gd name="connsiteX3" fmla="*/ 6390 w 87542"/>
                <a:gd name="connsiteY3" fmla="*/ 12768 h 12767"/>
                <a:gd name="connsiteX4" fmla="*/ 81152 w 87542"/>
                <a:gd name="connsiteY4" fmla="*/ 12768 h 12767"/>
                <a:gd name="connsiteX5" fmla="*/ 87542 w 87542"/>
                <a:gd name="connsiteY5" fmla="*/ 6384 h 12767"/>
                <a:gd name="connsiteX6" fmla="*/ 81152 w 87542"/>
                <a:gd name="connsiteY6" fmla="*/ 0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7542" h="12767">
                  <a:moveTo>
                    <a:pt x="81152" y="0"/>
                  </a:moveTo>
                  <a:lnTo>
                    <a:pt x="6390" y="0"/>
                  </a:lnTo>
                  <a:cubicBezTo>
                    <a:pt x="2556" y="0"/>
                    <a:pt x="0" y="2554"/>
                    <a:pt x="0" y="6384"/>
                  </a:cubicBezTo>
                  <a:cubicBezTo>
                    <a:pt x="0" y="10215"/>
                    <a:pt x="2556" y="12768"/>
                    <a:pt x="6390" y="12768"/>
                  </a:cubicBezTo>
                  <a:lnTo>
                    <a:pt x="81152" y="12768"/>
                  </a:lnTo>
                  <a:cubicBezTo>
                    <a:pt x="84986" y="12768"/>
                    <a:pt x="87542" y="10215"/>
                    <a:pt x="87542" y="6384"/>
                  </a:cubicBezTo>
                  <a:cubicBezTo>
                    <a:pt x="87542" y="2554"/>
                    <a:pt x="84986" y="0"/>
                    <a:pt x="81152" y="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6" name="Graphic 4">
            <a:extLst>
              <a:ext uri="{FF2B5EF4-FFF2-40B4-BE49-F238E27FC236}">
                <a16:creationId xmlns:a16="http://schemas.microsoft.com/office/drawing/2014/main" id="{C03C0193-728E-4D2F-E003-C686F82C7F9B}"/>
              </a:ext>
            </a:extLst>
          </p:cNvPr>
          <p:cNvGrpSpPr/>
          <p:nvPr/>
        </p:nvGrpSpPr>
        <p:grpSpPr>
          <a:xfrm>
            <a:off x="6362898" y="5221426"/>
            <a:ext cx="362312" cy="361971"/>
            <a:chOff x="8840477" y="918179"/>
            <a:chExt cx="362312" cy="361971"/>
          </a:xfrm>
          <a:solidFill>
            <a:schemeClr val="accent3">
              <a:lumMod val="50000"/>
            </a:schemeClr>
          </a:solidFill>
        </p:grpSpPr>
        <p:sp>
          <p:nvSpPr>
            <p:cNvPr id="67" name="Graphic 4">
              <a:extLst>
                <a:ext uri="{FF2B5EF4-FFF2-40B4-BE49-F238E27FC236}">
                  <a16:creationId xmlns:a16="http://schemas.microsoft.com/office/drawing/2014/main" id="{FD08EE57-2240-6913-6940-0F28D907DF4D}"/>
                </a:ext>
              </a:extLst>
            </p:cNvPr>
            <p:cNvSpPr/>
            <p:nvPr/>
          </p:nvSpPr>
          <p:spPr>
            <a:xfrm>
              <a:off x="8840477" y="918179"/>
              <a:ext cx="362312" cy="361971"/>
            </a:xfrm>
            <a:custGeom>
              <a:avLst/>
              <a:gdLst>
                <a:gd name="connsiteX0" fmla="*/ 181474 w 362312"/>
                <a:gd name="connsiteY0" fmla="*/ 0 h 361971"/>
                <a:gd name="connsiteX1" fmla="*/ 0 w 362312"/>
                <a:gd name="connsiteY1" fmla="*/ 180667 h 361971"/>
                <a:gd name="connsiteX2" fmla="*/ 180836 w 362312"/>
                <a:gd name="connsiteY2" fmla="*/ 361972 h 361971"/>
                <a:gd name="connsiteX3" fmla="*/ 362309 w 362312"/>
                <a:gd name="connsiteY3" fmla="*/ 181305 h 361971"/>
                <a:gd name="connsiteX4" fmla="*/ 362309 w 362312"/>
                <a:gd name="connsiteY4" fmla="*/ 181305 h 361971"/>
                <a:gd name="connsiteX5" fmla="*/ 181474 w 362312"/>
                <a:gd name="connsiteY5" fmla="*/ 0 h 361971"/>
                <a:gd name="connsiteX6" fmla="*/ 181474 w 362312"/>
                <a:gd name="connsiteY6" fmla="*/ 349204 h 361971"/>
                <a:gd name="connsiteX7" fmla="*/ 12780 w 362312"/>
                <a:gd name="connsiteY7" fmla="*/ 181305 h 361971"/>
                <a:gd name="connsiteX8" fmla="*/ 180836 w 362312"/>
                <a:gd name="connsiteY8" fmla="*/ 12768 h 361971"/>
                <a:gd name="connsiteX9" fmla="*/ 349529 w 362312"/>
                <a:gd name="connsiteY9" fmla="*/ 180667 h 361971"/>
                <a:gd name="connsiteX10" fmla="*/ 349529 w 362312"/>
                <a:gd name="connsiteY10" fmla="*/ 180667 h 361971"/>
                <a:gd name="connsiteX11" fmla="*/ 181474 w 362312"/>
                <a:gd name="connsiteY11" fmla="*/ 349204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2312" h="361971">
                  <a:moveTo>
                    <a:pt x="181474" y="0"/>
                  </a:moveTo>
                  <a:cubicBezTo>
                    <a:pt x="81152" y="0"/>
                    <a:pt x="0" y="81077"/>
                    <a:pt x="0" y="180667"/>
                  </a:cubicBezTo>
                  <a:cubicBezTo>
                    <a:pt x="0" y="280895"/>
                    <a:pt x="81152" y="361972"/>
                    <a:pt x="180836" y="361972"/>
                  </a:cubicBezTo>
                  <a:cubicBezTo>
                    <a:pt x="281157" y="361972"/>
                    <a:pt x="362309" y="280895"/>
                    <a:pt x="362309" y="181305"/>
                  </a:cubicBezTo>
                  <a:cubicBezTo>
                    <a:pt x="362309" y="181305"/>
                    <a:pt x="362309" y="181305"/>
                    <a:pt x="362309" y="181305"/>
                  </a:cubicBezTo>
                  <a:cubicBezTo>
                    <a:pt x="362949" y="81077"/>
                    <a:pt x="281796" y="0"/>
                    <a:pt x="181474" y="0"/>
                  </a:cubicBezTo>
                  <a:close/>
                  <a:moveTo>
                    <a:pt x="181474" y="349204"/>
                  </a:moveTo>
                  <a:cubicBezTo>
                    <a:pt x="88181" y="349204"/>
                    <a:pt x="12780" y="273873"/>
                    <a:pt x="12780" y="181305"/>
                  </a:cubicBezTo>
                  <a:cubicBezTo>
                    <a:pt x="12780" y="88099"/>
                    <a:pt x="88181" y="12768"/>
                    <a:pt x="180836" y="12768"/>
                  </a:cubicBezTo>
                  <a:cubicBezTo>
                    <a:pt x="274128" y="12768"/>
                    <a:pt x="349529" y="88099"/>
                    <a:pt x="349529" y="180667"/>
                  </a:cubicBezTo>
                  <a:cubicBezTo>
                    <a:pt x="349529" y="180667"/>
                    <a:pt x="349529" y="180667"/>
                    <a:pt x="349529" y="180667"/>
                  </a:cubicBezTo>
                  <a:cubicBezTo>
                    <a:pt x="350169" y="273873"/>
                    <a:pt x="274767" y="348565"/>
                    <a:pt x="181474" y="34920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8" name="Graphic 4">
              <a:extLst>
                <a:ext uri="{FF2B5EF4-FFF2-40B4-BE49-F238E27FC236}">
                  <a16:creationId xmlns:a16="http://schemas.microsoft.com/office/drawing/2014/main" id="{34D3BA42-2701-960F-ECDD-1F988F1A8D83}"/>
                </a:ext>
              </a:extLst>
            </p:cNvPr>
            <p:cNvSpPr/>
            <p:nvPr/>
          </p:nvSpPr>
          <p:spPr>
            <a:xfrm>
              <a:off x="8916763" y="994787"/>
              <a:ext cx="210235" cy="209394"/>
            </a:xfrm>
            <a:custGeom>
              <a:avLst/>
              <a:gdLst>
                <a:gd name="connsiteX0" fmla="*/ 181869 w 210235"/>
                <a:gd name="connsiteY0" fmla="*/ 32558 h 209394"/>
                <a:gd name="connsiteX1" fmla="*/ 181869 w 210235"/>
                <a:gd name="connsiteY1" fmla="*/ 32558 h 209394"/>
                <a:gd name="connsiteX2" fmla="*/ 181230 w 210235"/>
                <a:gd name="connsiteY2" fmla="*/ 31282 h 209394"/>
                <a:gd name="connsiteX3" fmla="*/ 180590 w 210235"/>
                <a:gd name="connsiteY3" fmla="*/ 30005 h 209394"/>
                <a:gd name="connsiteX4" fmla="*/ 179951 w 210235"/>
                <a:gd name="connsiteY4" fmla="*/ 29366 h 209394"/>
                <a:gd name="connsiteX5" fmla="*/ 178674 w 210235"/>
                <a:gd name="connsiteY5" fmla="*/ 28728 h 209394"/>
                <a:gd name="connsiteX6" fmla="*/ 178035 w 210235"/>
                <a:gd name="connsiteY6" fmla="*/ 28728 h 209394"/>
                <a:gd name="connsiteX7" fmla="*/ 176117 w 210235"/>
                <a:gd name="connsiteY7" fmla="*/ 28090 h 209394"/>
                <a:gd name="connsiteX8" fmla="*/ 112218 w 210235"/>
                <a:gd name="connsiteY8" fmla="*/ 28090 h 209394"/>
                <a:gd name="connsiteX9" fmla="*/ 112218 w 210235"/>
                <a:gd name="connsiteY9" fmla="*/ 6384 h 209394"/>
                <a:gd name="connsiteX10" fmla="*/ 105828 w 210235"/>
                <a:gd name="connsiteY10" fmla="*/ 0 h 209394"/>
                <a:gd name="connsiteX11" fmla="*/ 99438 w 210235"/>
                <a:gd name="connsiteY11" fmla="*/ 6384 h 209394"/>
                <a:gd name="connsiteX12" fmla="*/ 99438 w 210235"/>
                <a:gd name="connsiteY12" fmla="*/ 28090 h 209394"/>
                <a:gd name="connsiteX13" fmla="*/ 41929 w 210235"/>
                <a:gd name="connsiteY13" fmla="*/ 28090 h 209394"/>
                <a:gd name="connsiteX14" fmla="*/ 41290 w 210235"/>
                <a:gd name="connsiteY14" fmla="*/ 28090 h 209394"/>
                <a:gd name="connsiteX15" fmla="*/ 39373 w 210235"/>
                <a:gd name="connsiteY15" fmla="*/ 28728 h 209394"/>
                <a:gd name="connsiteX16" fmla="*/ 38734 w 210235"/>
                <a:gd name="connsiteY16" fmla="*/ 29366 h 209394"/>
                <a:gd name="connsiteX17" fmla="*/ 37456 w 210235"/>
                <a:gd name="connsiteY17" fmla="*/ 30005 h 209394"/>
                <a:gd name="connsiteX18" fmla="*/ 36817 w 210235"/>
                <a:gd name="connsiteY18" fmla="*/ 30643 h 209394"/>
                <a:gd name="connsiteX19" fmla="*/ 36178 w 210235"/>
                <a:gd name="connsiteY19" fmla="*/ 31920 h 209394"/>
                <a:gd name="connsiteX20" fmla="*/ 35539 w 210235"/>
                <a:gd name="connsiteY20" fmla="*/ 32558 h 209394"/>
                <a:gd name="connsiteX21" fmla="*/ 35539 w 210235"/>
                <a:gd name="connsiteY21" fmla="*/ 33197 h 209394"/>
                <a:gd name="connsiteX22" fmla="*/ 394 w 210235"/>
                <a:gd name="connsiteY22" fmla="*/ 145555 h 209394"/>
                <a:gd name="connsiteX23" fmla="*/ 4867 w 210235"/>
                <a:gd name="connsiteY23" fmla="*/ 153216 h 209394"/>
                <a:gd name="connsiteX24" fmla="*/ 6784 w 210235"/>
                <a:gd name="connsiteY24" fmla="*/ 153216 h 209394"/>
                <a:gd name="connsiteX25" fmla="*/ 70045 w 210235"/>
                <a:gd name="connsiteY25" fmla="*/ 153216 h 209394"/>
                <a:gd name="connsiteX26" fmla="*/ 75156 w 210235"/>
                <a:gd name="connsiteY26" fmla="*/ 150662 h 209394"/>
                <a:gd name="connsiteX27" fmla="*/ 76435 w 210235"/>
                <a:gd name="connsiteY27" fmla="*/ 144916 h 209394"/>
                <a:gd name="connsiteX28" fmla="*/ 50236 w 210235"/>
                <a:gd name="connsiteY28" fmla="*/ 40219 h 209394"/>
                <a:gd name="connsiteX29" fmla="*/ 98799 w 210235"/>
                <a:gd name="connsiteY29" fmla="*/ 40219 h 209394"/>
                <a:gd name="connsiteX30" fmla="*/ 98799 w 210235"/>
                <a:gd name="connsiteY30" fmla="*/ 196627 h 209394"/>
                <a:gd name="connsiteX31" fmla="*/ 63016 w 210235"/>
                <a:gd name="connsiteY31" fmla="*/ 196627 h 209394"/>
                <a:gd name="connsiteX32" fmla="*/ 56626 w 210235"/>
                <a:gd name="connsiteY32" fmla="*/ 203011 h 209394"/>
                <a:gd name="connsiteX33" fmla="*/ 63016 w 210235"/>
                <a:gd name="connsiteY33" fmla="*/ 209395 h 209394"/>
                <a:gd name="connsiteX34" fmla="*/ 147363 w 210235"/>
                <a:gd name="connsiteY34" fmla="*/ 209395 h 209394"/>
                <a:gd name="connsiteX35" fmla="*/ 153753 w 210235"/>
                <a:gd name="connsiteY35" fmla="*/ 203011 h 209394"/>
                <a:gd name="connsiteX36" fmla="*/ 147363 w 210235"/>
                <a:gd name="connsiteY36" fmla="*/ 196627 h 209394"/>
                <a:gd name="connsiteX37" fmla="*/ 111579 w 210235"/>
                <a:gd name="connsiteY37" fmla="*/ 196627 h 209394"/>
                <a:gd name="connsiteX38" fmla="*/ 111579 w 210235"/>
                <a:gd name="connsiteY38" fmla="*/ 40219 h 209394"/>
                <a:gd name="connsiteX39" fmla="*/ 166533 w 210235"/>
                <a:gd name="connsiteY39" fmla="*/ 40219 h 209394"/>
                <a:gd name="connsiteX40" fmla="*/ 133944 w 210235"/>
                <a:gd name="connsiteY40" fmla="*/ 144278 h 209394"/>
                <a:gd name="connsiteX41" fmla="*/ 138417 w 210235"/>
                <a:gd name="connsiteY41" fmla="*/ 151939 h 209394"/>
                <a:gd name="connsiteX42" fmla="*/ 140334 w 210235"/>
                <a:gd name="connsiteY42" fmla="*/ 151939 h 209394"/>
                <a:gd name="connsiteX43" fmla="*/ 203595 w 210235"/>
                <a:gd name="connsiteY43" fmla="*/ 151939 h 209394"/>
                <a:gd name="connsiteX44" fmla="*/ 208706 w 210235"/>
                <a:gd name="connsiteY44" fmla="*/ 149385 h 209394"/>
                <a:gd name="connsiteX45" fmla="*/ 209984 w 210235"/>
                <a:gd name="connsiteY45" fmla="*/ 143640 h 209394"/>
                <a:gd name="connsiteX46" fmla="*/ 181869 w 210235"/>
                <a:gd name="connsiteY46" fmla="*/ 32558 h 209394"/>
                <a:gd name="connsiteX47" fmla="*/ 62376 w 210235"/>
                <a:gd name="connsiteY47" fmla="*/ 139809 h 209394"/>
                <a:gd name="connsiteX48" fmla="*/ 15730 w 210235"/>
                <a:gd name="connsiteY48" fmla="*/ 139809 h 209394"/>
                <a:gd name="connsiteX49" fmla="*/ 41290 w 210235"/>
                <a:gd name="connsiteY49" fmla="*/ 57456 h 209394"/>
                <a:gd name="connsiteX50" fmla="*/ 62376 w 210235"/>
                <a:gd name="connsiteY50" fmla="*/ 139809 h 209394"/>
                <a:gd name="connsiteX51" fmla="*/ 149280 w 210235"/>
                <a:gd name="connsiteY51" fmla="*/ 139809 h 209394"/>
                <a:gd name="connsiteX52" fmla="*/ 174840 w 210235"/>
                <a:gd name="connsiteY52" fmla="*/ 57456 h 209394"/>
                <a:gd name="connsiteX53" fmla="*/ 195287 w 210235"/>
                <a:gd name="connsiteY53" fmla="*/ 139809 h 209394"/>
                <a:gd name="connsiteX54" fmla="*/ 149280 w 210235"/>
                <a:gd name="connsiteY54" fmla="*/ 139809 h 20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210235" h="209394">
                  <a:moveTo>
                    <a:pt x="181869" y="32558"/>
                  </a:moveTo>
                  <a:cubicBezTo>
                    <a:pt x="181869" y="32558"/>
                    <a:pt x="181869" y="31920"/>
                    <a:pt x="181869" y="32558"/>
                  </a:cubicBezTo>
                  <a:lnTo>
                    <a:pt x="181230" y="31282"/>
                  </a:lnTo>
                  <a:cubicBezTo>
                    <a:pt x="181230" y="30643"/>
                    <a:pt x="180590" y="30643"/>
                    <a:pt x="180590" y="30005"/>
                  </a:cubicBezTo>
                  <a:lnTo>
                    <a:pt x="179951" y="29366"/>
                  </a:lnTo>
                  <a:cubicBezTo>
                    <a:pt x="179312" y="28728"/>
                    <a:pt x="179312" y="28728"/>
                    <a:pt x="178674" y="28728"/>
                  </a:cubicBezTo>
                  <a:cubicBezTo>
                    <a:pt x="178674" y="28728"/>
                    <a:pt x="178035" y="28728"/>
                    <a:pt x="178035" y="28728"/>
                  </a:cubicBezTo>
                  <a:cubicBezTo>
                    <a:pt x="177395" y="28728"/>
                    <a:pt x="176756" y="28090"/>
                    <a:pt x="176117" y="28090"/>
                  </a:cubicBezTo>
                  <a:lnTo>
                    <a:pt x="112218" y="28090"/>
                  </a:lnTo>
                  <a:lnTo>
                    <a:pt x="112218" y="6384"/>
                  </a:lnTo>
                  <a:cubicBezTo>
                    <a:pt x="112218" y="2554"/>
                    <a:pt x="109662" y="0"/>
                    <a:pt x="105828" y="0"/>
                  </a:cubicBezTo>
                  <a:cubicBezTo>
                    <a:pt x="101994" y="0"/>
                    <a:pt x="99438" y="2554"/>
                    <a:pt x="99438" y="6384"/>
                  </a:cubicBezTo>
                  <a:lnTo>
                    <a:pt x="99438" y="28090"/>
                  </a:lnTo>
                  <a:lnTo>
                    <a:pt x="41929" y="28090"/>
                  </a:lnTo>
                  <a:lnTo>
                    <a:pt x="41290" y="28090"/>
                  </a:lnTo>
                  <a:cubicBezTo>
                    <a:pt x="40651" y="28090"/>
                    <a:pt x="40011" y="28090"/>
                    <a:pt x="39373" y="28728"/>
                  </a:cubicBezTo>
                  <a:lnTo>
                    <a:pt x="38734" y="29366"/>
                  </a:lnTo>
                  <a:lnTo>
                    <a:pt x="37456" y="30005"/>
                  </a:lnTo>
                  <a:lnTo>
                    <a:pt x="36817" y="30643"/>
                  </a:lnTo>
                  <a:lnTo>
                    <a:pt x="36178" y="31920"/>
                  </a:lnTo>
                  <a:lnTo>
                    <a:pt x="35539" y="32558"/>
                  </a:lnTo>
                  <a:cubicBezTo>
                    <a:pt x="35539" y="32558"/>
                    <a:pt x="35539" y="32558"/>
                    <a:pt x="35539" y="33197"/>
                  </a:cubicBezTo>
                  <a:lnTo>
                    <a:pt x="394" y="145555"/>
                  </a:lnTo>
                  <a:cubicBezTo>
                    <a:pt x="-883" y="148747"/>
                    <a:pt x="1033" y="152577"/>
                    <a:pt x="4867" y="153216"/>
                  </a:cubicBezTo>
                  <a:cubicBezTo>
                    <a:pt x="5506" y="153216"/>
                    <a:pt x="6145" y="153216"/>
                    <a:pt x="6784" y="153216"/>
                  </a:cubicBezTo>
                  <a:lnTo>
                    <a:pt x="70045" y="153216"/>
                  </a:lnTo>
                  <a:cubicBezTo>
                    <a:pt x="71961" y="153216"/>
                    <a:pt x="73878" y="152577"/>
                    <a:pt x="75156" y="150662"/>
                  </a:cubicBezTo>
                  <a:cubicBezTo>
                    <a:pt x="76435" y="149385"/>
                    <a:pt x="77073" y="146832"/>
                    <a:pt x="76435" y="144916"/>
                  </a:cubicBezTo>
                  <a:lnTo>
                    <a:pt x="50236" y="40219"/>
                  </a:lnTo>
                  <a:lnTo>
                    <a:pt x="98799" y="40219"/>
                  </a:lnTo>
                  <a:lnTo>
                    <a:pt x="98799" y="196627"/>
                  </a:lnTo>
                  <a:lnTo>
                    <a:pt x="63016" y="196627"/>
                  </a:lnTo>
                  <a:cubicBezTo>
                    <a:pt x="59181" y="196627"/>
                    <a:pt x="56626" y="199180"/>
                    <a:pt x="56626" y="203011"/>
                  </a:cubicBezTo>
                  <a:cubicBezTo>
                    <a:pt x="56626" y="206841"/>
                    <a:pt x="59181" y="209395"/>
                    <a:pt x="63016" y="209395"/>
                  </a:cubicBezTo>
                  <a:lnTo>
                    <a:pt x="147363" y="209395"/>
                  </a:lnTo>
                  <a:cubicBezTo>
                    <a:pt x="151197" y="209395"/>
                    <a:pt x="153753" y="206841"/>
                    <a:pt x="153753" y="203011"/>
                  </a:cubicBezTo>
                  <a:cubicBezTo>
                    <a:pt x="153753" y="199180"/>
                    <a:pt x="151197" y="196627"/>
                    <a:pt x="147363" y="196627"/>
                  </a:cubicBezTo>
                  <a:lnTo>
                    <a:pt x="111579" y="196627"/>
                  </a:lnTo>
                  <a:lnTo>
                    <a:pt x="111579" y="40219"/>
                  </a:lnTo>
                  <a:lnTo>
                    <a:pt x="166533" y="40219"/>
                  </a:lnTo>
                  <a:lnTo>
                    <a:pt x="133944" y="144278"/>
                  </a:lnTo>
                  <a:cubicBezTo>
                    <a:pt x="132666" y="147470"/>
                    <a:pt x="134583" y="151300"/>
                    <a:pt x="138417" y="151939"/>
                  </a:cubicBezTo>
                  <a:cubicBezTo>
                    <a:pt x="139056" y="151939"/>
                    <a:pt x="139695" y="151939"/>
                    <a:pt x="140334" y="151939"/>
                  </a:cubicBezTo>
                  <a:lnTo>
                    <a:pt x="203595" y="151939"/>
                  </a:lnTo>
                  <a:cubicBezTo>
                    <a:pt x="205511" y="151939"/>
                    <a:pt x="207428" y="151300"/>
                    <a:pt x="208706" y="149385"/>
                  </a:cubicBezTo>
                  <a:cubicBezTo>
                    <a:pt x="209984" y="148108"/>
                    <a:pt x="210623" y="145555"/>
                    <a:pt x="209984" y="143640"/>
                  </a:cubicBezTo>
                  <a:lnTo>
                    <a:pt x="181869" y="32558"/>
                  </a:lnTo>
                  <a:close/>
                  <a:moveTo>
                    <a:pt x="62376" y="139809"/>
                  </a:moveTo>
                  <a:lnTo>
                    <a:pt x="15730" y="139809"/>
                  </a:lnTo>
                  <a:lnTo>
                    <a:pt x="41290" y="57456"/>
                  </a:lnTo>
                  <a:lnTo>
                    <a:pt x="62376" y="139809"/>
                  </a:lnTo>
                  <a:close/>
                  <a:moveTo>
                    <a:pt x="149280" y="139809"/>
                  </a:moveTo>
                  <a:lnTo>
                    <a:pt x="174840" y="57456"/>
                  </a:lnTo>
                  <a:lnTo>
                    <a:pt x="195287" y="139809"/>
                  </a:lnTo>
                  <a:lnTo>
                    <a:pt x="149280" y="139809"/>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9" name="Graphic 4">
            <a:extLst>
              <a:ext uri="{FF2B5EF4-FFF2-40B4-BE49-F238E27FC236}">
                <a16:creationId xmlns:a16="http://schemas.microsoft.com/office/drawing/2014/main" id="{062839BB-982F-5145-64C2-570D885476C7}"/>
              </a:ext>
            </a:extLst>
          </p:cNvPr>
          <p:cNvGrpSpPr/>
          <p:nvPr/>
        </p:nvGrpSpPr>
        <p:grpSpPr>
          <a:xfrm>
            <a:off x="6362579" y="4536587"/>
            <a:ext cx="361670" cy="361333"/>
            <a:chOff x="1515054" y="918179"/>
            <a:chExt cx="361670" cy="361333"/>
          </a:xfrm>
          <a:solidFill>
            <a:schemeClr val="accent3">
              <a:lumMod val="50000"/>
            </a:schemeClr>
          </a:solidFill>
        </p:grpSpPr>
        <p:sp>
          <p:nvSpPr>
            <p:cNvPr id="70" name="Graphic 4">
              <a:extLst>
                <a:ext uri="{FF2B5EF4-FFF2-40B4-BE49-F238E27FC236}">
                  <a16:creationId xmlns:a16="http://schemas.microsoft.com/office/drawing/2014/main" id="{83D440CC-54B2-93F4-727B-92124AB26348}"/>
                </a:ext>
              </a:extLst>
            </p:cNvPr>
            <p:cNvSpPr/>
            <p:nvPr/>
          </p:nvSpPr>
          <p:spPr>
            <a:xfrm>
              <a:off x="1515054" y="918179"/>
              <a:ext cx="361670" cy="361333"/>
            </a:xfrm>
            <a:custGeom>
              <a:avLst/>
              <a:gdLst>
                <a:gd name="connsiteX0" fmla="*/ 180835 w 361670"/>
                <a:gd name="connsiteY0" fmla="*/ 0 h 361333"/>
                <a:gd name="connsiteX1" fmla="*/ 0 w 361670"/>
                <a:gd name="connsiteY1" fmla="*/ 180667 h 361333"/>
                <a:gd name="connsiteX2" fmla="*/ 180835 w 361670"/>
                <a:gd name="connsiteY2" fmla="*/ 361333 h 361333"/>
                <a:gd name="connsiteX3" fmla="*/ 361670 w 361670"/>
                <a:gd name="connsiteY3" fmla="*/ 180667 h 361333"/>
                <a:gd name="connsiteX4" fmla="*/ 180835 w 361670"/>
                <a:gd name="connsiteY4" fmla="*/ 0 h 361333"/>
                <a:gd name="connsiteX5" fmla="*/ 180835 w 361670"/>
                <a:gd name="connsiteY5" fmla="*/ 349204 h 361333"/>
                <a:gd name="connsiteX6" fmla="*/ 12780 w 361670"/>
                <a:gd name="connsiteY6" fmla="*/ 181305 h 361333"/>
                <a:gd name="connsiteX7" fmla="*/ 180835 w 361670"/>
                <a:gd name="connsiteY7" fmla="*/ 13406 h 361333"/>
                <a:gd name="connsiteX8" fmla="*/ 348891 w 361670"/>
                <a:gd name="connsiteY8" fmla="*/ 181305 h 361333"/>
                <a:gd name="connsiteX9" fmla="*/ 180835 w 361670"/>
                <a:gd name="connsiteY9" fmla="*/ 349204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1670" h="361333">
                  <a:moveTo>
                    <a:pt x="180835" y="0"/>
                  </a:moveTo>
                  <a:cubicBezTo>
                    <a:pt x="80513" y="0"/>
                    <a:pt x="0" y="81077"/>
                    <a:pt x="0" y="180667"/>
                  </a:cubicBezTo>
                  <a:cubicBezTo>
                    <a:pt x="0" y="280257"/>
                    <a:pt x="81152" y="361333"/>
                    <a:pt x="180835" y="361333"/>
                  </a:cubicBezTo>
                  <a:cubicBezTo>
                    <a:pt x="281157" y="361333"/>
                    <a:pt x="361670" y="280257"/>
                    <a:pt x="361670" y="180667"/>
                  </a:cubicBezTo>
                  <a:cubicBezTo>
                    <a:pt x="361670" y="81077"/>
                    <a:pt x="280518" y="0"/>
                    <a:pt x="180835" y="0"/>
                  </a:cubicBezTo>
                  <a:close/>
                  <a:moveTo>
                    <a:pt x="180835" y="349204"/>
                  </a:moveTo>
                  <a:cubicBezTo>
                    <a:pt x="88181" y="349204"/>
                    <a:pt x="12780" y="273873"/>
                    <a:pt x="12780" y="181305"/>
                  </a:cubicBezTo>
                  <a:cubicBezTo>
                    <a:pt x="12780" y="88737"/>
                    <a:pt x="88181" y="13406"/>
                    <a:pt x="180835" y="13406"/>
                  </a:cubicBezTo>
                  <a:cubicBezTo>
                    <a:pt x="273489" y="13406"/>
                    <a:pt x="348891" y="88737"/>
                    <a:pt x="348891" y="181305"/>
                  </a:cubicBezTo>
                  <a:cubicBezTo>
                    <a:pt x="348891" y="273234"/>
                    <a:pt x="273489" y="349204"/>
                    <a:pt x="180835" y="34920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1" name="Graphic 4">
              <a:extLst>
                <a:ext uri="{FF2B5EF4-FFF2-40B4-BE49-F238E27FC236}">
                  <a16:creationId xmlns:a16="http://schemas.microsoft.com/office/drawing/2014/main" id="{ECE6311E-98EB-3153-00D1-E60D17A64255}"/>
                </a:ext>
              </a:extLst>
            </p:cNvPr>
            <p:cNvSpPr/>
            <p:nvPr/>
          </p:nvSpPr>
          <p:spPr>
            <a:xfrm>
              <a:off x="1584704" y="995425"/>
              <a:ext cx="221756" cy="206202"/>
            </a:xfrm>
            <a:custGeom>
              <a:avLst/>
              <a:gdLst>
                <a:gd name="connsiteX0" fmla="*/ 194254 w 221756"/>
                <a:gd name="connsiteY0" fmla="*/ 46603 h 206202"/>
                <a:gd name="connsiteX1" fmla="*/ 146330 w 221756"/>
                <a:gd name="connsiteY1" fmla="*/ 15322 h 206202"/>
                <a:gd name="connsiteX2" fmla="*/ 107351 w 221756"/>
                <a:gd name="connsiteY2" fmla="*/ 7022 h 206202"/>
                <a:gd name="connsiteX3" fmla="*/ 83069 w 221756"/>
                <a:gd name="connsiteY3" fmla="*/ 0 h 206202"/>
                <a:gd name="connsiteX4" fmla="*/ 49842 w 221756"/>
                <a:gd name="connsiteY4" fmla="*/ 14683 h 206202"/>
                <a:gd name="connsiteX5" fmla="*/ 48564 w 221756"/>
                <a:gd name="connsiteY5" fmla="*/ 14683 h 206202"/>
                <a:gd name="connsiteX6" fmla="*/ 7029 w 221756"/>
                <a:gd name="connsiteY6" fmla="*/ 50433 h 206202"/>
                <a:gd name="connsiteX7" fmla="*/ 8307 w 221756"/>
                <a:gd name="connsiteY7" fmla="*/ 58094 h 206202"/>
                <a:gd name="connsiteX8" fmla="*/ 0 w 221756"/>
                <a:gd name="connsiteY8" fmla="*/ 79800 h 206202"/>
                <a:gd name="connsiteX9" fmla="*/ 38979 w 221756"/>
                <a:gd name="connsiteY9" fmla="*/ 115550 h 206202"/>
                <a:gd name="connsiteX10" fmla="*/ 51119 w 221756"/>
                <a:gd name="connsiteY10" fmla="*/ 128318 h 206202"/>
                <a:gd name="connsiteX11" fmla="*/ 74123 w 221756"/>
                <a:gd name="connsiteY11" fmla="*/ 201734 h 206202"/>
                <a:gd name="connsiteX12" fmla="*/ 80513 w 221756"/>
                <a:gd name="connsiteY12" fmla="*/ 206203 h 206202"/>
                <a:gd name="connsiteX13" fmla="*/ 80513 w 221756"/>
                <a:gd name="connsiteY13" fmla="*/ 206203 h 206202"/>
                <a:gd name="connsiteX14" fmla="*/ 86264 w 221756"/>
                <a:gd name="connsiteY14" fmla="*/ 201734 h 206202"/>
                <a:gd name="connsiteX15" fmla="*/ 105434 w 221756"/>
                <a:gd name="connsiteY15" fmla="*/ 135979 h 206202"/>
                <a:gd name="connsiteX16" fmla="*/ 128438 w 221756"/>
                <a:gd name="connsiteY16" fmla="*/ 132787 h 206202"/>
                <a:gd name="connsiteX17" fmla="*/ 145690 w 221756"/>
                <a:gd name="connsiteY17" fmla="*/ 135979 h 206202"/>
                <a:gd name="connsiteX18" fmla="*/ 182752 w 221756"/>
                <a:gd name="connsiteY18" fmla="*/ 115550 h 206202"/>
                <a:gd name="connsiteX19" fmla="*/ 221731 w 221756"/>
                <a:gd name="connsiteY19" fmla="*/ 79800 h 206202"/>
                <a:gd name="connsiteX20" fmla="*/ 194254 w 221756"/>
                <a:gd name="connsiteY20" fmla="*/ 46603 h 206202"/>
                <a:gd name="connsiteX21" fmla="*/ 180835 w 221756"/>
                <a:gd name="connsiteY21" fmla="*/ 103420 h 206202"/>
                <a:gd name="connsiteX22" fmla="*/ 180196 w 221756"/>
                <a:gd name="connsiteY22" fmla="*/ 103420 h 206202"/>
                <a:gd name="connsiteX23" fmla="*/ 179557 w 221756"/>
                <a:gd name="connsiteY23" fmla="*/ 103420 h 206202"/>
                <a:gd name="connsiteX24" fmla="*/ 173167 w 221756"/>
                <a:gd name="connsiteY24" fmla="*/ 107251 h 206202"/>
                <a:gd name="connsiteX25" fmla="*/ 145690 w 221756"/>
                <a:gd name="connsiteY25" fmla="*/ 123849 h 206202"/>
                <a:gd name="connsiteX26" fmla="*/ 130994 w 221756"/>
                <a:gd name="connsiteY26" fmla="*/ 120657 h 206202"/>
                <a:gd name="connsiteX27" fmla="*/ 125243 w 221756"/>
                <a:gd name="connsiteY27" fmla="*/ 120657 h 206202"/>
                <a:gd name="connsiteX28" fmla="*/ 102239 w 221756"/>
                <a:gd name="connsiteY28" fmla="*/ 123211 h 206202"/>
                <a:gd name="connsiteX29" fmla="*/ 94571 w 221756"/>
                <a:gd name="connsiteY29" fmla="*/ 127680 h 206202"/>
                <a:gd name="connsiteX30" fmla="*/ 79874 w 221756"/>
                <a:gd name="connsiteY30" fmla="*/ 178752 h 206202"/>
                <a:gd name="connsiteX31" fmla="*/ 61982 w 221756"/>
                <a:gd name="connsiteY31" fmla="*/ 123211 h 206202"/>
                <a:gd name="connsiteX32" fmla="*/ 59426 w 221756"/>
                <a:gd name="connsiteY32" fmla="*/ 119380 h 206202"/>
                <a:gd name="connsiteX33" fmla="*/ 48564 w 221756"/>
                <a:gd name="connsiteY33" fmla="*/ 107251 h 206202"/>
                <a:gd name="connsiteX34" fmla="*/ 42813 w 221756"/>
                <a:gd name="connsiteY34" fmla="*/ 103420 h 206202"/>
                <a:gd name="connsiteX35" fmla="*/ 42813 w 221756"/>
                <a:gd name="connsiteY35" fmla="*/ 103420 h 206202"/>
                <a:gd name="connsiteX36" fmla="*/ 42174 w 221756"/>
                <a:gd name="connsiteY36" fmla="*/ 103420 h 206202"/>
                <a:gd name="connsiteX37" fmla="*/ 41535 w 221756"/>
                <a:gd name="connsiteY37" fmla="*/ 103420 h 206202"/>
                <a:gd name="connsiteX38" fmla="*/ 12780 w 221756"/>
                <a:gd name="connsiteY38" fmla="*/ 80438 h 206202"/>
                <a:gd name="connsiteX39" fmla="*/ 19809 w 221756"/>
                <a:gd name="connsiteY39" fmla="*/ 65117 h 206202"/>
                <a:gd name="connsiteX40" fmla="*/ 21726 w 221756"/>
                <a:gd name="connsiteY40" fmla="*/ 58094 h 206202"/>
                <a:gd name="connsiteX41" fmla="*/ 20448 w 221756"/>
                <a:gd name="connsiteY41" fmla="*/ 51072 h 206202"/>
                <a:gd name="connsiteX42" fmla="*/ 49202 w 221756"/>
                <a:gd name="connsiteY42" fmla="*/ 28089 h 206202"/>
                <a:gd name="connsiteX43" fmla="*/ 53036 w 221756"/>
                <a:gd name="connsiteY43" fmla="*/ 28089 h 206202"/>
                <a:gd name="connsiteX44" fmla="*/ 58788 w 221756"/>
                <a:gd name="connsiteY44" fmla="*/ 25536 h 206202"/>
                <a:gd name="connsiteX45" fmla="*/ 83708 w 221756"/>
                <a:gd name="connsiteY45" fmla="*/ 13406 h 206202"/>
                <a:gd name="connsiteX46" fmla="*/ 102878 w 221756"/>
                <a:gd name="connsiteY46" fmla="*/ 19790 h 206202"/>
                <a:gd name="connsiteX47" fmla="*/ 108629 w 221756"/>
                <a:gd name="connsiteY47" fmla="*/ 21067 h 206202"/>
                <a:gd name="connsiteX48" fmla="*/ 140579 w 221756"/>
                <a:gd name="connsiteY48" fmla="*/ 28089 h 206202"/>
                <a:gd name="connsiteX49" fmla="*/ 146330 w 221756"/>
                <a:gd name="connsiteY49" fmla="*/ 30005 h 206202"/>
                <a:gd name="connsiteX50" fmla="*/ 182113 w 221756"/>
                <a:gd name="connsiteY50" fmla="*/ 52349 h 206202"/>
                <a:gd name="connsiteX51" fmla="*/ 182113 w 221756"/>
                <a:gd name="connsiteY51" fmla="*/ 52987 h 206202"/>
                <a:gd name="connsiteX52" fmla="*/ 187225 w 221756"/>
                <a:gd name="connsiteY52" fmla="*/ 59371 h 206202"/>
                <a:gd name="connsiteX53" fmla="*/ 209590 w 221756"/>
                <a:gd name="connsiteY53" fmla="*/ 81715 h 206202"/>
                <a:gd name="connsiteX54" fmla="*/ 180835 w 221756"/>
                <a:gd name="connsiteY54" fmla="*/ 103420 h 206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221756" h="206202">
                  <a:moveTo>
                    <a:pt x="194254" y="46603"/>
                  </a:moveTo>
                  <a:cubicBezTo>
                    <a:pt x="191698" y="26813"/>
                    <a:pt x="170611" y="12130"/>
                    <a:pt x="146330" y="15322"/>
                  </a:cubicBezTo>
                  <a:cubicBezTo>
                    <a:pt x="136106" y="7022"/>
                    <a:pt x="121409" y="3830"/>
                    <a:pt x="107351" y="7022"/>
                  </a:cubicBezTo>
                  <a:cubicBezTo>
                    <a:pt x="100322" y="2554"/>
                    <a:pt x="92015" y="0"/>
                    <a:pt x="83069" y="0"/>
                  </a:cubicBezTo>
                  <a:cubicBezTo>
                    <a:pt x="69650" y="0"/>
                    <a:pt x="57509" y="5746"/>
                    <a:pt x="49842" y="14683"/>
                  </a:cubicBezTo>
                  <a:cubicBezTo>
                    <a:pt x="49202" y="14683"/>
                    <a:pt x="48564" y="14683"/>
                    <a:pt x="48564" y="14683"/>
                  </a:cubicBezTo>
                  <a:cubicBezTo>
                    <a:pt x="25560" y="14683"/>
                    <a:pt x="7029" y="30643"/>
                    <a:pt x="7029" y="50433"/>
                  </a:cubicBezTo>
                  <a:cubicBezTo>
                    <a:pt x="7029" y="52987"/>
                    <a:pt x="7668" y="55541"/>
                    <a:pt x="8307" y="58094"/>
                  </a:cubicBezTo>
                  <a:cubicBezTo>
                    <a:pt x="2556" y="64478"/>
                    <a:pt x="0" y="72139"/>
                    <a:pt x="0" y="79800"/>
                  </a:cubicBezTo>
                  <a:cubicBezTo>
                    <a:pt x="0" y="98952"/>
                    <a:pt x="17253" y="114912"/>
                    <a:pt x="38979" y="115550"/>
                  </a:cubicBezTo>
                  <a:cubicBezTo>
                    <a:pt x="41535" y="120657"/>
                    <a:pt x="46008" y="125126"/>
                    <a:pt x="51119" y="128318"/>
                  </a:cubicBezTo>
                  <a:lnTo>
                    <a:pt x="74123" y="201734"/>
                  </a:lnTo>
                  <a:cubicBezTo>
                    <a:pt x="74762" y="204287"/>
                    <a:pt x="77318" y="206203"/>
                    <a:pt x="80513" y="206203"/>
                  </a:cubicBezTo>
                  <a:cubicBezTo>
                    <a:pt x="80513" y="206203"/>
                    <a:pt x="80513" y="206203"/>
                    <a:pt x="80513" y="206203"/>
                  </a:cubicBezTo>
                  <a:cubicBezTo>
                    <a:pt x="83069" y="206203"/>
                    <a:pt x="85625" y="204287"/>
                    <a:pt x="86264" y="201734"/>
                  </a:cubicBezTo>
                  <a:lnTo>
                    <a:pt x="105434" y="135979"/>
                  </a:lnTo>
                  <a:cubicBezTo>
                    <a:pt x="113102" y="136617"/>
                    <a:pt x="121409" y="135979"/>
                    <a:pt x="128438" y="132787"/>
                  </a:cubicBezTo>
                  <a:cubicBezTo>
                    <a:pt x="134189" y="134702"/>
                    <a:pt x="139940" y="135979"/>
                    <a:pt x="145690" y="135979"/>
                  </a:cubicBezTo>
                  <a:cubicBezTo>
                    <a:pt x="161665" y="135979"/>
                    <a:pt x="176362" y="127680"/>
                    <a:pt x="182752" y="115550"/>
                  </a:cubicBezTo>
                  <a:cubicBezTo>
                    <a:pt x="204478" y="114273"/>
                    <a:pt x="221731" y="98952"/>
                    <a:pt x="221731" y="79800"/>
                  </a:cubicBezTo>
                  <a:cubicBezTo>
                    <a:pt x="222370" y="65117"/>
                    <a:pt x="210868" y="51710"/>
                    <a:pt x="194254" y="46603"/>
                  </a:cubicBezTo>
                  <a:close/>
                  <a:moveTo>
                    <a:pt x="180835" y="103420"/>
                  </a:moveTo>
                  <a:lnTo>
                    <a:pt x="180196" y="103420"/>
                  </a:lnTo>
                  <a:cubicBezTo>
                    <a:pt x="180196" y="103420"/>
                    <a:pt x="179557" y="103420"/>
                    <a:pt x="179557" y="103420"/>
                  </a:cubicBezTo>
                  <a:cubicBezTo>
                    <a:pt x="177001" y="103420"/>
                    <a:pt x="174445" y="104697"/>
                    <a:pt x="173167" y="107251"/>
                  </a:cubicBezTo>
                  <a:cubicBezTo>
                    <a:pt x="169333" y="116827"/>
                    <a:pt x="158470" y="123849"/>
                    <a:pt x="145690" y="123849"/>
                  </a:cubicBezTo>
                  <a:cubicBezTo>
                    <a:pt x="140579" y="123849"/>
                    <a:pt x="135467" y="122572"/>
                    <a:pt x="130994" y="120657"/>
                  </a:cubicBezTo>
                  <a:cubicBezTo>
                    <a:pt x="129077" y="120019"/>
                    <a:pt x="127160" y="120019"/>
                    <a:pt x="125243" y="120657"/>
                  </a:cubicBezTo>
                  <a:cubicBezTo>
                    <a:pt x="118214" y="123849"/>
                    <a:pt x="110546" y="125126"/>
                    <a:pt x="102239" y="123211"/>
                  </a:cubicBezTo>
                  <a:cubicBezTo>
                    <a:pt x="99044" y="122572"/>
                    <a:pt x="95210" y="124488"/>
                    <a:pt x="94571" y="127680"/>
                  </a:cubicBezTo>
                  <a:lnTo>
                    <a:pt x="79874" y="178752"/>
                  </a:lnTo>
                  <a:lnTo>
                    <a:pt x="61982" y="123211"/>
                  </a:lnTo>
                  <a:cubicBezTo>
                    <a:pt x="61343" y="121934"/>
                    <a:pt x="60704" y="120657"/>
                    <a:pt x="59426" y="119380"/>
                  </a:cubicBezTo>
                  <a:cubicBezTo>
                    <a:pt x="54314" y="116188"/>
                    <a:pt x="50480" y="112358"/>
                    <a:pt x="48564" y="107251"/>
                  </a:cubicBezTo>
                  <a:cubicBezTo>
                    <a:pt x="47925" y="104697"/>
                    <a:pt x="45369" y="103420"/>
                    <a:pt x="42813" y="103420"/>
                  </a:cubicBezTo>
                  <a:cubicBezTo>
                    <a:pt x="42813" y="103420"/>
                    <a:pt x="42813" y="103420"/>
                    <a:pt x="42813" y="103420"/>
                  </a:cubicBezTo>
                  <a:cubicBezTo>
                    <a:pt x="42813" y="103420"/>
                    <a:pt x="42174" y="103420"/>
                    <a:pt x="42174" y="103420"/>
                  </a:cubicBezTo>
                  <a:lnTo>
                    <a:pt x="41535" y="103420"/>
                  </a:lnTo>
                  <a:cubicBezTo>
                    <a:pt x="25560" y="103420"/>
                    <a:pt x="12780" y="93206"/>
                    <a:pt x="12780" y="80438"/>
                  </a:cubicBezTo>
                  <a:cubicBezTo>
                    <a:pt x="12780" y="74693"/>
                    <a:pt x="15336" y="69585"/>
                    <a:pt x="19809" y="65117"/>
                  </a:cubicBezTo>
                  <a:cubicBezTo>
                    <a:pt x="21726" y="63201"/>
                    <a:pt x="22365" y="60648"/>
                    <a:pt x="21726" y="58094"/>
                  </a:cubicBezTo>
                  <a:cubicBezTo>
                    <a:pt x="21087" y="55541"/>
                    <a:pt x="20448" y="53625"/>
                    <a:pt x="20448" y="51072"/>
                  </a:cubicBezTo>
                  <a:cubicBezTo>
                    <a:pt x="20448" y="38304"/>
                    <a:pt x="33228" y="28089"/>
                    <a:pt x="49202" y="28089"/>
                  </a:cubicBezTo>
                  <a:cubicBezTo>
                    <a:pt x="50480" y="28089"/>
                    <a:pt x="51759" y="28089"/>
                    <a:pt x="53036" y="28089"/>
                  </a:cubicBezTo>
                  <a:cubicBezTo>
                    <a:pt x="55593" y="28089"/>
                    <a:pt x="57509" y="27451"/>
                    <a:pt x="58788" y="25536"/>
                  </a:cubicBezTo>
                  <a:cubicBezTo>
                    <a:pt x="63899" y="17875"/>
                    <a:pt x="73484" y="13406"/>
                    <a:pt x="83708" y="13406"/>
                  </a:cubicBezTo>
                  <a:cubicBezTo>
                    <a:pt x="90737" y="13406"/>
                    <a:pt x="97766" y="15322"/>
                    <a:pt x="102878" y="19790"/>
                  </a:cubicBezTo>
                  <a:cubicBezTo>
                    <a:pt x="104795" y="21067"/>
                    <a:pt x="106712" y="21067"/>
                    <a:pt x="108629" y="21067"/>
                  </a:cubicBezTo>
                  <a:cubicBezTo>
                    <a:pt x="120131" y="17237"/>
                    <a:pt x="132911" y="20429"/>
                    <a:pt x="140579" y="28089"/>
                  </a:cubicBezTo>
                  <a:cubicBezTo>
                    <a:pt x="141857" y="29366"/>
                    <a:pt x="144413" y="30005"/>
                    <a:pt x="146330" y="30005"/>
                  </a:cubicBezTo>
                  <a:cubicBezTo>
                    <a:pt x="165499" y="25536"/>
                    <a:pt x="182113" y="37665"/>
                    <a:pt x="182113" y="52349"/>
                  </a:cubicBezTo>
                  <a:cubicBezTo>
                    <a:pt x="182113" y="52349"/>
                    <a:pt x="182113" y="52987"/>
                    <a:pt x="182113" y="52987"/>
                  </a:cubicBezTo>
                  <a:cubicBezTo>
                    <a:pt x="182113" y="56179"/>
                    <a:pt x="184030" y="58733"/>
                    <a:pt x="187225" y="59371"/>
                  </a:cubicBezTo>
                  <a:cubicBezTo>
                    <a:pt x="200005" y="61925"/>
                    <a:pt x="209590" y="71501"/>
                    <a:pt x="209590" y="81715"/>
                  </a:cubicBezTo>
                  <a:cubicBezTo>
                    <a:pt x="209590" y="93206"/>
                    <a:pt x="196810" y="103420"/>
                    <a:pt x="180835" y="10342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2" name="Graphic 4">
            <a:extLst>
              <a:ext uri="{FF2B5EF4-FFF2-40B4-BE49-F238E27FC236}">
                <a16:creationId xmlns:a16="http://schemas.microsoft.com/office/drawing/2014/main" id="{E91F606C-6793-BEE1-EF18-9E59DEDF08A5}"/>
              </a:ext>
            </a:extLst>
          </p:cNvPr>
          <p:cNvGrpSpPr/>
          <p:nvPr/>
        </p:nvGrpSpPr>
        <p:grpSpPr>
          <a:xfrm>
            <a:off x="6356456" y="3107775"/>
            <a:ext cx="362313" cy="361971"/>
            <a:chOff x="5708130" y="3339623"/>
            <a:chExt cx="362313" cy="361971"/>
          </a:xfrm>
          <a:solidFill>
            <a:schemeClr val="accent3">
              <a:lumMod val="50000"/>
            </a:schemeClr>
          </a:solidFill>
        </p:grpSpPr>
        <p:sp>
          <p:nvSpPr>
            <p:cNvPr id="73" name="Graphic 4">
              <a:extLst>
                <a:ext uri="{FF2B5EF4-FFF2-40B4-BE49-F238E27FC236}">
                  <a16:creationId xmlns:a16="http://schemas.microsoft.com/office/drawing/2014/main" id="{91F6725F-D88B-F3E8-1A0E-D57AE47F050F}"/>
                </a:ext>
              </a:extLst>
            </p:cNvPr>
            <p:cNvSpPr/>
            <p:nvPr/>
          </p:nvSpPr>
          <p:spPr>
            <a:xfrm>
              <a:off x="5708130" y="3339623"/>
              <a:ext cx="362313" cy="361971"/>
            </a:xfrm>
            <a:custGeom>
              <a:avLst/>
              <a:gdLst>
                <a:gd name="connsiteX0" fmla="*/ 181474 w 362313"/>
                <a:gd name="connsiteY0" fmla="*/ 0 h 361971"/>
                <a:gd name="connsiteX1" fmla="*/ 0 w 362313"/>
                <a:gd name="connsiteY1" fmla="*/ 180667 h 361971"/>
                <a:gd name="connsiteX2" fmla="*/ 180835 w 362313"/>
                <a:gd name="connsiteY2" fmla="*/ 361972 h 361971"/>
                <a:gd name="connsiteX3" fmla="*/ 362310 w 362313"/>
                <a:gd name="connsiteY3" fmla="*/ 181305 h 361971"/>
                <a:gd name="connsiteX4" fmla="*/ 362310 w 362313"/>
                <a:gd name="connsiteY4" fmla="*/ 181305 h 361971"/>
                <a:gd name="connsiteX5" fmla="*/ 181474 w 362313"/>
                <a:gd name="connsiteY5" fmla="*/ 0 h 361971"/>
                <a:gd name="connsiteX6" fmla="*/ 181474 w 362313"/>
                <a:gd name="connsiteY6" fmla="*/ 349204 h 361971"/>
                <a:gd name="connsiteX7" fmla="*/ 12780 w 362313"/>
                <a:gd name="connsiteY7" fmla="*/ 181305 h 361971"/>
                <a:gd name="connsiteX8" fmla="*/ 180835 w 362313"/>
                <a:gd name="connsiteY8" fmla="*/ 12768 h 361971"/>
                <a:gd name="connsiteX9" fmla="*/ 349530 w 362313"/>
                <a:gd name="connsiteY9" fmla="*/ 180667 h 361971"/>
                <a:gd name="connsiteX10" fmla="*/ 349530 w 362313"/>
                <a:gd name="connsiteY10" fmla="*/ 180667 h 361971"/>
                <a:gd name="connsiteX11" fmla="*/ 181474 w 362313"/>
                <a:gd name="connsiteY11" fmla="*/ 349204 h 361971"/>
                <a:gd name="connsiteX12" fmla="*/ 181474 w 362313"/>
                <a:gd name="connsiteY12" fmla="*/ 349204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13" h="361971">
                  <a:moveTo>
                    <a:pt x="181474" y="0"/>
                  </a:moveTo>
                  <a:cubicBezTo>
                    <a:pt x="81152" y="0"/>
                    <a:pt x="0" y="81077"/>
                    <a:pt x="0" y="180667"/>
                  </a:cubicBezTo>
                  <a:cubicBezTo>
                    <a:pt x="0" y="280257"/>
                    <a:pt x="81152" y="361972"/>
                    <a:pt x="180835" y="361972"/>
                  </a:cubicBezTo>
                  <a:cubicBezTo>
                    <a:pt x="280518" y="361972"/>
                    <a:pt x="362310" y="280895"/>
                    <a:pt x="362310" y="181305"/>
                  </a:cubicBezTo>
                  <a:lnTo>
                    <a:pt x="362310" y="181305"/>
                  </a:lnTo>
                  <a:cubicBezTo>
                    <a:pt x="362948" y="81077"/>
                    <a:pt x="281796" y="0"/>
                    <a:pt x="181474" y="0"/>
                  </a:cubicBezTo>
                  <a:close/>
                  <a:moveTo>
                    <a:pt x="181474" y="349204"/>
                  </a:moveTo>
                  <a:cubicBezTo>
                    <a:pt x="88181" y="349204"/>
                    <a:pt x="12780" y="273873"/>
                    <a:pt x="12780" y="181305"/>
                  </a:cubicBezTo>
                  <a:cubicBezTo>
                    <a:pt x="12780" y="88738"/>
                    <a:pt x="88181" y="12768"/>
                    <a:pt x="180835" y="12768"/>
                  </a:cubicBezTo>
                  <a:cubicBezTo>
                    <a:pt x="274128" y="12768"/>
                    <a:pt x="349530" y="88099"/>
                    <a:pt x="349530" y="180667"/>
                  </a:cubicBezTo>
                  <a:lnTo>
                    <a:pt x="349530" y="180667"/>
                  </a:lnTo>
                  <a:cubicBezTo>
                    <a:pt x="349530" y="273873"/>
                    <a:pt x="274767" y="349204"/>
                    <a:pt x="181474" y="349204"/>
                  </a:cubicBezTo>
                  <a:lnTo>
                    <a:pt x="181474" y="34920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4" name="Graphic 4">
              <a:extLst>
                <a:ext uri="{FF2B5EF4-FFF2-40B4-BE49-F238E27FC236}">
                  <a16:creationId xmlns:a16="http://schemas.microsoft.com/office/drawing/2014/main" id="{90D17D6A-8EF2-FDA4-F2AB-76ABC30E246F}"/>
                </a:ext>
              </a:extLst>
            </p:cNvPr>
            <p:cNvSpPr/>
            <p:nvPr/>
          </p:nvSpPr>
          <p:spPr>
            <a:xfrm>
              <a:off x="5793915" y="3425094"/>
              <a:ext cx="191612" cy="191434"/>
            </a:xfrm>
            <a:custGeom>
              <a:avLst/>
              <a:gdLst>
                <a:gd name="connsiteX0" fmla="*/ 183871 w 191612"/>
                <a:gd name="connsiteY0" fmla="*/ 33271 h 191434"/>
                <a:gd name="connsiteX1" fmla="*/ 178119 w 191612"/>
                <a:gd name="connsiteY1" fmla="*/ 35186 h 191434"/>
                <a:gd name="connsiteX2" fmla="*/ 151282 w 191612"/>
                <a:gd name="connsiteY2" fmla="*/ 61999 h 191434"/>
                <a:gd name="connsiteX3" fmla="*/ 139780 w 191612"/>
                <a:gd name="connsiteY3" fmla="*/ 51785 h 191434"/>
                <a:gd name="connsiteX4" fmla="*/ 129556 w 191612"/>
                <a:gd name="connsiteY4" fmla="*/ 40294 h 191434"/>
                <a:gd name="connsiteX5" fmla="*/ 156394 w 191612"/>
                <a:gd name="connsiteY5" fmla="*/ 13481 h 191434"/>
                <a:gd name="connsiteX6" fmla="*/ 158311 w 191612"/>
                <a:gd name="connsiteY6" fmla="*/ 7735 h 191434"/>
                <a:gd name="connsiteX7" fmla="*/ 154477 w 191612"/>
                <a:gd name="connsiteY7" fmla="*/ 3267 h 191434"/>
                <a:gd name="connsiteX8" fmla="*/ 105274 w 191612"/>
                <a:gd name="connsiteY8" fmla="*/ 8374 h 191434"/>
                <a:gd name="connsiteX9" fmla="*/ 94411 w 191612"/>
                <a:gd name="connsiteY9" fmla="*/ 16673 h 191434"/>
                <a:gd name="connsiteX10" fmla="*/ 79715 w 191612"/>
                <a:gd name="connsiteY10" fmla="*/ 72213 h 191434"/>
                <a:gd name="connsiteX11" fmla="*/ 8147 w 191612"/>
                <a:gd name="connsiteY11" fmla="*/ 143714 h 191434"/>
                <a:gd name="connsiteX12" fmla="*/ 8147 w 191612"/>
                <a:gd name="connsiteY12" fmla="*/ 183295 h 191434"/>
                <a:gd name="connsiteX13" fmla="*/ 47765 w 191612"/>
                <a:gd name="connsiteY13" fmla="*/ 183295 h 191434"/>
                <a:gd name="connsiteX14" fmla="*/ 119332 w 191612"/>
                <a:gd name="connsiteY14" fmla="*/ 111794 h 191434"/>
                <a:gd name="connsiteX15" fmla="*/ 183232 w 191612"/>
                <a:gd name="connsiteY15" fmla="*/ 86258 h 191434"/>
                <a:gd name="connsiteX16" fmla="*/ 188344 w 191612"/>
                <a:gd name="connsiteY16" fmla="*/ 37102 h 191434"/>
                <a:gd name="connsiteX17" fmla="*/ 183871 w 191612"/>
                <a:gd name="connsiteY17" fmla="*/ 33271 h 191434"/>
                <a:gd name="connsiteX18" fmla="*/ 173008 w 191612"/>
                <a:gd name="connsiteY18" fmla="*/ 79874 h 191434"/>
                <a:gd name="connsiteX19" fmla="*/ 173008 w 191612"/>
                <a:gd name="connsiteY19" fmla="*/ 79874 h 191434"/>
                <a:gd name="connsiteX20" fmla="*/ 166618 w 191612"/>
                <a:gd name="connsiteY20" fmla="*/ 88173 h 191434"/>
                <a:gd name="connsiteX21" fmla="*/ 119971 w 191612"/>
                <a:gd name="connsiteY21" fmla="*/ 98388 h 191434"/>
                <a:gd name="connsiteX22" fmla="*/ 113581 w 191612"/>
                <a:gd name="connsiteY22" fmla="*/ 99664 h 191434"/>
                <a:gd name="connsiteX23" fmla="*/ 38819 w 191612"/>
                <a:gd name="connsiteY23" fmla="*/ 174357 h 191434"/>
                <a:gd name="connsiteX24" fmla="*/ 17093 w 191612"/>
                <a:gd name="connsiteY24" fmla="*/ 173719 h 191434"/>
                <a:gd name="connsiteX25" fmla="*/ 17093 w 191612"/>
                <a:gd name="connsiteY25" fmla="*/ 152651 h 191434"/>
                <a:gd name="connsiteX26" fmla="*/ 91216 w 191612"/>
                <a:gd name="connsiteY26" fmla="*/ 77959 h 191434"/>
                <a:gd name="connsiteX27" fmla="*/ 92494 w 191612"/>
                <a:gd name="connsiteY27" fmla="*/ 71575 h 191434"/>
                <a:gd name="connsiteX28" fmla="*/ 119971 w 191612"/>
                <a:gd name="connsiteY28" fmla="*/ 14758 h 191434"/>
                <a:gd name="connsiteX29" fmla="*/ 134029 w 191612"/>
                <a:gd name="connsiteY29" fmla="*/ 12204 h 191434"/>
                <a:gd name="connsiteX30" fmla="*/ 138502 w 191612"/>
                <a:gd name="connsiteY30" fmla="*/ 12204 h 191434"/>
                <a:gd name="connsiteX31" fmla="*/ 115498 w 191612"/>
                <a:gd name="connsiteY31" fmla="*/ 35186 h 191434"/>
                <a:gd name="connsiteX32" fmla="*/ 114859 w 191612"/>
                <a:gd name="connsiteY32" fmla="*/ 43486 h 191434"/>
                <a:gd name="connsiteX33" fmla="*/ 129556 w 191612"/>
                <a:gd name="connsiteY33" fmla="*/ 61361 h 191434"/>
                <a:gd name="connsiteX34" fmla="*/ 147448 w 191612"/>
                <a:gd name="connsiteY34" fmla="*/ 76044 h 191434"/>
                <a:gd name="connsiteX35" fmla="*/ 155755 w 191612"/>
                <a:gd name="connsiteY35" fmla="*/ 75405 h 191434"/>
                <a:gd name="connsiteX36" fmla="*/ 178759 w 191612"/>
                <a:gd name="connsiteY36" fmla="*/ 52423 h 191434"/>
                <a:gd name="connsiteX37" fmla="*/ 173008 w 191612"/>
                <a:gd name="connsiteY37" fmla="*/ 79874 h 191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91612" h="191434">
                  <a:moveTo>
                    <a:pt x="183871" y="33271"/>
                  </a:moveTo>
                  <a:cubicBezTo>
                    <a:pt x="181954" y="32633"/>
                    <a:pt x="179397" y="33271"/>
                    <a:pt x="178119" y="35186"/>
                  </a:cubicBezTo>
                  <a:lnTo>
                    <a:pt x="151282" y="61999"/>
                  </a:lnTo>
                  <a:cubicBezTo>
                    <a:pt x="147448" y="58807"/>
                    <a:pt x="142975" y="55615"/>
                    <a:pt x="139780" y="51785"/>
                  </a:cubicBezTo>
                  <a:cubicBezTo>
                    <a:pt x="135946" y="47954"/>
                    <a:pt x="132751" y="44124"/>
                    <a:pt x="129556" y="40294"/>
                  </a:cubicBezTo>
                  <a:lnTo>
                    <a:pt x="156394" y="13481"/>
                  </a:lnTo>
                  <a:cubicBezTo>
                    <a:pt x="157672" y="12204"/>
                    <a:pt x="158311" y="9650"/>
                    <a:pt x="158311" y="7735"/>
                  </a:cubicBezTo>
                  <a:cubicBezTo>
                    <a:pt x="157672" y="5820"/>
                    <a:pt x="156394" y="3905"/>
                    <a:pt x="154477" y="3267"/>
                  </a:cubicBezTo>
                  <a:cubicBezTo>
                    <a:pt x="138502" y="-2479"/>
                    <a:pt x="119971" y="-564"/>
                    <a:pt x="105274" y="8374"/>
                  </a:cubicBezTo>
                  <a:cubicBezTo>
                    <a:pt x="101440" y="10927"/>
                    <a:pt x="97606" y="13481"/>
                    <a:pt x="94411" y="16673"/>
                  </a:cubicBezTo>
                  <a:cubicBezTo>
                    <a:pt x="79715" y="31356"/>
                    <a:pt x="74603" y="52423"/>
                    <a:pt x="79715" y="72213"/>
                  </a:cubicBezTo>
                  <a:lnTo>
                    <a:pt x="8147" y="143714"/>
                  </a:lnTo>
                  <a:cubicBezTo>
                    <a:pt x="-2716" y="154567"/>
                    <a:pt x="-2716" y="172442"/>
                    <a:pt x="8147" y="183295"/>
                  </a:cubicBezTo>
                  <a:cubicBezTo>
                    <a:pt x="19010" y="194147"/>
                    <a:pt x="36902" y="194147"/>
                    <a:pt x="47765" y="183295"/>
                  </a:cubicBezTo>
                  <a:lnTo>
                    <a:pt x="119332" y="111794"/>
                  </a:lnTo>
                  <a:cubicBezTo>
                    <a:pt x="144253" y="118816"/>
                    <a:pt x="169813" y="107964"/>
                    <a:pt x="183232" y="86258"/>
                  </a:cubicBezTo>
                  <a:cubicBezTo>
                    <a:pt x="192177" y="71575"/>
                    <a:pt x="194094" y="53700"/>
                    <a:pt x="188344" y="37102"/>
                  </a:cubicBezTo>
                  <a:cubicBezTo>
                    <a:pt x="187704" y="35186"/>
                    <a:pt x="185787" y="33910"/>
                    <a:pt x="183871" y="33271"/>
                  </a:cubicBezTo>
                  <a:close/>
                  <a:moveTo>
                    <a:pt x="173008" y="79874"/>
                  </a:moveTo>
                  <a:lnTo>
                    <a:pt x="173008" y="79874"/>
                  </a:lnTo>
                  <a:cubicBezTo>
                    <a:pt x="171091" y="83066"/>
                    <a:pt x="169174" y="85620"/>
                    <a:pt x="166618" y="88173"/>
                  </a:cubicBezTo>
                  <a:cubicBezTo>
                    <a:pt x="154477" y="100303"/>
                    <a:pt x="136585" y="104133"/>
                    <a:pt x="119971" y="98388"/>
                  </a:cubicBezTo>
                  <a:cubicBezTo>
                    <a:pt x="117415" y="97749"/>
                    <a:pt x="115498" y="98388"/>
                    <a:pt x="113581" y="99664"/>
                  </a:cubicBezTo>
                  <a:lnTo>
                    <a:pt x="38819" y="174357"/>
                  </a:lnTo>
                  <a:cubicBezTo>
                    <a:pt x="32429" y="180103"/>
                    <a:pt x="22844" y="180103"/>
                    <a:pt x="17093" y="173719"/>
                  </a:cubicBezTo>
                  <a:cubicBezTo>
                    <a:pt x="11342" y="167973"/>
                    <a:pt x="11342" y="158397"/>
                    <a:pt x="17093" y="152651"/>
                  </a:cubicBezTo>
                  <a:lnTo>
                    <a:pt x="91216" y="77959"/>
                  </a:lnTo>
                  <a:cubicBezTo>
                    <a:pt x="93133" y="76044"/>
                    <a:pt x="93133" y="74129"/>
                    <a:pt x="92494" y="71575"/>
                  </a:cubicBezTo>
                  <a:cubicBezTo>
                    <a:pt x="84188" y="47954"/>
                    <a:pt x="96968" y="23057"/>
                    <a:pt x="119971" y="14758"/>
                  </a:cubicBezTo>
                  <a:cubicBezTo>
                    <a:pt x="124444" y="13481"/>
                    <a:pt x="129556" y="12204"/>
                    <a:pt x="134029" y="12204"/>
                  </a:cubicBezTo>
                  <a:cubicBezTo>
                    <a:pt x="135307" y="12204"/>
                    <a:pt x="137224" y="12204"/>
                    <a:pt x="138502" y="12204"/>
                  </a:cubicBezTo>
                  <a:lnTo>
                    <a:pt x="115498" y="35186"/>
                  </a:lnTo>
                  <a:cubicBezTo>
                    <a:pt x="113581" y="37102"/>
                    <a:pt x="112942" y="40932"/>
                    <a:pt x="114859" y="43486"/>
                  </a:cubicBezTo>
                  <a:cubicBezTo>
                    <a:pt x="119332" y="49870"/>
                    <a:pt x="123805" y="56253"/>
                    <a:pt x="129556" y="61361"/>
                  </a:cubicBezTo>
                  <a:cubicBezTo>
                    <a:pt x="135307" y="67106"/>
                    <a:pt x="141058" y="71575"/>
                    <a:pt x="147448" y="76044"/>
                  </a:cubicBezTo>
                  <a:cubicBezTo>
                    <a:pt x="150004" y="77959"/>
                    <a:pt x="153199" y="77321"/>
                    <a:pt x="155755" y="75405"/>
                  </a:cubicBezTo>
                  <a:lnTo>
                    <a:pt x="178759" y="52423"/>
                  </a:lnTo>
                  <a:cubicBezTo>
                    <a:pt x="180037" y="61999"/>
                    <a:pt x="177481" y="71575"/>
                    <a:pt x="173008" y="7987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Tree>
    <p:extLst>
      <p:ext uri="{BB962C8B-B14F-4D97-AF65-F5344CB8AC3E}">
        <p14:creationId xmlns:p14="http://schemas.microsoft.com/office/powerpoint/2010/main" val="2039104143"/>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85E75AA5-7793-42EB-A8A1-2973E74D2021}"/>
              </a:ext>
            </a:extLst>
          </p:cNvPr>
          <p:cNvGraphicFramePr>
            <a:graphicFrameLocks noChangeAspect="1"/>
          </p:cNvGraphicFramePr>
          <p:nvPr>
            <p:custDataLst>
              <p:tags r:id="rId1"/>
            </p:custDataLst>
            <p:extLst>
              <p:ext uri="{D42A27DB-BD31-4B8C-83A1-F6EECF244321}">
                <p14:modId xmlns:p14="http://schemas.microsoft.com/office/powerpoint/2010/main" val="26871926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10" name="Object 9" hidden="1">
                        <a:extLst>
                          <a:ext uri="{FF2B5EF4-FFF2-40B4-BE49-F238E27FC236}">
                            <a16:creationId xmlns:a16="http://schemas.microsoft.com/office/drawing/2014/main" id="{85E75AA5-7793-42EB-A8A1-2973E74D202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le 5"/>
          <p:cNvSpPr>
            <a:spLocks noGrp="1"/>
          </p:cNvSpPr>
          <p:nvPr>
            <p:ph type="title"/>
          </p:nvPr>
        </p:nvSpPr>
        <p:spPr>
          <a:xfrm>
            <a:off x="501650" y="382602"/>
            <a:ext cx="11188700" cy="334099"/>
          </a:xfrm>
        </p:spPr>
        <p:txBody>
          <a:bodyPr vert="horz"/>
          <a:lstStyle/>
          <a:p>
            <a:r>
              <a:rPr lang="en-US" sz="2000" b="1">
                <a:latin typeface="Arial" panose="020B0604020202020204" pitchFamily="34" charset="0"/>
                <a:cs typeface="Arial" panose="020B0604020202020204" pitchFamily="34" charset="0"/>
              </a:rPr>
              <a:t>Scope of Work – Key Activities </a:t>
            </a:r>
            <a:endParaRPr lang="en-GB" sz="2000" b="1">
              <a:latin typeface="Arial" panose="020B0604020202020204" pitchFamily="34" charset="0"/>
              <a:cs typeface="Arial" panose="020B0604020202020204" pitchFamily="34" charset="0"/>
            </a:endParaRPr>
          </a:p>
        </p:txBody>
      </p:sp>
      <p:cxnSp>
        <p:nvCxnSpPr>
          <p:cNvPr id="42" name="Straight Connector 41">
            <a:extLst>
              <a:ext uri="{FF2B5EF4-FFF2-40B4-BE49-F238E27FC236}">
                <a16:creationId xmlns:a16="http://schemas.microsoft.com/office/drawing/2014/main" id="{C3307A9C-FA80-4775-B35A-1A643EF2A1BC}"/>
              </a:ext>
            </a:extLst>
          </p:cNvPr>
          <p:cNvCxnSpPr/>
          <p:nvPr/>
        </p:nvCxnSpPr>
        <p:spPr>
          <a:xfrm flipV="1">
            <a:off x="514664" y="1110645"/>
            <a:ext cx="111960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58200081-9439-56D3-A219-B7CC1F705730}"/>
              </a:ext>
            </a:extLst>
          </p:cNvPr>
          <p:cNvSpPr/>
          <p:nvPr/>
        </p:nvSpPr>
        <p:spPr bwMode="gray">
          <a:xfrm>
            <a:off x="501649" y="1266458"/>
            <a:ext cx="3474720" cy="283824"/>
          </a:xfrm>
          <a:prstGeom prst="rect">
            <a:avLst/>
          </a:prstGeom>
          <a:solidFill>
            <a:schemeClr val="accent3"/>
          </a:solidFill>
          <a:ln w="19050" algn="ctr">
            <a:noFill/>
            <a:miter lim="800000"/>
            <a:headEnd/>
            <a:tailEnd/>
          </a:ln>
        </p:spPr>
        <p:txBody>
          <a:bodyPr wrap="square" lIns="88900" tIns="88900" rIns="88900" bIns="88900" rtlCol="0" anchor="ctr"/>
          <a:lstStyle/>
          <a:p>
            <a:pPr>
              <a:lnSpc>
                <a:spcPct val="106000"/>
              </a:lnSpc>
              <a:buFont typeface="Wingdings 2" pitchFamily="18" charset="2"/>
              <a:buNone/>
            </a:pPr>
            <a:r>
              <a:rPr lang="en-US" sz="1400" b="1">
                <a:solidFill>
                  <a:schemeClr val="bg1"/>
                </a:solidFill>
                <a:latin typeface="Arial" panose="020B0604020202020204" pitchFamily="34" charset="0"/>
                <a:cs typeface="Arial" panose="020B0604020202020204" pitchFamily="34" charset="0"/>
              </a:rPr>
              <a:t>Key Activities of the Engagement</a:t>
            </a:r>
            <a:endParaRPr lang="en-US" sz="1200" b="1">
              <a:solidFill>
                <a:schemeClr val="bg1"/>
              </a:solidFill>
              <a:latin typeface="Arial" panose="020B0604020202020204" pitchFamily="34" charset="0"/>
              <a:cs typeface="Arial" panose="020B0604020202020204" pitchFamily="34" charset="0"/>
            </a:endParaRPr>
          </a:p>
        </p:txBody>
      </p:sp>
      <p:cxnSp>
        <p:nvCxnSpPr>
          <p:cNvPr id="16" name="Straight Connector 15">
            <a:extLst>
              <a:ext uri="{FF2B5EF4-FFF2-40B4-BE49-F238E27FC236}">
                <a16:creationId xmlns:a16="http://schemas.microsoft.com/office/drawing/2014/main" id="{36BD85E0-E60E-03AF-2714-93AC3240B33E}"/>
              </a:ext>
            </a:extLst>
          </p:cNvPr>
          <p:cNvCxnSpPr>
            <a:cxnSpLocks/>
          </p:cNvCxnSpPr>
          <p:nvPr/>
        </p:nvCxnSpPr>
        <p:spPr>
          <a:xfrm>
            <a:off x="510038" y="1649236"/>
            <a:ext cx="11155680" cy="0"/>
          </a:xfrm>
          <a:prstGeom prst="line">
            <a:avLst/>
          </a:prstGeom>
          <a:ln w="12700">
            <a:solidFill>
              <a:srgbClr val="26890D"/>
            </a:solidFill>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748ABCE3-ECAC-6355-7D89-B0252AA0A02B}"/>
              </a:ext>
            </a:extLst>
          </p:cNvPr>
          <p:cNvSpPr/>
          <p:nvPr/>
        </p:nvSpPr>
        <p:spPr bwMode="gray">
          <a:xfrm>
            <a:off x="501649" y="1774000"/>
            <a:ext cx="1764000" cy="576000"/>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a:solidFill>
                  <a:schemeClr val="bg1"/>
                </a:solidFill>
                <a:latin typeface="Arial" panose="020B0604020202020204" pitchFamily="34" charset="0"/>
                <a:cs typeface="Arial" panose="020B0604020202020204" pitchFamily="34" charset="0"/>
              </a:rPr>
              <a:t>Questionnaire &amp; Sampling</a:t>
            </a:r>
            <a:endParaRPr lang="en-US" sz="2400" b="1">
              <a:solidFill>
                <a:schemeClr val="bg1"/>
              </a:solidFill>
              <a:latin typeface="Arial" panose="020B0604020202020204" pitchFamily="34" charset="0"/>
              <a:cs typeface="Arial" panose="020B0604020202020204" pitchFamily="34" charset="0"/>
            </a:endParaRPr>
          </a:p>
        </p:txBody>
      </p:sp>
      <p:sp>
        <p:nvSpPr>
          <p:cNvPr id="34" name="Rectangle 33">
            <a:extLst>
              <a:ext uri="{FF2B5EF4-FFF2-40B4-BE49-F238E27FC236}">
                <a16:creationId xmlns:a16="http://schemas.microsoft.com/office/drawing/2014/main" id="{B53ABA16-B061-2435-EC09-2365005CE027}"/>
              </a:ext>
            </a:extLst>
          </p:cNvPr>
          <p:cNvSpPr/>
          <p:nvPr/>
        </p:nvSpPr>
        <p:spPr bwMode="gray">
          <a:xfrm>
            <a:off x="2343436" y="1774037"/>
            <a:ext cx="9360000" cy="576000"/>
          </a:xfrm>
          <a:prstGeom prst="rect">
            <a:avLst/>
          </a:prstGeom>
          <a:noFill/>
          <a:ln w="3175" algn="ctr">
            <a:solidFill>
              <a:schemeClr val="tx1"/>
            </a:solidFill>
            <a:miter lim="800000"/>
            <a:headEnd/>
            <a:tailEnd/>
          </a:ln>
        </p:spPr>
        <p:txBody>
          <a:bodyPr wrap="square" lIns="88900" tIns="88900" rIns="88900" bIns="88900" rtlCol="0" anchor="ctr"/>
          <a:lstStyle/>
          <a:p>
            <a:pPr algn="just"/>
            <a:r>
              <a:rPr lang="en-US" sz="1400">
                <a:solidFill>
                  <a:schemeClr val="accent3"/>
                </a:solidFill>
                <a:latin typeface="Arial" panose="020B0604020202020204" pitchFamily="34" charset="0"/>
                <a:cs typeface="Arial" panose="020B0604020202020204" pitchFamily="34" charset="0"/>
              </a:rPr>
              <a:t>Design structured questionnaires </a:t>
            </a:r>
            <a:r>
              <a:rPr lang="en-US" sz="1400">
                <a:latin typeface="Arial" panose="020B0604020202020204" pitchFamily="34" charset="0"/>
                <a:cs typeface="Arial" panose="020B0604020202020204" pitchFamily="34" charset="0"/>
              </a:rPr>
              <a:t>and implement sampling </a:t>
            </a:r>
            <a:r>
              <a:rPr lang="en-US" sz="1400">
                <a:solidFill>
                  <a:schemeClr val="accent3"/>
                </a:solidFill>
                <a:latin typeface="Arial" panose="020B0604020202020204" pitchFamily="34" charset="0"/>
                <a:cs typeface="Arial" panose="020B0604020202020204" pitchFamily="34" charset="0"/>
              </a:rPr>
              <a:t>based on a 90% confidence interval </a:t>
            </a:r>
            <a:r>
              <a:rPr lang="en-US" sz="1400">
                <a:latin typeface="Arial" panose="020B0604020202020204" pitchFamily="34" charset="0"/>
                <a:cs typeface="Arial" panose="020B0604020202020204" pitchFamily="34" charset="0"/>
              </a:rPr>
              <a:t>across voltage levels and consumer types.</a:t>
            </a:r>
          </a:p>
        </p:txBody>
      </p:sp>
      <p:sp>
        <p:nvSpPr>
          <p:cNvPr id="8" name="Rectangle 7">
            <a:extLst>
              <a:ext uri="{FF2B5EF4-FFF2-40B4-BE49-F238E27FC236}">
                <a16:creationId xmlns:a16="http://schemas.microsoft.com/office/drawing/2014/main" id="{A8BF5520-CCEF-4278-5B10-8E0FC2C91BEE}"/>
              </a:ext>
            </a:extLst>
          </p:cNvPr>
          <p:cNvSpPr/>
          <p:nvPr/>
        </p:nvSpPr>
        <p:spPr bwMode="gray">
          <a:xfrm>
            <a:off x="513211" y="3441350"/>
            <a:ext cx="1764000" cy="576000"/>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a:solidFill>
                  <a:schemeClr val="bg1"/>
                </a:solidFill>
                <a:latin typeface="Arial" panose="020B0604020202020204" pitchFamily="34" charset="0"/>
                <a:cs typeface="Arial" panose="020B0604020202020204" pitchFamily="34" charset="0"/>
              </a:rPr>
              <a:t>Reliability Assessment</a:t>
            </a:r>
            <a:endParaRPr lang="en-US" sz="2400" b="1">
              <a:solidFill>
                <a:schemeClr val="bg1"/>
              </a:solidFill>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AEB55B45-C336-55C2-FCAB-970DFB94FC9B}"/>
              </a:ext>
            </a:extLst>
          </p:cNvPr>
          <p:cNvSpPr/>
          <p:nvPr/>
        </p:nvSpPr>
        <p:spPr bwMode="gray">
          <a:xfrm>
            <a:off x="2343436" y="3441424"/>
            <a:ext cx="9360000" cy="576000"/>
          </a:xfrm>
          <a:prstGeom prst="rect">
            <a:avLst/>
          </a:prstGeom>
          <a:noFill/>
          <a:ln w="3175" algn="ctr">
            <a:solidFill>
              <a:schemeClr val="tx1"/>
            </a:solidFill>
            <a:miter lim="800000"/>
            <a:headEnd/>
            <a:tailEnd/>
          </a:ln>
        </p:spPr>
        <p:txBody>
          <a:bodyPr wrap="square" lIns="88900" tIns="88900" rIns="88900" bIns="88900" rtlCol="0" anchor="ctr"/>
          <a:lstStyle/>
          <a:p>
            <a:pPr algn="just"/>
            <a:r>
              <a:rPr lang="en-US" sz="1400">
                <a:solidFill>
                  <a:schemeClr val="accent3"/>
                </a:solidFill>
                <a:latin typeface="Arial" panose="020B0604020202020204" pitchFamily="34" charset="0"/>
                <a:cs typeface="Arial" panose="020B0604020202020204" pitchFamily="34" charset="0"/>
              </a:rPr>
              <a:t>Evaluate system reliability using SAIDI, SAIFI, and CAIDI metrics </a:t>
            </a:r>
            <a:r>
              <a:rPr lang="en-US" sz="1400">
                <a:latin typeface="Arial" panose="020B0604020202020204" pitchFamily="34" charset="0"/>
                <a:cs typeface="Arial" panose="020B0604020202020204" pitchFamily="34" charset="0"/>
              </a:rPr>
              <a:t>to measure service interruptions in selected regions</a:t>
            </a:r>
            <a:r>
              <a:rPr lang="en-US" sz="1400">
                <a:solidFill>
                  <a:schemeClr val="accent3"/>
                </a:solidFill>
                <a:latin typeface="Arial" panose="020B0604020202020204" pitchFamily="34" charset="0"/>
                <a:cs typeface="Arial" panose="020B0604020202020204" pitchFamily="34" charset="0"/>
              </a:rPr>
              <a:t>.</a:t>
            </a:r>
            <a:endParaRPr lang="en-US" sz="1400">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142E2FCD-48E1-E76A-1C7B-60B9D2ED5210}"/>
              </a:ext>
            </a:extLst>
          </p:cNvPr>
          <p:cNvSpPr/>
          <p:nvPr/>
        </p:nvSpPr>
        <p:spPr bwMode="gray">
          <a:xfrm>
            <a:off x="509357" y="4253937"/>
            <a:ext cx="1764000" cy="576000"/>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a:solidFill>
                  <a:schemeClr val="bg1"/>
                </a:solidFill>
                <a:latin typeface="Arial" panose="020B0604020202020204" pitchFamily="34" charset="0"/>
                <a:cs typeface="Arial" panose="020B0604020202020204" pitchFamily="34" charset="0"/>
              </a:rPr>
              <a:t>Data Analysis</a:t>
            </a:r>
            <a:endParaRPr lang="en-US" sz="2400" b="1">
              <a:solidFill>
                <a:schemeClr val="bg1"/>
              </a:solidFill>
              <a:latin typeface="Arial" panose="020B0604020202020204" pitchFamily="34" charset="0"/>
              <a:cs typeface="Arial" panose="020B0604020202020204" pitchFamily="34" charset="0"/>
            </a:endParaRPr>
          </a:p>
        </p:txBody>
      </p:sp>
      <p:sp>
        <p:nvSpPr>
          <p:cNvPr id="18" name="Rectangle 17">
            <a:extLst>
              <a:ext uri="{FF2B5EF4-FFF2-40B4-BE49-F238E27FC236}">
                <a16:creationId xmlns:a16="http://schemas.microsoft.com/office/drawing/2014/main" id="{76C7CD80-041D-9878-82E4-8FBE8137CF15}"/>
              </a:ext>
            </a:extLst>
          </p:cNvPr>
          <p:cNvSpPr/>
          <p:nvPr/>
        </p:nvSpPr>
        <p:spPr bwMode="gray">
          <a:xfrm>
            <a:off x="2343435" y="4254048"/>
            <a:ext cx="9360000" cy="576000"/>
          </a:xfrm>
          <a:prstGeom prst="rect">
            <a:avLst/>
          </a:prstGeom>
          <a:noFill/>
          <a:ln w="3175" algn="ctr">
            <a:solidFill>
              <a:schemeClr val="tx1"/>
            </a:solidFill>
            <a:miter lim="800000"/>
            <a:headEnd/>
            <a:tailEnd/>
          </a:ln>
        </p:spPr>
        <p:txBody>
          <a:bodyPr wrap="square" lIns="88900" tIns="88900" rIns="88900" bIns="88900" rtlCol="0" anchor="ctr"/>
          <a:lstStyle/>
          <a:p>
            <a:pPr algn="just"/>
            <a:r>
              <a:rPr lang="en-US" sz="1400">
                <a:solidFill>
                  <a:schemeClr val="accent3"/>
                </a:solidFill>
                <a:latin typeface="Arial" panose="020B0604020202020204" pitchFamily="34" charset="0"/>
                <a:cs typeface="Arial" panose="020B0604020202020204" pitchFamily="34" charset="0"/>
              </a:rPr>
              <a:t>Analyze </a:t>
            </a:r>
            <a:r>
              <a:rPr lang="en-US" sz="1400">
                <a:latin typeface="Arial" panose="020B0604020202020204" pitchFamily="34" charset="0"/>
                <a:cs typeface="Arial" panose="020B0604020202020204" pitchFamily="34" charset="0"/>
              </a:rPr>
              <a:t>primary and secondary </a:t>
            </a:r>
            <a:r>
              <a:rPr lang="en-US" sz="1400">
                <a:solidFill>
                  <a:schemeClr val="accent3"/>
                </a:solidFill>
                <a:latin typeface="Arial" panose="020B0604020202020204" pitchFamily="34" charset="0"/>
                <a:cs typeface="Arial" panose="020B0604020202020204" pitchFamily="34" charset="0"/>
              </a:rPr>
              <a:t>data to identify strengths, weaknesses, and service gaps </a:t>
            </a:r>
            <a:r>
              <a:rPr lang="en-US" sz="1400">
                <a:latin typeface="Arial" panose="020B0604020202020204" pitchFamily="34" charset="0"/>
                <a:cs typeface="Arial" panose="020B0604020202020204" pitchFamily="34" charset="0"/>
              </a:rPr>
              <a:t>in DVC’s distribution performance.</a:t>
            </a:r>
          </a:p>
        </p:txBody>
      </p:sp>
      <p:sp>
        <p:nvSpPr>
          <p:cNvPr id="19" name="Rectangle 18">
            <a:extLst>
              <a:ext uri="{FF2B5EF4-FFF2-40B4-BE49-F238E27FC236}">
                <a16:creationId xmlns:a16="http://schemas.microsoft.com/office/drawing/2014/main" id="{285BD952-A5CC-E6F3-60D8-C7475FBD8765}"/>
              </a:ext>
            </a:extLst>
          </p:cNvPr>
          <p:cNvSpPr/>
          <p:nvPr/>
        </p:nvSpPr>
        <p:spPr bwMode="gray">
          <a:xfrm>
            <a:off x="517065" y="5066524"/>
            <a:ext cx="1764000" cy="576000"/>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a:solidFill>
                  <a:schemeClr val="bg1"/>
                </a:solidFill>
                <a:latin typeface="Arial" panose="020B0604020202020204" pitchFamily="34" charset="0"/>
                <a:cs typeface="Arial" panose="020B0604020202020204" pitchFamily="34" charset="0"/>
              </a:rPr>
              <a:t>Performance Evaluation</a:t>
            </a:r>
            <a:endParaRPr lang="en-US" sz="2400" b="1">
              <a:solidFill>
                <a:schemeClr val="bg1"/>
              </a:solidFill>
              <a:latin typeface="Arial" panose="020B0604020202020204" pitchFamily="34" charset="0"/>
              <a:cs typeface="Arial" panose="020B0604020202020204" pitchFamily="34" charset="0"/>
            </a:endParaRPr>
          </a:p>
        </p:txBody>
      </p:sp>
      <p:sp>
        <p:nvSpPr>
          <p:cNvPr id="20" name="Rectangle 19">
            <a:extLst>
              <a:ext uri="{FF2B5EF4-FFF2-40B4-BE49-F238E27FC236}">
                <a16:creationId xmlns:a16="http://schemas.microsoft.com/office/drawing/2014/main" id="{B548AC2A-5231-6AA5-07AA-86B623D12511}"/>
              </a:ext>
            </a:extLst>
          </p:cNvPr>
          <p:cNvSpPr/>
          <p:nvPr/>
        </p:nvSpPr>
        <p:spPr bwMode="gray">
          <a:xfrm>
            <a:off x="2343435" y="5066672"/>
            <a:ext cx="9360000" cy="576000"/>
          </a:xfrm>
          <a:prstGeom prst="rect">
            <a:avLst/>
          </a:prstGeom>
          <a:noFill/>
          <a:ln w="3175" algn="ctr">
            <a:solidFill>
              <a:schemeClr val="tx1"/>
            </a:solidFill>
            <a:miter lim="800000"/>
            <a:headEnd/>
            <a:tailEnd/>
          </a:ln>
        </p:spPr>
        <p:txBody>
          <a:bodyPr wrap="square" lIns="88900" tIns="88900" rIns="88900" bIns="88900" rtlCol="0" anchor="ctr"/>
          <a:lstStyle/>
          <a:p>
            <a:pPr algn="just"/>
            <a:r>
              <a:rPr lang="en-US" sz="1400">
                <a:solidFill>
                  <a:schemeClr val="accent3"/>
                </a:solidFill>
                <a:latin typeface="Arial" panose="020B0604020202020204" pitchFamily="34" charset="0"/>
                <a:cs typeface="Arial" panose="020B0604020202020204" pitchFamily="34" charset="0"/>
              </a:rPr>
              <a:t>Assess customer service effectiveness and reliability, </a:t>
            </a:r>
            <a:r>
              <a:rPr lang="en-US" sz="1400">
                <a:latin typeface="Arial" panose="020B0604020202020204" pitchFamily="34" charset="0"/>
                <a:cs typeface="Arial" panose="020B0604020202020204" pitchFamily="34" charset="0"/>
              </a:rPr>
              <a:t>providing insights into operational strengths and areas for improvement.</a:t>
            </a:r>
          </a:p>
        </p:txBody>
      </p:sp>
      <p:sp>
        <p:nvSpPr>
          <p:cNvPr id="21" name="Rectangle 20">
            <a:extLst>
              <a:ext uri="{FF2B5EF4-FFF2-40B4-BE49-F238E27FC236}">
                <a16:creationId xmlns:a16="http://schemas.microsoft.com/office/drawing/2014/main" id="{F6ACB98D-F600-CDFD-3EB0-03FFE9B3D643}"/>
              </a:ext>
            </a:extLst>
          </p:cNvPr>
          <p:cNvSpPr/>
          <p:nvPr/>
        </p:nvSpPr>
        <p:spPr bwMode="gray">
          <a:xfrm>
            <a:off x="520920" y="5879110"/>
            <a:ext cx="1764000" cy="576000"/>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a:solidFill>
                  <a:schemeClr val="bg1"/>
                </a:solidFill>
                <a:latin typeface="Arial" panose="020B0604020202020204" pitchFamily="34" charset="0"/>
                <a:cs typeface="Arial" panose="020B0604020202020204" pitchFamily="34" charset="0"/>
              </a:rPr>
              <a:t>Recommendations</a:t>
            </a:r>
            <a:endParaRPr lang="en-US" sz="2400" b="1">
              <a:solidFill>
                <a:schemeClr val="bg1"/>
              </a:solidFill>
              <a:latin typeface="Arial" panose="020B0604020202020204" pitchFamily="34" charset="0"/>
              <a:cs typeface="Arial" panose="020B0604020202020204" pitchFamily="34" charset="0"/>
            </a:endParaRPr>
          </a:p>
        </p:txBody>
      </p:sp>
      <p:sp>
        <p:nvSpPr>
          <p:cNvPr id="22" name="Rectangle 21">
            <a:extLst>
              <a:ext uri="{FF2B5EF4-FFF2-40B4-BE49-F238E27FC236}">
                <a16:creationId xmlns:a16="http://schemas.microsoft.com/office/drawing/2014/main" id="{787F8015-A6E8-E6EA-763E-38F07751C3DA}"/>
              </a:ext>
            </a:extLst>
          </p:cNvPr>
          <p:cNvSpPr/>
          <p:nvPr/>
        </p:nvSpPr>
        <p:spPr bwMode="gray">
          <a:xfrm>
            <a:off x="2343434" y="5879298"/>
            <a:ext cx="9360000" cy="576000"/>
          </a:xfrm>
          <a:prstGeom prst="rect">
            <a:avLst/>
          </a:prstGeom>
          <a:noFill/>
          <a:ln w="3175" algn="ctr">
            <a:solidFill>
              <a:schemeClr val="tx1"/>
            </a:solidFill>
            <a:miter lim="800000"/>
            <a:headEnd/>
            <a:tailEnd/>
          </a:ln>
        </p:spPr>
        <p:txBody>
          <a:bodyPr wrap="square" lIns="88900" tIns="88900" rIns="88900" bIns="88900" rtlCol="0" anchor="ctr"/>
          <a:lstStyle/>
          <a:p>
            <a:pPr algn="just"/>
            <a:r>
              <a:rPr lang="en-US" sz="1400">
                <a:solidFill>
                  <a:schemeClr val="accent3"/>
                </a:solidFill>
                <a:latin typeface="Arial" panose="020B0604020202020204" pitchFamily="34" charset="0"/>
                <a:cs typeface="Arial" panose="020B0604020202020204" pitchFamily="34" charset="0"/>
              </a:rPr>
              <a:t>Deliver annual recommendations for service enhancement </a:t>
            </a:r>
            <a:r>
              <a:rPr lang="en-US" sz="1400">
                <a:latin typeface="Arial" panose="020B0604020202020204" pitchFamily="34" charset="0"/>
                <a:cs typeface="Arial" panose="020B0604020202020204" pitchFamily="34" charset="0"/>
              </a:rPr>
              <a:t>and develop a database for continuous feedback tracking and monitoring..</a:t>
            </a:r>
          </a:p>
        </p:txBody>
      </p:sp>
      <p:sp>
        <p:nvSpPr>
          <p:cNvPr id="23" name="Text Placeholder 1">
            <a:extLst>
              <a:ext uri="{FF2B5EF4-FFF2-40B4-BE49-F238E27FC236}">
                <a16:creationId xmlns:a16="http://schemas.microsoft.com/office/drawing/2014/main" id="{7DD471DA-4A09-222A-F402-8F3F8FE7FE8C}"/>
              </a:ext>
            </a:extLst>
          </p:cNvPr>
          <p:cNvSpPr>
            <a:spLocks noGrp="1"/>
          </p:cNvSpPr>
          <p:nvPr>
            <p:ph type="body" sz="quarter" idx="13"/>
          </p:nvPr>
        </p:nvSpPr>
        <p:spPr>
          <a:xfrm>
            <a:off x="514664" y="771345"/>
            <a:ext cx="11456571" cy="283824"/>
          </a:xfrm>
        </p:spPr>
        <p:txBody>
          <a:bodyPr/>
          <a:lstStyle/>
          <a:p>
            <a:pPr algn="just"/>
            <a:r>
              <a:rPr lang="en-US" sz="1400">
                <a:solidFill>
                  <a:schemeClr val="tx1">
                    <a:lumMod val="65000"/>
                    <a:lumOff val="35000"/>
                  </a:schemeClr>
                </a:solidFill>
                <a:latin typeface="Arial" panose="020B0604020202020204" pitchFamily="34" charset="0"/>
                <a:cs typeface="Arial" panose="020B0604020202020204" pitchFamily="34" charset="0"/>
              </a:rPr>
              <a:t>Overview of key tasks and deliverables essential for project success, timely completion, and stakeholder satisfaction</a:t>
            </a:r>
          </a:p>
        </p:txBody>
      </p:sp>
      <p:sp>
        <p:nvSpPr>
          <p:cNvPr id="2" name="Rectangle 1">
            <a:extLst>
              <a:ext uri="{FF2B5EF4-FFF2-40B4-BE49-F238E27FC236}">
                <a16:creationId xmlns:a16="http://schemas.microsoft.com/office/drawing/2014/main" id="{0B9B9381-507F-4DED-68B6-8CDF00AD0F40}"/>
              </a:ext>
            </a:extLst>
          </p:cNvPr>
          <p:cNvSpPr/>
          <p:nvPr/>
        </p:nvSpPr>
        <p:spPr bwMode="gray">
          <a:xfrm>
            <a:off x="505503" y="2591429"/>
            <a:ext cx="1764000" cy="576000"/>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a:solidFill>
                  <a:schemeClr val="bg1"/>
                </a:solidFill>
                <a:latin typeface="Arial" panose="020B0604020202020204" pitchFamily="34" charset="0"/>
                <a:cs typeface="Arial" panose="020B0604020202020204" pitchFamily="34" charset="0"/>
              </a:rPr>
              <a:t>Survey Execution</a:t>
            </a:r>
            <a:endParaRPr lang="en-US" sz="2400" b="1">
              <a:solidFill>
                <a:schemeClr val="bg1"/>
              </a:solidFill>
              <a:latin typeface="Arial" panose="020B0604020202020204" pitchFamily="34" charset="0"/>
              <a:cs typeface="Arial" panose="020B0604020202020204" pitchFamily="34" charset="0"/>
            </a:endParaRPr>
          </a:p>
        </p:txBody>
      </p:sp>
      <p:sp>
        <p:nvSpPr>
          <p:cNvPr id="3" name="Rectangle 2">
            <a:extLst>
              <a:ext uri="{FF2B5EF4-FFF2-40B4-BE49-F238E27FC236}">
                <a16:creationId xmlns:a16="http://schemas.microsoft.com/office/drawing/2014/main" id="{369C62AD-F0D9-211C-C9E1-5C843B12F3C6}"/>
              </a:ext>
            </a:extLst>
          </p:cNvPr>
          <p:cNvSpPr/>
          <p:nvPr/>
        </p:nvSpPr>
        <p:spPr bwMode="gray">
          <a:xfrm>
            <a:off x="2326497" y="2591429"/>
            <a:ext cx="9360000" cy="576000"/>
          </a:xfrm>
          <a:prstGeom prst="rect">
            <a:avLst/>
          </a:prstGeom>
          <a:noFill/>
          <a:ln w="3175" algn="ctr">
            <a:solidFill>
              <a:schemeClr val="tx1"/>
            </a:solidFill>
            <a:miter lim="800000"/>
            <a:headEnd/>
            <a:tailEnd/>
          </a:ln>
        </p:spPr>
        <p:txBody>
          <a:bodyPr wrap="square" lIns="88900" tIns="88900" rIns="88900" bIns="88900" rtlCol="0" anchor="ctr"/>
          <a:lstStyle/>
          <a:p>
            <a:pPr algn="just"/>
            <a:r>
              <a:rPr lang="en-US" sz="1400">
                <a:solidFill>
                  <a:schemeClr val="accent3"/>
                </a:solidFill>
                <a:latin typeface="Arial" panose="020B0604020202020204" pitchFamily="34" charset="0"/>
                <a:cs typeface="Arial" panose="020B0604020202020204" pitchFamily="34" charset="0"/>
              </a:rPr>
              <a:t>Conduct consumer satisfaction surveys across specified sites </a:t>
            </a:r>
            <a:r>
              <a:rPr lang="en-US" sz="1400">
                <a:latin typeface="Arial" panose="020B0604020202020204" pitchFamily="34" charset="0"/>
                <a:cs typeface="Arial" panose="020B0604020202020204" pitchFamily="34" charset="0"/>
              </a:rPr>
              <a:t>in DVC’s command area, covering key industrial and commercial categories.</a:t>
            </a:r>
          </a:p>
        </p:txBody>
      </p:sp>
    </p:spTree>
    <p:extLst>
      <p:ext uri="{BB962C8B-B14F-4D97-AF65-F5344CB8AC3E}">
        <p14:creationId xmlns:p14="http://schemas.microsoft.com/office/powerpoint/2010/main" val="1336668509"/>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85E75AA5-7793-42EB-A8A1-2973E74D2021}"/>
              </a:ext>
            </a:extLst>
          </p:cNvPr>
          <p:cNvGraphicFramePr>
            <a:graphicFrameLocks noChangeAspect="1"/>
          </p:cNvGraphicFramePr>
          <p:nvPr>
            <p:custDataLst>
              <p:tags r:id="rId1"/>
            </p:custDataLst>
            <p:extLst>
              <p:ext uri="{D42A27DB-BD31-4B8C-83A1-F6EECF244321}">
                <p14:modId xmlns:p14="http://schemas.microsoft.com/office/powerpoint/2010/main" val="17159659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10" name="Object 9" hidden="1">
                        <a:extLst>
                          <a:ext uri="{FF2B5EF4-FFF2-40B4-BE49-F238E27FC236}">
                            <a16:creationId xmlns:a16="http://schemas.microsoft.com/office/drawing/2014/main" id="{85E75AA5-7793-42EB-A8A1-2973E74D202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Title 5"/>
          <p:cNvSpPr>
            <a:spLocks noGrp="1"/>
          </p:cNvSpPr>
          <p:nvPr>
            <p:ph type="title"/>
          </p:nvPr>
        </p:nvSpPr>
        <p:spPr>
          <a:xfrm>
            <a:off x="501650" y="382602"/>
            <a:ext cx="11188700" cy="334099"/>
          </a:xfrm>
        </p:spPr>
        <p:txBody>
          <a:bodyPr vert="horz"/>
          <a:lstStyle/>
          <a:p>
            <a:r>
              <a:rPr lang="en-US" sz="2000" b="1">
                <a:latin typeface="Arial" panose="020B0604020202020204" pitchFamily="34" charset="0"/>
                <a:cs typeface="Arial" panose="020B0604020202020204" pitchFamily="34" charset="0"/>
              </a:rPr>
              <a:t>Scope of Work – Consumer Mix to be covered</a:t>
            </a:r>
            <a:endParaRPr lang="en-GB" sz="2000" b="1">
              <a:latin typeface="Arial" panose="020B0604020202020204" pitchFamily="34" charset="0"/>
              <a:cs typeface="Arial" panose="020B0604020202020204" pitchFamily="34" charset="0"/>
            </a:endParaRPr>
          </a:p>
        </p:txBody>
      </p:sp>
      <p:cxnSp>
        <p:nvCxnSpPr>
          <p:cNvPr id="42" name="Straight Connector 41">
            <a:extLst>
              <a:ext uri="{FF2B5EF4-FFF2-40B4-BE49-F238E27FC236}">
                <a16:creationId xmlns:a16="http://schemas.microsoft.com/office/drawing/2014/main" id="{C3307A9C-FA80-4775-B35A-1A643EF2A1BC}"/>
              </a:ext>
            </a:extLst>
          </p:cNvPr>
          <p:cNvCxnSpPr/>
          <p:nvPr/>
        </p:nvCxnSpPr>
        <p:spPr>
          <a:xfrm flipV="1">
            <a:off x="514664" y="1110645"/>
            <a:ext cx="111960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1">
            <a:extLst>
              <a:ext uri="{FF2B5EF4-FFF2-40B4-BE49-F238E27FC236}">
                <a16:creationId xmlns:a16="http://schemas.microsoft.com/office/drawing/2014/main" id="{7DD471DA-4A09-222A-F402-8F3F8FE7FE8C}"/>
              </a:ext>
            </a:extLst>
          </p:cNvPr>
          <p:cNvSpPr>
            <a:spLocks noGrp="1"/>
          </p:cNvSpPr>
          <p:nvPr>
            <p:ph type="body" sz="quarter" idx="13"/>
          </p:nvPr>
        </p:nvSpPr>
        <p:spPr>
          <a:xfrm>
            <a:off x="514664" y="771345"/>
            <a:ext cx="11456571" cy="283824"/>
          </a:xfrm>
        </p:spPr>
        <p:txBody>
          <a:bodyPr/>
          <a:lstStyle/>
          <a:p>
            <a:pPr algn="just"/>
            <a:r>
              <a:rPr lang="en-US" sz="1400">
                <a:solidFill>
                  <a:schemeClr val="tx1">
                    <a:lumMod val="65000"/>
                    <a:lumOff val="35000"/>
                  </a:schemeClr>
                </a:solidFill>
                <a:latin typeface="Arial" panose="020B0604020202020204" pitchFamily="34" charset="0"/>
                <a:cs typeface="Arial" panose="020B0604020202020204" pitchFamily="34" charset="0"/>
              </a:rPr>
              <a:t>The sampling frame at present consists of consumers at various voltage levels across West Bengal, Jharkhand and bilateral </a:t>
            </a:r>
            <a:r>
              <a:rPr lang="en-US" sz="1400" err="1">
                <a:solidFill>
                  <a:schemeClr val="tx1">
                    <a:lumMod val="65000"/>
                    <a:lumOff val="35000"/>
                  </a:schemeClr>
                </a:solidFill>
                <a:latin typeface="Arial" panose="020B0604020202020204" pitchFamily="34" charset="0"/>
                <a:cs typeface="Arial" panose="020B0604020202020204" pitchFamily="34" charset="0"/>
              </a:rPr>
              <a:t>benificiaries</a:t>
            </a:r>
            <a:endParaRPr lang="en-US" sz="1400">
              <a:solidFill>
                <a:schemeClr val="tx1">
                  <a:lumMod val="65000"/>
                  <a:lumOff val="35000"/>
                </a:schemeClr>
              </a:solidFill>
              <a:latin typeface="Arial" panose="020B0604020202020204" pitchFamily="34" charset="0"/>
              <a:cs typeface="Arial" panose="020B0604020202020204" pitchFamily="34" charset="0"/>
            </a:endParaRPr>
          </a:p>
        </p:txBody>
      </p:sp>
      <p:graphicFrame>
        <p:nvGraphicFramePr>
          <p:cNvPr id="2" name="Table 2">
            <a:extLst>
              <a:ext uri="{FF2B5EF4-FFF2-40B4-BE49-F238E27FC236}">
                <a16:creationId xmlns:a16="http://schemas.microsoft.com/office/drawing/2014/main" id="{F27B2DAE-8A00-75C2-F870-B857327165C4}"/>
              </a:ext>
            </a:extLst>
          </p:cNvPr>
          <p:cNvGraphicFramePr>
            <a:graphicFrameLocks noGrp="1"/>
          </p:cNvGraphicFramePr>
          <p:nvPr>
            <p:extLst>
              <p:ext uri="{D42A27DB-BD31-4B8C-83A1-F6EECF244321}">
                <p14:modId xmlns:p14="http://schemas.microsoft.com/office/powerpoint/2010/main" val="3001877065"/>
              </p:ext>
            </p:extLst>
          </p:nvPr>
        </p:nvGraphicFramePr>
        <p:xfrm>
          <a:off x="514664" y="1175659"/>
          <a:ext cx="11196001" cy="2194560"/>
        </p:xfrm>
        <a:graphic>
          <a:graphicData uri="http://schemas.openxmlformats.org/drawingml/2006/table">
            <a:tbl>
              <a:tblPr firstRow="1" bandRow="1">
                <a:tableStyleId>{5C22544A-7EE6-4342-B048-85BDC9FD1C3A}</a:tableStyleId>
              </a:tblPr>
              <a:tblGrid>
                <a:gridCol w="1392863">
                  <a:extLst>
                    <a:ext uri="{9D8B030D-6E8A-4147-A177-3AD203B41FA5}">
                      <a16:colId xmlns:a16="http://schemas.microsoft.com/office/drawing/2014/main" val="2942548713"/>
                    </a:ext>
                  </a:extLst>
                </a:gridCol>
                <a:gridCol w="1372171">
                  <a:extLst>
                    <a:ext uri="{9D8B030D-6E8A-4147-A177-3AD203B41FA5}">
                      <a16:colId xmlns:a16="http://schemas.microsoft.com/office/drawing/2014/main" val="1102386897"/>
                    </a:ext>
                  </a:extLst>
                </a:gridCol>
                <a:gridCol w="1372171">
                  <a:extLst>
                    <a:ext uri="{9D8B030D-6E8A-4147-A177-3AD203B41FA5}">
                      <a16:colId xmlns:a16="http://schemas.microsoft.com/office/drawing/2014/main" val="3438493159"/>
                    </a:ext>
                  </a:extLst>
                </a:gridCol>
                <a:gridCol w="1337846">
                  <a:extLst>
                    <a:ext uri="{9D8B030D-6E8A-4147-A177-3AD203B41FA5}">
                      <a16:colId xmlns:a16="http://schemas.microsoft.com/office/drawing/2014/main" val="846495559"/>
                    </a:ext>
                  </a:extLst>
                </a:gridCol>
                <a:gridCol w="1337846">
                  <a:extLst>
                    <a:ext uri="{9D8B030D-6E8A-4147-A177-3AD203B41FA5}">
                      <a16:colId xmlns:a16="http://schemas.microsoft.com/office/drawing/2014/main" val="1445883956"/>
                    </a:ext>
                  </a:extLst>
                </a:gridCol>
                <a:gridCol w="1384999">
                  <a:extLst>
                    <a:ext uri="{9D8B030D-6E8A-4147-A177-3AD203B41FA5}">
                      <a16:colId xmlns:a16="http://schemas.microsoft.com/office/drawing/2014/main" val="889591665"/>
                    </a:ext>
                  </a:extLst>
                </a:gridCol>
                <a:gridCol w="1384999">
                  <a:extLst>
                    <a:ext uri="{9D8B030D-6E8A-4147-A177-3AD203B41FA5}">
                      <a16:colId xmlns:a16="http://schemas.microsoft.com/office/drawing/2014/main" val="3961847208"/>
                    </a:ext>
                  </a:extLst>
                </a:gridCol>
                <a:gridCol w="1613106">
                  <a:extLst>
                    <a:ext uri="{9D8B030D-6E8A-4147-A177-3AD203B41FA5}">
                      <a16:colId xmlns:a16="http://schemas.microsoft.com/office/drawing/2014/main" val="2631950931"/>
                    </a:ext>
                  </a:extLst>
                </a:gridCol>
              </a:tblGrid>
              <a:tr h="182617">
                <a:tc rowSpan="2">
                  <a:txBody>
                    <a:bodyPr/>
                    <a:lstStyle/>
                    <a:p>
                      <a:pPr algn="l"/>
                      <a:r>
                        <a:rPr lang="en-US" sz="1200" b="1">
                          <a:solidFill>
                            <a:schemeClr val="bg1"/>
                          </a:solidFill>
                          <a:latin typeface="Arial" panose="020B0604020202020204" pitchFamily="34" charset="0"/>
                          <a:ea typeface="Verdana" panose="020B0604030504040204" pitchFamily="34" charset="0"/>
                          <a:cs typeface="Arial" panose="020B0604020202020204" pitchFamily="34" charset="0"/>
                        </a:rPr>
                        <a:t>Class of Consumers based on Voltage</a:t>
                      </a:r>
                      <a:endParaRPr lang="en-US" sz="1200" b="0">
                        <a:solidFill>
                          <a:schemeClr val="bg1"/>
                        </a:solidFill>
                        <a:latin typeface="Arial" panose="020B0604020202020204" pitchFamily="34" charset="0"/>
                        <a:ea typeface="Verdana" panose="020B0604030504040204" pitchFamily="34" charset="0"/>
                        <a:cs typeface="Arial" panose="020B0604020202020204" pitchFamily="34"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38100" cmpd="sng">
                      <a:noFill/>
                    </a:lnB>
                    <a:lnTlToBr w="12700" cmpd="sng">
                      <a:noFill/>
                      <a:prstDash val="solid"/>
                    </a:lnTlToBr>
                    <a:lnBlToTr w="12700" cmpd="sng">
                      <a:noFill/>
                      <a:prstDash val="solid"/>
                    </a:lnBlToTr>
                    <a:solidFill>
                      <a:srgbClr val="2C5234"/>
                    </a:solidFill>
                  </a:tcPr>
                </a:tc>
                <a:tc gridSpan="2">
                  <a:txBody>
                    <a:bodyPr/>
                    <a:lstStyle/>
                    <a:p>
                      <a:pPr algn="ctr"/>
                      <a:r>
                        <a:rPr lang="en-US" sz="1200" b="1">
                          <a:solidFill>
                            <a:schemeClr val="bg1"/>
                          </a:solidFill>
                          <a:latin typeface="Arial" panose="020B0604020202020204" pitchFamily="34" charset="0"/>
                          <a:ea typeface="Verdana" panose="020B0604030504040204" pitchFamily="34" charset="0"/>
                          <a:cs typeface="Arial" panose="020B0604020202020204" pitchFamily="34" charset="0"/>
                        </a:rPr>
                        <a:t>West Bengal</a:t>
                      </a:r>
                    </a:p>
                  </a:txBody>
                  <a:tcPr anchor="ctr">
                    <a:lnL w="12700" cmpd="sng">
                      <a:noFill/>
                    </a:lnL>
                    <a:lnR w="12700" cmpd="sng">
                      <a:noFill/>
                    </a:lnR>
                    <a:lnT w="12700" cap="flat" cmpd="sng" algn="ctr">
                      <a:solidFill>
                        <a:schemeClr val="tx1"/>
                      </a:solidFill>
                      <a:prstDash val="solid"/>
                      <a:round/>
                      <a:headEnd type="none" w="med" len="med"/>
                      <a:tailEnd type="none" w="med" len="med"/>
                    </a:lnT>
                    <a:lnB w="38100" cmpd="sng">
                      <a:noFill/>
                    </a:lnB>
                    <a:lnTlToBr w="12700" cmpd="sng">
                      <a:noFill/>
                      <a:prstDash val="solid"/>
                    </a:lnTlToBr>
                    <a:lnBlToTr w="12700" cmpd="sng">
                      <a:noFill/>
                      <a:prstDash val="solid"/>
                    </a:lnBlToTr>
                    <a:solidFill>
                      <a:srgbClr val="2C5234"/>
                    </a:solidFill>
                  </a:tcPr>
                </a:tc>
                <a:tc hMerge="1">
                  <a:txBody>
                    <a:bodyPr/>
                    <a:lstStyle/>
                    <a:p>
                      <a:endParaRPr lang="en-US"/>
                    </a:p>
                  </a:txBody>
                  <a:tcPr/>
                </a:tc>
                <a:tc gridSpan="2">
                  <a:txBody>
                    <a:bodyPr/>
                    <a:lstStyle/>
                    <a:p>
                      <a:pPr algn="ctr"/>
                      <a:r>
                        <a:rPr lang="en-US" sz="1200" b="1">
                          <a:solidFill>
                            <a:schemeClr val="bg1"/>
                          </a:solidFill>
                          <a:latin typeface="Arial" panose="020B0604020202020204" pitchFamily="34" charset="0"/>
                          <a:ea typeface="Verdana" panose="020B0604030504040204" pitchFamily="34" charset="0"/>
                          <a:cs typeface="Arial" panose="020B0604020202020204" pitchFamily="34" charset="0"/>
                        </a:rPr>
                        <a:t>Jharkhand</a:t>
                      </a:r>
                    </a:p>
                  </a:txBody>
                  <a:tcPr anchor="ctr">
                    <a:lnL w="12700" cmpd="sng">
                      <a:noFill/>
                    </a:lnL>
                    <a:lnR w="12700" cmpd="sng">
                      <a:noFill/>
                    </a:lnR>
                    <a:lnT w="12700" cap="flat" cmpd="sng" algn="ctr">
                      <a:solidFill>
                        <a:schemeClr val="tx1"/>
                      </a:solidFill>
                      <a:prstDash val="solid"/>
                      <a:round/>
                      <a:headEnd type="none" w="med" len="med"/>
                      <a:tailEnd type="none" w="med" len="med"/>
                    </a:lnT>
                    <a:lnB w="38100" cmpd="sng">
                      <a:noFill/>
                    </a:lnB>
                    <a:lnTlToBr w="12700" cmpd="sng">
                      <a:noFill/>
                      <a:prstDash val="solid"/>
                    </a:lnTlToBr>
                    <a:lnBlToTr w="12700" cmpd="sng">
                      <a:noFill/>
                      <a:prstDash val="solid"/>
                    </a:lnBlToTr>
                    <a:solidFill>
                      <a:srgbClr val="2C5234"/>
                    </a:solidFill>
                  </a:tcPr>
                </a:tc>
                <a:tc hMerge="1">
                  <a:txBody>
                    <a:bodyPr/>
                    <a:lstStyle/>
                    <a:p>
                      <a:endParaRPr lang="en-US"/>
                    </a:p>
                  </a:txBody>
                  <a:tcPr/>
                </a:tc>
                <a:tc gridSpan="2">
                  <a:txBody>
                    <a:bodyPr/>
                    <a:lstStyle/>
                    <a:p>
                      <a:pPr algn="ctr"/>
                      <a:r>
                        <a:rPr lang="en-US" sz="1200" b="1">
                          <a:solidFill>
                            <a:schemeClr val="bg1"/>
                          </a:solidFill>
                          <a:latin typeface="Arial" panose="020B0604020202020204" pitchFamily="34" charset="0"/>
                          <a:ea typeface="Verdana" panose="020B0604030504040204" pitchFamily="34" charset="0"/>
                          <a:cs typeface="Arial" panose="020B0604020202020204" pitchFamily="34" charset="0"/>
                        </a:rPr>
                        <a:t>Bilateral Beneficiaries</a:t>
                      </a:r>
                    </a:p>
                  </a:txBody>
                  <a:tcPr anchor="ctr">
                    <a:lnL w="12700" cmpd="sng">
                      <a:noFill/>
                    </a:lnL>
                    <a:lnR w="12700" cmpd="sng">
                      <a:noFill/>
                    </a:lnR>
                    <a:lnT w="12700" cap="flat" cmpd="sng" algn="ctr">
                      <a:solidFill>
                        <a:schemeClr val="tx1"/>
                      </a:solidFill>
                      <a:prstDash val="solid"/>
                      <a:round/>
                      <a:headEnd type="none" w="med" len="med"/>
                      <a:tailEnd type="none" w="med" len="med"/>
                    </a:lnT>
                    <a:lnB w="38100" cmpd="sng">
                      <a:noFill/>
                    </a:lnB>
                    <a:lnTlToBr w="12700" cmpd="sng">
                      <a:noFill/>
                      <a:prstDash val="solid"/>
                    </a:lnTlToBr>
                    <a:lnBlToTr w="12700" cmpd="sng">
                      <a:noFill/>
                      <a:prstDash val="solid"/>
                    </a:lnBlToTr>
                    <a:solidFill>
                      <a:srgbClr val="2C5234"/>
                    </a:solidFill>
                  </a:tcPr>
                </a:tc>
                <a:tc hMerge="1">
                  <a:txBody>
                    <a:bodyPr/>
                    <a:lstStyle/>
                    <a:p>
                      <a:endParaRPr lang="en-US"/>
                    </a:p>
                  </a:txBody>
                  <a:tcPr/>
                </a:tc>
                <a:tc rowSpan="2">
                  <a:txBody>
                    <a:bodyPr/>
                    <a:lstStyle/>
                    <a:p>
                      <a:pPr algn="ctr"/>
                      <a:r>
                        <a:rPr lang="en-US" sz="1200" b="0">
                          <a:solidFill>
                            <a:schemeClr val="bg1"/>
                          </a:solidFill>
                          <a:latin typeface="Arial" panose="020B0604020202020204" pitchFamily="34" charset="0"/>
                          <a:ea typeface="Verdana" panose="020B0604030504040204" pitchFamily="34" charset="0"/>
                          <a:cs typeface="Arial" panose="020B0604020202020204" pitchFamily="34" charset="0"/>
                        </a:rPr>
                        <a:t>Total Sample Size</a:t>
                      </a:r>
                    </a:p>
                  </a:txBody>
                  <a:tcPr anchor="ctr">
                    <a:lnL w="12700" cmpd="sng">
                      <a:noFill/>
                    </a:lnL>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2C5234"/>
                    </a:solidFill>
                  </a:tcPr>
                </a:tc>
                <a:extLst>
                  <a:ext uri="{0D108BD9-81ED-4DB2-BD59-A6C34878D82A}">
                    <a16:rowId xmlns:a16="http://schemas.microsoft.com/office/drawing/2014/main" val="3823934701"/>
                  </a:ext>
                </a:extLst>
              </a:tr>
              <a:tr h="300781">
                <a:tc vMerge="1">
                  <a:txBody>
                    <a:bodyPr/>
                    <a:lstStyle/>
                    <a:p>
                      <a:endParaRPr/>
                    </a:p>
                  </a:txBody>
                  <a:tcPr anchor="ctr"/>
                </a:tc>
                <a:tc>
                  <a:txBody>
                    <a:bodyPr/>
                    <a:lstStyle/>
                    <a:p>
                      <a:pPr algn="ctr"/>
                      <a:r>
                        <a:rPr lang="en-US" sz="1200" b="0">
                          <a:solidFill>
                            <a:schemeClr val="bg1"/>
                          </a:solidFill>
                          <a:latin typeface="Arial" panose="020B0604020202020204" pitchFamily="34" charset="0"/>
                          <a:ea typeface="Verdana" panose="020B0604030504040204" pitchFamily="34" charset="0"/>
                          <a:cs typeface="Arial" panose="020B0604020202020204" pitchFamily="34" charset="0"/>
                        </a:rPr>
                        <a:t>Consumer</a:t>
                      </a:r>
                    </a:p>
                    <a:p>
                      <a:pPr algn="ctr"/>
                      <a:r>
                        <a:rPr lang="en-US" sz="1200" b="0">
                          <a:solidFill>
                            <a:schemeClr val="bg1"/>
                          </a:solidFill>
                          <a:latin typeface="Arial" panose="020B0604020202020204" pitchFamily="34" charset="0"/>
                          <a:ea typeface="Verdana" panose="020B0604030504040204" pitchFamily="34" charset="0"/>
                          <a:cs typeface="Arial" panose="020B0604020202020204" pitchFamily="34" charset="0"/>
                        </a:rPr>
                        <a:t>No.</a:t>
                      </a:r>
                    </a:p>
                  </a:txBody>
                  <a:tcPr anchor="ctr">
                    <a:lnL w="38100" cmpd="sng">
                      <a:noFill/>
                    </a:lnL>
                    <a:lnR w="12700" cmpd="sng">
                      <a:noFill/>
                    </a:lnR>
                    <a:lnT w="38100" cmpd="sng">
                      <a:noFill/>
                    </a:lnT>
                    <a:lnB w="12700" cmpd="sng">
                      <a:noFill/>
                    </a:lnB>
                    <a:lnTlToBr w="12700" cmpd="sng">
                      <a:noFill/>
                      <a:prstDash val="solid"/>
                    </a:lnTlToBr>
                    <a:lnBlToTr w="12700" cmpd="sng">
                      <a:noFill/>
                      <a:prstDash val="solid"/>
                    </a:lnBlToTr>
                    <a:solidFill>
                      <a:srgbClr val="2C5234"/>
                    </a:solidFill>
                  </a:tcPr>
                </a:tc>
                <a:tc>
                  <a:txBody>
                    <a:bodyPr/>
                    <a:lstStyle/>
                    <a:p>
                      <a:pPr algn="ctr"/>
                      <a:r>
                        <a:rPr lang="en-US" sz="1200" b="0">
                          <a:solidFill>
                            <a:schemeClr val="bg1"/>
                          </a:solidFill>
                          <a:latin typeface="Arial" panose="020B0604020202020204" pitchFamily="34" charset="0"/>
                          <a:ea typeface="Verdana" panose="020B0604030504040204" pitchFamily="34" charset="0"/>
                          <a:cs typeface="Arial" panose="020B0604020202020204" pitchFamily="34" charset="0"/>
                        </a:rPr>
                        <a:t>Sample Size at 90% CI</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2C5234"/>
                    </a:solidFill>
                  </a:tcPr>
                </a:tc>
                <a:tc>
                  <a:txBody>
                    <a:bodyPr/>
                    <a:lstStyle/>
                    <a:p>
                      <a:pPr algn="ctr"/>
                      <a:r>
                        <a:rPr lang="en-US" sz="1200" b="0">
                          <a:solidFill>
                            <a:schemeClr val="bg1"/>
                          </a:solidFill>
                          <a:latin typeface="Arial" panose="020B0604020202020204" pitchFamily="34" charset="0"/>
                          <a:ea typeface="Verdana" panose="020B0604030504040204" pitchFamily="34" charset="0"/>
                          <a:cs typeface="Arial" panose="020B0604020202020204" pitchFamily="34" charset="0"/>
                        </a:rPr>
                        <a:t>Consumer</a:t>
                      </a:r>
                    </a:p>
                    <a:p>
                      <a:pPr algn="ctr"/>
                      <a:r>
                        <a:rPr lang="en-US" sz="1200" b="0">
                          <a:solidFill>
                            <a:schemeClr val="bg1"/>
                          </a:solidFill>
                          <a:latin typeface="Arial" panose="020B0604020202020204" pitchFamily="34" charset="0"/>
                          <a:ea typeface="Verdana" panose="020B0604030504040204" pitchFamily="34" charset="0"/>
                          <a:cs typeface="Arial" panose="020B0604020202020204" pitchFamily="34" charset="0"/>
                        </a:rPr>
                        <a:t>No.</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2C5234"/>
                    </a:solidFill>
                  </a:tcPr>
                </a:tc>
                <a:tc>
                  <a:txBody>
                    <a:bodyPr/>
                    <a:lstStyle/>
                    <a:p>
                      <a:pPr algn="ctr"/>
                      <a:r>
                        <a:rPr lang="en-US" sz="1200" b="0">
                          <a:solidFill>
                            <a:schemeClr val="bg1"/>
                          </a:solidFill>
                          <a:latin typeface="Arial" panose="020B0604020202020204" pitchFamily="34" charset="0"/>
                          <a:ea typeface="Verdana" panose="020B0604030504040204" pitchFamily="34" charset="0"/>
                          <a:cs typeface="Arial" panose="020B0604020202020204" pitchFamily="34" charset="0"/>
                        </a:rPr>
                        <a:t>Sample Size at 90% CI</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2C5234"/>
                    </a:solidFill>
                  </a:tcPr>
                </a:tc>
                <a:tc>
                  <a:txBody>
                    <a:bodyPr/>
                    <a:lstStyle/>
                    <a:p>
                      <a:pPr algn="ctr"/>
                      <a:r>
                        <a:rPr lang="en-US" sz="1200" b="0">
                          <a:solidFill>
                            <a:schemeClr val="bg1"/>
                          </a:solidFill>
                          <a:latin typeface="Arial" panose="020B0604020202020204" pitchFamily="34" charset="0"/>
                          <a:ea typeface="Verdana" panose="020B0604030504040204" pitchFamily="34" charset="0"/>
                          <a:cs typeface="Arial" panose="020B0604020202020204" pitchFamily="34" charset="0"/>
                        </a:rPr>
                        <a:t>Consumer</a:t>
                      </a:r>
                    </a:p>
                    <a:p>
                      <a:pPr algn="ctr"/>
                      <a:r>
                        <a:rPr lang="en-US" sz="1200" b="0">
                          <a:solidFill>
                            <a:schemeClr val="bg1"/>
                          </a:solidFill>
                          <a:latin typeface="Arial" panose="020B0604020202020204" pitchFamily="34" charset="0"/>
                          <a:ea typeface="Verdana" panose="020B0604030504040204" pitchFamily="34" charset="0"/>
                          <a:cs typeface="Arial" panose="020B0604020202020204" pitchFamily="34" charset="0"/>
                        </a:rPr>
                        <a:t>No.</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2C5234"/>
                    </a:solidFill>
                  </a:tcPr>
                </a:tc>
                <a:tc>
                  <a:txBody>
                    <a:bodyPr/>
                    <a:lstStyle/>
                    <a:p>
                      <a:pPr algn="ctr"/>
                      <a:r>
                        <a:rPr lang="en-US" sz="1200" b="0">
                          <a:solidFill>
                            <a:schemeClr val="bg1"/>
                          </a:solidFill>
                          <a:latin typeface="Arial" panose="020B0604020202020204" pitchFamily="34" charset="0"/>
                          <a:ea typeface="Verdana" panose="020B0604030504040204" pitchFamily="34" charset="0"/>
                          <a:cs typeface="Arial" panose="020B0604020202020204" pitchFamily="34" charset="0"/>
                        </a:rPr>
                        <a:t>Sample Size at 90% CI</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2C5234"/>
                    </a:solidFill>
                  </a:tcPr>
                </a:tc>
                <a:tc vMerge="1">
                  <a:txBody>
                    <a:bodyPr/>
                    <a:lstStyle/>
                    <a:p>
                      <a:endParaRPr/>
                    </a:p>
                  </a:txBody>
                  <a:tcPr anchor="ctr">
                    <a:lnL w="12700" cmpd="sng">
                      <a:noFill/>
                    </a:lnL>
                    <a:lnR w="12700" cap="flat" cmpd="sng" algn="ctr">
                      <a:no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rgbClr val="012169">
                        <a:alpha val="10000"/>
                      </a:srgbClr>
                    </a:solidFill>
                  </a:tcPr>
                </a:tc>
                <a:extLst>
                  <a:ext uri="{0D108BD9-81ED-4DB2-BD59-A6C34878D82A}">
                    <a16:rowId xmlns:a16="http://schemas.microsoft.com/office/drawing/2014/main" val="2923179513"/>
                  </a:ext>
                </a:extLst>
              </a:tr>
              <a:tr h="182617">
                <a:tc>
                  <a:txBody>
                    <a:bodyPr/>
                    <a:lstStyle/>
                    <a:p>
                      <a:pPr algn="l"/>
                      <a:r>
                        <a:rPr lang="en-US" sz="1200">
                          <a:latin typeface="Arial" panose="020B0604020202020204" pitchFamily="34" charset="0"/>
                          <a:ea typeface="Verdana" panose="020B0604030504040204" pitchFamily="34" charset="0"/>
                          <a:cs typeface="Arial" panose="020B0604020202020204" pitchFamily="34" charset="0"/>
                        </a:rPr>
                        <a:t>220 KV</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marL="0" algn="ctr" defTabSz="914400" rtl="0" eaLnBrk="1" latinLnBrk="0" hangingPunct="1"/>
                      <a:r>
                        <a:rPr lang="en-US" sz="1200" b="0" kern="1200">
                          <a:solidFill>
                            <a:schemeClr val="dk1"/>
                          </a:solidFill>
                          <a:latin typeface="Arial" panose="020B0604020202020204" pitchFamily="34" charset="0"/>
                          <a:ea typeface="Verdana" panose="020B0604030504040204" pitchFamily="34" charset="0"/>
                          <a:cs typeface="Arial" panose="020B0604020202020204" pitchFamily="34" charset="0"/>
                        </a:rPr>
                        <a:t>3</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algn="ctr" defTabSz="914400" rtl="0" eaLnBrk="1" latinLnBrk="0" hangingPunct="1"/>
                      <a:r>
                        <a:rPr lang="en-US" sz="1200" b="0" kern="1200">
                          <a:solidFill>
                            <a:schemeClr val="dk1"/>
                          </a:solidFill>
                          <a:latin typeface="Arial" panose="020B0604020202020204" pitchFamily="34" charset="0"/>
                          <a:ea typeface="Verdana" panose="020B0604030504040204" pitchFamily="34" charset="0"/>
                          <a:cs typeface="Arial" panose="020B0604020202020204" pitchFamily="34" charset="0"/>
                        </a:rPr>
                        <a:t>3</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a:latin typeface="Arial" panose="020B0604020202020204" pitchFamily="34" charset="0"/>
                          <a:ea typeface="Verdana" panose="020B0604030504040204" pitchFamily="34" charset="0"/>
                          <a:cs typeface="Arial" panose="020B0604020202020204" pitchFamily="34" charset="0"/>
                        </a:rPr>
                        <a:t>2</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a:latin typeface="Arial" panose="020B0604020202020204" pitchFamily="34" charset="0"/>
                          <a:ea typeface="Verdana" panose="020B0604030504040204" pitchFamily="34" charset="0"/>
                          <a:cs typeface="Arial" panose="020B0604020202020204" pitchFamily="34" charset="0"/>
                        </a:rPr>
                        <a:t>2</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en-US" sz="1200" b="0" i="0" u="none" strike="noStrike">
                        <a:solidFill>
                          <a:srgbClr val="000000"/>
                        </a:solidFill>
                        <a:effectLst/>
                        <a:latin typeface="Arial" panose="020B0604020202020204" pitchFamily="34" charset="0"/>
                        <a:ea typeface="Verdana" panose="020B0604030504040204" pitchFamily="34" charset="0"/>
                        <a:cs typeface="Arial" panose="020B0604020202020204" pitchFamily="34" charset="0"/>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en-US" sz="1200" b="0" i="0" u="none" strike="noStrike">
                        <a:solidFill>
                          <a:srgbClr val="000000"/>
                        </a:solidFill>
                        <a:effectLst/>
                        <a:latin typeface="Arial" panose="020B0604020202020204" pitchFamily="34" charset="0"/>
                        <a:ea typeface="Verdana" panose="020B0604030504040204" pitchFamily="34" charset="0"/>
                        <a:cs typeface="Arial" panose="020B0604020202020204" pitchFamily="34" charset="0"/>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US" sz="1200" b="0" i="0" u="none" strike="noStrike">
                          <a:solidFill>
                            <a:srgbClr val="000000"/>
                          </a:solidFill>
                          <a:effectLst/>
                          <a:latin typeface="Arial" panose="020B0604020202020204" pitchFamily="34" charset="0"/>
                          <a:ea typeface="Verdana" panose="020B0604030504040204" pitchFamily="34" charset="0"/>
                          <a:cs typeface="Arial" panose="020B0604020202020204" pitchFamily="34" charset="0"/>
                        </a:rPr>
                        <a:t>5</a:t>
                      </a:r>
                    </a:p>
                  </a:txBody>
                  <a:tcPr marL="6350" marR="6350" marT="6350" marB="0"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23546767"/>
                  </a:ext>
                </a:extLst>
              </a:tr>
              <a:tr h="182617">
                <a:tc>
                  <a:txBody>
                    <a:bodyPr/>
                    <a:lstStyle/>
                    <a:p>
                      <a:pPr algn="l"/>
                      <a:r>
                        <a:rPr lang="en-US" sz="1200">
                          <a:latin typeface="Arial" panose="020B0604020202020204" pitchFamily="34" charset="0"/>
                          <a:ea typeface="Verdana" panose="020B0604030504040204" pitchFamily="34" charset="0"/>
                          <a:cs typeface="Arial" panose="020B0604020202020204" pitchFamily="34" charset="0"/>
                        </a:rPr>
                        <a:t>132 KV</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algn="ctr" defTabSz="914400" rtl="0" eaLnBrk="1" latinLnBrk="0" hangingPunct="1"/>
                      <a:r>
                        <a:rPr lang="en-US" sz="1200" b="0" kern="1200">
                          <a:solidFill>
                            <a:schemeClr val="dk1"/>
                          </a:solidFill>
                          <a:latin typeface="Arial" panose="020B0604020202020204" pitchFamily="34" charset="0"/>
                          <a:ea typeface="Verdana" panose="020B0604030504040204" pitchFamily="34" charset="0"/>
                          <a:cs typeface="Arial" panose="020B0604020202020204" pitchFamily="34" charset="0"/>
                        </a:rPr>
                        <a:t>23</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algn="ctr" defTabSz="914400" rtl="0" eaLnBrk="1" latinLnBrk="0" hangingPunct="1"/>
                      <a:r>
                        <a:rPr lang="en-US" sz="1200" b="0" kern="1200">
                          <a:solidFill>
                            <a:schemeClr val="dk1"/>
                          </a:solidFill>
                          <a:latin typeface="Arial" panose="020B0604020202020204" pitchFamily="34" charset="0"/>
                          <a:ea typeface="Verdana" panose="020B0604030504040204" pitchFamily="34" charset="0"/>
                          <a:cs typeface="Arial" panose="020B0604020202020204" pitchFamily="34" charset="0"/>
                        </a:rPr>
                        <a:t>17</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a:latin typeface="Arial" panose="020B0604020202020204" pitchFamily="34" charset="0"/>
                          <a:ea typeface="Verdana" panose="020B0604030504040204" pitchFamily="34" charset="0"/>
                          <a:cs typeface="Arial" panose="020B0604020202020204" pitchFamily="34" charset="0"/>
                        </a:rPr>
                        <a:t>16</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a:latin typeface="Arial" panose="020B0604020202020204" pitchFamily="34" charset="0"/>
                          <a:ea typeface="Verdana" panose="020B0604030504040204" pitchFamily="34" charset="0"/>
                          <a:cs typeface="Arial" panose="020B0604020202020204" pitchFamily="34" charset="0"/>
                        </a:rPr>
                        <a:t>13</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en-US" sz="1200" b="0" i="0" u="none" strike="noStrike">
                        <a:solidFill>
                          <a:srgbClr val="000000"/>
                        </a:solidFill>
                        <a:effectLst/>
                        <a:latin typeface="Arial" panose="020B0604020202020204" pitchFamily="34" charset="0"/>
                        <a:ea typeface="Verdana" panose="020B0604030504040204" pitchFamily="34" charset="0"/>
                        <a:cs typeface="Arial" panose="020B0604020202020204" pitchFamily="34" charset="0"/>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en-US" sz="1200" b="0" i="0" u="none" strike="noStrike">
                        <a:solidFill>
                          <a:srgbClr val="000000"/>
                        </a:solidFill>
                        <a:effectLst/>
                        <a:latin typeface="Arial" panose="020B0604020202020204" pitchFamily="34" charset="0"/>
                        <a:ea typeface="Verdana" panose="020B0604030504040204" pitchFamily="34" charset="0"/>
                        <a:cs typeface="Arial" panose="020B0604020202020204" pitchFamily="34" charset="0"/>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US" sz="1200" b="0" i="0" u="none" strike="noStrike">
                          <a:solidFill>
                            <a:srgbClr val="000000"/>
                          </a:solidFill>
                          <a:effectLst/>
                          <a:latin typeface="Arial" panose="020B0604020202020204" pitchFamily="34" charset="0"/>
                          <a:ea typeface="Verdana" panose="020B0604030504040204" pitchFamily="34" charset="0"/>
                          <a:cs typeface="Arial" panose="020B0604020202020204" pitchFamily="34" charset="0"/>
                        </a:rPr>
                        <a:t>30</a:t>
                      </a:r>
                    </a:p>
                  </a:txBody>
                  <a:tcPr marL="6350" marR="6350" marT="6350" marB="0"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00433829"/>
                  </a:ext>
                </a:extLst>
              </a:tr>
              <a:tr h="182617">
                <a:tc>
                  <a:txBody>
                    <a:bodyPr/>
                    <a:lstStyle/>
                    <a:p>
                      <a:pPr algn="l"/>
                      <a:r>
                        <a:rPr lang="en-US" sz="1200">
                          <a:latin typeface="Arial" panose="020B0604020202020204" pitchFamily="34" charset="0"/>
                          <a:ea typeface="Verdana" panose="020B0604030504040204" pitchFamily="34" charset="0"/>
                          <a:cs typeface="Arial" panose="020B0604020202020204" pitchFamily="34" charset="0"/>
                        </a:rPr>
                        <a:t>33 KV</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algn="ctr" defTabSz="914400" rtl="0" eaLnBrk="1" latinLnBrk="0" hangingPunct="1"/>
                      <a:r>
                        <a:rPr lang="en-US" sz="1200" b="0" kern="1200">
                          <a:solidFill>
                            <a:schemeClr val="dk1"/>
                          </a:solidFill>
                          <a:latin typeface="Arial" panose="020B0604020202020204" pitchFamily="34" charset="0"/>
                          <a:ea typeface="Verdana" panose="020B0604030504040204" pitchFamily="34" charset="0"/>
                          <a:cs typeface="Arial" panose="020B0604020202020204" pitchFamily="34" charset="0"/>
                        </a:rPr>
                        <a:t>85</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algn="ctr" defTabSz="914400" rtl="0" eaLnBrk="1" latinLnBrk="0" hangingPunct="1"/>
                      <a:r>
                        <a:rPr lang="en-US" sz="1200" b="0" kern="1200">
                          <a:solidFill>
                            <a:schemeClr val="dk1"/>
                          </a:solidFill>
                          <a:latin typeface="Arial" panose="020B0604020202020204" pitchFamily="34" charset="0"/>
                          <a:ea typeface="Verdana" panose="020B0604030504040204" pitchFamily="34" charset="0"/>
                          <a:cs typeface="Arial" panose="020B0604020202020204" pitchFamily="34" charset="0"/>
                        </a:rPr>
                        <a:t>38</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a:latin typeface="Arial" panose="020B0604020202020204" pitchFamily="34" charset="0"/>
                          <a:ea typeface="Verdana" panose="020B0604030504040204" pitchFamily="34" charset="0"/>
                          <a:cs typeface="Arial" panose="020B0604020202020204" pitchFamily="34" charset="0"/>
                        </a:rPr>
                        <a:t>163</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a:latin typeface="Arial" panose="020B0604020202020204" pitchFamily="34" charset="0"/>
                          <a:ea typeface="Verdana" panose="020B0604030504040204" pitchFamily="34" charset="0"/>
                          <a:cs typeface="Arial" panose="020B0604020202020204" pitchFamily="34" charset="0"/>
                        </a:rPr>
                        <a:t>48</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en-US" sz="1200" b="0" i="0" u="none" strike="noStrike">
                        <a:solidFill>
                          <a:srgbClr val="000000"/>
                        </a:solidFill>
                        <a:effectLst/>
                        <a:latin typeface="Arial" panose="020B0604020202020204" pitchFamily="34" charset="0"/>
                        <a:ea typeface="Verdana" panose="020B0604030504040204" pitchFamily="34" charset="0"/>
                        <a:cs typeface="Arial" panose="020B0604020202020204" pitchFamily="34" charset="0"/>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en-US" sz="1200" b="0" i="0" u="none" strike="noStrike">
                        <a:solidFill>
                          <a:srgbClr val="000000"/>
                        </a:solidFill>
                        <a:effectLst/>
                        <a:latin typeface="Arial" panose="020B0604020202020204" pitchFamily="34" charset="0"/>
                        <a:ea typeface="Verdana" panose="020B0604030504040204" pitchFamily="34" charset="0"/>
                        <a:cs typeface="Arial" panose="020B0604020202020204" pitchFamily="34" charset="0"/>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US" sz="1200" b="0" i="0" u="none" strike="noStrike">
                          <a:solidFill>
                            <a:srgbClr val="000000"/>
                          </a:solidFill>
                          <a:effectLst/>
                          <a:latin typeface="Arial" panose="020B0604020202020204" pitchFamily="34" charset="0"/>
                          <a:ea typeface="Verdana" panose="020B0604030504040204" pitchFamily="34" charset="0"/>
                          <a:cs typeface="Arial" panose="020B0604020202020204" pitchFamily="34" charset="0"/>
                        </a:rPr>
                        <a:t>86</a:t>
                      </a:r>
                    </a:p>
                  </a:txBody>
                  <a:tcPr marL="6350" marR="6350" marT="6350" marB="0"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95061007"/>
                  </a:ext>
                </a:extLst>
              </a:tr>
              <a:tr h="182617">
                <a:tc>
                  <a:txBody>
                    <a:bodyPr/>
                    <a:lstStyle/>
                    <a:p>
                      <a:pPr algn="l"/>
                      <a:r>
                        <a:rPr lang="en-US" sz="1200" b="0">
                          <a:latin typeface="Arial" panose="020B0604020202020204" pitchFamily="34" charset="0"/>
                          <a:ea typeface="Verdana" panose="020B0604030504040204" pitchFamily="34" charset="0"/>
                          <a:cs typeface="Arial" panose="020B0604020202020204" pitchFamily="34" charset="0"/>
                        </a:rPr>
                        <a:t>11 KV</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algn="ctr" defTabSz="914400" rtl="0" eaLnBrk="1" latinLnBrk="0" hangingPunct="1"/>
                      <a:endParaRPr lang="en-US" sz="1200" b="0" kern="1200">
                        <a:solidFill>
                          <a:schemeClr val="dk1"/>
                        </a:solidFill>
                        <a:latin typeface="Arial" panose="020B0604020202020204" pitchFamily="34" charset="0"/>
                        <a:ea typeface="Verdana" panose="020B0604030504040204" pitchFamily="34" charset="0"/>
                        <a:cs typeface="Arial" panose="020B0604020202020204" pitchFamily="34" charset="0"/>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algn="ctr" defTabSz="914400" rtl="0" eaLnBrk="1" latinLnBrk="0" hangingPunct="1"/>
                      <a:endParaRPr lang="en-US" sz="1200" b="0" kern="1200">
                        <a:solidFill>
                          <a:schemeClr val="dk1"/>
                        </a:solidFill>
                        <a:latin typeface="Arial" panose="020B0604020202020204" pitchFamily="34" charset="0"/>
                        <a:ea typeface="Verdana" panose="020B0604030504040204" pitchFamily="34" charset="0"/>
                        <a:cs typeface="Arial" panose="020B0604020202020204" pitchFamily="34" charset="0"/>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a:latin typeface="Arial" panose="020B0604020202020204" pitchFamily="34" charset="0"/>
                          <a:ea typeface="Verdana" panose="020B0604030504040204" pitchFamily="34" charset="0"/>
                          <a:cs typeface="Arial" panose="020B0604020202020204" pitchFamily="34" charset="0"/>
                        </a:rPr>
                        <a:t>34</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a:latin typeface="Arial" panose="020B0604020202020204" pitchFamily="34" charset="0"/>
                          <a:ea typeface="Verdana" panose="020B0604030504040204" pitchFamily="34" charset="0"/>
                          <a:cs typeface="Arial" panose="020B0604020202020204" pitchFamily="34" charset="0"/>
                        </a:rPr>
                        <a:t>23</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en-US" sz="1200" b="0" i="0" u="none" strike="noStrike">
                        <a:solidFill>
                          <a:srgbClr val="000000"/>
                        </a:solidFill>
                        <a:effectLst/>
                        <a:latin typeface="Arial" panose="020B0604020202020204" pitchFamily="34" charset="0"/>
                        <a:ea typeface="Verdana" panose="020B0604030504040204" pitchFamily="34" charset="0"/>
                        <a:cs typeface="Arial" panose="020B0604020202020204" pitchFamily="34" charset="0"/>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en-US" sz="1200" b="0" i="0" u="none" strike="noStrike">
                        <a:solidFill>
                          <a:srgbClr val="000000"/>
                        </a:solidFill>
                        <a:effectLst/>
                        <a:latin typeface="Arial" panose="020B0604020202020204" pitchFamily="34" charset="0"/>
                        <a:ea typeface="Verdana" panose="020B0604030504040204" pitchFamily="34" charset="0"/>
                        <a:cs typeface="Arial" panose="020B0604020202020204" pitchFamily="34" charset="0"/>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US" sz="1200" b="0" i="0" u="none" strike="noStrike">
                          <a:solidFill>
                            <a:srgbClr val="000000"/>
                          </a:solidFill>
                          <a:effectLst/>
                          <a:latin typeface="Arial" panose="020B0604020202020204" pitchFamily="34" charset="0"/>
                          <a:ea typeface="Verdana" panose="020B0604030504040204" pitchFamily="34" charset="0"/>
                          <a:cs typeface="Arial" panose="020B0604020202020204" pitchFamily="34" charset="0"/>
                        </a:rPr>
                        <a:t>23</a:t>
                      </a:r>
                    </a:p>
                  </a:txBody>
                  <a:tcPr marL="6350" marR="6350" marT="6350" marB="0"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15401818"/>
                  </a:ext>
                </a:extLst>
              </a:tr>
              <a:tr h="182617">
                <a:tc>
                  <a:txBody>
                    <a:bodyPr/>
                    <a:lstStyle/>
                    <a:p>
                      <a:pPr algn="l"/>
                      <a:r>
                        <a:rPr lang="en-US" sz="1200" b="1">
                          <a:latin typeface="Arial" panose="020B0604020202020204" pitchFamily="34" charset="0"/>
                          <a:ea typeface="Verdana" panose="020B0604030504040204" pitchFamily="34" charset="0"/>
                          <a:cs typeface="Arial" panose="020B0604020202020204" pitchFamily="34" charset="0"/>
                        </a:rPr>
                        <a:t>Total</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r>
                        <a:rPr lang="en-US" sz="1200" b="1" kern="1200">
                          <a:solidFill>
                            <a:schemeClr val="dk1"/>
                          </a:solidFill>
                          <a:latin typeface="Arial" panose="020B0604020202020204" pitchFamily="34" charset="0"/>
                          <a:ea typeface="Verdana" panose="020B0604030504040204" pitchFamily="34" charset="0"/>
                          <a:cs typeface="Arial" panose="020B0604020202020204" pitchFamily="34" charset="0"/>
                        </a:rPr>
                        <a:t>111</a:t>
                      </a:r>
                    </a:p>
                  </a:txBody>
                  <a:tcPr marL="6350" marR="6350" marT="635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r>
                        <a:rPr lang="en-US" sz="1200" b="1" kern="1200">
                          <a:solidFill>
                            <a:schemeClr val="dk1"/>
                          </a:solidFill>
                          <a:latin typeface="Arial" panose="020B0604020202020204" pitchFamily="34" charset="0"/>
                          <a:ea typeface="Verdana" panose="020B0604030504040204" pitchFamily="34" charset="0"/>
                          <a:cs typeface="Arial" panose="020B0604020202020204" pitchFamily="34" charset="0"/>
                        </a:rPr>
                        <a:t>67</a:t>
                      </a:r>
                    </a:p>
                  </a:txBody>
                  <a:tcPr marL="6350" marR="6350" marT="635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a:latin typeface="Arial" panose="020B0604020202020204" pitchFamily="34" charset="0"/>
                          <a:ea typeface="Verdana" panose="020B0604030504040204" pitchFamily="34" charset="0"/>
                          <a:cs typeface="Arial" panose="020B0604020202020204" pitchFamily="34" charset="0"/>
                        </a:rPr>
                        <a:t>215</a:t>
                      </a:r>
                    </a:p>
                  </a:txBody>
                  <a:tcPr marL="6350" marR="6350" marT="635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a:latin typeface="Arial" panose="020B0604020202020204" pitchFamily="34" charset="0"/>
                          <a:ea typeface="Verdana" panose="020B0604030504040204" pitchFamily="34" charset="0"/>
                          <a:cs typeface="Arial" panose="020B0604020202020204" pitchFamily="34" charset="0"/>
                        </a:rPr>
                        <a:t>101</a:t>
                      </a:r>
                    </a:p>
                  </a:txBody>
                  <a:tcPr marL="6350" marR="6350" marT="635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1" i="0" u="none" strike="noStrike">
                          <a:solidFill>
                            <a:srgbClr val="000000"/>
                          </a:solidFill>
                          <a:effectLst/>
                          <a:latin typeface="Arial" panose="020B0604020202020204" pitchFamily="34" charset="0"/>
                          <a:ea typeface="Verdana" panose="020B0604030504040204" pitchFamily="34" charset="0"/>
                          <a:cs typeface="Arial" panose="020B0604020202020204" pitchFamily="34" charset="0"/>
                        </a:rPr>
                        <a:t>21</a:t>
                      </a:r>
                    </a:p>
                  </a:txBody>
                  <a:tcPr marL="6350" marR="6350" marT="635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1" i="0" u="none" strike="noStrike">
                          <a:solidFill>
                            <a:srgbClr val="000000"/>
                          </a:solidFill>
                          <a:effectLst/>
                          <a:latin typeface="Arial" panose="020B0604020202020204" pitchFamily="34" charset="0"/>
                          <a:ea typeface="Verdana" panose="020B0604030504040204" pitchFamily="34" charset="0"/>
                          <a:cs typeface="Arial" panose="020B0604020202020204" pitchFamily="34" charset="0"/>
                        </a:rPr>
                        <a:t>16</a:t>
                      </a:r>
                    </a:p>
                  </a:txBody>
                  <a:tcPr marL="6350" marR="6350" marT="635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1" i="0" u="none" strike="noStrike">
                          <a:solidFill>
                            <a:srgbClr val="000000"/>
                          </a:solidFill>
                          <a:effectLst/>
                          <a:latin typeface="Arial" panose="020B0604020202020204" pitchFamily="34" charset="0"/>
                          <a:ea typeface="Verdana" panose="020B0604030504040204" pitchFamily="34" charset="0"/>
                          <a:cs typeface="Arial" panose="020B0604020202020204" pitchFamily="34" charset="0"/>
                        </a:rPr>
                        <a:t>160</a:t>
                      </a:r>
                    </a:p>
                  </a:txBody>
                  <a:tcPr marL="6350" marR="6350" marT="6350" marB="0" anchor="ctr">
                    <a:lnL w="12700" cmpd="sng">
                      <a:noFill/>
                    </a:lnL>
                    <a:lnR w="1270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98332280"/>
                  </a:ext>
                </a:extLst>
              </a:tr>
            </a:tbl>
          </a:graphicData>
        </a:graphic>
      </p:graphicFrame>
      <p:sp>
        <p:nvSpPr>
          <p:cNvPr id="5" name="Rectangle 4">
            <a:extLst>
              <a:ext uri="{FF2B5EF4-FFF2-40B4-BE49-F238E27FC236}">
                <a16:creationId xmlns:a16="http://schemas.microsoft.com/office/drawing/2014/main" id="{37AF8E38-BA45-9B33-C7DF-7F64EF6BBF73}"/>
              </a:ext>
            </a:extLst>
          </p:cNvPr>
          <p:cNvSpPr/>
          <p:nvPr/>
        </p:nvSpPr>
        <p:spPr bwMode="gray">
          <a:xfrm>
            <a:off x="5321901" y="7646540"/>
            <a:ext cx="1473862" cy="464313"/>
          </a:xfrm>
          <a:prstGeom prst="rect">
            <a:avLst/>
          </a:prstGeom>
          <a:solidFill>
            <a:srgbClr val="75787B"/>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a:solidFill>
                  <a:schemeClr val="bg1"/>
                </a:solidFill>
                <a:latin typeface="Arial" panose="020B0604020202020204" pitchFamily="34" charset="0"/>
                <a:cs typeface="Arial" panose="020B0604020202020204" pitchFamily="34" charset="0"/>
              </a:rPr>
              <a:t>Questionnaire Development</a:t>
            </a:r>
          </a:p>
        </p:txBody>
      </p:sp>
      <p:grpSp>
        <p:nvGrpSpPr>
          <p:cNvPr id="61" name="Group 60">
            <a:extLst>
              <a:ext uri="{FF2B5EF4-FFF2-40B4-BE49-F238E27FC236}">
                <a16:creationId xmlns:a16="http://schemas.microsoft.com/office/drawing/2014/main" id="{582999C1-97D4-F652-6694-219DE0333F4C}"/>
              </a:ext>
            </a:extLst>
          </p:cNvPr>
          <p:cNvGrpSpPr/>
          <p:nvPr/>
        </p:nvGrpSpPr>
        <p:grpSpPr>
          <a:xfrm>
            <a:off x="1439983" y="3429001"/>
            <a:ext cx="9312034" cy="3122034"/>
            <a:chOff x="831166" y="1065605"/>
            <a:chExt cx="10503323" cy="3703336"/>
          </a:xfrm>
        </p:grpSpPr>
        <p:sp>
          <p:nvSpPr>
            <p:cNvPr id="62" name="Rectangle 61">
              <a:extLst>
                <a:ext uri="{FF2B5EF4-FFF2-40B4-BE49-F238E27FC236}">
                  <a16:creationId xmlns:a16="http://schemas.microsoft.com/office/drawing/2014/main" id="{341FF9EC-5887-9F3A-D58C-5E06A5DE115E}"/>
                </a:ext>
              </a:extLst>
            </p:cNvPr>
            <p:cNvSpPr/>
            <p:nvPr/>
          </p:nvSpPr>
          <p:spPr bwMode="gray">
            <a:xfrm>
              <a:off x="831166" y="1899477"/>
              <a:ext cx="1374914" cy="464313"/>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b="1">
                  <a:solidFill>
                    <a:schemeClr val="bg1"/>
                  </a:solidFill>
                  <a:latin typeface="Arial" panose="020B0604020202020204" pitchFamily="34" charset="0"/>
                  <a:cs typeface="Arial" panose="020B0604020202020204" pitchFamily="34" charset="0"/>
                </a:rPr>
                <a:t>Defining population Size</a:t>
              </a:r>
            </a:p>
          </p:txBody>
        </p:sp>
        <p:sp>
          <p:nvSpPr>
            <p:cNvPr id="63" name="Rectangle 62">
              <a:extLst>
                <a:ext uri="{FF2B5EF4-FFF2-40B4-BE49-F238E27FC236}">
                  <a16:creationId xmlns:a16="http://schemas.microsoft.com/office/drawing/2014/main" id="{84B1437B-D034-8734-A300-78D91D5514D1}"/>
                </a:ext>
              </a:extLst>
            </p:cNvPr>
            <p:cNvSpPr/>
            <p:nvPr/>
          </p:nvSpPr>
          <p:spPr bwMode="gray">
            <a:xfrm>
              <a:off x="2211790" y="3051188"/>
              <a:ext cx="1374914" cy="607603"/>
            </a:xfrm>
            <a:prstGeom prst="rect">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b="1">
                  <a:solidFill>
                    <a:schemeClr val="tx1">
                      <a:lumMod val="85000"/>
                      <a:lumOff val="15000"/>
                    </a:schemeClr>
                  </a:solidFill>
                  <a:latin typeface="Arial" panose="020B0604020202020204" pitchFamily="34" charset="0"/>
                  <a:cs typeface="Arial" panose="020B0604020202020204" pitchFamily="34" charset="0"/>
                </a:rPr>
                <a:t>Grouping Population in various Strata</a:t>
              </a:r>
            </a:p>
          </p:txBody>
        </p:sp>
        <p:sp>
          <p:nvSpPr>
            <p:cNvPr id="64" name="Rectangle 63">
              <a:extLst>
                <a:ext uri="{FF2B5EF4-FFF2-40B4-BE49-F238E27FC236}">
                  <a16:creationId xmlns:a16="http://schemas.microsoft.com/office/drawing/2014/main" id="{FA6C151B-6E69-24AD-A79A-52BFB3CFDF84}"/>
                </a:ext>
              </a:extLst>
            </p:cNvPr>
            <p:cNvSpPr/>
            <p:nvPr/>
          </p:nvSpPr>
          <p:spPr bwMode="gray">
            <a:xfrm>
              <a:off x="5321901" y="4304628"/>
              <a:ext cx="1473862" cy="464313"/>
            </a:xfrm>
            <a:prstGeom prst="rect">
              <a:avLst/>
            </a:prstGeom>
            <a:solidFill>
              <a:srgbClr val="75787B"/>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b="1">
                  <a:solidFill>
                    <a:schemeClr val="bg1"/>
                  </a:solidFill>
                  <a:latin typeface="Arial" panose="020B0604020202020204" pitchFamily="34" charset="0"/>
                  <a:cs typeface="Arial" panose="020B0604020202020204" pitchFamily="34" charset="0"/>
                </a:rPr>
                <a:t>Questionnaire Development</a:t>
              </a:r>
            </a:p>
          </p:txBody>
        </p:sp>
        <p:sp>
          <p:nvSpPr>
            <p:cNvPr id="65" name="Rectangle 64">
              <a:extLst>
                <a:ext uri="{FF2B5EF4-FFF2-40B4-BE49-F238E27FC236}">
                  <a16:creationId xmlns:a16="http://schemas.microsoft.com/office/drawing/2014/main" id="{36A393FB-D3DD-4B60-438A-4AE5A9B22BD6}"/>
                </a:ext>
              </a:extLst>
            </p:cNvPr>
            <p:cNvSpPr/>
            <p:nvPr/>
          </p:nvSpPr>
          <p:spPr bwMode="gray">
            <a:xfrm>
              <a:off x="6883517" y="3841070"/>
              <a:ext cx="1374914" cy="464313"/>
            </a:xfrm>
            <a:prstGeom prst="rect">
              <a:avLst/>
            </a:prstGeom>
            <a:solidFill>
              <a:srgbClr val="009A4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b="1">
                  <a:solidFill>
                    <a:schemeClr val="bg1"/>
                  </a:solidFill>
                  <a:latin typeface="Arial" panose="020B0604020202020204" pitchFamily="34" charset="0"/>
                  <a:cs typeface="Arial" panose="020B0604020202020204" pitchFamily="34" charset="0"/>
                </a:rPr>
                <a:t>Data Collection Approach</a:t>
              </a:r>
            </a:p>
          </p:txBody>
        </p:sp>
        <p:sp>
          <p:nvSpPr>
            <p:cNvPr id="66" name="Rectangle 65">
              <a:extLst>
                <a:ext uri="{FF2B5EF4-FFF2-40B4-BE49-F238E27FC236}">
                  <a16:creationId xmlns:a16="http://schemas.microsoft.com/office/drawing/2014/main" id="{F6397B22-F555-EE98-B550-57072BD20248}"/>
                </a:ext>
              </a:extLst>
            </p:cNvPr>
            <p:cNvSpPr/>
            <p:nvPr/>
          </p:nvSpPr>
          <p:spPr bwMode="gray">
            <a:xfrm>
              <a:off x="8429412" y="2886582"/>
              <a:ext cx="1456572" cy="366940"/>
            </a:xfrm>
            <a:prstGeom prst="rect">
              <a:avLst/>
            </a:prstGeom>
            <a:solidFill>
              <a:srgbClr val="00A3E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b="1">
                  <a:solidFill>
                    <a:schemeClr val="bg1"/>
                  </a:solidFill>
                  <a:latin typeface="Arial" panose="020B0604020202020204" pitchFamily="34" charset="0"/>
                  <a:cs typeface="Arial" panose="020B0604020202020204" pitchFamily="34" charset="0"/>
                </a:rPr>
                <a:t>Statistical testing </a:t>
              </a:r>
            </a:p>
          </p:txBody>
        </p:sp>
        <p:sp>
          <p:nvSpPr>
            <p:cNvPr id="67" name="Rectangle 66">
              <a:extLst>
                <a:ext uri="{FF2B5EF4-FFF2-40B4-BE49-F238E27FC236}">
                  <a16:creationId xmlns:a16="http://schemas.microsoft.com/office/drawing/2014/main" id="{4029AE3D-A83D-B23A-F7E4-53D5906C8177}"/>
                </a:ext>
              </a:extLst>
            </p:cNvPr>
            <p:cNvSpPr/>
            <p:nvPr/>
          </p:nvSpPr>
          <p:spPr bwMode="gray">
            <a:xfrm>
              <a:off x="9885984" y="1899477"/>
              <a:ext cx="1448505" cy="464313"/>
            </a:xfrm>
            <a:prstGeom prst="rect">
              <a:avLst/>
            </a:prstGeom>
            <a:solidFill>
              <a:schemeClr val="accent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b="1">
                  <a:solidFill>
                    <a:schemeClr val="bg1"/>
                  </a:solidFill>
                  <a:latin typeface="Arial" panose="020B0604020202020204" pitchFamily="34" charset="0"/>
                  <a:cs typeface="Arial" panose="020B0604020202020204" pitchFamily="34" charset="0"/>
                </a:rPr>
                <a:t>Submission of Report</a:t>
              </a:r>
            </a:p>
          </p:txBody>
        </p:sp>
        <p:cxnSp>
          <p:nvCxnSpPr>
            <p:cNvPr id="68" name="Straight Connector 67">
              <a:extLst>
                <a:ext uri="{FF2B5EF4-FFF2-40B4-BE49-F238E27FC236}">
                  <a16:creationId xmlns:a16="http://schemas.microsoft.com/office/drawing/2014/main" id="{CF358279-7309-CD10-5B0C-203A413A32E1}"/>
                </a:ext>
              </a:extLst>
            </p:cNvPr>
            <p:cNvCxnSpPr>
              <a:cxnSpLocks/>
              <a:stCxn id="62" idx="3"/>
            </p:cNvCxnSpPr>
            <p:nvPr/>
          </p:nvCxnSpPr>
          <p:spPr>
            <a:xfrm flipV="1">
              <a:off x="2206080" y="2050473"/>
              <a:ext cx="2854540" cy="81161"/>
            </a:xfrm>
            <a:prstGeom prst="line">
              <a:avLst/>
            </a:prstGeom>
            <a:ln w="12700" cap="rnd">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3D8A0109-9200-6612-90A6-8A9572ACE8BF}"/>
                </a:ext>
              </a:extLst>
            </p:cNvPr>
            <p:cNvCxnSpPr>
              <a:cxnSpLocks/>
              <a:stCxn id="63" idx="3"/>
            </p:cNvCxnSpPr>
            <p:nvPr/>
          </p:nvCxnSpPr>
          <p:spPr>
            <a:xfrm flipV="1">
              <a:off x="3586704" y="2410102"/>
              <a:ext cx="1473916" cy="944888"/>
            </a:xfrm>
            <a:prstGeom prst="line">
              <a:avLst/>
            </a:prstGeom>
            <a:ln w="12700" cap="rnd">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4442D805-874C-093B-96C6-B4E40DEED04B}"/>
                </a:ext>
              </a:extLst>
            </p:cNvPr>
            <p:cNvCxnSpPr>
              <a:cxnSpLocks/>
            </p:cNvCxnSpPr>
            <p:nvPr/>
          </p:nvCxnSpPr>
          <p:spPr>
            <a:xfrm flipV="1">
              <a:off x="4711602" y="2762000"/>
              <a:ext cx="686305" cy="1239643"/>
            </a:xfrm>
            <a:prstGeom prst="line">
              <a:avLst/>
            </a:prstGeom>
            <a:ln w="12700" cap="rnd">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36B214F6-E6EE-EF10-2B80-08112FCE153F}"/>
                </a:ext>
              </a:extLst>
            </p:cNvPr>
            <p:cNvCxnSpPr>
              <a:cxnSpLocks/>
              <a:endCxn id="65" idx="0"/>
            </p:cNvCxnSpPr>
            <p:nvPr/>
          </p:nvCxnSpPr>
          <p:spPr>
            <a:xfrm>
              <a:off x="6546418" y="2728582"/>
              <a:ext cx="1024556" cy="1112488"/>
            </a:xfrm>
            <a:prstGeom prst="line">
              <a:avLst/>
            </a:prstGeom>
            <a:ln w="12700" cap="rnd">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6AEDF3EB-85A1-BDC5-350D-3657676AD69E}"/>
                </a:ext>
              </a:extLst>
            </p:cNvPr>
            <p:cNvCxnSpPr>
              <a:cxnSpLocks/>
              <a:endCxn id="66" idx="1"/>
            </p:cNvCxnSpPr>
            <p:nvPr/>
          </p:nvCxnSpPr>
          <p:spPr>
            <a:xfrm>
              <a:off x="5717573" y="2314382"/>
              <a:ext cx="2711839" cy="755670"/>
            </a:xfrm>
            <a:prstGeom prst="line">
              <a:avLst/>
            </a:prstGeom>
            <a:ln w="12700" cap="rnd">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0B1D0830-60EF-88EF-C9AC-498780CBF6EA}"/>
                </a:ext>
              </a:extLst>
            </p:cNvPr>
            <p:cNvCxnSpPr>
              <a:cxnSpLocks/>
              <a:endCxn id="67" idx="1"/>
            </p:cNvCxnSpPr>
            <p:nvPr/>
          </p:nvCxnSpPr>
          <p:spPr>
            <a:xfrm flipV="1">
              <a:off x="6483172" y="2131634"/>
              <a:ext cx="3402812" cy="55856"/>
            </a:xfrm>
            <a:prstGeom prst="line">
              <a:avLst/>
            </a:prstGeom>
            <a:ln w="12700" cap="rnd">
              <a:solidFill>
                <a:schemeClr val="tx2"/>
              </a:solidFill>
              <a:prstDash val="sysDot"/>
            </a:ln>
          </p:spPr>
          <p:style>
            <a:lnRef idx="1">
              <a:schemeClr val="accent1"/>
            </a:lnRef>
            <a:fillRef idx="0">
              <a:schemeClr val="accent1"/>
            </a:fillRef>
            <a:effectRef idx="0">
              <a:schemeClr val="accent1"/>
            </a:effectRef>
            <a:fontRef idx="minor">
              <a:schemeClr val="tx1"/>
            </a:fontRef>
          </p:style>
        </p:cxnSp>
        <p:grpSp>
          <p:nvGrpSpPr>
            <p:cNvPr id="74" name="Group 73">
              <a:extLst>
                <a:ext uri="{FF2B5EF4-FFF2-40B4-BE49-F238E27FC236}">
                  <a16:creationId xmlns:a16="http://schemas.microsoft.com/office/drawing/2014/main" id="{0CC5B378-A849-4B6E-2FD6-4AC6270F03B8}"/>
                </a:ext>
              </a:extLst>
            </p:cNvPr>
            <p:cNvGrpSpPr/>
            <p:nvPr/>
          </p:nvGrpSpPr>
          <p:grpSpPr>
            <a:xfrm>
              <a:off x="5060624" y="1065605"/>
              <a:ext cx="2033247" cy="2033245"/>
              <a:chOff x="2887496" y="3258052"/>
              <a:chExt cx="1463040" cy="1463040"/>
            </a:xfrm>
          </p:grpSpPr>
          <p:sp>
            <p:nvSpPr>
              <p:cNvPr id="89" name="Title 1">
                <a:extLst>
                  <a:ext uri="{FF2B5EF4-FFF2-40B4-BE49-F238E27FC236}">
                    <a16:creationId xmlns:a16="http://schemas.microsoft.com/office/drawing/2014/main" id="{21E4E7E2-1420-16FA-157F-F06FFCB2F3EC}"/>
                  </a:ext>
                </a:extLst>
              </p:cNvPr>
              <p:cNvSpPr txBox="1">
                <a:spLocks/>
              </p:cNvSpPr>
              <p:nvPr/>
            </p:nvSpPr>
            <p:spPr bwMode="gray">
              <a:xfrm>
                <a:off x="3141637" y="3491209"/>
                <a:ext cx="989332" cy="987501"/>
              </a:xfrm>
              <a:prstGeom prst="ellipse">
                <a:avLst/>
              </a:prstGeom>
              <a:solidFill>
                <a:schemeClr val="accent5"/>
              </a:solidFill>
              <a:ln w="31750">
                <a:solidFill>
                  <a:schemeClr val="bg1"/>
                </a:solidFill>
              </a:ln>
            </p:spPr>
            <p:txBody>
              <a:bodyPr vert="horz" wrap="none" lIns="0" tIns="0" rIns="0" bIns="0" rtlCol="0" anchor="ctr" anchorCtr="0">
                <a:noAutofit/>
              </a:bodyPr>
              <a:lstStyle>
                <a:lvl1pPr algn="l" defTabSz="914400" rtl="0" eaLnBrk="1" latinLnBrk="0" hangingPunct="1">
                  <a:spcBef>
                    <a:spcPct val="0"/>
                  </a:spcBef>
                  <a:buNone/>
                  <a:defRPr sz="2000" kern="1200">
                    <a:solidFill>
                      <a:schemeClr val="tx1"/>
                    </a:solidFill>
                    <a:latin typeface="+mj-lt"/>
                    <a:ea typeface="+mj-ea"/>
                    <a:cs typeface="+mj-cs"/>
                  </a:defRPr>
                </a:lvl1pPr>
              </a:lstStyle>
              <a:p>
                <a:pPr algn="ctr"/>
                <a:r>
                  <a:rPr lang="en-GB" sz="1400" b="1">
                    <a:solidFill>
                      <a:schemeClr val="bg1"/>
                    </a:solidFill>
                    <a:latin typeface="Arial" panose="020B0604020202020204" pitchFamily="34" charset="0"/>
                    <a:cs typeface="Arial" panose="020B0604020202020204" pitchFamily="34" charset="0"/>
                  </a:rPr>
                  <a:t>Survey </a:t>
                </a:r>
              </a:p>
              <a:p>
                <a:pPr algn="ctr"/>
                <a:r>
                  <a:rPr lang="en-GB" sz="1400" b="1">
                    <a:solidFill>
                      <a:schemeClr val="bg1"/>
                    </a:solidFill>
                    <a:latin typeface="Arial" panose="020B0604020202020204" pitchFamily="34" charset="0"/>
                    <a:cs typeface="Arial" panose="020B0604020202020204" pitchFamily="34" charset="0"/>
                  </a:rPr>
                  <a:t>Approach</a:t>
                </a:r>
              </a:p>
            </p:txBody>
          </p:sp>
          <p:sp>
            <p:nvSpPr>
              <p:cNvPr id="90" name="Arc 89">
                <a:extLst>
                  <a:ext uri="{FF2B5EF4-FFF2-40B4-BE49-F238E27FC236}">
                    <a16:creationId xmlns:a16="http://schemas.microsoft.com/office/drawing/2014/main" id="{8B2D12CC-AA3F-5580-575B-1A675536902E}"/>
                  </a:ext>
                </a:extLst>
              </p:cNvPr>
              <p:cNvSpPr>
                <a:spLocks noChangeAspect="1"/>
              </p:cNvSpPr>
              <p:nvPr/>
            </p:nvSpPr>
            <p:spPr>
              <a:xfrm>
                <a:off x="3130194" y="3487521"/>
                <a:ext cx="1005840" cy="1005840"/>
              </a:xfrm>
              <a:prstGeom prst="arc">
                <a:avLst>
                  <a:gd name="adj1" fmla="val 513727"/>
                  <a:gd name="adj2" fmla="val 11800379"/>
                </a:avLst>
              </a:prstGeom>
              <a:ln w="381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a:latin typeface="Arial" panose="020B0604020202020204" pitchFamily="34" charset="0"/>
                  <a:cs typeface="Arial" panose="020B0604020202020204" pitchFamily="34" charset="0"/>
                </a:endParaRPr>
              </a:p>
            </p:txBody>
          </p:sp>
          <p:sp>
            <p:nvSpPr>
              <p:cNvPr id="91" name="Arc 90">
                <a:extLst>
                  <a:ext uri="{FF2B5EF4-FFF2-40B4-BE49-F238E27FC236}">
                    <a16:creationId xmlns:a16="http://schemas.microsoft.com/office/drawing/2014/main" id="{3C2A9093-9ACD-7ED8-9358-E91C5E3DC2BC}"/>
                  </a:ext>
                </a:extLst>
              </p:cNvPr>
              <p:cNvSpPr>
                <a:spLocks noChangeAspect="1"/>
              </p:cNvSpPr>
              <p:nvPr/>
            </p:nvSpPr>
            <p:spPr>
              <a:xfrm>
                <a:off x="3077405" y="3447445"/>
                <a:ext cx="1097280" cy="1097280"/>
              </a:xfrm>
              <a:prstGeom prst="arc">
                <a:avLst>
                  <a:gd name="adj1" fmla="val 1223637"/>
                  <a:gd name="adj2" fmla="val 12401778"/>
                </a:avLst>
              </a:prstGeom>
              <a:ln w="38100">
                <a:solidFill>
                  <a:srgbClr val="00A3E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a:latin typeface="Arial" panose="020B0604020202020204" pitchFamily="34" charset="0"/>
                  <a:cs typeface="Arial" panose="020B0604020202020204" pitchFamily="34" charset="0"/>
                </a:endParaRPr>
              </a:p>
            </p:txBody>
          </p:sp>
          <p:sp>
            <p:nvSpPr>
              <p:cNvPr id="92" name="Arc 91">
                <a:extLst>
                  <a:ext uri="{FF2B5EF4-FFF2-40B4-BE49-F238E27FC236}">
                    <a16:creationId xmlns:a16="http://schemas.microsoft.com/office/drawing/2014/main" id="{F198296D-144C-2256-D706-93C529BE0024}"/>
                  </a:ext>
                </a:extLst>
              </p:cNvPr>
              <p:cNvSpPr>
                <a:spLocks noChangeAspect="1"/>
              </p:cNvSpPr>
              <p:nvPr/>
            </p:nvSpPr>
            <p:spPr>
              <a:xfrm>
                <a:off x="3030307" y="3406538"/>
                <a:ext cx="1188720" cy="1188720"/>
              </a:xfrm>
              <a:prstGeom prst="arc">
                <a:avLst>
                  <a:gd name="adj1" fmla="val 2562022"/>
                  <a:gd name="adj2" fmla="val 12953517"/>
                </a:avLst>
              </a:prstGeom>
              <a:ln w="38100">
                <a:solidFill>
                  <a:srgbClr val="009A4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a:latin typeface="Arial" panose="020B0604020202020204" pitchFamily="34" charset="0"/>
                  <a:cs typeface="Arial" panose="020B0604020202020204" pitchFamily="34" charset="0"/>
                </a:endParaRPr>
              </a:p>
            </p:txBody>
          </p:sp>
          <p:sp>
            <p:nvSpPr>
              <p:cNvPr id="93" name="Arc 92">
                <a:extLst>
                  <a:ext uri="{FF2B5EF4-FFF2-40B4-BE49-F238E27FC236}">
                    <a16:creationId xmlns:a16="http://schemas.microsoft.com/office/drawing/2014/main" id="{7BE2DC00-85DF-7D2B-39FF-60C98542F5DC}"/>
                  </a:ext>
                </a:extLst>
              </p:cNvPr>
              <p:cNvSpPr>
                <a:spLocks noChangeAspect="1"/>
              </p:cNvSpPr>
              <p:nvPr/>
            </p:nvSpPr>
            <p:spPr>
              <a:xfrm>
                <a:off x="2983209" y="3365631"/>
                <a:ext cx="1280160" cy="1280160"/>
              </a:xfrm>
              <a:prstGeom prst="arc">
                <a:avLst>
                  <a:gd name="adj1" fmla="val 5359704"/>
                  <a:gd name="adj2" fmla="val 13461762"/>
                </a:avLst>
              </a:prstGeom>
              <a:ln w="38100">
                <a:solidFill>
                  <a:srgbClr val="97999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a:latin typeface="Arial" panose="020B0604020202020204" pitchFamily="34" charset="0"/>
                  <a:cs typeface="Arial" panose="020B0604020202020204" pitchFamily="34" charset="0"/>
                </a:endParaRPr>
              </a:p>
            </p:txBody>
          </p:sp>
          <p:sp>
            <p:nvSpPr>
              <p:cNvPr id="94" name="Arc 93">
                <a:extLst>
                  <a:ext uri="{FF2B5EF4-FFF2-40B4-BE49-F238E27FC236}">
                    <a16:creationId xmlns:a16="http://schemas.microsoft.com/office/drawing/2014/main" id="{B4088EDC-8655-BB57-62DE-F4C0EC674395}"/>
                  </a:ext>
                </a:extLst>
              </p:cNvPr>
              <p:cNvSpPr>
                <a:spLocks noChangeAspect="1"/>
              </p:cNvSpPr>
              <p:nvPr/>
            </p:nvSpPr>
            <p:spPr>
              <a:xfrm>
                <a:off x="2931348" y="3315198"/>
                <a:ext cx="1371600" cy="1371600"/>
              </a:xfrm>
              <a:prstGeom prst="arc">
                <a:avLst>
                  <a:gd name="adj1" fmla="val 8442504"/>
                  <a:gd name="adj2" fmla="val 14238736"/>
                </a:avLst>
              </a:prstGeom>
              <a:ln w="38100">
                <a:solidFill>
                  <a:srgbClr val="C4D6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a:latin typeface="Arial" panose="020B0604020202020204" pitchFamily="34" charset="0"/>
                  <a:cs typeface="Arial" panose="020B0604020202020204" pitchFamily="34" charset="0"/>
                </a:endParaRPr>
              </a:p>
            </p:txBody>
          </p:sp>
          <p:sp>
            <p:nvSpPr>
              <p:cNvPr id="95" name="Arc 94">
                <a:extLst>
                  <a:ext uri="{FF2B5EF4-FFF2-40B4-BE49-F238E27FC236}">
                    <a16:creationId xmlns:a16="http://schemas.microsoft.com/office/drawing/2014/main" id="{48966F85-2F9A-A3A9-4243-B6DC07697BDF}"/>
                  </a:ext>
                </a:extLst>
              </p:cNvPr>
              <p:cNvSpPr>
                <a:spLocks noChangeAspect="1"/>
              </p:cNvSpPr>
              <p:nvPr/>
            </p:nvSpPr>
            <p:spPr>
              <a:xfrm>
                <a:off x="2887496" y="3258052"/>
                <a:ext cx="1463040" cy="1463040"/>
              </a:xfrm>
              <a:prstGeom prst="arc">
                <a:avLst>
                  <a:gd name="adj1" fmla="val 10405615"/>
                  <a:gd name="adj2" fmla="val 14751918"/>
                </a:avLst>
              </a:prstGeom>
              <a:ln w="38100">
                <a:solidFill>
                  <a:schemeClr val="accent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a:latin typeface="Arial" panose="020B0604020202020204" pitchFamily="34" charset="0"/>
                  <a:cs typeface="Arial" panose="020B0604020202020204" pitchFamily="34" charset="0"/>
                </a:endParaRPr>
              </a:p>
            </p:txBody>
          </p:sp>
        </p:grpSp>
        <p:sp>
          <p:nvSpPr>
            <p:cNvPr id="75" name="Isosceles Triangle 74">
              <a:extLst>
                <a:ext uri="{FF2B5EF4-FFF2-40B4-BE49-F238E27FC236}">
                  <a16:creationId xmlns:a16="http://schemas.microsoft.com/office/drawing/2014/main" id="{FD16627E-FA8A-A155-97E3-D323E8AC89DE}"/>
                </a:ext>
              </a:extLst>
            </p:cNvPr>
            <p:cNvSpPr/>
            <p:nvPr/>
          </p:nvSpPr>
          <p:spPr bwMode="gray">
            <a:xfrm>
              <a:off x="831167" y="1755196"/>
              <a:ext cx="176407" cy="142982"/>
            </a:xfrm>
            <a:prstGeom prst="triangle">
              <a:avLst>
                <a:gd name="adj" fmla="val 100000"/>
              </a:avLst>
            </a:prstGeom>
            <a:solidFill>
              <a:srgbClr val="75787B"/>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00" b="1">
                <a:solidFill>
                  <a:schemeClr val="bg1"/>
                </a:solidFill>
                <a:latin typeface="Arial" panose="020B0604020202020204" pitchFamily="34" charset="0"/>
                <a:cs typeface="Arial" panose="020B0604020202020204" pitchFamily="34" charset="0"/>
              </a:endParaRPr>
            </a:p>
          </p:txBody>
        </p:sp>
        <p:sp>
          <p:nvSpPr>
            <p:cNvPr id="76" name="Isosceles Triangle 75">
              <a:extLst>
                <a:ext uri="{FF2B5EF4-FFF2-40B4-BE49-F238E27FC236}">
                  <a16:creationId xmlns:a16="http://schemas.microsoft.com/office/drawing/2014/main" id="{E541EEBF-7217-1B3B-C7FB-01530AA2B417}"/>
                </a:ext>
              </a:extLst>
            </p:cNvPr>
            <p:cNvSpPr/>
            <p:nvPr/>
          </p:nvSpPr>
          <p:spPr bwMode="gray">
            <a:xfrm>
              <a:off x="2191912" y="2912350"/>
              <a:ext cx="176407" cy="142982"/>
            </a:xfrm>
            <a:prstGeom prst="triangle">
              <a:avLst>
                <a:gd name="adj" fmla="val 100000"/>
              </a:avLst>
            </a:prstGeom>
            <a:solidFill>
              <a:srgbClr val="75787B"/>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00" b="1">
                <a:solidFill>
                  <a:schemeClr val="bg1"/>
                </a:solidFill>
                <a:latin typeface="Arial" panose="020B0604020202020204" pitchFamily="34" charset="0"/>
                <a:cs typeface="Arial" panose="020B0604020202020204" pitchFamily="34" charset="0"/>
              </a:endParaRPr>
            </a:p>
          </p:txBody>
        </p:sp>
        <p:sp>
          <p:nvSpPr>
            <p:cNvPr id="77" name="Isosceles Triangle 76">
              <a:extLst>
                <a:ext uri="{FF2B5EF4-FFF2-40B4-BE49-F238E27FC236}">
                  <a16:creationId xmlns:a16="http://schemas.microsoft.com/office/drawing/2014/main" id="{E097DAA3-ADAA-799C-6EA9-0C04BDDC464B}"/>
                </a:ext>
              </a:extLst>
            </p:cNvPr>
            <p:cNvSpPr/>
            <p:nvPr/>
          </p:nvSpPr>
          <p:spPr bwMode="gray">
            <a:xfrm>
              <a:off x="6839918" y="3725532"/>
              <a:ext cx="176407" cy="142982"/>
            </a:xfrm>
            <a:prstGeom prst="triangle">
              <a:avLst>
                <a:gd name="adj" fmla="val 100000"/>
              </a:avLst>
            </a:prstGeom>
            <a:solidFill>
              <a:srgbClr val="75787B"/>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00" b="1">
                <a:solidFill>
                  <a:schemeClr val="bg1"/>
                </a:solidFill>
                <a:latin typeface="Arial" panose="020B0604020202020204" pitchFamily="34" charset="0"/>
                <a:cs typeface="Arial" panose="020B0604020202020204" pitchFamily="34" charset="0"/>
              </a:endParaRPr>
            </a:p>
          </p:txBody>
        </p:sp>
        <p:sp>
          <p:nvSpPr>
            <p:cNvPr id="78" name="Isosceles Triangle 77">
              <a:extLst>
                <a:ext uri="{FF2B5EF4-FFF2-40B4-BE49-F238E27FC236}">
                  <a16:creationId xmlns:a16="http://schemas.microsoft.com/office/drawing/2014/main" id="{442F0A83-2A68-B283-F48C-C0EC92E95836}"/>
                </a:ext>
              </a:extLst>
            </p:cNvPr>
            <p:cNvSpPr/>
            <p:nvPr/>
          </p:nvSpPr>
          <p:spPr bwMode="gray">
            <a:xfrm>
              <a:off x="8418726" y="2748669"/>
              <a:ext cx="176407" cy="142982"/>
            </a:xfrm>
            <a:prstGeom prst="triangle">
              <a:avLst>
                <a:gd name="adj" fmla="val 100000"/>
              </a:avLst>
            </a:prstGeom>
            <a:solidFill>
              <a:srgbClr val="75787B"/>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00" b="1">
                <a:solidFill>
                  <a:schemeClr val="bg1"/>
                </a:solidFill>
                <a:latin typeface="Arial" panose="020B0604020202020204" pitchFamily="34" charset="0"/>
                <a:cs typeface="Arial" panose="020B0604020202020204" pitchFamily="34" charset="0"/>
              </a:endParaRPr>
            </a:p>
          </p:txBody>
        </p:sp>
        <p:sp>
          <p:nvSpPr>
            <p:cNvPr id="79" name="Isosceles Triangle 78">
              <a:extLst>
                <a:ext uri="{FF2B5EF4-FFF2-40B4-BE49-F238E27FC236}">
                  <a16:creationId xmlns:a16="http://schemas.microsoft.com/office/drawing/2014/main" id="{71858529-7553-A1AA-309F-E83A8BDC0432}"/>
                </a:ext>
              </a:extLst>
            </p:cNvPr>
            <p:cNvSpPr/>
            <p:nvPr/>
          </p:nvSpPr>
          <p:spPr bwMode="gray">
            <a:xfrm>
              <a:off x="9878097" y="1763481"/>
              <a:ext cx="176407" cy="142982"/>
            </a:xfrm>
            <a:prstGeom prst="triangle">
              <a:avLst>
                <a:gd name="adj" fmla="val 100000"/>
              </a:avLst>
            </a:prstGeom>
            <a:solidFill>
              <a:srgbClr val="75787B"/>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00" b="1">
                <a:solidFill>
                  <a:schemeClr val="bg1"/>
                </a:solidFill>
                <a:latin typeface="Arial" panose="020B0604020202020204" pitchFamily="34" charset="0"/>
                <a:cs typeface="Arial" panose="020B0604020202020204" pitchFamily="34" charset="0"/>
              </a:endParaRPr>
            </a:p>
          </p:txBody>
        </p:sp>
        <p:sp>
          <p:nvSpPr>
            <p:cNvPr id="80" name="Isosceles Triangle 79">
              <a:extLst>
                <a:ext uri="{FF2B5EF4-FFF2-40B4-BE49-F238E27FC236}">
                  <a16:creationId xmlns:a16="http://schemas.microsoft.com/office/drawing/2014/main" id="{7E76E020-69BF-5B70-BDD9-E00C41935B80}"/>
                </a:ext>
              </a:extLst>
            </p:cNvPr>
            <p:cNvSpPr/>
            <p:nvPr/>
          </p:nvSpPr>
          <p:spPr bwMode="gray">
            <a:xfrm>
              <a:off x="5331488" y="4161646"/>
              <a:ext cx="176407" cy="142982"/>
            </a:xfrm>
            <a:prstGeom prst="triangle">
              <a:avLst>
                <a:gd name="adj" fmla="val 100000"/>
              </a:avLst>
            </a:prstGeom>
            <a:solidFill>
              <a:srgbClr val="53565A"/>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00" b="1">
                <a:solidFill>
                  <a:schemeClr val="bg1"/>
                </a:solidFill>
                <a:latin typeface="Arial" panose="020B0604020202020204" pitchFamily="34" charset="0"/>
                <a:cs typeface="Arial" panose="020B0604020202020204" pitchFamily="34" charset="0"/>
              </a:endParaRPr>
            </a:p>
          </p:txBody>
        </p:sp>
        <p:sp>
          <p:nvSpPr>
            <p:cNvPr id="86" name="Rectangle 85">
              <a:extLst>
                <a:ext uri="{FF2B5EF4-FFF2-40B4-BE49-F238E27FC236}">
                  <a16:creationId xmlns:a16="http://schemas.microsoft.com/office/drawing/2014/main" id="{34085765-C667-3622-E149-C0932603185E}"/>
                </a:ext>
              </a:extLst>
            </p:cNvPr>
            <p:cNvSpPr/>
            <p:nvPr/>
          </p:nvSpPr>
          <p:spPr bwMode="gray">
            <a:xfrm>
              <a:off x="3721700" y="3999825"/>
              <a:ext cx="1374914" cy="464313"/>
            </a:xfrm>
            <a:prstGeom prst="rect">
              <a:avLst/>
            </a:prstGeom>
            <a:solidFill>
              <a:srgbClr val="C4D6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b="1">
                  <a:latin typeface="Arial" panose="020B0604020202020204" pitchFamily="34" charset="0"/>
                  <a:cs typeface="Arial" panose="020B0604020202020204" pitchFamily="34" charset="0"/>
                </a:rPr>
                <a:t>Selection of Sample Size</a:t>
              </a:r>
            </a:p>
          </p:txBody>
        </p:sp>
        <p:sp>
          <p:nvSpPr>
            <p:cNvPr id="87" name="Isosceles Triangle 86">
              <a:extLst>
                <a:ext uri="{FF2B5EF4-FFF2-40B4-BE49-F238E27FC236}">
                  <a16:creationId xmlns:a16="http://schemas.microsoft.com/office/drawing/2014/main" id="{27FDEDE0-D164-1A55-2667-24791E224C0B}"/>
                </a:ext>
              </a:extLst>
            </p:cNvPr>
            <p:cNvSpPr/>
            <p:nvPr/>
          </p:nvSpPr>
          <p:spPr bwMode="gray">
            <a:xfrm>
              <a:off x="3731287" y="3856843"/>
              <a:ext cx="176407" cy="142982"/>
            </a:xfrm>
            <a:prstGeom prst="triangle">
              <a:avLst>
                <a:gd name="adj" fmla="val 100000"/>
              </a:avLst>
            </a:prstGeom>
            <a:solidFill>
              <a:srgbClr val="53565A"/>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00" b="1">
                <a:solidFill>
                  <a:schemeClr val="bg1"/>
                </a:solidFill>
                <a:latin typeface="Arial" panose="020B0604020202020204" pitchFamily="34" charset="0"/>
                <a:cs typeface="Arial" panose="020B0604020202020204" pitchFamily="34" charset="0"/>
              </a:endParaRPr>
            </a:p>
          </p:txBody>
        </p:sp>
        <p:cxnSp>
          <p:nvCxnSpPr>
            <p:cNvPr id="88" name="Straight Connector 87">
              <a:extLst>
                <a:ext uri="{FF2B5EF4-FFF2-40B4-BE49-F238E27FC236}">
                  <a16:creationId xmlns:a16="http://schemas.microsoft.com/office/drawing/2014/main" id="{0F0D3499-C2C1-1811-CB5A-103EAEA48C91}"/>
                </a:ext>
              </a:extLst>
            </p:cNvPr>
            <p:cNvCxnSpPr>
              <a:cxnSpLocks/>
              <a:stCxn id="93" idx="0"/>
            </p:cNvCxnSpPr>
            <p:nvPr/>
          </p:nvCxnSpPr>
          <p:spPr>
            <a:xfrm flipH="1">
              <a:off x="6090134" y="2994138"/>
              <a:ext cx="3473" cy="1347002"/>
            </a:xfrm>
            <a:prstGeom prst="line">
              <a:avLst/>
            </a:prstGeom>
            <a:ln w="12700" cap="rnd">
              <a:solidFill>
                <a:schemeClr val="tx2"/>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76927323"/>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85E75AA5-7793-42EB-A8A1-2973E74D202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10" name="Object 9" hidden="1">
                        <a:extLst>
                          <a:ext uri="{FF2B5EF4-FFF2-40B4-BE49-F238E27FC236}">
                            <a16:creationId xmlns:a16="http://schemas.microsoft.com/office/drawing/2014/main" id="{85E75AA5-7793-42EB-A8A1-2973E74D202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le 5"/>
          <p:cNvSpPr>
            <a:spLocks noGrp="1"/>
          </p:cNvSpPr>
          <p:nvPr>
            <p:ph type="title"/>
          </p:nvPr>
        </p:nvSpPr>
        <p:spPr/>
        <p:txBody>
          <a:bodyPr vert="horz"/>
          <a:lstStyle/>
          <a:p>
            <a:r>
              <a:rPr lang="en-US" sz="2000" b="1">
                <a:latin typeface="Arial" panose="020B0604020202020204" pitchFamily="34" charset="0"/>
                <a:cs typeface="Arial" panose="020B0604020202020204" pitchFamily="34" charset="0"/>
              </a:rPr>
              <a:t>Survey Tool – Plan to develop a simple survey capture interface</a:t>
            </a:r>
            <a:endParaRPr lang="en-GB" sz="2000" b="1">
              <a:latin typeface="Arial" panose="020B0604020202020204" pitchFamily="34" charset="0"/>
              <a:cs typeface="Arial" panose="020B0604020202020204" pitchFamily="34" charset="0"/>
            </a:endParaRPr>
          </a:p>
        </p:txBody>
      </p:sp>
      <p:cxnSp>
        <p:nvCxnSpPr>
          <p:cNvPr id="42" name="Straight Connector 41">
            <a:extLst>
              <a:ext uri="{FF2B5EF4-FFF2-40B4-BE49-F238E27FC236}">
                <a16:creationId xmlns:a16="http://schemas.microsoft.com/office/drawing/2014/main" id="{C3307A9C-FA80-4775-B35A-1A643EF2A1BC}"/>
              </a:ext>
            </a:extLst>
          </p:cNvPr>
          <p:cNvCxnSpPr/>
          <p:nvPr/>
        </p:nvCxnSpPr>
        <p:spPr>
          <a:xfrm flipV="1">
            <a:off x="514664" y="910950"/>
            <a:ext cx="111960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12" name="object 3">
            <a:extLst>
              <a:ext uri="{FF2B5EF4-FFF2-40B4-BE49-F238E27FC236}">
                <a16:creationId xmlns:a16="http://schemas.microsoft.com/office/drawing/2014/main" id="{DCC5220A-2F88-D2DE-2CD5-37582AA6AD69}"/>
              </a:ext>
            </a:extLst>
          </p:cNvPr>
          <p:cNvGrpSpPr/>
          <p:nvPr/>
        </p:nvGrpSpPr>
        <p:grpSpPr>
          <a:xfrm>
            <a:off x="2926726" y="1073906"/>
            <a:ext cx="5777199" cy="4225916"/>
            <a:chOff x="3207400" y="1824103"/>
            <a:chExt cx="5777199" cy="4225916"/>
          </a:xfrm>
        </p:grpSpPr>
        <p:sp>
          <p:nvSpPr>
            <p:cNvPr id="13" name="object 4">
              <a:extLst>
                <a:ext uri="{FF2B5EF4-FFF2-40B4-BE49-F238E27FC236}">
                  <a16:creationId xmlns:a16="http://schemas.microsoft.com/office/drawing/2014/main" id="{752E31C2-2650-967A-5E63-C0E49E571C35}"/>
                </a:ext>
              </a:extLst>
            </p:cNvPr>
            <p:cNvSpPr/>
            <p:nvPr/>
          </p:nvSpPr>
          <p:spPr>
            <a:xfrm>
              <a:off x="5459887" y="5121410"/>
              <a:ext cx="1272540" cy="841375"/>
            </a:xfrm>
            <a:custGeom>
              <a:avLst/>
              <a:gdLst/>
              <a:ahLst/>
              <a:cxnLst/>
              <a:rect l="l" t="t" r="r" b="b"/>
              <a:pathLst>
                <a:path w="1272540" h="841375">
                  <a:moveTo>
                    <a:pt x="1272225" y="0"/>
                  </a:moveTo>
                  <a:lnTo>
                    <a:pt x="0" y="0"/>
                  </a:lnTo>
                  <a:lnTo>
                    <a:pt x="0" y="840978"/>
                  </a:lnTo>
                  <a:lnTo>
                    <a:pt x="1272225" y="840978"/>
                  </a:lnTo>
                  <a:lnTo>
                    <a:pt x="1272225" y="0"/>
                  </a:lnTo>
                  <a:close/>
                </a:path>
              </a:pathLst>
            </a:custGeom>
            <a:solidFill>
              <a:srgbClr val="262626"/>
            </a:solidFill>
          </p:spPr>
          <p:txBody>
            <a:bodyPr wrap="square" lIns="0" tIns="0" rIns="0" bIns="0" rtlCol="0"/>
            <a:lstStyle/>
            <a:p>
              <a:endParaRPr/>
            </a:p>
          </p:txBody>
        </p:sp>
        <p:pic>
          <p:nvPicPr>
            <p:cNvPr id="14" name="object 5">
              <a:extLst>
                <a:ext uri="{FF2B5EF4-FFF2-40B4-BE49-F238E27FC236}">
                  <a16:creationId xmlns:a16="http://schemas.microsoft.com/office/drawing/2014/main" id="{DEFA1F36-7377-3754-3DC2-C3516AABD891}"/>
                </a:ext>
              </a:extLst>
            </p:cNvPr>
            <p:cNvPicPr/>
            <p:nvPr/>
          </p:nvPicPr>
          <p:blipFill>
            <a:blip r:embed="rId5" cstate="print"/>
            <a:stretch>
              <a:fillRect/>
            </a:stretch>
          </p:blipFill>
          <p:spPr>
            <a:xfrm>
              <a:off x="3207400" y="1824103"/>
              <a:ext cx="5777199" cy="3526828"/>
            </a:xfrm>
            <a:prstGeom prst="rect">
              <a:avLst/>
            </a:prstGeom>
          </p:spPr>
        </p:pic>
        <p:sp>
          <p:nvSpPr>
            <p:cNvPr id="15" name="object 6">
              <a:extLst>
                <a:ext uri="{FF2B5EF4-FFF2-40B4-BE49-F238E27FC236}">
                  <a16:creationId xmlns:a16="http://schemas.microsoft.com/office/drawing/2014/main" id="{285CA0A9-93C8-1D5A-1E7F-362F5FA5DFA2}"/>
                </a:ext>
              </a:extLst>
            </p:cNvPr>
            <p:cNvSpPr/>
            <p:nvPr/>
          </p:nvSpPr>
          <p:spPr>
            <a:xfrm>
              <a:off x="3327798" y="1957692"/>
              <a:ext cx="5536565" cy="3260090"/>
            </a:xfrm>
            <a:custGeom>
              <a:avLst/>
              <a:gdLst/>
              <a:ahLst/>
              <a:cxnLst/>
              <a:rect l="l" t="t" r="r" b="b"/>
              <a:pathLst>
                <a:path w="5536565" h="3260090">
                  <a:moveTo>
                    <a:pt x="5536401" y="0"/>
                  </a:moveTo>
                  <a:lnTo>
                    <a:pt x="0" y="0"/>
                  </a:lnTo>
                  <a:lnTo>
                    <a:pt x="0" y="3259653"/>
                  </a:lnTo>
                  <a:lnTo>
                    <a:pt x="5536401" y="3259653"/>
                  </a:lnTo>
                  <a:lnTo>
                    <a:pt x="5536401" y="0"/>
                  </a:lnTo>
                  <a:close/>
                </a:path>
              </a:pathLst>
            </a:custGeom>
            <a:solidFill>
              <a:srgbClr val="FFFFFF"/>
            </a:solidFill>
          </p:spPr>
          <p:txBody>
            <a:bodyPr wrap="square" lIns="0" tIns="0" rIns="0" bIns="0" rtlCol="0"/>
            <a:lstStyle/>
            <a:p>
              <a:endParaRPr/>
            </a:p>
          </p:txBody>
        </p:sp>
        <p:sp>
          <p:nvSpPr>
            <p:cNvPr id="16" name="object 7">
              <a:extLst>
                <a:ext uri="{FF2B5EF4-FFF2-40B4-BE49-F238E27FC236}">
                  <a16:creationId xmlns:a16="http://schemas.microsoft.com/office/drawing/2014/main" id="{C9F11C55-0E2E-FB08-0E8B-E867DEFABFA0}"/>
                </a:ext>
              </a:extLst>
            </p:cNvPr>
            <p:cNvSpPr/>
            <p:nvPr/>
          </p:nvSpPr>
          <p:spPr>
            <a:xfrm>
              <a:off x="4813912" y="5962389"/>
              <a:ext cx="2564765" cy="87630"/>
            </a:xfrm>
            <a:custGeom>
              <a:avLst/>
              <a:gdLst/>
              <a:ahLst/>
              <a:cxnLst/>
              <a:rect l="l" t="t" r="r" b="b"/>
              <a:pathLst>
                <a:path w="2564765" h="87629">
                  <a:moveTo>
                    <a:pt x="2564176" y="0"/>
                  </a:moveTo>
                  <a:lnTo>
                    <a:pt x="0" y="0"/>
                  </a:lnTo>
                  <a:lnTo>
                    <a:pt x="0" y="87451"/>
                  </a:lnTo>
                  <a:lnTo>
                    <a:pt x="2564176" y="87451"/>
                  </a:lnTo>
                  <a:lnTo>
                    <a:pt x="2564176" y="0"/>
                  </a:lnTo>
                  <a:close/>
                </a:path>
              </a:pathLst>
            </a:custGeom>
            <a:solidFill>
              <a:srgbClr val="000000"/>
            </a:solidFill>
          </p:spPr>
          <p:txBody>
            <a:bodyPr wrap="square" lIns="0" tIns="0" rIns="0" bIns="0" rtlCol="0"/>
            <a:lstStyle/>
            <a:p>
              <a:endParaRPr/>
            </a:p>
          </p:txBody>
        </p:sp>
      </p:grpSp>
      <p:pic>
        <p:nvPicPr>
          <p:cNvPr id="18" name="Picture 17">
            <a:extLst>
              <a:ext uri="{FF2B5EF4-FFF2-40B4-BE49-F238E27FC236}">
                <a16:creationId xmlns:a16="http://schemas.microsoft.com/office/drawing/2014/main" id="{85F532EA-34C6-D3F3-4DF9-E8BCF74413C7}"/>
              </a:ext>
            </a:extLst>
          </p:cNvPr>
          <p:cNvPicPr>
            <a:picLocks noChangeAspect="1"/>
          </p:cNvPicPr>
          <p:nvPr/>
        </p:nvPicPr>
        <p:blipFill>
          <a:blip r:embed="rId6"/>
          <a:stretch>
            <a:fillRect/>
          </a:stretch>
        </p:blipFill>
        <p:spPr>
          <a:xfrm>
            <a:off x="3047124" y="1286707"/>
            <a:ext cx="5506702" cy="3109906"/>
          </a:xfrm>
          <a:prstGeom prst="rect">
            <a:avLst/>
          </a:prstGeom>
        </p:spPr>
      </p:pic>
      <p:sp>
        <p:nvSpPr>
          <p:cNvPr id="9" name="Rectangle 8">
            <a:extLst>
              <a:ext uri="{FF2B5EF4-FFF2-40B4-BE49-F238E27FC236}">
                <a16:creationId xmlns:a16="http://schemas.microsoft.com/office/drawing/2014/main" id="{09A8C4DF-097B-21EA-158C-8F9534D7A9D7}"/>
              </a:ext>
            </a:extLst>
          </p:cNvPr>
          <p:cNvSpPr/>
          <p:nvPr/>
        </p:nvSpPr>
        <p:spPr bwMode="gray">
          <a:xfrm>
            <a:off x="514665" y="5387453"/>
            <a:ext cx="11196000" cy="973584"/>
          </a:xfrm>
          <a:prstGeom prst="rect">
            <a:avLst/>
          </a:prstGeom>
          <a:solidFill>
            <a:schemeClr val="tx2"/>
          </a:solidFill>
          <a:ln w="19050" algn="ctr">
            <a:noFill/>
            <a:miter lim="800000"/>
            <a:headEnd/>
            <a:tailEnd/>
          </a:ln>
        </p:spPr>
        <p:txBody>
          <a:bodyPr wrap="square" lIns="88900" tIns="88900" rIns="88900" bIns="88900" rtlCol="0" anchor="ctr"/>
          <a:lstStyle/>
          <a:p>
            <a:pPr marL="171450" indent="-171450" algn="just">
              <a:lnSpc>
                <a:spcPct val="106000"/>
              </a:lnSpc>
              <a:buFont typeface="Arial" panose="020B0604020202020204" pitchFamily="34" charset="0"/>
              <a:buChar char="•"/>
            </a:pPr>
            <a:r>
              <a:rPr lang="en-US" sz="1200" b="1">
                <a:solidFill>
                  <a:schemeClr val="bg1"/>
                </a:solidFill>
                <a:latin typeface="Arial" panose="020B0604020202020204" pitchFamily="34" charset="0"/>
                <a:cs typeface="Arial" panose="020B0604020202020204" pitchFamily="34" charset="0"/>
              </a:rPr>
              <a:t>We shall deploy a user-friendly digital survey interface to capture instantaneous responses from consumers across varied locations, ensuring timely and comprehensive data gathering.</a:t>
            </a:r>
          </a:p>
          <a:p>
            <a:pPr marL="171450" indent="-171450" algn="just">
              <a:lnSpc>
                <a:spcPct val="106000"/>
              </a:lnSpc>
              <a:buFont typeface="Arial" panose="020B0604020202020204" pitchFamily="34" charset="0"/>
              <a:buChar char="•"/>
            </a:pPr>
            <a:r>
              <a:rPr lang="en-US" sz="1200" b="1">
                <a:solidFill>
                  <a:schemeClr val="bg1"/>
                </a:solidFill>
                <a:latin typeface="Arial" panose="020B0604020202020204" pitchFamily="34" charset="0"/>
                <a:cs typeface="Arial" panose="020B0604020202020204" pitchFamily="34" charset="0"/>
              </a:rPr>
              <a:t>The digital survey interface shall have features such as Configurable Question Sets to easily customize surveys based on consumer category, region, or service type and capability to generate exportable files.</a:t>
            </a:r>
          </a:p>
        </p:txBody>
      </p:sp>
    </p:spTree>
    <p:extLst>
      <p:ext uri="{BB962C8B-B14F-4D97-AF65-F5344CB8AC3E}">
        <p14:creationId xmlns:p14="http://schemas.microsoft.com/office/powerpoint/2010/main" val="462382829"/>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F45A66CA-2954-8ABA-4DF3-1E4E2206089F}"/>
              </a:ext>
            </a:extLst>
          </p:cNvPr>
          <p:cNvGrpSpPr/>
          <p:nvPr/>
        </p:nvGrpSpPr>
        <p:grpSpPr>
          <a:xfrm>
            <a:off x="-1" y="1"/>
            <a:ext cx="12192000" cy="6550308"/>
            <a:chOff x="-1" y="0"/>
            <a:chExt cx="12192000" cy="6800239"/>
          </a:xfrm>
        </p:grpSpPr>
        <p:sp>
          <p:nvSpPr>
            <p:cNvPr id="10" name="Rectangle 9">
              <a:extLst>
                <a:ext uri="{FF2B5EF4-FFF2-40B4-BE49-F238E27FC236}">
                  <a16:creationId xmlns:a16="http://schemas.microsoft.com/office/drawing/2014/main" id="{79CA05C4-5B24-E0C8-B20C-26768398253A}"/>
                </a:ext>
              </a:extLst>
            </p:cNvPr>
            <p:cNvSpPr/>
            <p:nvPr/>
          </p:nvSpPr>
          <p:spPr bwMode="gray">
            <a:xfrm>
              <a:off x="-1" y="0"/>
              <a:ext cx="12192000" cy="396240"/>
            </a:xfrm>
            <a:prstGeom prst="rect">
              <a:avLst/>
            </a:prstGeom>
            <a:solidFill>
              <a:schemeClr val="bg1"/>
            </a:solidFill>
            <a:ln w="19050" algn="ctr">
              <a:noFill/>
              <a:miter lim="800000"/>
              <a:headEnd/>
              <a:tailEnd/>
            </a:ln>
            <a:effectLst>
              <a:outerShdw blurRad="50800" dist="25400" dir="5400000" algn="t" rotWithShape="0">
                <a:prstClr val="black">
                  <a:alpha val="36000"/>
                </a:prstClr>
              </a:outerShdw>
            </a:effectLst>
          </p:spPr>
          <p:txBody>
            <a:bodyPr wrap="square" lIns="88900" tIns="88900" rIns="88900" bIns="88900" rtlCol="0" anchor="ctr"/>
            <a:lstStyle/>
            <a:p>
              <a:pPr algn="ctr">
                <a:lnSpc>
                  <a:spcPct val="106000"/>
                </a:lnSpc>
                <a:buFont typeface="Wingdings 2" pitchFamily="18" charset="2"/>
                <a:buNone/>
              </a:pPr>
              <a:endParaRPr lang="en-IN" sz="1600" b="1">
                <a:solidFill>
                  <a:schemeClr val="bg1"/>
                </a:solidFill>
                <a:latin typeface="Verdana" panose="020B0604030504040204" pitchFamily="34" charset="0"/>
                <a:ea typeface="Verdana" panose="020B0604030504040204" pitchFamily="34" charset="0"/>
              </a:endParaRPr>
            </a:p>
          </p:txBody>
        </p:sp>
        <p:pic>
          <p:nvPicPr>
            <p:cNvPr id="9" name="Picture 8" descr="A blue and green logo&#10;&#10;AI-generated content may be incorrect.">
              <a:extLst>
                <a:ext uri="{FF2B5EF4-FFF2-40B4-BE49-F238E27FC236}">
                  <a16:creationId xmlns:a16="http://schemas.microsoft.com/office/drawing/2014/main" id="{1FA06FEA-4AC6-1C10-5222-9ACA8EEAB25A}"/>
                </a:ext>
              </a:extLst>
            </p:cNvPr>
            <p:cNvPicPr>
              <a:picLocks noChangeAspect="1"/>
            </p:cNvPicPr>
            <p:nvPr/>
          </p:nvPicPr>
          <p:blipFill>
            <a:blip r:embed="rId3"/>
            <a:stretch>
              <a:fillRect/>
            </a:stretch>
          </p:blipFill>
          <p:spPr>
            <a:xfrm>
              <a:off x="288925" y="78791"/>
              <a:ext cx="202679" cy="220051"/>
            </a:xfrm>
            <a:prstGeom prst="rect">
              <a:avLst/>
            </a:prstGeom>
          </p:spPr>
        </p:pic>
        <p:sp>
          <p:nvSpPr>
            <p:cNvPr id="11" name="Rectangle 10">
              <a:extLst>
                <a:ext uri="{FF2B5EF4-FFF2-40B4-BE49-F238E27FC236}">
                  <a16:creationId xmlns:a16="http://schemas.microsoft.com/office/drawing/2014/main" id="{D54D58EF-CA69-1892-43F7-8A31CD86CB9E}"/>
                </a:ext>
              </a:extLst>
            </p:cNvPr>
            <p:cNvSpPr/>
            <p:nvPr/>
          </p:nvSpPr>
          <p:spPr bwMode="gray">
            <a:xfrm>
              <a:off x="288924" y="1078032"/>
              <a:ext cx="11598275" cy="454169"/>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a:solidFill>
                  <a:schemeClr val="bg1"/>
                </a:solidFill>
                <a:latin typeface="Verdana" panose="020B0604030504040204" pitchFamily="34" charset="0"/>
                <a:ea typeface="Verdana" panose="020B0604030504040204" pitchFamily="34" charset="0"/>
              </a:endParaRPr>
            </a:p>
          </p:txBody>
        </p:sp>
        <p:cxnSp>
          <p:nvCxnSpPr>
            <p:cNvPr id="13" name="Straight Connector 12">
              <a:extLst>
                <a:ext uri="{FF2B5EF4-FFF2-40B4-BE49-F238E27FC236}">
                  <a16:creationId xmlns:a16="http://schemas.microsoft.com/office/drawing/2014/main" id="{78971068-E66C-FB12-0030-A18F1063DFA1}"/>
                </a:ext>
              </a:extLst>
            </p:cNvPr>
            <p:cNvCxnSpPr>
              <a:cxnSpLocks/>
            </p:cNvCxnSpPr>
            <p:nvPr/>
          </p:nvCxnSpPr>
          <p:spPr>
            <a:xfrm>
              <a:off x="1081405" y="994332"/>
              <a:ext cx="0" cy="449089"/>
            </a:xfrm>
            <a:prstGeom prst="line">
              <a:avLst/>
            </a:prstGeom>
            <a:ln>
              <a:solidFill>
                <a:srgbClr val="E2ECEE"/>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4EAB4D6B-1625-FE38-FBE1-7A8964AD5140}"/>
                </a:ext>
              </a:extLst>
            </p:cNvPr>
            <p:cNvSpPr txBox="1"/>
            <p:nvPr/>
          </p:nvSpPr>
          <p:spPr>
            <a:xfrm>
              <a:off x="617037" y="1234616"/>
              <a:ext cx="179536" cy="143783"/>
            </a:xfrm>
            <a:prstGeom prst="rect">
              <a:avLst/>
            </a:prstGeom>
            <a:noFill/>
          </p:spPr>
          <p:txBody>
            <a:bodyPr wrap="none" lIns="0" tIns="0" rIns="0" bIns="0" rtlCol="0">
              <a:spAutoFit/>
            </a:bodyPr>
            <a:lstStyle/>
            <a:p>
              <a:pPr>
                <a:spcBef>
                  <a:spcPts val="600"/>
                </a:spcBef>
                <a:buSzPct val="100000"/>
              </a:pPr>
              <a:r>
                <a:rPr lang="en-IN" sz="900" b="1">
                  <a:latin typeface="Verdana" panose="020B0604030504040204" pitchFamily="34" charset="0"/>
                  <a:ea typeface="Verdana" panose="020B0604030504040204" pitchFamily="34" charset="0"/>
                </a:rPr>
                <a:t>Q1</a:t>
              </a:r>
            </a:p>
          </p:txBody>
        </p:sp>
        <p:sp>
          <p:nvSpPr>
            <p:cNvPr id="15" name="TextBox 14">
              <a:extLst>
                <a:ext uri="{FF2B5EF4-FFF2-40B4-BE49-F238E27FC236}">
                  <a16:creationId xmlns:a16="http://schemas.microsoft.com/office/drawing/2014/main" id="{CAF0538B-91A0-B135-361A-065C6EAF5E46}"/>
                </a:ext>
              </a:extLst>
            </p:cNvPr>
            <p:cNvSpPr txBox="1"/>
            <p:nvPr/>
          </p:nvSpPr>
          <p:spPr>
            <a:xfrm>
              <a:off x="1198780" y="1149978"/>
              <a:ext cx="6583886" cy="319520"/>
            </a:xfrm>
            <a:prstGeom prst="rect">
              <a:avLst/>
            </a:prstGeom>
            <a:noFill/>
          </p:spPr>
          <p:txBody>
            <a:bodyPr wrap="square" lIns="0" tIns="0" rIns="0" bIns="0" rtlCol="0">
              <a:spAutoFit/>
            </a:bodyPr>
            <a:lstStyle/>
            <a:p>
              <a:pPr>
                <a:spcBef>
                  <a:spcPts val="300"/>
                </a:spcBef>
                <a:buSzPct val="100000"/>
              </a:pPr>
              <a:r>
                <a:rPr lang="en-US" sz="900" b="1">
                  <a:latin typeface="Verdana" panose="020B0604030504040204" pitchFamily="34" charset="0"/>
                  <a:ea typeface="Verdana" panose="020B0604030504040204" pitchFamily="34" charset="0"/>
                </a:rPr>
                <a:t>Consumer Category:</a:t>
              </a:r>
            </a:p>
            <a:p>
              <a:pPr>
                <a:buSzPct val="100000"/>
              </a:pPr>
              <a:r>
                <a:rPr lang="en-US" sz="1100" b="1">
                  <a:latin typeface="Verdana" panose="020B0604030504040204" pitchFamily="34" charset="0"/>
                  <a:ea typeface="Verdana" panose="020B0604030504040204" pitchFamily="34" charset="0"/>
                </a:rPr>
                <a:t>☐</a:t>
              </a:r>
              <a:r>
                <a:rPr lang="en-US" sz="900" b="1">
                  <a:latin typeface="Verdana" panose="020B0604030504040204" pitchFamily="34" charset="0"/>
                  <a:ea typeface="Verdana" panose="020B0604030504040204" pitchFamily="34" charset="0"/>
                </a:rPr>
                <a:t> Domestic  </a:t>
              </a:r>
              <a:r>
                <a:rPr lang="en-US" sz="1100" b="1">
                  <a:latin typeface="Verdana" panose="020B0604030504040204" pitchFamily="34" charset="0"/>
                  <a:ea typeface="Verdana" panose="020B0604030504040204" pitchFamily="34" charset="0"/>
                </a:rPr>
                <a:t>☐</a:t>
              </a:r>
              <a:r>
                <a:rPr lang="en-US" sz="900" b="1">
                  <a:latin typeface="Verdana" panose="020B0604030504040204" pitchFamily="34" charset="0"/>
                  <a:ea typeface="Verdana" panose="020B0604030504040204" pitchFamily="34" charset="0"/>
                </a:rPr>
                <a:t> Commercial   </a:t>
              </a:r>
              <a:r>
                <a:rPr lang="en-US" sz="1100" b="1">
                  <a:latin typeface="Verdana" panose="020B0604030504040204" pitchFamily="34" charset="0"/>
                  <a:ea typeface="Verdana" panose="020B0604030504040204" pitchFamily="34" charset="0"/>
                </a:rPr>
                <a:t>☐</a:t>
              </a:r>
              <a:r>
                <a:rPr lang="en-US" sz="900" b="1">
                  <a:latin typeface="Verdana" panose="020B0604030504040204" pitchFamily="34" charset="0"/>
                  <a:ea typeface="Verdana" panose="020B0604030504040204" pitchFamily="34" charset="0"/>
                </a:rPr>
                <a:t> Industrial (HT/LT)  </a:t>
              </a:r>
              <a:r>
                <a:rPr lang="en-US" sz="1100" b="1">
                  <a:latin typeface="Verdana" panose="020B0604030504040204" pitchFamily="34" charset="0"/>
                  <a:ea typeface="Verdana" panose="020B0604030504040204" pitchFamily="34" charset="0"/>
                </a:rPr>
                <a:t>☐</a:t>
              </a:r>
              <a:r>
                <a:rPr lang="en-US" sz="900" b="1">
                  <a:latin typeface="Verdana" panose="020B0604030504040204" pitchFamily="34" charset="0"/>
                  <a:ea typeface="Verdana" panose="020B0604030504040204" pitchFamily="34" charset="0"/>
                </a:rPr>
                <a:t> Agricultural  </a:t>
              </a:r>
              <a:r>
                <a:rPr lang="en-US" sz="1100" b="1">
                  <a:latin typeface="Verdana" panose="020B0604030504040204" pitchFamily="34" charset="0"/>
                  <a:ea typeface="Verdana" panose="020B0604030504040204" pitchFamily="34" charset="0"/>
                </a:rPr>
                <a:t>☐</a:t>
              </a:r>
              <a:r>
                <a:rPr lang="en-US" sz="900" b="1">
                  <a:latin typeface="Verdana" panose="020B0604030504040204" pitchFamily="34" charset="0"/>
                  <a:ea typeface="Verdana" panose="020B0604030504040204" pitchFamily="34" charset="0"/>
                </a:rPr>
                <a:t> Others ___________</a:t>
              </a:r>
              <a:endParaRPr lang="en-IN" sz="900" b="1">
                <a:latin typeface="Verdana" panose="020B0604030504040204" pitchFamily="34" charset="0"/>
                <a:ea typeface="Verdana" panose="020B0604030504040204" pitchFamily="34" charset="0"/>
              </a:endParaRPr>
            </a:p>
          </p:txBody>
        </p:sp>
        <p:sp>
          <p:nvSpPr>
            <p:cNvPr id="16" name="TextBox 15">
              <a:extLst>
                <a:ext uri="{FF2B5EF4-FFF2-40B4-BE49-F238E27FC236}">
                  <a16:creationId xmlns:a16="http://schemas.microsoft.com/office/drawing/2014/main" id="{16822C9A-BC84-C916-DA00-A9B617E60A39}"/>
                </a:ext>
              </a:extLst>
            </p:cNvPr>
            <p:cNvSpPr txBox="1"/>
            <p:nvPr/>
          </p:nvSpPr>
          <p:spPr>
            <a:xfrm>
              <a:off x="525466" y="121003"/>
              <a:ext cx="649217" cy="207688"/>
            </a:xfrm>
            <a:prstGeom prst="rect">
              <a:avLst/>
            </a:prstGeom>
            <a:noFill/>
          </p:spPr>
          <p:txBody>
            <a:bodyPr wrap="none" lIns="0" tIns="0" rIns="0" bIns="0" rtlCol="0">
              <a:spAutoFit/>
            </a:bodyPr>
            <a:lstStyle/>
            <a:p>
              <a:pPr>
                <a:spcBef>
                  <a:spcPts val="600"/>
                </a:spcBef>
                <a:buSzPct val="100000"/>
              </a:pPr>
              <a:r>
                <a:rPr lang="en-US" sz="1300" b="1">
                  <a:solidFill>
                    <a:srgbClr val="26890D"/>
                  </a:solidFill>
                  <a:latin typeface="Verdana" panose="020B0604030504040204" pitchFamily="34" charset="0"/>
                  <a:ea typeface="Verdana" panose="020B0604030504040204" pitchFamily="34" charset="0"/>
                  <a:cs typeface="Aharoni" panose="02010803020104030203" pitchFamily="2" charset="-79"/>
                </a:rPr>
                <a:t>Survey</a:t>
              </a:r>
              <a:endParaRPr lang="en-IN" sz="1300">
                <a:solidFill>
                  <a:srgbClr val="313131"/>
                </a:solidFill>
                <a:latin typeface="Verdana" panose="020B0604030504040204" pitchFamily="34" charset="0"/>
                <a:ea typeface="Verdana" panose="020B0604030504040204" pitchFamily="34" charset="0"/>
                <a:cs typeface="Aharoni" panose="02010803020104030203" pitchFamily="2" charset="-79"/>
              </a:endParaRPr>
            </a:p>
          </p:txBody>
        </p:sp>
        <p:sp>
          <p:nvSpPr>
            <p:cNvPr id="22" name="TextBox 21">
              <a:extLst>
                <a:ext uri="{FF2B5EF4-FFF2-40B4-BE49-F238E27FC236}">
                  <a16:creationId xmlns:a16="http://schemas.microsoft.com/office/drawing/2014/main" id="{7709EF6F-2AF0-0A36-2CFF-CE2B494F9B1F}"/>
                </a:ext>
              </a:extLst>
            </p:cNvPr>
            <p:cNvSpPr txBox="1"/>
            <p:nvPr/>
          </p:nvSpPr>
          <p:spPr>
            <a:xfrm>
              <a:off x="406843" y="463426"/>
              <a:ext cx="1454614" cy="167748"/>
            </a:xfrm>
            <a:prstGeom prst="rect">
              <a:avLst/>
            </a:prstGeom>
            <a:noFill/>
          </p:spPr>
          <p:txBody>
            <a:bodyPr wrap="square" lIns="0" tIns="0" rIns="0" bIns="0" rtlCol="0">
              <a:spAutoFit/>
            </a:bodyPr>
            <a:lstStyle/>
            <a:p>
              <a:pPr>
                <a:spcBef>
                  <a:spcPts val="600"/>
                </a:spcBef>
                <a:buSzPct val="100000"/>
              </a:pPr>
              <a:r>
                <a:rPr lang="en-IN" sz="1050" b="1">
                  <a:solidFill>
                    <a:srgbClr val="00A3E0"/>
                  </a:solidFill>
                  <a:latin typeface="Verdana" panose="020B0604030504040204" pitchFamily="34" charset="0"/>
                  <a:ea typeface="Verdana" panose="020B0604030504040204" pitchFamily="34" charset="0"/>
                </a:rPr>
                <a:t>Questionnaire</a:t>
              </a:r>
            </a:p>
          </p:txBody>
        </p:sp>
        <p:cxnSp>
          <p:nvCxnSpPr>
            <p:cNvPr id="24" name="Straight Connector 23">
              <a:extLst>
                <a:ext uri="{FF2B5EF4-FFF2-40B4-BE49-F238E27FC236}">
                  <a16:creationId xmlns:a16="http://schemas.microsoft.com/office/drawing/2014/main" id="{F6FDD54C-FB7B-D39F-422C-6B87BE96AD58}"/>
                </a:ext>
              </a:extLst>
            </p:cNvPr>
            <p:cNvCxnSpPr/>
            <p:nvPr/>
          </p:nvCxnSpPr>
          <p:spPr>
            <a:xfrm>
              <a:off x="308005" y="703136"/>
              <a:ext cx="880533" cy="0"/>
            </a:xfrm>
            <a:prstGeom prst="line">
              <a:avLst/>
            </a:prstGeom>
            <a:ln w="19050"/>
          </p:spPr>
          <p:style>
            <a:lnRef idx="2">
              <a:schemeClr val="accent6"/>
            </a:lnRef>
            <a:fillRef idx="0">
              <a:schemeClr val="accent6"/>
            </a:fillRef>
            <a:effectRef idx="1">
              <a:schemeClr val="accent6"/>
            </a:effectRef>
            <a:fontRef idx="minor">
              <a:schemeClr val="tx1"/>
            </a:fontRef>
          </p:style>
        </p:cxnSp>
        <p:cxnSp>
          <p:nvCxnSpPr>
            <p:cNvPr id="26" name="Straight Connector 25">
              <a:extLst>
                <a:ext uri="{FF2B5EF4-FFF2-40B4-BE49-F238E27FC236}">
                  <a16:creationId xmlns:a16="http://schemas.microsoft.com/office/drawing/2014/main" id="{4F27FBF2-47E9-2415-027F-EBE4759C6764}"/>
                </a:ext>
              </a:extLst>
            </p:cNvPr>
            <p:cNvCxnSpPr>
              <a:cxnSpLocks/>
            </p:cNvCxnSpPr>
            <p:nvPr/>
          </p:nvCxnSpPr>
          <p:spPr>
            <a:xfrm>
              <a:off x="0" y="711604"/>
              <a:ext cx="12191999" cy="0"/>
            </a:xfrm>
            <a:prstGeom prst="line">
              <a:avLst/>
            </a:prstGeom>
            <a:ln>
              <a:solidFill>
                <a:srgbClr val="BCBCBC"/>
              </a:solidFill>
            </a:ln>
          </p:spPr>
          <p:style>
            <a:lnRef idx="1">
              <a:schemeClr val="dk1"/>
            </a:lnRef>
            <a:fillRef idx="0">
              <a:schemeClr val="dk1"/>
            </a:fillRef>
            <a:effectRef idx="0">
              <a:schemeClr val="dk1"/>
            </a:effectRef>
            <a:fontRef idx="minor">
              <a:schemeClr val="tx1"/>
            </a:fontRef>
          </p:style>
        </p:cxnSp>
        <p:sp>
          <p:nvSpPr>
            <p:cNvPr id="1069" name="Rectangle 1068">
              <a:extLst>
                <a:ext uri="{FF2B5EF4-FFF2-40B4-BE49-F238E27FC236}">
                  <a16:creationId xmlns:a16="http://schemas.microsoft.com/office/drawing/2014/main" id="{CD0BC3ED-44DA-D1C9-E267-A796144E8D7E}"/>
                </a:ext>
              </a:extLst>
            </p:cNvPr>
            <p:cNvSpPr/>
            <p:nvPr/>
          </p:nvSpPr>
          <p:spPr bwMode="gray">
            <a:xfrm>
              <a:off x="288924" y="1614339"/>
              <a:ext cx="11598275" cy="454169"/>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a:solidFill>
                  <a:schemeClr val="bg1"/>
                </a:solidFill>
                <a:latin typeface="Verdana" panose="020B0604030504040204" pitchFamily="34" charset="0"/>
                <a:ea typeface="Verdana" panose="020B0604030504040204" pitchFamily="34" charset="0"/>
              </a:endParaRPr>
            </a:p>
          </p:txBody>
        </p:sp>
        <p:cxnSp>
          <p:nvCxnSpPr>
            <p:cNvPr id="1070" name="Straight Connector 1069">
              <a:extLst>
                <a:ext uri="{FF2B5EF4-FFF2-40B4-BE49-F238E27FC236}">
                  <a16:creationId xmlns:a16="http://schemas.microsoft.com/office/drawing/2014/main" id="{20C98D5C-B279-3DA2-EB62-4CF7921A1D76}"/>
                </a:ext>
              </a:extLst>
            </p:cNvPr>
            <p:cNvCxnSpPr>
              <a:cxnSpLocks/>
            </p:cNvCxnSpPr>
            <p:nvPr/>
          </p:nvCxnSpPr>
          <p:spPr>
            <a:xfrm>
              <a:off x="1081405" y="1619419"/>
              <a:ext cx="0" cy="449089"/>
            </a:xfrm>
            <a:prstGeom prst="line">
              <a:avLst/>
            </a:prstGeom>
            <a:ln>
              <a:solidFill>
                <a:srgbClr val="E2ECEE"/>
              </a:solidFill>
            </a:ln>
          </p:spPr>
          <p:style>
            <a:lnRef idx="1">
              <a:schemeClr val="accent1"/>
            </a:lnRef>
            <a:fillRef idx="0">
              <a:schemeClr val="accent1"/>
            </a:fillRef>
            <a:effectRef idx="0">
              <a:schemeClr val="accent1"/>
            </a:effectRef>
            <a:fontRef idx="minor">
              <a:schemeClr val="tx1"/>
            </a:fontRef>
          </p:style>
        </p:cxnSp>
        <p:sp>
          <p:nvSpPr>
            <p:cNvPr id="1071" name="TextBox 1070">
              <a:extLst>
                <a:ext uri="{FF2B5EF4-FFF2-40B4-BE49-F238E27FC236}">
                  <a16:creationId xmlns:a16="http://schemas.microsoft.com/office/drawing/2014/main" id="{08051057-4B00-C440-BD25-82EC286B67BF}"/>
                </a:ext>
              </a:extLst>
            </p:cNvPr>
            <p:cNvSpPr txBox="1"/>
            <p:nvPr/>
          </p:nvSpPr>
          <p:spPr>
            <a:xfrm>
              <a:off x="617037" y="1704007"/>
              <a:ext cx="179536" cy="143783"/>
            </a:xfrm>
            <a:prstGeom prst="rect">
              <a:avLst/>
            </a:prstGeom>
            <a:noFill/>
          </p:spPr>
          <p:txBody>
            <a:bodyPr wrap="none" lIns="0" tIns="0" rIns="0" bIns="0" rtlCol="0">
              <a:spAutoFit/>
            </a:bodyPr>
            <a:lstStyle/>
            <a:p>
              <a:pPr>
                <a:spcBef>
                  <a:spcPts val="600"/>
                </a:spcBef>
                <a:buSzPct val="100000"/>
              </a:pPr>
              <a:r>
                <a:rPr lang="en-IN" sz="900" b="1">
                  <a:latin typeface="Verdana" panose="020B0604030504040204" pitchFamily="34" charset="0"/>
                  <a:ea typeface="Verdana" panose="020B0604030504040204" pitchFamily="34" charset="0"/>
                </a:rPr>
                <a:t>Q2</a:t>
              </a:r>
            </a:p>
          </p:txBody>
        </p:sp>
        <p:sp>
          <p:nvSpPr>
            <p:cNvPr id="1072" name="TextBox 1071">
              <a:extLst>
                <a:ext uri="{FF2B5EF4-FFF2-40B4-BE49-F238E27FC236}">
                  <a16:creationId xmlns:a16="http://schemas.microsoft.com/office/drawing/2014/main" id="{957FCF6C-5E27-65CF-A48A-F8A03EE4A0D0}"/>
                </a:ext>
              </a:extLst>
            </p:cNvPr>
            <p:cNvSpPr txBox="1"/>
            <p:nvPr/>
          </p:nvSpPr>
          <p:spPr>
            <a:xfrm>
              <a:off x="1198780" y="1686285"/>
              <a:ext cx="6583886" cy="319520"/>
            </a:xfrm>
            <a:prstGeom prst="rect">
              <a:avLst/>
            </a:prstGeom>
            <a:noFill/>
          </p:spPr>
          <p:txBody>
            <a:bodyPr wrap="square" lIns="0" tIns="0" rIns="0" bIns="0" rtlCol="0">
              <a:spAutoFit/>
            </a:bodyPr>
            <a:lstStyle/>
            <a:p>
              <a:pPr>
                <a:spcBef>
                  <a:spcPts val="300"/>
                </a:spcBef>
                <a:buSzPct val="100000"/>
              </a:pPr>
              <a:r>
                <a:rPr lang="en-US" sz="900" b="1">
                  <a:latin typeface="Verdana" panose="020B0604030504040204" pitchFamily="34" charset="0"/>
                  <a:ea typeface="Verdana" panose="020B0604030504040204" pitchFamily="34" charset="0"/>
                </a:rPr>
                <a:t>2) Voltage Level of Supply:</a:t>
              </a:r>
            </a:p>
            <a:p>
              <a:pPr>
                <a:buSzPct val="100000"/>
              </a:pPr>
              <a:r>
                <a:rPr lang="en-US" sz="1100" b="1">
                  <a:latin typeface="Verdana" panose="020B0604030504040204" pitchFamily="34" charset="0"/>
                  <a:ea typeface="Verdana" panose="020B0604030504040204" pitchFamily="34" charset="0"/>
                </a:rPr>
                <a:t>☐</a:t>
              </a:r>
              <a:r>
                <a:rPr lang="en-US" sz="900" b="1">
                  <a:latin typeface="Verdana" panose="020B0604030504040204" pitchFamily="34" charset="0"/>
                  <a:ea typeface="Verdana" panose="020B0604030504040204" pitchFamily="34" charset="0"/>
                </a:rPr>
                <a:t> LT (230V/415V)   </a:t>
              </a:r>
              <a:r>
                <a:rPr lang="en-US" sz="1100" b="1">
                  <a:latin typeface="Verdana" panose="020B0604030504040204" pitchFamily="34" charset="0"/>
                  <a:ea typeface="Verdana" panose="020B0604030504040204" pitchFamily="34" charset="0"/>
                </a:rPr>
                <a:t>☐</a:t>
              </a:r>
              <a:r>
                <a:rPr lang="en-US" sz="900" b="1">
                  <a:latin typeface="Verdana" panose="020B0604030504040204" pitchFamily="34" charset="0"/>
                  <a:ea typeface="Verdana" panose="020B0604030504040204" pitchFamily="34" charset="0"/>
                </a:rPr>
                <a:t> HT (11kV/33kV/others)</a:t>
              </a:r>
              <a:endParaRPr lang="en-IN" sz="900" b="1">
                <a:latin typeface="Verdana" panose="020B0604030504040204" pitchFamily="34" charset="0"/>
                <a:ea typeface="Verdana" panose="020B0604030504040204" pitchFamily="34" charset="0"/>
              </a:endParaRPr>
            </a:p>
          </p:txBody>
        </p:sp>
        <p:sp>
          <p:nvSpPr>
            <p:cNvPr id="1073" name="Rectangle 1072">
              <a:extLst>
                <a:ext uri="{FF2B5EF4-FFF2-40B4-BE49-F238E27FC236}">
                  <a16:creationId xmlns:a16="http://schemas.microsoft.com/office/drawing/2014/main" id="{63BC2652-FCCA-2704-809D-A4944E6462D4}"/>
                </a:ext>
              </a:extLst>
            </p:cNvPr>
            <p:cNvSpPr/>
            <p:nvPr/>
          </p:nvSpPr>
          <p:spPr bwMode="gray">
            <a:xfrm>
              <a:off x="288924" y="2281610"/>
              <a:ext cx="11598275" cy="454169"/>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a:latin typeface="Verdana" panose="020B0604030504040204" pitchFamily="34" charset="0"/>
                <a:ea typeface="Verdana" panose="020B0604030504040204" pitchFamily="34" charset="0"/>
              </a:endParaRPr>
            </a:p>
          </p:txBody>
        </p:sp>
        <p:cxnSp>
          <p:nvCxnSpPr>
            <p:cNvPr id="1074" name="Straight Connector 1073">
              <a:extLst>
                <a:ext uri="{FF2B5EF4-FFF2-40B4-BE49-F238E27FC236}">
                  <a16:creationId xmlns:a16="http://schemas.microsoft.com/office/drawing/2014/main" id="{3BAEAE81-40A2-05CB-2D44-05B28A08D52C}"/>
                </a:ext>
              </a:extLst>
            </p:cNvPr>
            <p:cNvCxnSpPr>
              <a:cxnSpLocks/>
            </p:cNvCxnSpPr>
            <p:nvPr/>
          </p:nvCxnSpPr>
          <p:spPr>
            <a:xfrm>
              <a:off x="1081405" y="2200065"/>
              <a:ext cx="0" cy="449089"/>
            </a:xfrm>
            <a:prstGeom prst="line">
              <a:avLst/>
            </a:prstGeom>
            <a:ln>
              <a:solidFill>
                <a:srgbClr val="E2ECEE"/>
              </a:solidFill>
            </a:ln>
          </p:spPr>
          <p:style>
            <a:lnRef idx="1">
              <a:schemeClr val="accent1"/>
            </a:lnRef>
            <a:fillRef idx="0">
              <a:schemeClr val="accent1"/>
            </a:fillRef>
            <a:effectRef idx="0">
              <a:schemeClr val="accent1"/>
            </a:effectRef>
            <a:fontRef idx="minor">
              <a:schemeClr val="tx1"/>
            </a:fontRef>
          </p:style>
        </p:cxnSp>
        <p:sp>
          <p:nvSpPr>
            <p:cNvPr id="1075" name="TextBox 1074">
              <a:extLst>
                <a:ext uri="{FF2B5EF4-FFF2-40B4-BE49-F238E27FC236}">
                  <a16:creationId xmlns:a16="http://schemas.microsoft.com/office/drawing/2014/main" id="{90A8F67F-88AA-A971-6F83-A696D8CEF730}"/>
                </a:ext>
              </a:extLst>
            </p:cNvPr>
            <p:cNvSpPr txBox="1"/>
            <p:nvPr/>
          </p:nvSpPr>
          <p:spPr>
            <a:xfrm>
              <a:off x="617037" y="2438194"/>
              <a:ext cx="179536" cy="143783"/>
            </a:xfrm>
            <a:prstGeom prst="rect">
              <a:avLst/>
            </a:prstGeom>
            <a:noFill/>
          </p:spPr>
          <p:txBody>
            <a:bodyPr wrap="none" lIns="0" tIns="0" rIns="0" bIns="0" rtlCol="0">
              <a:spAutoFit/>
            </a:bodyPr>
            <a:lstStyle/>
            <a:p>
              <a:pPr>
                <a:spcBef>
                  <a:spcPts val="600"/>
                </a:spcBef>
                <a:buSzPct val="100000"/>
              </a:pPr>
              <a:r>
                <a:rPr lang="en-IN" sz="900" b="1">
                  <a:latin typeface="Verdana" panose="020B0604030504040204" pitchFamily="34" charset="0"/>
                  <a:ea typeface="Verdana" panose="020B0604030504040204" pitchFamily="34" charset="0"/>
                </a:rPr>
                <a:t>Q3</a:t>
              </a:r>
            </a:p>
          </p:txBody>
        </p:sp>
        <p:sp>
          <p:nvSpPr>
            <p:cNvPr id="1076" name="TextBox 1075">
              <a:extLst>
                <a:ext uri="{FF2B5EF4-FFF2-40B4-BE49-F238E27FC236}">
                  <a16:creationId xmlns:a16="http://schemas.microsoft.com/office/drawing/2014/main" id="{32C0C2B6-E203-BE4E-990B-5F922BAA2312}"/>
                </a:ext>
              </a:extLst>
            </p:cNvPr>
            <p:cNvSpPr txBox="1"/>
            <p:nvPr/>
          </p:nvSpPr>
          <p:spPr>
            <a:xfrm>
              <a:off x="1198780" y="2353556"/>
              <a:ext cx="6583886" cy="319520"/>
            </a:xfrm>
            <a:prstGeom prst="rect">
              <a:avLst/>
            </a:prstGeom>
            <a:noFill/>
          </p:spPr>
          <p:txBody>
            <a:bodyPr wrap="square" lIns="0" tIns="0" rIns="0" bIns="0" rtlCol="0">
              <a:spAutoFit/>
            </a:bodyPr>
            <a:lstStyle/>
            <a:p>
              <a:pPr>
                <a:spcBef>
                  <a:spcPts val="300"/>
                </a:spcBef>
                <a:buSzPct val="100000"/>
              </a:pPr>
              <a:r>
                <a:rPr lang="en-US" sz="900" b="1">
                  <a:latin typeface="Verdana" panose="020B0604030504040204" pitchFamily="34" charset="0"/>
                  <a:ea typeface="Verdana" panose="020B0604030504040204" pitchFamily="34" charset="0"/>
                </a:rPr>
                <a:t>3) On average, how many power interruptions do you face per week?</a:t>
              </a:r>
            </a:p>
            <a:p>
              <a:pPr>
                <a:buSzPct val="100000"/>
              </a:pPr>
              <a:r>
                <a:rPr lang="en-US" sz="1100" b="1">
                  <a:latin typeface="Verdana" panose="020B0604030504040204" pitchFamily="34" charset="0"/>
                  <a:ea typeface="Verdana" panose="020B0604030504040204" pitchFamily="34" charset="0"/>
                </a:rPr>
                <a:t>☐</a:t>
              </a:r>
              <a:r>
                <a:rPr lang="en-US" sz="900" b="1">
                  <a:latin typeface="Verdana" panose="020B0604030504040204" pitchFamily="34" charset="0"/>
                  <a:ea typeface="Verdana" panose="020B0604030504040204" pitchFamily="34" charset="0"/>
                </a:rPr>
                <a:t> None   </a:t>
              </a:r>
              <a:r>
                <a:rPr lang="en-US" sz="1100" b="1">
                  <a:latin typeface="Verdana" panose="020B0604030504040204" pitchFamily="34" charset="0"/>
                  <a:ea typeface="Verdana" panose="020B0604030504040204" pitchFamily="34" charset="0"/>
                </a:rPr>
                <a:t>☐</a:t>
              </a:r>
              <a:r>
                <a:rPr lang="en-US" sz="900" b="1">
                  <a:latin typeface="Verdana" panose="020B0604030504040204" pitchFamily="34" charset="0"/>
                  <a:ea typeface="Verdana" panose="020B0604030504040204" pitchFamily="34" charset="0"/>
                </a:rPr>
                <a:t> 1–2   </a:t>
              </a:r>
              <a:r>
                <a:rPr lang="en-US" sz="1100" b="1">
                  <a:latin typeface="Verdana" panose="020B0604030504040204" pitchFamily="34" charset="0"/>
                  <a:ea typeface="Verdana" panose="020B0604030504040204" pitchFamily="34" charset="0"/>
                </a:rPr>
                <a:t>☐</a:t>
              </a:r>
              <a:r>
                <a:rPr lang="en-US" sz="900" b="1">
                  <a:latin typeface="Verdana" panose="020B0604030504040204" pitchFamily="34" charset="0"/>
                  <a:ea typeface="Verdana" panose="020B0604030504040204" pitchFamily="34" charset="0"/>
                </a:rPr>
                <a:t> 3–5   </a:t>
              </a:r>
              <a:r>
                <a:rPr lang="en-US" sz="1100" b="1">
                  <a:latin typeface="Verdana" panose="020B0604030504040204" pitchFamily="34" charset="0"/>
                  <a:ea typeface="Verdana" panose="020B0604030504040204" pitchFamily="34" charset="0"/>
                </a:rPr>
                <a:t>☐</a:t>
              </a:r>
              <a:r>
                <a:rPr lang="en-US" sz="900" b="1">
                  <a:latin typeface="Verdana" panose="020B0604030504040204" pitchFamily="34" charset="0"/>
                  <a:ea typeface="Verdana" panose="020B0604030504040204" pitchFamily="34" charset="0"/>
                </a:rPr>
                <a:t> More than 5</a:t>
              </a:r>
              <a:endParaRPr lang="en-IN" sz="900" b="1">
                <a:latin typeface="Verdana" panose="020B0604030504040204" pitchFamily="34" charset="0"/>
                <a:ea typeface="Verdana" panose="020B0604030504040204" pitchFamily="34" charset="0"/>
              </a:endParaRPr>
            </a:p>
          </p:txBody>
        </p:sp>
        <p:sp>
          <p:nvSpPr>
            <p:cNvPr id="1077" name="Rectangle 1076">
              <a:extLst>
                <a:ext uri="{FF2B5EF4-FFF2-40B4-BE49-F238E27FC236}">
                  <a16:creationId xmlns:a16="http://schemas.microsoft.com/office/drawing/2014/main" id="{C382B2A7-C043-51C3-5E65-5C10621589A4}"/>
                </a:ext>
              </a:extLst>
            </p:cNvPr>
            <p:cNvSpPr/>
            <p:nvPr/>
          </p:nvSpPr>
          <p:spPr bwMode="gray">
            <a:xfrm>
              <a:off x="288924" y="2817917"/>
              <a:ext cx="11598275" cy="454169"/>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a:solidFill>
                  <a:schemeClr val="bg1"/>
                </a:solidFill>
                <a:latin typeface="Verdana" panose="020B0604030504040204" pitchFamily="34" charset="0"/>
                <a:ea typeface="Verdana" panose="020B0604030504040204" pitchFamily="34" charset="0"/>
              </a:endParaRPr>
            </a:p>
          </p:txBody>
        </p:sp>
        <p:cxnSp>
          <p:nvCxnSpPr>
            <p:cNvPr id="1078" name="Straight Connector 1077">
              <a:extLst>
                <a:ext uri="{FF2B5EF4-FFF2-40B4-BE49-F238E27FC236}">
                  <a16:creationId xmlns:a16="http://schemas.microsoft.com/office/drawing/2014/main" id="{0204A7C8-4179-34F2-96C6-8ECF19696F34}"/>
                </a:ext>
              </a:extLst>
            </p:cNvPr>
            <p:cNvCxnSpPr>
              <a:cxnSpLocks/>
            </p:cNvCxnSpPr>
            <p:nvPr/>
          </p:nvCxnSpPr>
          <p:spPr>
            <a:xfrm>
              <a:off x="1081405" y="2822997"/>
              <a:ext cx="0" cy="449089"/>
            </a:xfrm>
            <a:prstGeom prst="line">
              <a:avLst/>
            </a:prstGeom>
            <a:ln>
              <a:solidFill>
                <a:srgbClr val="E2ECEE"/>
              </a:solidFill>
            </a:ln>
          </p:spPr>
          <p:style>
            <a:lnRef idx="1">
              <a:schemeClr val="accent1"/>
            </a:lnRef>
            <a:fillRef idx="0">
              <a:schemeClr val="accent1"/>
            </a:fillRef>
            <a:effectRef idx="0">
              <a:schemeClr val="accent1"/>
            </a:effectRef>
            <a:fontRef idx="minor">
              <a:schemeClr val="tx1"/>
            </a:fontRef>
          </p:style>
        </p:cxnSp>
        <p:sp>
          <p:nvSpPr>
            <p:cNvPr id="1079" name="TextBox 1078">
              <a:extLst>
                <a:ext uri="{FF2B5EF4-FFF2-40B4-BE49-F238E27FC236}">
                  <a16:creationId xmlns:a16="http://schemas.microsoft.com/office/drawing/2014/main" id="{C313300D-BC28-8E11-2F6B-07042C112AA9}"/>
                </a:ext>
              </a:extLst>
            </p:cNvPr>
            <p:cNvSpPr txBox="1"/>
            <p:nvPr/>
          </p:nvSpPr>
          <p:spPr>
            <a:xfrm>
              <a:off x="617037" y="2974501"/>
              <a:ext cx="179536" cy="143783"/>
            </a:xfrm>
            <a:prstGeom prst="rect">
              <a:avLst/>
            </a:prstGeom>
            <a:noFill/>
          </p:spPr>
          <p:txBody>
            <a:bodyPr wrap="none" lIns="0" tIns="0" rIns="0" bIns="0" rtlCol="0">
              <a:spAutoFit/>
            </a:bodyPr>
            <a:lstStyle/>
            <a:p>
              <a:pPr>
                <a:spcBef>
                  <a:spcPts val="600"/>
                </a:spcBef>
                <a:buSzPct val="100000"/>
              </a:pPr>
              <a:r>
                <a:rPr lang="en-IN" sz="900" b="1">
                  <a:latin typeface="Verdana" panose="020B0604030504040204" pitchFamily="34" charset="0"/>
                  <a:ea typeface="Verdana" panose="020B0604030504040204" pitchFamily="34" charset="0"/>
                </a:rPr>
                <a:t>Q4</a:t>
              </a:r>
            </a:p>
          </p:txBody>
        </p:sp>
        <p:sp>
          <p:nvSpPr>
            <p:cNvPr id="1080" name="TextBox 1079">
              <a:extLst>
                <a:ext uri="{FF2B5EF4-FFF2-40B4-BE49-F238E27FC236}">
                  <a16:creationId xmlns:a16="http://schemas.microsoft.com/office/drawing/2014/main" id="{FF6B1CA9-FC23-442B-AD65-056B5F8DB1C7}"/>
                </a:ext>
              </a:extLst>
            </p:cNvPr>
            <p:cNvSpPr txBox="1"/>
            <p:nvPr/>
          </p:nvSpPr>
          <p:spPr>
            <a:xfrm>
              <a:off x="1198780" y="2889863"/>
              <a:ext cx="6583886" cy="319520"/>
            </a:xfrm>
            <a:prstGeom prst="rect">
              <a:avLst/>
            </a:prstGeom>
            <a:noFill/>
          </p:spPr>
          <p:txBody>
            <a:bodyPr wrap="square" lIns="0" tIns="0" rIns="0" bIns="0" rtlCol="0">
              <a:spAutoFit/>
            </a:bodyPr>
            <a:lstStyle/>
            <a:p>
              <a:pPr>
                <a:spcBef>
                  <a:spcPts val="300"/>
                </a:spcBef>
                <a:buSzPct val="100000"/>
              </a:pPr>
              <a:r>
                <a:rPr lang="en-US" sz="900" b="1">
                  <a:latin typeface="Verdana" panose="020B0604030504040204" pitchFamily="34" charset="0"/>
                  <a:ea typeface="Verdana" panose="020B0604030504040204" pitchFamily="34" charset="0"/>
                </a:rPr>
                <a:t>4) What is the average duration of each outage?</a:t>
              </a:r>
            </a:p>
            <a:p>
              <a:pPr>
                <a:buSzPct val="100000"/>
              </a:pPr>
              <a:r>
                <a:rPr lang="en-US" sz="1100" b="1">
                  <a:latin typeface="Verdana" panose="020B0604030504040204" pitchFamily="34" charset="0"/>
                  <a:ea typeface="Verdana" panose="020B0604030504040204" pitchFamily="34" charset="0"/>
                </a:rPr>
                <a:t>☐</a:t>
              </a:r>
              <a:r>
                <a:rPr lang="en-US" sz="900" b="1">
                  <a:latin typeface="Verdana" panose="020B0604030504040204" pitchFamily="34" charset="0"/>
                  <a:ea typeface="Verdana" panose="020B0604030504040204" pitchFamily="34" charset="0"/>
                </a:rPr>
                <a:t> Less than 1 hour   </a:t>
              </a:r>
              <a:r>
                <a:rPr lang="en-US" sz="1100" b="1">
                  <a:latin typeface="Verdana" panose="020B0604030504040204" pitchFamily="34" charset="0"/>
                  <a:ea typeface="Verdana" panose="020B0604030504040204" pitchFamily="34" charset="0"/>
                </a:rPr>
                <a:t>☐</a:t>
              </a:r>
              <a:r>
                <a:rPr lang="en-US" sz="900" b="1">
                  <a:latin typeface="Verdana" panose="020B0604030504040204" pitchFamily="34" charset="0"/>
                  <a:ea typeface="Verdana" panose="020B0604030504040204" pitchFamily="34" charset="0"/>
                </a:rPr>
                <a:t> 1–3 hours   </a:t>
              </a:r>
              <a:r>
                <a:rPr lang="en-US" sz="1100" b="1">
                  <a:latin typeface="Verdana" panose="020B0604030504040204" pitchFamily="34" charset="0"/>
                  <a:ea typeface="Verdana" panose="020B0604030504040204" pitchFamily="34" charset="0"/>
                </a:rPr>
                <a:t>☐</a:t>
              </a:r>
              <a:r>
                <a:rPr lang="en-US" sz="900" b="1">
                  <a:latin typeface="Verdana" panose="020B0604030504040204" pitchFamily="34" charset="0"/>
                  <a:ea typeface="Verdana" panose="020B0604030504040204" pitchFamily="34" charset="0"/>
                </a:rPr>
                <a:t> More than 3 hours</a:t>
              </a:r>
              <a:endParaRPr lang="en-IN" sz="900" b="1">
                <a:latin typeface="Verdana" panose="020B0604030504040204" pitchFamily="34" charset="0"/>
                <a:ea typeface="Verdana" panose="020B0604030504040204" pitchFamily="34" charset="0"/>
              </a:endParaRPr>
            </a:p>
          </p:txBody>
        </p:sp>
        <p:sp>
          <p:nvSpPr>
            <p:cNvPr id="1081" name="Rectangle 1080">
              <a:extLst>
                <a:ext uri="{FF2B5EF4-FFF2-40B4-BE49-F238E27FC236}">
                  <a16:creationId xmlns:a16="http://schemas.microsoft.com/office/drawing/2014/main" id="{950863DD-FE49-7903-3BC7-CE6D5CA604E3}"/>
                </a:ext>
              </a:extLst>
            </p:cNvPr>
            <p:cNvSpPr/>
            <p:nvPr/>
          </p:nvSpPr>
          <p:spPr bwMode="gray">
            <a:xfrm>
              <a:off x="288924" y="3354224"/>
              <a:ext cx="11598275" cy="454169"/>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a:solidFill>
                  <a:schemeClr val="bg1"/>
                </a:solidFill>
                <a:latin typeface="Verdana" panose="020B0604030504040204" pitchFamily="34" charset="0"/>
                <a:ea typeface="Verdana" panose="020B0604030504040204" pitchFamily="34" charset="0"/>
              </a:endParaRPr>
            </a:p>
          </p:txBody>
        </p:sp>
        <p:cxnSp>
          <p:nvCxnSpPr>
            <p:cNvPr id="1082" name="Straight Connector 1081">
              <a:extLst>
                <a:ext uri="{FF2B5EF4-FFF2-40B4-BE49-F238E27FC236}">
                  <a16:creationId xmlns:a16="http://schemas.microsoft.com/office/drawing/2014/main" id="{02E1751E-7112-134B-E50D-BA6944017C29}"/>
                </a:ext>
              </a:extLst>
            </p:cNvPr>
            <p:cNvCxnSpPr>
              <a:cxnSpLocks/>
            </p:cNvCxnSpPr>
            <p:nvPr/>
          </p:nvCxnSpPr>
          <p:spPr>
            <a:xfrm>
              <a:off x="1081405" y="3359304"/>
              <a:ext cx="0" cy="449089"/>
            </a:xfrm>
            <a:prstGeom prst="line">
              <a:avLst/>
            </a:prstGeom>
            <a:ln>
              <a:solidFill>
                <a:srgbClr val="E2ECEE"/>
              </a:solidFill>
            </a:ln>
          </p:spPr>
          <p:style>
            <a:lnRef idx="1">
              <a:schemeClr val="accent1"/>
            </a:lnRef>
            <a:fillRef idx="0">
              <a:schemeClr val="accent1"/>
            </a:fillRef>
            <a:effectRef idx="0">
              <a:schemeClr val="accent1"/>
            </a:effectRef>
            <a:fontRef idx="minor">
              <a:schemeClr val="tx1"/>
            </a:fontRef>
          </p:style>
        </p:cxnSp>
        <p:sp>
          <p:nvSpPr>
            <p:cNvPr id="1083" name="TextBox 1082">
              <a:extLst>
                <a:ext uri="{FF2B5EF4-FFF2-40B4-BE49-F238E27FC236}">
                  <a16:creationId xmlns:a16="http://schemas.microsoft.com/office/drawing/2014/main" id="{668723BC-1241-B853-3C8F-DF00DADAB8AB}"/>
                </a:ext>
              </a:extLst>
            </p:cNvPr>
            <p:cNvSpPr txBox="1"/>
            <p:nvPr/>
          </p:nvSpPr>
          <p:spPr>
            <a:xfrm>
              <a:off x="617037" y="3510808"/>
              <a:ext cx="179536" cy="143783"/>
            </a:xfrm>
            <a:prstGeom prst="rect">
              <a:avLst/>
            </a:prstGeom>
            <a:noFill/>
          </p:spPr>
          <p:txBody>
            <a:bodyPr wrap="none" lIns="0" tIns="0" rIns="0" bIns="0" rtlCol="0">
              <a:spAutoFit/>
            </a:bodyPr>
            <a:lstStyle/>
            <a:p>
              <a:pPr>
                <a:spcBef>
                  <a:spcPts val="600"/>
                </a:spcBef>
                <a:buSzPct val="100000"/>
              </a:pPr>
              <a:r>
                <a:rPr lang="en-IN" sz="900" b="1">
                  <a:latin typeface="Verdana" panose="020B0604030504040204" pitchFamily="34" charset="0"/>
                  <a:ea typeface="Verdana" panose="020B0604030504040204" pitchFamily="34" charset="0"/>
                </a:rPr>
                <a:t>Q5</a:t>
              </a:r>
            </a:p>
          </p:txBody>
        </p:sp>
        <p:sp>
          <p:nvSpPr>
            <p:cNvPr id="1084" name="TextBox 1083">
              <a:extLst>
                <a:ext uri="{FF2B5EF4-FFF2-40B4-BE49-F238E27FC236}">
                  <a16:creationId xmlns:a16="http://schemas.microsoft.com/office/drawing/2014/main" id="{17BE8CC2-DAF8-F887-BC2F-9832F890211E}"/>
                </a:ext>
              </a:extLst>
            </p:cNvPr>
            <p:cNvSpPr txBox="1"/>
            <p:nvPr/>
          </p:nvSpPr>
          <p:spPr>
            <a:xfrm>
              <a:off x="1198780" y="3426170"/>
              <a:ext cx="6583886" cy="319520"/>
            </a:xfrm>
            <a:prstGeom prst="rect">
              <a:avLst/>
            </a:prstGeom>
            <a:noFill/>
          </p:spPr>
          <p:txBody>
            <a:bodyPr wrap="square" lIns="0" tIns="0" rIns="0" bIns="0" rtlCol="0">
              <a:spAutoFit/>
            </a:bodyPr>
            <a:lstStyle/>
            <a:p>
              <a:pPr>
                <a:spcBef>
                  <a:spcPts val="300"/>
                </a:spcBef>
                <a:buSzPct val="100000"/>
              </a:pPr>
              <a:r>
                <a:rPr lang="en-US" sz="900" b="1">
                  <a:latin typeface="Verdana" panose="020B0604030504040204" pitchFamily="34" charset="0"/>
                  <a:ea typeface="Verdana" panose="020B0604030504040204" pitchFamily="34" charset="0"/>
                </a:rPr>
                <a:t>5) Do you experience voltage fluctuations?</a:t>
              </a:r>
            </a:p>
            <a:p>
              <a:pPr>
                <a:buSzPct val="100000"/>
              </a:pPr>
              <a:r>
                <a:rPr lang="en-US" sz="1100" b="1">
                  <a:latin typeface="Verdana" panose="020B0604030504040204" pitchFamily="34" charset="0"/>
                  <a:ea typeface="Verdana" panose="020B0604030504040204" pitchFamily="34" charset="0"/>
                </a:rPr>
                <a:t>☐</a:t>
              </a:r>
              <a:r>
                <a:rPr lang="en-US" sz="900" b="1">
                  <a:latin typeface="Verdana" panose="020B0604030504040204" pitchFamily="34" charset="0"/>
                  <a:ea typeface="Verdana" panose="020B0604030504040204" pitchFamily="34" charset="0"/>
                </a:rPr>
                <a:t> Frequently   </a:t>
              </a:r>
              <a:r>
                <a:rPr lang="en-US" sz="1100" b="1">
                  <a:latin typeface="Verdana" panose="020B0604030504040204" pitchFamily="34" charset="0"/>
                  <a:ea typeface="Verdana" panose="020B0604030504040204" pitchFamily="34" charset="0"/>
                </a:rPr>
                <a:t>☐</a:t>
              </a:r>
              <a:r>
                <a:rPr lang="en-US" sz="900" b="1">
                  <a:latin typeface="Verdana" panose="020B0604030504040204" pitchFamily="34" charset="0"/>
                  <a:ea typeface="Verdana" panose="020B0604030504040204" pitchFamily="34" charset="0"/>
                </a:rPr>
                <a:t> Occasionally   </a:t>
              </a:r>
              <a:r>
                <a:rPr lang="en-US" sz="1100" b="1">
                  <a:latin typeface="Verdana" panose="020B0604030504040204" pitchFamily="34" charset="0"/>
                  <a:ea typeface="Verdana" panose="020B0604030504040204" pitchFamily="34" charset="0"/>
                </a:rPr>
                <a:t>☐</a:t>
              </a:r>
              <a:r>
                <a:rPr lang="en-US" sz="900" b="1">
                  <a:latin typeface="Verdana" panose="020B0604030504040204" pitchFamily="34" charset="0"/>
                  <a:ea typeface="Verdana" panose="020B0604030504040204" pitchFamily="34" charset="0"/>
                </a:rPr>
                <a:t> Never </a:t>
              </a:r>
              <a:endParaRPr lang="en-IN" sz="900" b="1">
                <a:latin typeface="Verdana" panose="020B0604030504040204" pitchFamily="34" charset="0"/>
                <a:ea typeface="Verdana" panose="020B0604030504040204" pitchFamily="34" charset="0"/>
              </a:endParaRPr>
            </a:p>
          </p:txBody>
        </p:sp>
        <p:sp>
          <p:nvSpPr>
            <p:cNvPr id="1097" name="Rectangle 1096">
              <a:extLst>
                <a:ext uri="{FF2B5EF4-FFF2-40B4-BE49-F238E27FC236}">
                  <a16:creationId xmlns:a16="http://schemas.microsoft.com/office/drawing/2014/main" id="{79F638D7-0694-0B3B-54CB-97406CE6DA87}"/>
                </a:ext>
              </a:extLst>
            </p:cNvPr>
            <p:cNvSpPr/>
            <p:nvPr/>
          </p:nvSpPr>
          <p:spPr bwMode="gray">
            <a:xfrm>
              <a:off x="288924" y="4019955"/>
              <a:ext cx="11598275" cy="454169"/>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a:solidFill>
                  <a:schemeClr val="accent2"/>
                </a:solidFill>
                <a:latin typeface="Verdana" panose="020B0604030504040204" pitchFamily="34" charset="0"/>
                <a:ea typeface="Verdana" panose="020B0604030504040204" pitchFamily="34" charset="0"/>
              </a:endParaRPr>
            </a:p>
          </p:txBody>
        </p:sp>
        <p:cxnSp>
          <p:nvCxnSpPr>
            <p:cNvPr id="1098" name="Straight Connector 1097">
              <a:extLst>
                <a:ext uri="{FF2B5EF4-FFF2-40B4-BE49-F238E27FC236}">
                  <a16:creationId xmlns:a16="http://schemas.microsoft.com/office/drawing/2014/main" id="{01905FB2-7FF4-1499-30E1-2F121B0AF4EA}"/>
                </a:ext>
              </a:extLst>
            </p:cNvPr>
            <p:cNvCxnSpPr>
              <a:cxnSpLocks/>
            </p:cNvCxnSpPr>
            <p:nvPr/>
          </p:nvCxnSpPr>
          <p:spPr>
            <a:xfrm>
              <a:off x="1081405" y="3881096"/>
              <a:ext cx="0" cy="449089"/>
            </a:xfrm>
            <a:prstGeom prst="line">
              <a:avLst/>
            </a:prstGeom>
            <a:ln>
              <a:solidFill>
                <a:srgbClr val="E2ECEE"/>
              </a:solidFill>
            </a:ln>
          </p:spPr>
          <p:style>
            <a:lnRef idx="1">
              <a:schemeClr val="accent1"/>
            </a:lnRef>
            <a:fillRef idx="0">
              <a:schemeClr val="accent1"/>
            </a:fillRef>
            <a:effectRef idx="0">
              <a:schemeClr val="accent1"/>
            </a:effectRef>
            <a:fontRef idx="minor">
              <a:schemeClr val="tx1"/>
            </a:fontRef>
          </p:style>
        </p:cxnSp>
        <p:sp>
          <p:nvSpPr>
            <p:cNvPr id="1099" name="TextBox 1098">
              <a:extLst>
                <a:ext uri="{FF2B5EF4-FFF2-40B4-BE49-F238E27FC236}">
                  <a16:creationId xmlns:a16="http://schemas.microsoft.com/office/drawing/2014/main" id="{14458F43-8885-5EFB-7E15-A954BF05B689}"/>
                </a:ext>
              </a:extLst>
            </p:cNvPr>
            <p:cNvSpPr txBox="1"/>
            <p:nvPr/>
          </p:nvSpPr>
          <p:spPr>
            <a:xfrm>
              <a:off x="617037" y="4176539"/>
              <a:ext cx="179536" cy="143783"/>
            </a:xfrm>
            <a:prstGeom prst="rect">
              <a:avLst/>
            </a:prstGeom>
            <a:noFill/>
          </p:spPr>
          <p:txBody>
            <a:bodyPr wrap="none" lIns="0" tIns="0" rIns="0" bIns="0" rtlCol="0">
              <a:spAutoFit/>
            </a:bodyPr>
            <a:lstStyle/>
            <a:p>
              <a:pPr>
                <a:spcBef>
                  <a:spcPts val="600"/>
                </a:spcBef>
                <a:buSzPct val="100000"/>
              </a:pPr>
              <a:r>
                <a:rPr lang="en-IN" sz="900" b="1">
                  <a:latin typeface="Verdana" panose="020B0604030504040204" pitchFamily="34" charset="0"/>
                  <a:ea typeface="Verdana" panose="020B0604030504040204" pitchFamily="34" charset="0"/>
                </a:rPr>
                <a:t>Q6</a:t>
              </a:r>
            </a:p>
          </p:txBody>
        </p:sp>
        <p:sp>
          <p:nvSpPr>
            <p:cNvPr id="1100" name="TextBox 1099">
              <a:extLst>
                <a:ext uri="{FF2B5EF4-FFF2-40B4-BE49-F238E27FC236}">
                  <a16:creationId xmlns:a16="http://schemas.microsoft.com/office/drawing/2014/main" id="{F5EC3504-737C-CA83-1B66-80ADC7DE74A7}"/>
                </a:ext>
              </a:extLst>
            </p:cNvPr>
            <p:cNvSpPr txBox="1"/>
            <p:nvPr/>
          </p:nvSpPr>
          <p:spPr>
            <a:xfrm>
              <a:off x="1198780" y="4091901"/>
              <a:ext cx="6583886" cy="319520"/>
            </a:xfrm>
            <a:prstGeom prst="rect">
              <a:avLst/>
            </a:prstGeom>
            <a:noFill/>
          </p:spPr>
          <p:txBody>
            <a:bodyPr wrap="square" lIns="0" tIns="0" rIns="0" bIns="0" rtlCol="0">
              <a:spAutoFit/>
            </a:bodyPr>
            <a:lstStyle/>
            <a:p>
              <a:pPr>
                <a:spcBef>
                  <a:spcPts val="300"/>
                </a:spcBef>
                <a:buSzPct val="100000"/>
              </a:pPr>
              <a:r>
                <a:rPr lang="en-US" sz="900" b="1">
                  <a:latin typeface="Verdana" panose="020B0604030504040204" pitchFamily="34" charset="0"/>
                  <a:ea typeface="Verdana" panose="020B0604030504040204" pitchFamily="34" charset="0"/>
                </a:rPr>
                <a:t>6) Have you ever lodged a complaint to DVC?</a:t>
              </a:r>
            </a:p>
            <a:p>
              <a:pPr>
                <a:buSzPct val="100000"/>
              </a:pPr>
              <a:r>
                <a:rPr lang="en-US" sz="1100" b="1">
                  <a:latin typeface="Verdana" panose="020B0604030504040204" pitchFamily="34" charset="0"/>
                  <a:ea typeface="Verdana" panose="020B0604030504040204" pitchFamily="34" charset="0"/>
                </a:rPr>
                <a:t>☐</a:t>
              </a:r>
              <a:r>
                <a:rPr lang="en-US" sz="900" b="1">
                  <a:latin typeface="Verdana" panose="020B0604030504040204" pitchFamily="34" charset="0"/>
                  <a:ea typeface="Verdana" panose="020B0604030504040204" pitchFamily="34" charset="0"/>
                </a:rPr>
                <a:t> Yes   </a:t>
              </a:r>
              <a:r>
                <a:rPr lang="en-US" sz="1100" b="1">
                  <a:latin typeface="Verdana" panose="020B0604030504040204" pitchFamily="34" charset="0"/>
                  <a:ea typeface="Verdana" panose="020B0604030504040204" pitchFamily="34" charset="0"/>
                </a:rPr>
                <a:t>☐</a:t>
              </a:r>
              <a:r>
                <a:rPr lang="en-US" sz="900" b="1">
                  <a:latin typeface="Verdana" panose="020B0604030504040204" pitchFamily="34" charset="0"/>
                  <a:ea typeface="Verdana" panose="020B0604030504040204" pitchFamily="34" charset="0"/>
                </a:rPr>
                <a:t> No</a:t>
              </a:r>
              <a:endParaRPr lang="en-IN" sz="900" b="1">
                <a:latin typeface="Verdana" panose="020B0604030504040204" pitchFamily="34" charset="0"/>
                <a:ea typeface="Verdana" panose="020B0604030504040204" pitchFamily="34" charset="0"/>
              </a:endParaRPr>
            </a:p>
          </p:txBody>
        </p:sp>
        <p:sp>
          <p:nvSpPr>
            <p:cNvPr id="1101" name="Rectangle 1100">
              <a:extLst>
                <a:ext uri="{FF2B5EF4-FFF2-40B4-BE49-F238E27FC236}">
                  <a16:creationId xmlns:a16="http://schemas.microsoft.com/office/drawing/2014/main" id="{616EF6E0-6D23-F2A5-19AC-36BB21BFF245}"/>
                </a:ext>
              </a:extLst>
            </p:cNvPr>
            <p:cNvSpPr/>
            <p:nvPr/>
          </p:nvSpPr>
          <p:spPr bwMode="gray">
            <a:xfrm>
              <a:off x="288924" y="4556262"/>
              <a:ext cx="11598275" cy="454169"/>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a:solidFill>
                  <a:schemeClr val="bg1"/>
                </a:solidFill>
                <a:latin typeface="Verdana" panose="020B0604030504040204" pitchFamily="34" charset="0"/>
                <a:ea typeface="Verdana" panose="020B0604030504040204" pitchFamily="34" charset="0"/>
              </a:endParaRPr>
            </a:p>
          </p:txBody>
        </p:sp>
        <p:cxnSp>
          <p:nvCxnSpPr>
            <p:cNvPr id="1102" name="Straight Connector 1101">
              <a:extLst>
                <a:ext uri="{FF2B5EF4-FFF2-40B4-BE49-F238E27FC236}">
                  <a16:creationId xmlns:a16="http://schemas.microsoft.com/office/drawing/2014/main" id="{E4577F4E-4F72-9972-05F7-54FBD49E25A6}"/>
                </a:ext>
              </a:extLst>
            </p:cNvPr>
            <p:cNvCxnSpPr>
              <a:cxnSpLocks/>
            </p:cNvCxnSpPr>
            <p:nvPr/>
          </p:nvCxnSpPr>
          <p:spPr>
            <a:xfrm>
              <a:off x="1081405" y="4561342"/>
              <a:ext cx="0" cy="449089"/>
            </a:xfrm>
            <a:prstGeom prst="line">
              <a:avLst/>
            </a:prstGeom>
            <a:ln>
              <a:solidFill>
                <a:srgbClr val="E2ECEE"/>
              </a:solidFill>
            </a:ln>
          </p:spPr>
          <p:style>
            <a:lnRef idx="1">
              <a:schemeClr val="accent1"/>
            </a:lnRef>
            <a:fillRef idx="0">
              <a:schemeClr val="accent1"/>
            </a:fillRef>
            <a:effectRef idx="0">
              <a:schemeClr val="accent1"/>
            </a:effectRef>
            <a:fontRef idx="minor">
              <a:schemeClr val="tx1"/>
            </a:fontRef>
          </p:style>
        </p:cxnSp>
        <p:sp>
          <p:nvSpPr>
            <p:cNvPr id="1103" name="TextBox 1102">
              <a:extLst>
                <a:ext uri="{FF2B5EF4-FFF2-40B4-BE49-F238E27FC236}">
                  <a16:creationId xmlns:a16="http://schemas.microsoft.com/office/drawing/2014/main" id="{AF8DFD3E-5BDF-272B-42DF-AE7BD125BE74}"/>
                </a:ext>
              </a:extLst>
            </p:cNvPr>
            <p:cNvSpPr txBox="1"/>
            <p:nvPr/>
          </p:nvSpPr>
          <p:spPr>
            <a:xfrm>
              <a:off x="617037" y="4712846"/>
              <a:ext cx="179536" cy="143783"/>
            </a:xfrm>
            <a:prstGeom prst="rect">
              <a:avLst/>
            </a:prstGeom>
            <a:noFill/>
          </p:spPr>
          <p:txBody>
            <a:bodyPr wrap="none" lIns="0" tIns="0" rIns="0" bIns="0" rtlCol="0">
              <a:spAutoFit/>
            </a:bodyPr>
            <a:lstStyle/>
            <a:p>
              <a:pPr>
                <a:spcBef>
                  <a:spcPts val="600"/>
                </a:spcBef>
                <a:buSzPct val="100000"/>
              </a:pPr>
              <a:r>
                <a:rPr lang="en-IN" sz="900" b="1">
                  <a:latin typeface="Verdana" panose="020B0604030504040204" pitchFamily="34" charset="0"/>
                  <a:ea typeface="Verdana" panose="020B0604030504040204" pitchFamily="34" charset="0"/>
                </a:rPr>
                <a:t>Q7</a:t>
              </a:r>
            </a:p>
          </p:txBody>
        </p:sp>
        <p:sp>
          <p:nvSpPr>
            <p:cNvPr id="1104" name="TextBox 1103">
              <a:extLst>
                <a:ext uri="{FF2B5EF4-FFF2-40B4-BE49-F238E27FC236}">
                  <a16:creationId xmlns:a16="http://schemas.microsoft.com/office/drawing/2014/main" id="{DF744D83-D267-EC44-2AE8-16391381870C}"/>
                </a:ext>
              </a:extLst>
            </p:cNvPr>
            <p:cNvSpPr txBox="1"/>
            <p:nvPr/>
          </p:nvSpPr>
          <p:spPr>
            <a:xfrm>
              <a:off x="1198780" y="4628208"/>
              <a:ext cx="6583886" cy="319520"/>
            </a:xfrm>
            <a:prstGeom prst="rect">
              <a:avLst/>
            </a:prstGeom>
            <a:noFill/>
          </p:spPr>
          <p:txBody>
            <a:bodyPr wrap="square" lIns="0" tIns="0" rIns="0" bIns="0" rtlCol="0">
              <a:spAutoFit/>
            </a:bodyPr>
            <a:lstStyle/>
            <a:p>
              <a:pPr>
                <a:spcBef>
                  <a:spcPts val="300"/>
                </a:spcBef>
                <a:buSzPct val="100000"/>
              </a:pPr>
              <a:r>
                <a:rPr lang="en-US" sz="900" b="1">
                  <a:latin typeface="Verdana" panose="020B0604030504040204" pitchFamily="34" charset="0"/>
                  <a:ea typeface="Verdana" panose="020B0604030504040204" pitchFamily="34" charset="0"/>
                </a:rPr>
                <a:t>7) If yes, was the complaint resolved to your satisfaction?</a:t>
              </a:r>
            </a:p>
            <a:p>
              <a:pPr>
                <a:buSzPct val="100000"/>
              </a:pPr>
              <a:r>
                <a:rPr lang="en-US" sz="1100" b="1">
                  <a:latin typeface="Verdana" panose="020B0604030504040204" pitchFamily="34" charset="0"/>
                  <a:ea typeface="Verdana" panose="020B0604030504040204" pitchFamily="34" charset="0"/>
                </a:rPr>
                <a:t>☐</a:t>
              </a:r>
              <a:r>
                <a:rPr lang="en-US" sz="900" b="1">
                  <a:latin typeface="Verdana" panose="020B0604030504040204" pitchFamily="34" charset="0"/>
                  <a:ea typeface="Verdana" panose="020B0604030504040204" pitchFamily="34" charset="0"/>
                </a:rPr>
                <a:t> Yes   </a:t>
              </a:r>
              <a:r>
                <a:rPr lang="en-US" sz="1100" b="1">
                  <a:latin typeface="Verdana" panose="020B0604030504040204" pitchFamily="34" charset="0"/>
                  <a:ea typeface="Verdana" panose="020B0604030504040204" pitchFamily="34" charset="0"/>
                </a:rPr>
                <a:t>☐</a:t>
              </a:r>
              <a:r>
                <a:rPr lang="en-US" sz="900" b="1">
                  <a:latin typeface="Verdana" panose="020B0604030504040204" pitchFamily="34" charset="0"/>
                  <a:ea typeface="Verdana" panose="020B0604030504040204" pitchFamily="34" charset="0"/>
                </a:rPr>
                <a:t> No   </a:t>
              </a:r>
              <a:r>
                <a:rPr lang="en-US" sz="1100" b="1">
                  <a:latin typeface="Verdana" panose="020B0604030504040204" pitchFamily="34" charset="0"/>
                  <a:ea typeface="Verdana" panose="020B0604030504040204" pitchFamily="34" charset="0"/>
                </a:rPr>
                <a:t>☐</a:t>
              </a:r>
              <a:r>
                <a:rPr lang="en-US" sz="900" b="1">
                  <a:latin typeface="Verdana" panose="020B0604030504040204" pitchFamily="34" charset="0"/>
                  <a:ea typeface="Verdana" panose="020B0604030504040204" pitchFamily="34" charset="0"/>
                </a:rPr>
                <a:t> Partially</a:t>
              </a:r>
              <a:endParaRPr lang="en-IN" sz="900" b="1">
                <a:latin typeface="Verdana" panose="020B0604030504040204" pitchFamily="34" charset="0"/>
                <a:ea typeface="Verdana" panose="020B0604030504040204" pitchFamily="34" charset="0"/>
              </a:endParaRPr>
            </a:p>
          </p:txBody>
        </p:sp>
        <p:sp>
          <p:nvSpPr>
            <p:cNvPr id="1105" name="Rectangle 1104">
              <a:extLst>
                <a:ext uri="{FF2B5EF4-FFF2-40B4-BE49-F238E27FC236}">
                  <a16:creationId xmlns:a16="http://schemas.microsoft.com/office/drawing/2014/main" id="{63483551-C4F4-702F-DF95-295FB1869709}"/>
                </a:ext>
              </a:extLst>
            </p:cNvPr>
            <p:cNvSpPr/>
            <p:nvPr/>
          </p:nvSpPr>
          <p:spPr bwMode="gray">
            <a:xfrm>
              <a:off x="288924" y="5094573"/>
              <a:ext cx="11598275" cy="454169"/>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a:solidFill>
                  <a:schemeClr val="bg1"/>
                </a:solidFill>
                <a:latin typeface="Verdana" panose="020B0604030504040204" pitchFamily="34" charset="0"/>
                <a:ea typeface="Verdana" panose="020B0604030504040204" pitchFamily="34" charset="0"/>
              </a:endParaRPr>
            </a:p>
          </p:txBody>
        </p:sp>
        <p:cxnSp>
          <p:nvCxnSpPr>
            <p:cNvPr id="1106" name="Straight Connector 1105">
              <a:extLst>
                <a:ext uri="{FF2B5EF4-FFF2-40B4-BE49-F238E27FC236}">
                  <a16:creationId xmlns:a16="http://schemas.microsoft.com/office/drawing/2014/main" id="{06CDC388-D399-FA07-F1F8-9C9B3A9D953C}"/>
                </a:ext>
              </a:extLst>
            </p:cNvPr>
            <p:cNvCxnSpPr>
              <a:cxnSpLocks/>
            </p:cNvCxnSpPr>
            <p:nvPr/>
          </p:nvCxnSpPr>
          <p:spPr>
            <a:xfrm>
              <a:off x="1081405" y="5099653"/>
              <a:ext cx="0" cy="449089"/>
            </a:xfrm>
            <a:prstGeom prst="line">
              <a:avLst/>
            </a:prstGeom>
            <a:ln>
              <a:solidFill>
                <a:srgbClr val="E2ECEE"/>
              </a:solidFill>
            </a:ln>
          </p:spPr>
          <p:style>
            <a:lnRef idx="1">
              <a:schemeClr val="accent1"/>
            </a:lnRef>
            <a:fillRef idx="0">
              <a:schemeClr val="accent1"/>
            </a:fillRef>
            <a:effectRef idx="0">
              <a:schemeClr val="accent1"/>
            </a:effectRef>
            <a:fontRef idx="minor">
              <a:schemeClr val="tx1"/>
            </a:fontRef>
          </p:style>
        </p:cxnSp>
        <p:sp>
          <p:nvSpPr>
            <p:cNvPr id="1107" name="TextBox 1106">
              <a:extLst>
                <a:ext uri="{FF2B5EF4-FFF2-40B4-BE49-F238E27FC236}">
                  <a16:creationId xmlns:a16="http://schemas.microsoft.com/office/drawing/2014/main" id="{EAB19D48-B680-74D3-7ED7-97A702CD749F}"/>
                </a:ext>
              </a:extLst>
            </p:cNvPr>
            <p:cNvSpPr txBox="1"/>
            <p:nvPr/>
          </p:nvSpPr>
          <p:spPr>
            <a:xfrm>
              <a:off x="617037" y="5251157"/>
              <a:ext cx="179536" cy="143783"/>
            </a:xfrm>
            <a:prstGeom prst="rect">
              <a:avLst/>
            </a:prstGeom>
            <a:noFill/>
          </p:spPr>
          <p:txBody>
            <a:bodyPr wrap="none" lIns="0" tIns="0" rIns="0" bIns="0" rtlCol="0">
              <a:spAutoFit/>
            </a:bodyPr>
            <a:lstStyle/>
            <a:p>
              <a:pPr>
                <a:spcBef>
                  <a:spcPts val="600"/>
                </a:spcBef>
                <a:buSzPct val="100000"/>
              </a:pPr>
              <a:r>
                <a:rPr lang="en-IN" sz="900" b="1">
                  <a:latin typeface="Verdana" panose="020B0604030504040204" pitchFamily="34" charset="0"/>
                  <a:ea typeface="Verdana" panose="020B0604030504040204" pitchFamily="34" charset="0"/>
                </a:rPr>
                <a:t>Q8</a:t>
              </a:r>
            </a:p>
          </p:txBody>
        </p:sp>
        <p:sp>
          <p:nvSpPr>
            <p:cNvPr id="1108" name="TextBox 1107">
              <a:extLst>
                <a:ext uri="{FF2B5EF4-FFF2-40B4-BE49-F238E27FC236}">
                  <a16:creationId xmlns:a16="http://schemas.microsoft.com/office/drawing/2014/main" id="{2A46670C-0967-4A9D-35F4-98C65052DACF}"/>
                </a:ext>
              </a:extLst>
            </p:cNvPr>
            <p:cNvSpPr txBox="1"/>
            <p:nvPr/>
          </p:nvSpPr>
          <p:spPr>
            <a:xfrm>
              <a:off x="1198780" y="5166519"/>
              <a:ext cx="6583886" cy="319520"/>
            </a:xfrm>
            <a:prstGeom prst="rect">
              <a:avLst/>
            </a:prstGeom>
            <a:noFill/>
          </p:spPr>
          <p:txBody>
            <a:bodyPr wrap="square" lIns="0" tIns="0" rIns="0" bIns="0" rtlCol="0">
              <a:spAutoFit/>
            </a:bodyPr>
            <a:lstStyle/>
            <a:p>
              <a:pPr>
                <a:spcBef>
                  <a:spcPts val="300"/>
                </a:spcBef>
                <a:buSzPct val="100000"/>
              </a:pPr>
              <a:r>
                <a:rPr lang="en-US" sz="900" b="1">
                  <a:latin typeface="Verdana" panose="020B0604030504040204" pitchFamily="34" charset="0"/>
                  <a:ea typeface="Verdana" panose="020B0604030504040204" pitchFamily="34" charset="0"/>
                </a:rPr>
                <a:t>8) Rate your satisfaction with DVC's service (1 = Poor, 5 = Excellent):</a:t>
              </a:r>
            </a:p>
            <a:p>
              <a:pPr>
                <a:buSzPct val="100000"/>
              </a:pPr>
              <a:r>
                <a:rPr lang="en-US" sz="1100" b="1">
                  <a:latin typeface="Verdana" panose="020B0604030504040204" pitchFamily="34" charset="0"/>
                  <a:ea typeface="Verdana" panose="020B0604030504040204" pitchFamily="34" charset="0"/>
                </a:rPr>
                <a:t>☐</a:t>
              </a:r>
              <a:r>
                <a:rPr lang="en-US" sz="900" b="1">
                  <a:latin typeface="Verdana" panose="020B0604030504040204" pitchFamily="34" charset="0"/>
                  <a:ea typeface="Verdana" panose="020B0604030504040204" pitchFamily="34" charset="0"/>
                </a:rPr>
                <a:t> 1   </a:t>
              </a:r>
              <a:r>
                <a:rPr lang="en-US" sz="1100" b="1">
                  <a:latin typeface="Verdana" panose="020B0604030504040204" pitchFamily="34" charset="0"/>
                  <a:ea typeface="Verdana" panose="020B0604030504040204" pitchFamily="34" charset="0"/>
                </a:rPr>
                <a:t>☐</a:t>
              </a:r>
              <a:r>
                <a:rPr lang="en-US" sz="900" b="1">
                  <a:latin typeface="Verdana" panose="020B0604030504040204" pitchFamily="34" charset="0"/>
                  <a:ea typeface="Verdana" panose="020B0604030504040204" pitchFamily="34" charset="0"/>
                </a:rPr>
                <a:t> 2   </a:t>
              </a:r>
              <a:r>
                <a:rPr lang="en-US" sz="1100" b="1">
                  <a:latin typeface="Verdana" panose="020B0604030504040204" pitchFamily="34" charset="0"/>
                  <a:ea typeface="Verdana" panose="020B0604030504040204" pitchFamily="34" charset="0"/>
                </a:rPr>
                <a:t>☐</a:t>
              </a:r>
              <a:r>
                <a:rPr lang="en-US" sz="900" b="1">
                  <a:latin typeface="Verdana" panose="020B0604030504040204" pitchFamily="34" charset="0"/>
                  <a:ea typeface="Verdana" panose="020B0604030504040204" pitchFamily="34" charset="0"/>
                </a:rPr>
                <a:t> 3   </a:t>
              </a:r>
              <a:r>
                <a:rPr lang="en-US" sz="1100" b="1">
                  <a:latin typeface="Verdana" panose="020B0604030504040204" pitchFamily="34" charset="0"/>
                  <a:ea typeface="Verdana" panose="020B0604030504040204" pitchFamily="34" charset="0"/>
                </a:rPr>
                <a:t>☐</a:t>
              </a:r>
              <a:r>
                <a:rPr lang="en-US" sz="900" b="1">
                  <a:latin typeface="Verdana" panose="020B0604030504040204" pitchFamily="34" charset="0"/>
                  <a:ea typeface="Verdana" panose="020B0604030504040204" pitchFamily="34" charset="0"/>
                </a:rPr>
                <a:t> 4   </a:t>
              </a:r>
              <a:r>
                <a:rPr lang="en-US" sz="1100" b="1">
                  <a:latin typeface="Verdana" panose="020B0604030504040204" pitchFamily="34" charset="0"/>
                  <a:ea typeface="Verdana" panose="020B0604030504040204" pitchFamily="34" charset="0"/>
                </a:rPr>
                <a:t>☐</a:t>
              </a:r>
              <a:r>
                <a:rPr lang="en-US" sz="900" b="1">
                  <a:latin typeface="Verdana" panose="020B0604030504040204" pitchFamily="34" charset="0"/>
                  <a:ea typeface="Verdana" panose="020B0604030504040204" pitchFamily="34" charset="0"/>
                </a:rPr>
                <a:t> 5</a:t>
              </a:r>
              <a:endParaRPr lang="en-IN" sz="900" b="1">
                <a:latin typeface="Verdana" panose="020B0604030504040204" pitchFamily="34" charset="0"/>
                <a:ea typeface="Verdana" panose="020B0604030504040204" pitchFamily="34" charset="0"/>
              </a:endParaRPr>
            </a:p>
          </p:txBody>
        </p:sp>
        <p:sp>
          <p:nvSpPr>
            <p:cNvPr id="1109" name="Rectangle 1108">
              <a:extLst>
                <a:ext uri="{FF2B5EF4-FFF2-40B4-BE49-F238E27FC236}">
                  <a16:creationId xmlns:a16="http://schemas.microsoft.com/office/drawing/2014/main" id="{F4467486-AAC3-3F2C-36A8-548F98A2B573}"/>
                </a:ext>
              </a:extLst>
            </p:cNvPr>
            <p:cNvSpPr/>
            <p:nvPr/>
          </p:nvSpPr>
          <p:spPr bwMode="gray">
            <a:xfrm>
              <a:off x="288924" y="5728394"/>
              <a:ext cx="11598275" cy="343812"/>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a:solidFill>
                  <a:schemeClr val="bg1"/>
                </a:solidFill>
                <a:latin typeface="Verdana" panose="020B0604030504040204" pitchFamily="34" charset="0"/>
                <a:ea typeface="Verdana" panose="020B0604030504040204" pitchFamily="34" charset="0"/>
              </a:endParaRPr>
            </a:p>
          </p:txBody>
        </p:sp>
        <p:cxnSp>
          <p:nvCxnSpPr>
            <p:cNvPr id="1110" name="Straight Connector 1109">
              <a:extLst>
                <a:ext uri="{FF2B5EF4-FFF2-40B4-BE49-F238E27FC236}">
                  <a16:creationId xmlns:a16="http://schemas.microsoft.com/office/drawing/2014/main" id="{F6E2E377-945C-7C70-888B-747A4E5F697D}"/>
                </a:ext>
              </a:extLst>
            </p:cNvPr>
            <p:cNvCxnSpPr>
              <a:cxnSpLocks/>
            </p:cNvCxnSpPr>
            <p:nvPr/>
          </p:nvCxnSpPr>
          <p:spPr>
            <a:xfrm>
              <a:off x="1081405" y="5585158"/>
              <a:ext cx="0" cy="449089"/>
            </a:xfrm>
            <a:prstGeom prst="line">
              <a:avLst/>
            </a:prstGeom>
            <a:ln>
              <a:solidFill>
                <a:srgbClr val="E2ECEE"/>
              </a:solidFill>
            </a:ln>
          </p:spPr>
          <p:style>
            <a:lnRef idx="1">
              <a:schemeClr val="accent1"/>
            </a:lnRef>
            <a:fillRef idx="0">
              <a:schemeClr val="accent1"/>
            </a:fillRef>
            <a:effectRef idx="0">
              <a:schemeClr val="accent1"/>
            </a:effectRef>
            <a:fontRef idx="minor">
              <a:schemeClr val="tx1"/>
            </a:fontRef>
          </p:style>
        </p:cxnSp>
        <p:sp>
          <p:nvSpPr>
            <p:cNvPr id="1111" name="TextBox 1110">
              <a:extLst>
                <a:ext uri="{FF2B5EF4-FFF2-40B4-BE49-F238E27FC236}">
                  <a16:creationId xmlns:a16="http://schemas.microsoft.com/office/drawing/2014/main" id="{A45BC0C0-971A-E520-6490-E2506C9EDBF2}"/>
                </a:ext>
              </a:extLst>
            </p:cNvPr>
            <p:cNvSpPr txBox="1"/>
            <p:nvPr/>
          </p:nvSpPr>
          <p:spPr>
            <a:xfrm>
              <a:off x="617037" y="5838266"/>
              <a:ext cx="179536" cy="143783"/>
            </a:xfrm>
            <a:prstGeom prst="rect">
              <a:avLst/>
            </a:prstGeom>
            <a:noFill/>
          </p:spPr>
          <p:txBody>
            <a:bodyPr wrap="none" lIns="0" tIns="0" rIns="0" bIns="0" rtlCol="0">
              <a:spAutoFit/>
            </a:bodyPr>
            <a:lstStyle/>
            <a:p>
              <a:pPr>
                <a:spcBef>
                  <a:spcPts val="600"/>
                </a:spcBef>
                <a:buSzPct val="100000"/>
              </a:pPr>
              <a:r>
                <a:rPr lang="en-IN" sz="900" b="1">
                  <a:latin typeface="Verdana" panose="020B0604030504040204" pitchFamily="34" charset="0"/>
                  <a:ea typeface="Verdana" panose="020B0604030504040204" pitchFamily="34" charset="0"/>
                </a:rPr>
                <a:t>Q9</a:t>
              </a:r>
            </a:p>
          </p:txBody>
        </p:sp>
        <p:sp>
          <p:nvSpPr>
            <p:cNvPr id="1112" name="TextBox 1111">
              <a:extLst>
                <a:ext uri="{FF2B5EF4-FFF2-40B4-BE49-F238E27FC236}">
                  <a16:creationId xmlns:a16="http://schemas.microsoft.com/office/drawing/2014/main" id="{F2E72202-5EFC-60CB-536F-53EFBE96B06E}"/>
                </a:ext>
              </a:extLst>
            </p:cNvPr>
            <p:cNvSpPr txBox="1"/>
            <p:nvPr/>
          </p:nvSpPr>
          <p:spPr>
            <a:xfrm>
              <a:off x="1188538" y="5838265"/>
              <a:ext cx="6583886" cy="143783"/>
            </a:xfrm>
            <a:prstGeom prst="rect">
              <a:avLst/>
            </a:prstGeom>
            <a:noFill/>
          </p:spPr>
          <p:txBody>
            <a:bodyPr wrap="square" lIns="0" tIns="0" rIns="0" bIns="0" rtlCol="0">
              <a:spAutoFit/>
            </a:bodyPr>
            <a:lstStyle/>
            <a:p>
              <a:pPr>
                <a:spcBef>
                  <a:spcPts val="300"/>
                </a:spcBef>
                <a:buSzPct val="100000"/>
              </a:pPr>
              <a:r>
                <a:rPr lang="en-US" sz="900" b="1">
                  <a:latin typeface="Verdana" panose="020B0604030504040204" pitchFamily="34" charset="0"/>
                  <a:ea typeface="Verdana" panose="020B0604030504040204" pitchFamily="34" charset="0"/>
                </a:rPr>
                <a:t>9) What is one area where DVC can improve?</a:t>
              </a:r>
              <a:endParaRPr lang="en-IN" sz="900" b="1">
                <a:latin typeface="Verdana" panose="020B0604030504040204" pitchFamily="34" charset="0"/>
                <a:ea typeface="Verdana" panose="020B0604030504040204" pitchFamily="34" charset="0"/>
              </a:endParaRPr>
            </a:p>
          </p:txBody>
        </p:sp>
        <p:sp>
          <p:nvSpPr>
            <p:cNvPr id="1113" name="Rectangle 1112">
              <a:extLst>
                <a:ext uri="{FF2B5EF4-FFF2-40B4-BE49-F238E27FC236}">
                  <a16:creationId xmlns:a16="http://schemas.microsoft.com/office/drawing/2014/main" id="{617106CA-D6B6-88DF-D55C-76D101510B28}"/>
                </a:ext>
              </a:extLst>
            </p:cNvPr>
            <p:cNvSpPr/>
            <p:nvPr/>
          </p:nvSpPr>
          <p:spPr bwMode="gray">
            <a:xfrm>
              <a:off x="288924" y="6173610"/>
              <a:ext cx="11598275" cy="348434"/>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a:solidFill>
                  <a:schemeClr val="bg1"/>
                </a:solidFill>
                <a:latin typeface="Verdana" panose="020B0604030504040204" pitchFamily="34" charset="0"/>
                <a:ea typeface="Verdana" panose="020B0604030504040204" pitchFamily="34" charset="0"/>
              </a:endParaRPr>
            </a:p>
          </p:txBody>
        </p:sp>
        <p:cxnSp>
          <p:nvCxnSpPr>
            <p:cNvPr id="1114" name="Straight Connector 1113">
              <a:extLst>
                <a:ext uri="{FF2B5EF4-FFF2-40B4-BE49-F238E27FC236}">
                  <a16:creationId xmlns:a16="http://schemas.microsoft.com/office/drawing/2014/main" id="{05617745-8E54-264D-82B1-609D0441ECD3}"/>
                </a:ext>
              </a:extLst>
            </p:cNvPr>
            <p:cNvCxnSpPr>
              <a:cxnSpLocks/>
            </p:cNvCxnSpPr>
            <p:nvPr/>
          </p:nvCxnSpPr>
          <p:spPr>
            <a:xfrm>
              <a:off x="1081405" y="6032685"/>
              <a:ext cx="0" cy="449089"/>
            </a:xfrm>
            <a:prstGeom prst="line">
              <a:avLst/>
            </a:prstGeom>
            <a:ln>
              <a:solidFill>
                <a:srgbClr val="E2ECEE"/>
              </a:solidFill>
            </a:ln>
          </p:spPr>
          <p:style>
            <a:lnRef idx="1">
              <a:schemeClr val="accent1"/>
            </a:lnRef>
            <a:fillRef idx="0">
              <a:schemeClr val="accent1"/>
            </a:fillRef>
            <a:effectRef idx="0">
              <a:schemeClr val="accent1"/>
            </a:effectRef>
            <a:fontRef idx="minor">
              <a:schemeClr val="tx1"/>
            </a:fontRef>
          </p:style>
        </p:cxnSp>
        <p:sp>
          <p:nvSpPr>
            <p:cNvPr id="1115" name="TextBox 1114">
              <a:extLst>
                <a:ext uri="{FF2B5EF4-FFF2-40B4-BE49-F238E27FC236}">
                  <a16:creationId xmlns:a16="http://schemas.microsoft.com/office/drawing/2014/main" id="{9EF61138-93BB-5AEE-7A5B-9D9F16866E57}"/>
                </a:ext>
              </a:extLst>
            </p:cNvPr>
            <p:cNvSpPr txBox="1"/>
            <p:nvPr/>
          </p:nvSpPr>
          <p:spPr>
            <a:xfrm>
              <a:off x="617037" y="6289903"/>
              <a:ext cx="261290" cy="143783"/>
            </a:xfrm>
            <a:prstGeom prst="rect">
              <a:avLst/>
            </a:prstGeom>
            <a:noFill/>
          </p:spPr>
          <p:txBody>
            <a:bodyPr wrap="none" lIns="0" tIns="0" rIns="0" bIns="0" rtlCol="0">
              <a:spAutoFit/>
            </a:bodyPr>
            <a:lstStyle/>
            <a:p>
              <a:pPr>
                <a:spcBef>
                  <a:spcPts val="600"/>
                </a:spcBef>
                <a:buSzPct val="100000"/>
              </a:pPr>
              <a:r>
                <a:rPr lang="en-IN" sz="900" b="1">
                  <a:latin typeface="Verdana" panose="020B0604030504040204" pitchFamily="34" charset="0"/>
                  <a:ea typeface="Verdana" panose="020B0604030504040204" pitchFamily="34" charset="0"/>
                </a:rPr>
                <a:t>Q10</a:t>
              </a:r>
            </a:p>
          </p:txBody>
        </p:sp>
        <p:sp>
          <p:nvSpPr>
            <p:cNvPr id="1116" name="TextBox 1115">
              <a:extLst>
                <a:ext uri="{FF2B5EF4-FFF2-40B4-BE49-F238E27FC236}">
                  <a16:creationId xmlns:a16="http://schemas.microsoft.com/office/drawing/2014/main" id="{67DFD4F0-6F6C-4A05-158E-644BF99E6CBF}"/>
                </a:ext>
              </a:extLst>
            </p:cNvPr>
            <p:cNvSpPr txBox="1"/>
            <p:nvPr/>
          </p:nvSpPr>
          <p:spPr>
            <a:xfrm>
              <a:off x="1188538" y="6281634"/>
              <a:ext cx="6583886" cy="143783"/>
            </a:xfrm>
            <a:prstGeom prst="rect">
              <a:avLst/>
            </a:prstGeom>
            <a:noFill/>
          </p:spPr>
          <p:txBody>
            <a:bodyPr wrap="square" lIns="0" tIns="0" rIns="0" bIns="0" rtlCol="0">
              <a:spAutoFit/>
            </a:bodyPr>
            <a:lstStyle/>
            <a:p>
              <a:pPr>
                <a:spcBef>
                  <a:spcPts val="300"/>
                </a:spcBef>
                <a:buSzPct val="100000"/>
              </a:pPr>
              <a:r>
                <a:rPr lang="en-US" sz="900" b="1">
                  <a:latin typeface="Verdana" panose="020B0604030504040204" pitchFamily="34" charset="0"/>
                  <a:ea typeface="Verdana" panose="020B0604030504040204" pitchFamily="34" charset="0"/>
                </a:rPr>
                <a:t>10) What is one thing DVC is doing well?</a:t>
              </a:r>
            </a:p>
          </p:txBody>
        </p:sp>
        <p:sp>
          <p:nvSpPr>
            <p:cNvPr id="2" name="TextBox 1">
              <a:extLst>
                <a:ext uri="{FF2B5EF4-FFF2-40B4-BE49-F238E27FC236}">
                  <a16:creationId xmlns:a16="http://schemas.microsoft.com/office/drawing/2014/main" id="{543E4B24-805E-CD44-448C-AE68FB021E77}"/>
                </a:ext>
              </a:extLst>
            </p:cNvPr>
            <p:cNvSpPr txBox="1"/>
            <p:nvPr/>
          </p:nvSpPr>
          <p:spPr>
            <a:xfrm>
              <a:off x="390264" y="896321"/>
              <a:ext cx="1934825" cy="138499"/>
            </a:xfrm>
            <a:prstGeom prst="rect">
              <a:avLst/>
            </a:prstGeom>
            <a:noFill/>
          </p:spPr>
          <p:txBody>
            <a:bodyPr wrap="none" lIns="0" tIns="0" rIns="0" bIns="0" rtlCol="0">
              <a:spAutoFit/>
            </a:bodyPr>
            <a:lstStyle/>
            <a:p>
              <a:pPr>
                <a:spcBef>
                  <a:spcPts val="600"/>
                </a:spcBef>
                <a:buSzPct val="100000"/>
              </a:pPr>
              <a:r>
                <a:rPr lang="en-IN" sz="900" b="1">
                  <a:solidFill>
                    <a:srgbClr val="00A3E0"/>
                  </a:solidFill>
                  <a:latin typeface="Verdana" panose="020B0604030504040204" pitchFamily="34" charset="0"/>
                  <a:ea typeface="Verdana" panose="020B0604030504040204" pitchFamily="34" charset="0"/>
                </a:rPr>
                <a:t>Basic Consumer Information*</a:t>
              </a:r>
            </a:p>
          </p:txBody>
        </p:sp>
        <p:sp>
          <p:nvSpPr>
            <p:cNvPr id="3" name="TextBox 2">
              <a:extLst>
                <a:ext uri="{FF2B5EF4-FFF2-40B4-BE49-F238E27FC236}">
                  <a16:creationId xmlns:a16="http://schemas.microsoft.com/office/drawing/2014/main" id="{FD06546F-C6E3-091E-1AEC-B8B9AF97CCDC}"/>
                </a:ext>
              </a:extLst>
            </p:cNvPr>
            <p:cNvSpPr txBox="1"/>
            <p:nvPr/>
          </p:nvSpPr>
          <p:spPr>
            <a:xfrm>
              <a:off x="393083" y="2105428"/>
              <a:ext cx="2279470" cy="138499"/>
            </a:xfrm>
            <a:prstGeom prst="rect">
              <a:avLst/>
            </a:prstGeom>
            <a:noFill/>
          </p:spPr>
          <p:txBody>
            <a:bodyPr wrap="none" lIns="0" tIns="0" rIns="0" bIns="0" rtlCol="0">
              <a:spAutoFit/>
            </a:bodyPr>
            <a:lstStyle/>
            <a:p>
              <a:pPr>
                <a:spcBef>
                  <a:spcPts val="600"/>
                </a:spcBef>
                <a:buSzPct val="100000"/>
              </a:pPr>
              <a:r>
                <a:rPr lang="en-US" sz="900" b="1">
                  <a:solidFill>
                    <a:srgbClr val="00A3E0"/>
                  </a:solidFill>
                  <a:latin typeface="Verdana" panose="020B0604030504040204" pitchFamily="34" charset="0"/>
                  <a:ea typeface="Verdana" panose="020B0604030504040204" pitchFamily="34" charset="0"/>
                </a:rPr>
                <a:t>Section A: Power Supply Reliability</a:t>
              </a:r>
              <a:endParaRPr lang="en-IN" sz="900" b="1">
                <a:solidFill>
                  <a:srgbClr val="00A3E0"/>
                </a:solidFill>
                <a:latin typeface="Verdana" panose="020B0604030504040204" pitchFamily="34" charset="0"/>
                <a:ea typeface="Verdana" panose="020B0604030504040204" pitchFamily="34" charset="0"/>
              </a:endParaRPr>
            </a:p>
          </p:txBody>
        </p:sp>
        <p:sp>
          <p:nvSpPr>
            <p:cNvPr id="4" name="TextBox 3">
              <a:extLst>
                <a:ext uri="{FF2B5EF4-FFF2-40B4-BE49-F238E27FC236}">
                  <a16:creationId xmlns:a16="http://schemas.microsoft.com/office/drawing/2014/main" id="{F2E24E8A-6677-2DD6-1F61-BF61A28B22BF}"/>
                </a:ext>
              </a:extLst>
            </p:cNvPr>
            <p:cNvSpPr txBox="1"/>
            <p:nvPr/>
          </p:nvSpPr>
          <p:spPr>
            <a:xfrm>
              <a:off x="393083" y="3848967"/>
              <a:ext cx="2337178" cy="138499"/>
            </a:xfrm>
            <a:prstGeom prst="rect">
              <a:avLst/>
            </a:prstGeom>
            <a:noFill/>
          </p:spPr>
          <p:txBody>
            <a:bodyPr wrap="none" lIns="0" tIns="0" rIns="0" bIns="0" rtlCol="0">
              <a:spAutoFit/>
            </a:bodyPr>
            <a:lstStyle/>
            <a:p>
              <a:pPr>
                <a:spcBef>
                  <a:spcPts val="600"/>
                </a:spcBef>
                <a:buSzPct val="100000"/>
              </a:pPr>
              <a:r>
                <a:rPr lang="en-US" sz="900" b="1">
                  <a:solidFill>
                    <a:srgbClr val="00A3E0"/>
                  </a:solidFill>
                  <a:latin typeface="Verdana" panose="020B0604030504040204" pitchFamily="34" charset="0"/>
                  <a:ea typeface="Verdana" panose="020B0604030504040204" pitchFamily="34" charset="0"/>
                </a:rPr>
                <a:t>Section B: Customer Service Quality</a:t>
              </a:r>
              <a:endParaRPr lang="en-IN" sz="900" b="1">
                <a:solidFill>
                  <a:srgbClr val="00A3E0"/>
                </a:solidFill>
                <a:latin typeface="Verdana" panose="020B0604030504040204" pitchFamily="34" charset="0"/>
                <a:ea typeface="Verdana" panose="020B0604030504040204" pitchFamily="34" charset="0"/>
              </a:endParaRPr>
            </a:p>
          </p:txBody>
        </p:sp>
        <p:sp>
          <p:nvSpPr>
            <p:cNvPr id="5" name="TextBox 4">
              <a:extLst>
                <a:ext uri="{FF2B5EF4-FFF2-40B4-BE49-F238E27FC236}">
                  <a16:creationId xmlns:a16="http://schemas.microsoft.com/office/drawing/2014/main" id="{7CCBAE4B-6B61-7B30-1F97-B126F406A33E}"/>
                </a:ext>
              </a:extLst>
            </p:cNvPr>
            <p:cNvSpPr txBox="1"/>
            <p:nvPr/>
          </p:nvSpPr>
          <p:spPr>
            <a:xfrm>
              <a:off x="393083" y="5567605"/>
              <a:ext cx="2172069" cy="138499"/>
            </a:xfrm>
            <a:prstGeom prst="rect">
              <a:avLst/>
            </a:prstGeom>
            <a:noFill/>
          </p:spPr>
          <p:txBody>
            <a:bodyPr wrap="none" lIns="0" tIns="0" rIns="0" bIns="0" rtlCol="0">
              <a:spAutoFit/>
            </a:bodyPr>
            <a:lstStyle/>
            <a:p>
              <a:pPr>
                <a:spcBef>
                  <a:spcPts val="600"/>
                </a:spcBef>
                <a:buSzPct val="100000"/>
              </a:pPr>
              <a:r>
                <a:rPr lang="en-US" sz="900" b="1">
                  <a:solidFill>
                    <a:srgbClr val="00A3E0"/>
                  </a:solidFill>
                  <a:latin typeface="Verdana" panose="020B0604030504040204" pitchFamily="34" charset="0"/>
                  <a:ea typeface="Verdana" panose="020B0604030504040204" pitchFamily="34" charset="0"/>
                </a:rPr>
                <a:t>Section C: Consumer Suggestions</a:t>
              </a:r>
              <a:endParaRPr lang="en-IN" sz="900" b="1">
                <a:solidFill>
                  <a:srgbClr val="00A3E0"/>
                </a:solidFill>
                <a:latin typeface="Verdana" panose="020B0604030504040204" pitchFamily="34" charset="0"/>
                <a:ea typeface="Verdana" panose="020B0604030504040204" pitchFamily="34" charset="0"/>
              </a:endParaRPr>
            </a:p>
          </p:txBody>
        </p:sp>
        <p:pic>
          <p:nvPicPr>
            <p:cNvPr id="33" name="Picture 32" descr="A green button with white text&#10;&#10;AI-generated content may be incorrect.">
              <a:extLst>
                <a:ext uri="{FF2B5EF4-FFF2-40B4-BE49-F238E27FC236}">
                  <a16:creationId xmlns:a16="http://schemas.microsoft.com/office/drawing/2014/main" id="{5D72F941-A09A-55B7-809F-37929BDB75EF}"/>
                </a:ext>
              </a:extLst>
            </p:cNvPr>
            <p:cNvPicPr>
              <a:picLocks noChangeAspect="1"/>
            </p:cNvPicPr>
            <p:nvPr/>
          </p:nvPicPr>
          <p:blipFill rotWithShape="1">
            <a:blip r:embed="rId4"/>
            <a:srcRect l="2632" t="35557" r="1256" b="40277"/>
            <a:stretch/>
          </p:blipFill>
          <p:spPr>
            <a:xfrm>
              <a:off x="10953554" y="6564586"/>
              <a:ext cx="937193" cy="235653"/>
            </a:xfrm>
            <a:prstGeom prst="rect">
              <a:avLst/>
            </a:prstGeom>
          </p:spPr>
        </p:pic>
        <p:sp>
          <p:nvSpPr>
            <p:cNvPr id="6" name="Rectangle 5">
              <a:extLst>
                <a:ext uri="{FF2B5EF4-FFF2-40B4-BE49-F238E27FC236}">
                  <a16:creationId xmlns:a16="http://schemas.microsoft.com/office/drawing/2014/main" id="{8E35ABF8-15CF-0183-ED37-18E75F5CB85D}"/>
                </a:ext>
              </a:extLst>
            </p:cNvPr>
            <p:cNvSpPr/>
            <p:nvPr/>
          </p:nvSpPr>
          <p:spPr bwMode="gray">
            <a:xfrm rot="20063916">
              <a:off x="5083479" y="3027808"/>
              <a:ext cx="2713917" cy="565059"/>
            </a:xfrm>
            <a:prstGeom prst="rect">
              <a:avLst/>
            </a:prstGeom>
            <a:solidFill>
              <a:srgbClr val="DA291C"/>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a:solidFill>
                    <a:schemeClr val="bg1"/>
                  </a:solidFill>
                  <a:latin typeface="Verdana" panose="020B0604030504040204" pitchFamily="34" charset="0"/>
                  <a:ea typeface="Verdana" panose="020B0604030504040204" pitchFamily="34" charset="0"/>
                </a:rPr>
                <a:t>ILLUSTRATIVE</a:t>
              </a:r>
            </a:p>
          </p:txBody>
        </p:sp>
      </p:grpSp>
      <p:sp>
        <p:nvSpPr>
          <p:cNvPr id="17" name="Rectangle 16">
            <a:extLst>
              <a:ext uri="{FF2B5EF4-FFF2-40B4-BE49-F238E27FC236}">
                <a16:creationId xmlns:a16="http://schemas.microsoft.com/office/drawing/2014/main" id="{3E3B3F2E-AA95-86C9-BCCE-27CA03F7BAE2}"/>
              </a:ext>
            </a:extLst>
          </p:cNvPr>
          <p:cNvSpPr/>
          <p:nvPr/>
        </p:nvSpPr>
        <p:spPr bwMode="gray">
          <a:xfrm>
            <a:off x="288924" y="6564586"/>
            <a:ext cx="2519590" cy="214623"/>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latin typeface="Verdana" panose="020B0604030504040204" pitchFamily="34" charset="0"/>
              <a:ea typeface="Verdana" panose="020B0604030504040204" pitchFamily="34" charset="0"/>
            </a:endParaRPr>
          </a:p>
        </p:txBody>
      </p:sp>
      <p:sp>
        <p:nvSpPr>
          <p:cNvPr id="23" name="TextBox 22">
            <a:extLst>
              <a:ext uri="{FF2B5EF4-FFF2-40B4-BE49-F238E27FC236}">
                <a16:creationId xmlns:a16="http://schemas.microsoft.com/office/drawing/2014/main" id="{A0DCA187-498B-879D-471B-65187642509E}"/>
              </a:ext>
            </a:extLst>
          </p:cNvPr>
          <p:cNvSpPr txBox="1"/>
          <p:nvPr/>
        </p:nvSpPr>
        <p:spPr>
          <a:xfrm>
            <a:off x="878327" y="6603208"/>
            <a:ext cx="6071431" cy="123111"/>
          </a:xfrm>
          <a:prstGeom prst="rect">
            <a:avLst/>
          </a:prstGeom>
          <a:noFill/>
        </p:spPr>
        <p:txBody>
          <a:bodyPr wrap="square" lIns="0" tIns="0" rIns="0" bIns="0" rtlCol="0">
            <a:spAutoFit/>
          </a:bodyPr>
          <a:lstStyle/>
          <a:p>
            <a:pPr>
              <a:spcBef>
                <a:spcPts val="300"/>
              </a:spcBef>
              <a:buSzPct val="100000"/>
            </a:pPr>
            <a:r>
              <a:rPr lang="en-IN" sz="800" b="1">
                <a:latin typeface="Verdana" panose="020B0604030504040204" pitchFamily="34" charset="0"/>
                <a:ea typeface="Verdana" panose="020B0604030504040204" pitchFamily="34" charset="0"/>
              </a:rPr>
              <a:t>*Kindly note that this information will be prefilled based on consumer master data at the time of survey. </a:t>
            </a:r>
          </a:p>
        </p:txBody>
      </p:sp>
      <p:pic>
        <p:nvPicPr>
          <p:cNvPr id="1026" name="Picture 2" descr="DVC-Logo">
            <a:extLst>
              <a:ext uri="{FF2B5EF4-FFF2-40B4-BE49-F238E27FC236}">
                <a16:creationId xmlns:a16="http://schemas.microsoft.com/office/drawing/2014/main" id="{3C295F84-F314-35E0-9CF4-657AF6711F4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20827" y="1286659"/>
            <a:ext cx="2516786" cy="3135668"/>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a:extLst>
              <a:ext uri="{FF2B5EF4-FFF2-40B4-BE49-F238E27FC236}">
                <a16:creationId xmlns:a16="http://schemas.microsoft.com/office/drawing/2014/main" id="{AD6EAF6D-05A7-B76D-8117-A25189B2FD01}"/>
              </a:ext>
            </a:extLst>
          </p:cNvPr>
          <p:cNvSpPr txBox="1"/>
          <p:nvPr/>
        </p:nvSpPr>
        <p:spPr>
          <a:xfrm>
            <a:off x="8231570" y="4565523"/>
            <a:ext cx="3640269" cy="692497"/>
          </a:xfrm>
          <a:prstGeom prst="rect">
            <a:avLst/>
          </a:prstGeom>
          <a:noFill/>
        </p:spPr>
        <p:txBody>
          <a:bodyPr wrap="square" lIns="0" tIns="0" rIns="0" bIns="0" rtlCol="0">
            <a:spAutoFit/>
          </a:bodyPr>
          <a:lstStyle/>
          <a:p>
            <a:pPr>
              <a:spcBef>
                <a:spcPts val="600"/>
              </a:spcBef>
              <a:buSzPct val="100000"/>
            </a:pPr>
            <a:r>
              <a:rPr lang="en-IN" sz="2000" b="1">
                <a:solidFill>
                  <a:srgbClr val="00A3E0"/>
                </a:solidFill>
                <a:latin typeface="Verdana" panose="020B0604030504040204" pitchFamily="34" charset="0"/>
                <a:ea typeface="Verdana" panose="020B0604030504040204" pitchFamily="34" charset="0"/>
              </a:rPr>
              <a:t>Consumer Satisfaction </a:t>
            </a:r>
          </a:p>
          <a:p>
            <a:pPr algn="ctr">
              <a:spcBef>
                <a:spcPts val="600"/>
              </a:spcBef>
              <a:buSzPct val="100000"/>
            </a:pPr>
            <a:r>
              <a:rPr lang="en-IN" sz="2000" b="1">
                <a:solidFill>
                  <a:srgbClr val="00A3E0"/>
                </a:solidFill>
                <a:latin typeface="Verdana" panose="020B0604030504040204" pitchFamily="34" charset="0"/>
                <a:ea typeface="Verdana" panose="020B0604030504040204" pitchFamily="34" charset="0"/>
              </a:rPr>
              <a:t>Survey</a:t>
            </a:r>
          </a:p>
        </p:txBody>
      </p:sp>
    </p:spTree>
    <p:extLst>
      <p:ext uri="{BB962C8B-B14F-4D97-AF65-F5344CB8AC3E}">
        <p14:creationId xmlns:p14="http://schemas.microsoft.com/office/powerpoint/2010/main" val="2798809810"/>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3" name="Group 112">
            <a:extLst>
              <a:ext uri="{FF2B5EF4-FFF2-40B4-BE49-F238E27FC236}">
                <a16:creationId xmlns:a16="http://schemas.microsoft.com/office/drawing/2014/main" id="{AE28D631-B186-4336-E9A0-882E6475BF0A}"/>
              </a:ext>
            </a:extLst>
          </p:cNvPr>
          <p:cNvGrpSpPr>
            <a:grpSpLocks/>
          </p:cNvGrpSpPr>
          <p:nvPr/>
        </p:nvGrpSpPr>
        <p:grpSpPr bwMode="auto">
          <a:xfrm>
            <a:off x="-22347" y="940003"/>
            <a:ext cx="5476875" cy="5922577"/>
            <a:chOff x="2606222" y="2935741"/>
            <a:chExt cx="8845551" cy="3951287"/>
          </a:xfrm>
        </p:grpSpPr>
        <p:sp>
          <p:nvSpPr>
            <p:cNvPr id="114" name="Freeform 8">
              <a:extLst>
                <a:ext uri="{FF2B5EF4-FFF2-40B4-BE49-F238E27FC236}">
                  <a16:creationId xmlns:a16="http://schemas.microsoft.com/office/drawing/2014/main" id="{4F554B30-EC7B-3827-9964-40C9D96D53E0}"/>
                </a:ext>
              </a:extLst>
            </p:cNvPr>
            <p:cNvSpPr>
              <a:spLocks/>
            </p:cNvSpPr>
            <p:nvPr/>
          </p:nvSpPr>
          <p:spPr bwMode="auto">
            <a:xfrm>
              <a:off x="2606222" y="2935741"/>
              <a:ext cx="8845551" cy="3951287"/>
            </a:xfrm>
            <a:custGeom>
              <a:avLst/>
              <a:gdLst>
                <a:gd name="T0" fmla="*/ 2339 w 3076"/>
                <a:gd name="T1" fmla="*/ 212 h 1372"/>
                <a:gd name="T2" fmla="*/ 1696 w 3076"/>
                <a:gd name="T3" fmla="*/ 69 h 1372"/>
                <a:gd name="T4" fmla="*/ 1942 w 3076"/>
                <a:gd name="T5" fmla="*/ 0 h 1372"/>
                <a:gd name="T6" fmla="*/ 1920 w 3076"/>
                <a:gd name="T7" fmla="*/ 0 h 1372"/>
                <a:gd name="T8" fmla="*/ 1567 w 3076"/>
                <a:gd name="T9" fmla="*/ 43 h 1372"/>
                <a:gd name="T10" fmla="*/ 1835 w 3076"/>
                <a:gd name="T11" fmla="*/ 196 h 1372"/>
                <a:gd name="T12" fmla="*/ 1888 w 3076"/>
                <a:gd name="T13" fmla="*/ 574 h 1372"/>
                <a:gd name="T14" fmla="*/ 0 w 3076"/>
                <a:gd name="T15" fmla="*/ 1364 h 1372"/>
                <a:gd name="T16" fmla="*/ 0 w 3076"/>
                <a:gd name="T17" fmla="*/ 1372 h 1372"/>
                <a:gd name="T18" fmla="*/ 2499 w 3076"/>
                <a:gd name="T19" fmla="*/ 1372 h 1372"/>
                <a:gd name="T20" fmla="*/ 2832 w 3076"/>
                <a:gd name="T21" fmla="*/ 944 h 1372"/>
                <a:gd name="T22" fmla="*/ 2339 w 3076"/>
                <a:gd name="T23" fmla="*/ 212 h 1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076" h="1372">
                  <a:moveTo>
                    <a:pt x="2339" y="212"/>
                  </a:moveTo>
                  <a:cubicBezTo>
                    <a:pt x="1881" y="99"/>
                    <a:pt x="1736" y="99"/>
                    <a:pt x="1696" y="69"/>
                  </a:cubicBezTo>
                  <a:cubicBezTo>
                    <a:pt x="1661" y="43"/>
                    <a:pt x="1885" y="8"/>
                    <a:pt x="1942" y="0"/>
                  </a:cubicBezTo>
                  <a:cubicBezTo>
                    <a:pt x="1920" y="0"/>
                    <a:pt x="1920" y="0"/>
                    <a:pt x="1920" y="0"/>
                  </a:cubicBezTo>
                  <a:cubicBezTo>
                    <a:pt x="1861" y="4"/>
                    <a:pt x="1734" y="14"/>
                    <a:pt x="1567" y="43"/>
                  </a:cubicBezTo>
                  <a:cubicBezTo>
                    <a:pt x="1354" y="79"/>
                    <a:pt x="1620" y="150"/>
                    <a:pt x="1835" y="196"/>
                  </a:cubicBezTo>
                  <a:cubicBezTo>
                    <a:pt x="2050" y="243"/>
                    <a:pt x="2255" y="353"/>
                    <a:pt x="1888" y="574"/>
                  </a:cubicBezTo>
                  <a:cubicBezTo>
                    <a:pt x="996" y="1111"/>
                    <a:pt x="256" y="1307"/>
                    <a:pt x="0" y="1364"/>
                  </a:cubicBezTo>
                  <a:cubicBezTo>
                    <a:pt x="0" y="1372"/>
                    <a:pt x="0" y="1372"/>
                    <a:pt x="0" y="1372"/>
                  </a:cubicBezTo>
                  <a:cubicBezTo>
                    <a:pt x="2499" y="1372"/>
                    <a:pt x="2499" y="1372"/>
                    <a:pt x="2499" y="1372"/>
                  </a:cubicBezTo>
                  <a:cubicBezTo>
                    <a:pt x="2628" y="1226"/>
                    <a:pt x="2767" y="1050"/>
                    <a:pt x="2832" y="944"/>
                  </a:cubicBezTo>
                  <a:cubicBezTo>
                    <a:pt x="3076" y="549"/>
                    <a:pt x="2796" y="324"/>
                    <a:pt x="2339" y="212"/>
                  </a:cubicBezTo>
                  <a:close/>
                </a:path>
              </a:pathLst>
            </a:custGeom>
            <a:solidFill>
              <a:srgbClr val="292929"/>
            </a:solidFill>
            <a:ln>
              <a:noFill/>
            </a:ln>
          </p:spPr>
          <p:txBody>
            <a:bodyPr lIns="68580" tIns="34290" rIns="68580" bIns="34290"/>
            <a:lstStyle/>
            <a:p>
              <a:pPr>
                <a:defRPr/>
              </a:pPr>
              <a:endParaRPr lang="id-ID" sz="1350"/>
            </a:p>
          </p:txBody>
        </p:sp>
        <p:sp>
          <p:nvSpPr>
            <p:cNvPr id="115" name="Freeform 9">
              <a:extLst>
                <a:ext uri="{FF2B5EF4-FFF2-40B4-BE49-F238E27FC236}">
                  <a16:creationId xmlns:a16="http://schemas.microsoft.com/office/drawing/2014/main" id="{58D10B58-3BD9-D6A7-D7DF-E822ED74F511}"/>
                </a:ext>
              </a:extLst>
            </p:cNvPr>
            <p:cNvSpPr>
              <a:spLocks/>
            </p:cNvSpPr>
            <p:nvPr/>
          </p:nvSpPr>
          <p:spPr bwMode="auto">
            <a:xfrm>
              <a:off x="6531596" y="2935741"/>
              <a:ext cx="3271572" cy="3951287"/>
            </a:xfrm>
            <a:custGeom>
              <a:avLst/>
              <a:gdLst>
                <a:gd name="T0" fmla="*/ 1070 w 1138"/>
                <a:gd name="T1" fmla="*/ 369 h 1372"/>
                <a:gd name="T2" fmla="*/ 878 w 1138"/>
                <a:gd name="T3" fmla="*/ 253 h 1372"/>
                <a:gd name="T4" fmla="*/ 680 w 1138"/>
                <a:gd name="T5" fmla="*/ 193 h 1372"/>
                <a:gd name="T6" fmla="*/ 332 w 1138"/>
                <a:gd name="T7" fmla="*/ 117 h 1372"/>
                <a:gd name="T8" fmla="*/ 259 w 1138"/>
                <a:gd name="T9" fmla="*/ 98 h 1372"/>
                <a:gd name="T10" fmla="*/ 229 w 1138"/>
                <a:gd name="T11" fmla="*/ 82 h 1372"/>
                <a:gd name="T12" fmla="*/ 245 w 1138"/>
                <a:gd name="T13" fmla="*/ 61 h 1372"/>
                <a:gd name="T14" fmla="*/ 363 w 1138"/>
                <a:gd name="T15" fmla="*/ 30 h 1372"/>
                <a:gd name="T16" fmla="*/ 572 w 1138"/>
                <a:gd name="T17" fmla="*/ 0 h 1372"/>
                <a:gd name="T18" fmla="*/ 563 w 1138"/>
                <a:gd name="T19" fmla="*/ 0 h 1372"/>
                <a:gd name="T20" fmla="*/ 363 w 1138"/>
                <a:gd name="T21" fmla="*/ 27 h 1372"/>
                <a:gd name="T22" fmla="*/ 244 w 1138"/>
                <a:gd name="T23" fmla="*/ 58 h 1372"/>
                <a:gd name="T24" fmla="*/ 226 w 1138"/>
                <a:gd name="T25" fmla="*/ 84 h 1372"/>
                <a:gd name="T26" fmla="*/ 258 w 1138"/>
                <a:gd name="T27" fmla="*/ 101 h 1372"/>
                <a:gd name="T28" fmla="*/ 332 w 1138"/>
                <a:gd name="T29" fmla="*/ 120 h 1372"/>
                <a:gd name="T30" fmla="*/ 679 w 1138"/>
                <a:gd name="T31" fmla="*/ 198 h 1372"/>
                <a:gd name="T32" fmla="*/ 876 w 1138"/>
                <a:gd name="T33" fmla="*/ 258 h 1372"/>
                <a:gd name="T34" fmla="*/ 1065 w 1138"/>
                <a:gd name="T35" fmla="*/ 373 h 1372"/>
                <a:gd name="T36" fmla="*/ 1085 w 1138"/>
                <a:gd name="T37" fmla="*/ 592 h 1372"/>
                <a:gd name="T38" fmla="*/ 917 w 1138"/>
                <a:gd name="T39" fmla="*/ 780 h 1372"/>
                <a:gd name="T40" fmla="*/ 0 w 1138"/>
                <a:gd name="T41" fmla="*/ 1372 h 1372"/>
                <a:gd name="T42" fmla="*/ 66 w 1138"/>
                <a:gd name="T43" fmla="*/ 1372 h 1372"/>
                <a:gd name="T44" fmla="*/ 926 w 1138"/>
                <a:gd name="T45" fmla="*/ 786 h 1372"/>
                <a:gd name="T46" fmla="*/ 1090 w 1138"/>
                <a:gd name="T47" fmla="*/ 594 h 1372"/>
                <a:gd name="T48" fmla="*/ 1070 w 1138"/>
                <a:gd name="T49" fmla="*/ 369 h 1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138" h="1372">
                  <a:moveTo>
                    <a:pt x="1070" y="369"/>
                  </a:moveTo>
                  <a:cubicBezTo>
                    <a:pt x="1016" y="311"/>
                    <a:pt x="945" y="280"/>
                    <a:pt x="878" y="253"/>
                  </a:cubicBezTo>
                  <a:cubicBezTo>
                    <a:pt x="811" y="228"/>
                    <a:pt x="744" y="209"/>
                    <a:pt x="680" y="193"/>
                  </a:cubicBezTo>
                  <a:cubicBezTo>
                    <a:pt x="551" y="163"/>
                    <a:pt x="435" y="139"/>
                    <a:pt x="332" y="117"/>
                  </a:cubicBezTo>
                  <a:cubicBezTo>
                    <a:pt x="307" y="111"/>
                    <a:pt x="282" y="105"/>
                    <a:pt x="259" y="98"/>
                  </a:cubicBezTo>
                  <a:cubicBezTo>
                    <a:pt x="248" y="94"/>
                    <a:pt x="236" y="90"/>
                    <a:pt x="229" y="82"/>
                  </a:cubicBezTo>
                  <a:cubicBezTo>
                    <a:pt x="221" y="73"/>
                    <a:pt x="237" y="65"/>
                    <a:pt x="245" y="61"/>
                  </a:cubicBezTo>
                  <a:cubicBezTo>
                    <a:pt x="286" y="44"/>
                    <a:pt x="327" y="37"/>
                    <a:pt x="363" y="30"/>
                  </a:cubicBezTo>
                  <a:cubicBezTo>
                    <a:pt x="468" y="11"/>
                    <a:pt x="540" y="3"/>
                    <a:pt x="572" y="0"/>
                  </a:cubicBezTo>
                  <a:cubicBezTo>
                    <a:pt x="563" y="0"/>
                    <a:pt x="563" y="0"/>
                    <a:pt x="563" y="0"/>
                  </a:cubicBezTo>
                  <a:cubicBezTo>
                    <a:pt x="528" y="3"/>
                    <a:pt x="459" y="11"/>
                    <a:pt x="363" y="27"/>
                  </a:cubicBezTo>
                  <a:cubicBezTo>
                    <a:pt x="327" y="35"/>
                    <a:pt x="286" y="41"/>
                    <a:pt x="244" y="58"/>
                  </a:cubicBezTo>
                  <a:cubicBezTo>
                    <a:pt x="236" y="62"/>
                    <a:pt x="216" y="70"/>
                    <a:pt x="226" y="84"/>
                  </a:cubicBezTo>
                  <a:cubicBezTo>
                    <a:pt x="235" y="93"/>
                    <a:pt x="247" y="97"/>
                    <a:pt x="258" y="101"/>
                  </a:cubicBezTo>
                  <a:cubicBezTo>
                    <a:pt x="281" y="109"/>
                    <a:pt x="306" y="115"/>
                    <a:pt x="332" y="120"/>
                  </a:cubicBezTo>
                  <a:cubicBezTo>
                    <a:pt x="434" y="143"/>
                    <a:pt x="551" y="168"/>
                    <a:pt x="679" y="198"/>
                  </a:cubicBezTo>
                  <a:cubicBezTo>
                    <a:pt x="743" y="214"/>
                    <a:pt x="809" y="233"/>
                    <a:pt x="876" y="258"/>
                  </a:cubicBezTo>
                  <a:cubicBezTo>
                    <a:pt x="943" y="284"/>
                    <a:pt x="1013" y="316"/>
                    <a:pt x="1065" y="373"/>
                  </a:cubicBezTo>
                  <a:cubicBezTo>
                    <a:pt x="1119" y="428"/>
                    <a:pt x="1132" y="522"/>
                    <a:pt x="1085" y="592"/>
                  </a:cubicBezTo>
                  <a:cubicBezTo>
                    <a:pt x="1043" y="662"/>
                    <a:pt x="982" y="722"/>
                    <a:pt x="917" y="780"/>
                  </a:cubicBezTo>
                  <a:cubicBezTo>
                    <a:pt x="660" y="998"/>
                    <a:pt x="341" y="1188"/>
                    <a:pt x="0" y="1372"/>
                  </a:cubicBezTo>
                  <a:cubicBezTo>
                    <a:pt x="66" y="1372"/>
                    <a:pt x="66" y="1372"/>
                    <a:pt x="66" y="1372"/>
                  </a:cubicBezTo>
                  <a:cubicBezTo>
                    <a:pt x="399" y="1190"/>
                    <a:pt x="672" y="1003"/>
                    <a:pt x="926" y="786"/>
                  </a:cubicBezTo>
                  <a:cubicBezTo>
                    <a:pt x="991" y="728"/>
                    <a:pt x="1048" y="666"/>
                    <a:pt x="1090" y="594"/>
                  </a:cubicBezTo>
                  <a:cubicBezTo>
                    <a:pt x="1138" y="524"/>
                    <a:pt x="1125" y="426"/>
                    <a:pt x="1070" y="369"/>
                  </a:cubicBezTo>
                  <a:close/>
                </a:path>
              </a:pathLst>
            </a:custGeom>
            <a:solidFill>
              <a:schemeClr val="accent4"/>
            </a:solidFill>
            <a:ln>
              <a:noFill/>
            </a:ln>
          </p:spPr>
          <p:txBody>
            <a:bodyPr lIns="68580" tIns="34290" rIns="68580" bIns="34290"/>
            <a:lstStyle/>
            <a:p>
              <a:pPr>
                <a:defRPr/>
              </a:pPr>
              <a:endParaRPr lang="id-ID" sz="1350"/>
            </a:p>
          </p:txBody>
        </p:sp>
      </p:grpSp>
      <p:graphicFrame>
        <p:nvGraphicFramePr>
          <p:cNvPr id="10" name="Object 9" hidden="1">
            <a:extLst>
              <a:ext uri="{FF2B5EF4-FFF2-40B4-BE49-F238E27FC236}">
                <a16:creationId xmlns:a16="http://schemas.microsoft.com/office/drawing/2014/main" id="{85E75AA5-7793-42EB-A8A1-2973E74D2021}"/>
              </a:ext>
            </a:extLst>
          </p:cNvPr>
          <p:cNvGraphicFramePr>
            <a:graphicFrameLocks noChangeAspect="1"/>
          </p:cNvGraphicFramePr>
          <p:nvPr>
            <p:custDataLst>
              <p:tags r:id="rId1"/>
            </p:custDataLst>
            <p:extLst>
              <p:ext uri="{D42A27DB-BD31-4B8C-83A1-F6EECF244321}">
                <p14:modId xmlns:p14="http://schemas.microsoft.com/office/powerpoint/2010/main" val="22767859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10" name="Object 9" hidden="1">
                        <a:extLst>
                          <a:ext uri="{FF2B5EF4-FFF2-40B4-BE49-F238E27FC236}">
                            <a16:creationId xmlns:a16="http://schemas.microsoft.com/office/drawing/2014/main" id="{85E75AA5-7793-42EB-A8A1-2973E74D202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
          <p:cNvSpPr>
            <a:spLocks noGrp="1"/>
          </p:cNvSpPr>
          <p:nvPr>
            <p:ph type="body" sz="quarter" idx="13"/>
          </p:nvPr>
        </p:nvSpPr>
        <p:spPr>
          <a:xfrm>
            <a:off x="514664" y="651599"/>
            <a:ext cx="11456571" cy="283824"/>
          </a:xfrm>
        </p:spPr>
        <p:txBody>
          <a:bodyPr/>
          <a:lstStyle/>
          <a:p>
            <a:pPr algn="just"/>
            <a:r>
              <a:rPr lang="en-US" sz="1400">
                <a:solidFill>
                  <a:schemeClr val="tx1">
                    <a:lumMod val="65000"/>
                    <a:lumOff val="35000"/>
                  </a:schemeClr>
                </a:solidFill>
                <a:latin typeface="Arial" panose="020B0604020202020204" pitchFamily="34" charset="0"/>
                <a:cs typeface="Arial" panose="020B0604020202020204" pitchFamily="34" charset="0"/>
              </a:rPr>
              <a:t>Scope Execution Timeline and Key Milestones</a:t>
            </a:r>
          </a:p>
        </p:txBody>
      </p:sp>
      <p:sp>
        <p:nvSpPr>
          <p:cNvPr id="6" name="Title 5"/>
          <p:cNvSpPr>
            <a:spLocks noGrp="1"/>
          </p:cNvSpPr>
          <p:nvPr>
            <p:ph type="title"/>
          </p:nvPr>
        </p:nvSpPr>
        <p:spPr/>
        <p:txBody>
          <a:bodyPr vert="horz"/>
          <a:lstStyle/>
          <a:p>
            <a:r>
              <a:rPr lang="en-US" sz="2000" b="1">
                <a:latin typeface="Arial" panose="020B0604020202020204" pitchFamily="34" charset="0"/>
                <a:cs typeface="Arial" panose="020B0604020202020204" pitchFamily="34" charset="0"/>
              </a:rPr>
              <a:t>Engagement Scope of Work – Timelines</a:t>
            </a:r>
            <a:endParaRPr lang="en-GB" sz="2000" b="1">
              <a:latin typeface="Arial" panose="020B0604020202020204" pitchFamily="34" charset="0"/>
              <a:cs typeface="Arial" panose="020B0604020202020204" pitchFamily="34" charset="0"/>
            </a:endParaRPr>
          </a:p>
        </p:txBody>
      </p:sp>
      <p:cxnSp>
        <p:nvCxnSpPr>
          <p:cNvPr id="42" name="Straight Connector 41">
            <a:extLst>
              <a:ext uri="{FF2B5EF4-FFF2-40B4-BE49-F238E27FC236}">
                <a16:creationId xmlns:a16="http://schemas.microsoft.com/office/drawing/2014/main" id="{C3307A9C-FA80-4775-B35A-1A643EF2A1BC}"/>
              </a:ext>
            </a:extLst>
          </p:cNvPr>
          <p:cNvCxnSpPr/>
          <p:nvPr/>
        </p:nvCxnSpPr>
        <p:spPr>
          <a:xfrm flipV="1">
            <a:off x="514664" y="910950"/>
            <a:ext cx="111960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9A414144-50E8-A2DA-6775-22EFF4D4CD85}"/>
              </a:ext>
            </a:extLst>
          </p:cNvPr>
          <p:cNvGrpSpPr/>
          <p:nvPr/>
        </p:nvGrpSpPr>
        <p:grpSpPr>
          <a:xfrm>
            <a:off x="2471503" y="5505243"/>
            <a:ext cx="649271" cy="941843"/>
            <a:chOff x="2682876" y="1790701"/>
            <a:chExt cx="514350" cy="746125"/>
          </a:xfrm>
          <a:effectLst>
            <a:outerShdw blurRad="76200" dir="18900000" sy="23000" kx="-1200000" algn="bl" rotWithShape="0">
              <a:prstClr val="black">
                <a:alpha val="20000"/>
              </a:prstClr>
            </a:outerShdw>
          </a:effectLst>
        </p:grpSpPr>
        <p:sp>
          <p:nvSpPr>
            <p:cNvPr id="4" name="Freeform 6">
              <a:extLst>
                <a:ext uri="{FF2B5EF4-FFF2-40B4-BE49-F238E27FC236}">
                  <a16:creationId xmlns:a16="http://schemas.microsoft.com/office/drawing/2014/main" id="{2F1804D5-9795-2915-1026-ABDDB6B8AB57}"/>
                </a:ext>
              </a:extLst>
            </p:cNvPr>
            <p:cNvSpPr>
              <a:spLocks/>
            </p:cNvSpPr>
            <p:nvPr/>
          </p:nvSpPr>
          <p:spPr bwMode="auto">
            <a:xfrm>
              <a:off x="2682876" y="1790701"/>
              <a:ext cx="514350" cy="746125"/>
            </a:xfrm>
            <a:custGeom>
              <a:avLst/>
              <a:gdLst>
                <a:gd name="T0" fmla="*/ 298 w 298"/>
                <a:gd name="T1" fmla="*/ 149 h 435"/>
                <a:gd name="T2" fmla="*/ 149 w 298"/>
                <a:gd name="T3" fmla="*/ 435 h 435"/>
                <a:gd name="T4" fmla="*/ 0 w 298"/>
                <a:gd name="T5" fmla="*/ 149 h 435"/>
                <a:gd name="T6" fmla="*/ 149 w 298"/>
                <a:gd name="T7" fmla="*/ 0 h 435"/>
                <a:gd name="T8" fmla="*/ 298 w 298"/>
                <a:gd name="T9" fmla="*/ 149 h 435"/>
              </a:gdLst>
              <a:ahLst/>
              <a:cxnLst>
                <a:cxn ang="0">
                  <a:pos x="T0" y="T1"/>
                </a:cxn>
                <a:cxn ang="0">
                  <a:pos x="T2" y="T3"/>
                </a:cxn>
                <a:cxn ang="0">
                  <a:pos x="T4" y="T5"/>
                </a:cxn>
                <a:cxn ang="0">
                  <a:pos x="T6" y="T7"/>
                </a:cxn>
                <a:cxn ang="0">
                  <a:pos x="T8" y="T9"/>
                </a:cxn>
              </a:cxnLst>
              <a:rect l="0" t="0" r="r" b="b"/>
              <a:pathLst>
                <a:path w="298" h="435">
                  <a:moveTo>
                    <a:pt x="298" y="149"/>
                  </a:moveTo>
                  <a:cubicBezTo>
                    <a:pt x="298" y="268"/>
                    <a:pt x="149" y="435"/>
                    <a:pt x="149" y="435"/>
                  </a:cubicBezTo>
                  <a:cubicBezTo>
                    <a:pt x="149" y="435"/>
                    <a:pt x="0" y="265"/>
                    <a:pt x="0" y="149"/>
                  </a:cubicBezTo>
                  <a:cubicBezTo>
                    <a:pt x="0" y="67"/>
                    <a:pt x="67" y="0"/>
                    <a:pt x="149" y="0"/>
                  </a:cubicBezTo>
                  <a:cubicBezTo>
                    <a:pt x="231" y="0"/>
                    <a:pt x="298" y="67"/>
                    <a:pt x="298" y="149"/>
                  </a:cubicBezTo>
                </a:path>
              </a:pathLst>
            </a:custGeom>
            <a:solidFill>
              <a:schemeClr val="accent1"/>
            </a:solidFill>
            <a:ln>
              <a:noFill/>
            </a:ln>
          </p:spPr>
          <p:txBody>
            <a:bodyPr lIns="68580" tIns="34290" rIns="68580" bIns="34290"/>
            <a:lstStyle/>
            <a:p>
              <a:pPr>
                <a:defRPr/>
              </a:pPr>
              <a:endParaRPr lang="en-US" sz="1350"/>
            </a:p>
          </p:txBody>
        </p:sp>
        <p:sp>
          <p:nvSpPr>
            <p:cNvPr id="5" name="Freeform 7">
              <a:extLst>
                <a:ext uri="{FF2B5EF4-FFF2-40B4-BE49-F238E27FC236}">
                  <a16:creationId xmlns:a16="http://schemas.microsoft.com/office/drawing/2014/main" id="{FFD04350-F7A4-B2E1-1880-EB2D6DE081A8}"/>
                </a:ext>
              </a:extLst>
            </p:cNvPr>
            <p:cNvSpPr>
              <a:spLocks/>
            </p:cNvSpPr>
            <p:nvPr/>
          </p:nvSpPr>
          <p:spPr bwMode="auto">
            <a:xfrm>
              <a:off x="2940051" y="1790701"/>
              <a:ext cx="257175" cy="746125"/>
            </a:xfrm>
            <a:custGeom>
              <a:avLst/>
              <a:gdLst>
                <a:gd name="T0" fmla="*/ 0 w 149"/>
                <a:gd name="T1" fmla="*/ 0 h 435"/>
                <a:gd name="T2" fmla="*/ 0 w 149"/>
                <a:gd name="T3" fmla="*/ 435 h 435"/>
                <a:gd name="T4" fmla="*/ 149 w 149"/>
                <a:gd name="T5" fmla="*/ 149 h 435"/>
                <a:gd name="T6" fmla="*/ 0 w 149"/>
                <a:gd name="T7" fmla="*/ 0 h 435"/>
              </a:gdLst>
              <a:ahLst/>
              <a:cxnLst>
                <a:cxn ang="0">
                  <a:pos x="T0" y="T1"/>
                </a:cxn>
                <a:cxn ang="0">
                  <a:pos x="T2" y="T3"/>
                </a:cxn>
                <a:cxn ang="0">
                  <a:pos x="T4" y="T5"/>
                </a:cxn>
                <a:cxn ang="0">
                  <a:pos x="T6" y="T7"/>
                </a:cxn>
              </a:cxnLst>
              <a:rect l="0" t="0" r="r" b="b"/>
              <a:pathLst>
                <a:path w="149" h="435">
                  <a:moveTo>
                    <a:pt x="0" y="0"/>
                  </a:moveTo>
                  <a:cubicBezTo>
                    <a:pt x="0" y="435"/>
                    <a:pt x="0" y="435"/>
                    <a:pt x="0" y="435"/>
                  </a:cubicBezTo>
                  <a:cubicBezTo>
                    <a:pt x="0" y="435"/>
                    <a:pt x="149" y="268"/>
                    <a:pt x="149" y="149"/>
                  </a:cubicBezTo>
                  <a:cubicBezTo>
                    <a:pt x="149" y="67"/>
                    <a:pt x="82" y="0"/>
                    <a:pt x="0" y="0"/>
                  </a:cubicBezTo>
                </a:path>
              </a:pathLst>
            </a:custGeom>
            <a:solidFill>
              <a:schemeClr val="accent1">
                <a:lumMod val="75000"/>
              </a:schemeClr>
            </a:solidFill>
            <a:ln>
              <a:noFill/>
            </a:ln>
          </p:spPr>
          <p:txBody>
            <a:bodyPr lIns="68580" tIns="34290" rIns="68580" bIns="34290"/>
            <a:lstStyle/>
            <a:p>
              <a:pPr>
                <a:defRPr/>
              </a:pPr>
              <a:endParaRPr lang="en-US" sz="1350"/>
            </a:p>
          </p:txBody>
        </p:sp>
        <p:sp>
          <p:nvSpPr>
            <p:cNvPr id="7" name="Oval 6">
              <a:extLst>
                <a:ext uri="{FF2B5EF4-FFF2-40B4-BE49-F238E27FC236}">
                  <a16:creationId xmlns:a16="http://schemas.microsoft.com/office/drawing/2014/main" id="{96BBF10C-28CB-0B34-4913-F5C65993CA41}"/>
                </a:ext>
              </a:extLst>
            </p:cNvPr>
            <p:cNvSpPr>
              <a:spLocks noChangeArrowheads="1"/>
            </p:cNvSpPr>
            <p:nvPr/>
          </p:nvSpPr>
          <p:spPr bwMode="auto">
            <a:xfrm>
              <a:off x="2746376" y="1855788"/>
              <a:ext cx="387350" cy="382588"/>
            </a:xfrm>
            <a:prstGeom prst="ellipse">
              <a:avLst/>
            </a:prstGeom>
            <a:solidFill>
              <a:schemeClr val="bg2"/>
            </a:solidFill>
            <a:ln>
              <a:noFill/>
            </a:ln>
          </p:spPr>
          <p:txBody>
            <a:bodyPr lIns="68580" tIns="34290" rIns="68580" bIns="34290"/>
            <a:lstStyle/>
            <a:p>
              <a:pPr>
                <a:defRPr/>
              </a:pPr>
              <a:endParaRPr lang="en-US" sz="1350"/>
            </a:p>
          </p:txBody>
        </p:sp>
      </p:grpSp>
      <p:grpSp>
        <p:nvGrpSpPr>
          <p:cNvPr id="8" name="Group 7">
            <a:extLst>
              <a:ext uri="{FF2B5EF4-FFF2-40B4-BE49-F238E27FC236}">
                <a16:creationId xmlns:a16="http://schemas.microsoft.com/office/drawing/2014/main" id="{B36669C0-EEB5-30A0-9E75-C3B73B70310D}"/>
              </a:ext>
            </a:extLst>
          </p:cNvPr>
          <p:cNvGrpSpPr/>
          <p:nvPr/>
        </p:nvGrpSpPr>
        <p:grpSpPr>
          <a:xfrm>
            <a:off x="3477637" y="4043145"/>
            <a:ext cx="570668" cy="827820"/>
            <a:chOff x="2682876" y="1790701"/>
            <a:chExt cx="514350" cy="746125"/>
          </a:xfrm>
          <a:effectLst>
            <a:outerShdw blurRad="76200" dir="18900000" sy="23000" kx="-1200000" algn="bl" rotWithShape="0">
              <a:prstClr val="black">
                <a:alpha val="20000"/>
              </a:prstClr>
            </a:outerShdw>
          </a:effectLst>
        </p:grpSpPr>
        <p:sp>
          <p:nvSpPr>
            <p:cNvPr id="9" name="Freeform 12">
              <a:extLst>
                <a:ext uri="{FF2B5EF4-FFF2-40B4-BE49-F238E27FC236}">
                  <a16:creationId xmlns:a16="http://schemas.microsoft.com/office/drawing/2014/main" id="{BEFCA9C1-D98A-4C22-C32F-090A1044EA0C}"/>
                </a:ext>
              </a:extLst>
            </p:cNvPr>
            <p:cNvSpPr>
              <a:spLocks/>
            </p:cNvSpPr>
            <p:nvPr/>
          </p:nvSpPr>
          <p:spPr bwMode="auto">
            <a:xfrm>
              <a:off x="2682876" y="1790701"/>
              <a:ext cx="514350" cy="746125"/>
            </a:xfrm>
            <a:custGeom>
              <a:avLst/>
              <a:gdLst>
                <a:gd name="T0" fmla="*/ 298 w 298"/>
                <a:gd name="T1" fmla="*/ 149 h 435"/>
                <a:gd name="T2" fmla="*/ 149 w 298"/>
                <a:gd name="T3" fmla="*/ 435 h 435"/>
                <a:gd name="T4" fmla="*/ 0 w 298"/>
                <a:gd name="T5" fmla="*/ 149 h 435"/>
                <a:gd name="T6" fmla="*/ 149 w 298"/>
                <a:gd name="T7" fmla="*/ 0 h 435"/>
                <a:gd name="T8" fmla="*/ 298 w 298"/>
                <a:gd name="T9" fmla="*/ 149 h 435"/>
              </a:gdLst>
              <a:ahLst/>
              <a:cxnLst>
                <a:cxn ang="0">
                  <a:pos x="T0" y="T1"/>
                </a:cxn>
                <a:cxn ang="0">
                  <a:pos x="T2" y="T3"/>
                </a:cxn>
                <a:cxn ang="0">
                  <a:pos x="T4" y="T5"/>
                </a:cxn>
                <a:cxn ang="0">
                  <a:pos x="T6" y="T7"/>
                </a:cxn>
                <a:cxn ang="0">
                  <a:pos x="T8" y="T9"/>
                </a:cxn>
              </a:cxnLst>
              <a:rect l="0" t="0" r="r" b="b"/>
              <a:pathLst>
                <a:path w="298" h="435">
                  <a:moveTo>
                    <a:pt x="298" y="149"/>
                  </a:moveTo>
                  <a:cubicBezTo>
                    <a:pt x="298" y="268"/>
                    <a:pt x="149" y="435"/>
                    <a:pt x="149" y="435"/>
                  </a:cubicBezTo>
                  <a:cubicBezTo>
                    <a:pt x="149" y="435"/>
                    <a:pt x="0" y="265"/>
                    <a:pt x="0" y="149"/>
                  </a:cubicBezTo>
                  <a:cubicBezTo>
                    <a:pt x="0" y="67"/>
                    <a:pt x="67" y="0"/>
                    <a:pt x="149" y="0"/>
                  </a:cubicBezTo>
                  <a:cubicBezTo>
                    <a:pt x="231" y="0"/>
                    <a:pt x="298" y="67"/>
                    <a:pt x="298" y="149"/>
                  </a:cubicBezTo>
                </a:path>
              </a:pathLst>
            </a:custGeom>
            <a:solidFill>
              <a:schemeClr val="accent2"/>
            </a:solidFill>
            <a:ln>
              <a:noFill/>
            </a:ln>
          </p:spPr>
          <p:txBody>
            <a:bodyPr lIns="68580" tIns="34290" rIns="68580" bIns="34290"/>
            <a:lstStyle/>
            <a:p>
              <a:pPr>
                <a:defRPr/>
              </a:pPr>
              <a:endParaRPr lang="en-US" sz="1350"/>
            </a:p>
          </p:txBody>
        </p:sp>
        <p:sp>
          <p:nvSpPr>
            <p:cNvPr id="11" name="Freeform 13">
              <a:extLst>
                <a:ext uri="{FF2B5EF4-FFF2-40B4-BE49-F238E27FC236}">
                  <a16:creationId xmlns:a16="http://schemas.microsoft.com/office/drawing/2014/main" id="{78FCB95D-FDFB-36B6-83A7-AA89ACF6EBC9}"/>
                </a:ext>
              </a:extLst>
            </p:cNvPr>
            <p:cNvSpPr>
              <a:spLocks/>
            </p:cNvSpPr>
            <p:nvPr/>
          </p:nvSpPr>
          <p:spPr bwMode="auto">
            <a:xfrm>
              <a:off x="2940051" y="1790701"/>
              <a:ext cx="257175" cy="746125"/>
            </a:xfrm>
            <a:custGeom>
              <a:avLst/>
              <a:gdLst>
                <a:gd name="T0" fmla="*/ 0 w 149"/>
                <a:gd name="T1" fmla="*/ 0 h 435"/>
                <a:gd name="T2" fmla="*/ 0 w 149"/>
                <a:gd name="T3" fmla="*/ 435 h 435"/>
                <a:gd name="T4" fmla="*/ 149 w 149"/>
                <a:gd name="T5" fmla="*/ 149 h 435"/>
                <a:gd name="T6" fmla="*/ 0 w 149"/>
                <a:gd name="T7" fmla="*/ 0 h 435"/>
              </a:gdLst>
              <a:ahLst/>
              <a:cxnLst>
                <a:cxn ang="0">
                  <a:pos x="T0" y="T1"/>
                </a:cxn>
                <a:cxn ang="0">
                  <a:pos x="T2" y="T3"/>
                </a:cxn>
                <a:cxn ang="0">
                  <a:pos x="T4" y="T5"/>
                </a:cxn>
                <a:cxn ang="0">
                  <a:pos x="T6" y="T7"/>
                </a:cxn>
              </a:cxnLst>
              <a:rect l="0" t="0" r="r" b="b"/>
              <a:pathLst>
                <a:path w="149" h="435">
                  <a:moveTo>
                    <a:pt x="0" y="0"/>
                  </a:moveTo>
                  <a:cubicBezTo>
                    <a:pt x="0" y="435"/>
                    <a:pt x="0" y="435"/>
                    <a:pt x="0" y="435"/>
                  </a:cubicBezTo>
                  <a:cubicBezTo>
                    <a:pt x="0" y="435"/>
                    <a:pt x="149" y="268"/>
                    <a:pt x="149" y="149"/>
                  </a:cubicBezTo>
                  <a:cubicBezTo>
                    <a:pt x="149" y="67"/>
                    <a:pt x="82" y="0"/>
                    <a:pt x="0" y="0"/>
                  </a:cubicBezTo>
                </a:path>
              </a:pathLst>
            </a:custGeom>
            <a:solidFill>
              <a:schemeClr val="accent2">
                <a:lumMod val="75000"/>
              </a:schemeClr>
            </a:solidFill>
            <a:ln>
              <a:noFill/>
            </a:ln>
          </p:spPr>
          <p:txBody>
            <a:bodyPr lIns="68580" tIns="34290" rIns="68580" bIns="34290"/>
            <a:lstStyle/>
            <a:p>
              <a:pPr>
                <a:defRPr/>
              </a:pPr>
              <a:endParaRPr lang="en-US" sz="1350"/>
            </a:p>
          </p:txBody>
        </p:sp>
        <p:sp>
          <p:nvSpPr>
            <p:cNvPr id="12" name="Oval 11">
              <a:extLst>
                <a:ext uri="{FF2B5EF4-FFF2-40B4-BE49-F238E27FC236}">
                  <a16:creationId xmlns:a16="http://schemas.microsoft.com/office/drawing/2014/main" id="{C6BD0D7F-557F-5A4A-C573-F654B49749D5}"/>
                </a:ext>
              </a:extLst>
            </p:cNvPr>
            <p:cNvSpPr>
              <a:spLocks noChangeArrowheads="1"/>
            </p:cNvSpPr>
            <p:nvPr/>
          </p:nvSpPr>
          <p:spPr bwMode="auto">
            <a:xfrm>
              <a:off x="2746376" y="1855788"/>
              <a:ext cx="387350" cy="382588"/>
            </a:xfrm>
            <a:prstGeom prst="ellipse">
              <a:avLst/>
            </a:prstGeom>
            <a:solidFill>
              <a:schemeClr val="bg2"/>
            </a:solidFill>
            <a:ln>
              <a:noFill/>
            </a:ln>
          </p:spPr>
          <p:txBody>
            <a:bodyPr lIns="68580" tIns="34290" rIns="68580" bIns="34290"/>
            <a:lstStyle/>
            <a:p>
              <a:pPr>
                <a:defRPr/>
              </a:pPr>
              <a:endParaRPr lang="en-US" sz="1350"/>
            </a:p>
          </p:txBody>
        </p:sp>
      </p:grpSp>
      <p:grpSp>
        <p:nvGrpSpPr>
          <p:cNvPr id="13" name="Group 12">
            <a:extLst>
              <a:ext uri="{FF2B5EF4-FFF2-40B4-BE49-F238E27FC236}">
                <a16:creationId xmlns:a16="http://schemas.microsoft.com/office/drawing/2014/main" id="{2299992D-C45E-6D73-0EAE-369D9F1E7FCD}"/>
              </a:ext>
            </a:extLst>
          </p:cNvPr>
          <p:cNvGrpSpPr/>
          <p:nvPr/>
        </p:nvGrpSpPr>
        <p:grpSpPr>
          <a:xfrm>
            <a:off x="4162053" y="2580821"/>
            <a:ext cx="461116" cy="668903"/>
            <a:chOff x="2682876" y="1790701"/>
            <a:chExt cx="514350" cy="746125"/>
          </a:xfrm>
          <a:effectLst>
            <a:outerShdw blurRad="76200" dir="18900000" sy="23000" kx="-1200000" algn="bl" rotWithShape="0">
              <a:prstClr val="black">
                <a:alpha val="20000"/>
              </a:prstClr>
            </a:outerShdw>
          </a:effectLst>
        </p:grpSpPr>
        <p:sp>
          <p:nvSpPr>
            <p:cNvPr id="14" name="Freeform 16">
              <a:extLst>
                <a:ext uri="{FF2B5EF4-FFF2-40B4-BE49-F238E27FC236}">
                  <a16:creationId xmlns:a16="http://schemas.microsoft.com/office/drawing/2014/main" id="{3B26B0D4-9598-0A62-DA74-941D94BF5854}"/>
                </a:ext>
              </a:extLst>
            </p:cNvPr>
            <p:cNvSpPr>
              <a:spLocks/>
            </p:cNvSpPr>
            <p:nvPr/>
          </p:nvSpPr>
          <p:spPr bwMode="auto">
            <a:xfrm>
              <a:off x="2682876" y="1790701"/>
              <a:ext cx="514350" cy="746125"/>
            </a:xfrm>
            <a:custGeom>
              <a:avLst/>
              <a:gdLst>
                <a:gd name="T0" fmla="*/ 298 w 298"/>
                <a:gd name="T1" fmla="*/ 149 h 435"/>
                <a:gd name="T2" fmla="*/ 149 w 298"/>
                <a:gd name="T3" fmla="*/ 435 h 435"/>
                <a:gd name="T4" fmla="*/ 0 w 298"/>
                <a:gd name="T5" fmla="*/ 149 h 435"/>
                <a:gd name="T6" fmla="*/ 149 w 298"/>
                <a:gd name="T7" fmla="*/ 0 h 435"/>
                <a:gd name="T8" fmla="*/ 298 w 298"/>
                <a:gd name="T9" fmla="*/ 149 h 435"/>
              </a:gdLst>
              <a:ahLst/>
              <a:cxnLst>
                <a:cxn ang="0">
                  <a:pos x="T0" y="T1"/>
                </a:cxn>
                <a:cxn ang="0">
                  <a:pos x="T2" y="T3"/>
                </a:cxn>
                <a:cxn ang="0">
                  <a:pos x="T4" y="T5"/>
                </a:cxn>
                <a:cxn ang="0">
                  <a:pos x="T6" y="T7"/>
                </a:cxn>
                <a:cxn ang="0">
                  <a:pos x="T8" y="T9"/>
                </a:cxn>
              </a:cxnLst>
              <a:rect l="0" t="0" r="r" b="b"/>
              <a:pathLst>
                <a:path w="298" h="435">
                  <a:moveTo>
                    <a:pt x="298" y="149"/>
                  </a:moveTo>
                  <a:cubicBezTo>
                    <a:pt x="298" y="268"/>
                    <a:pt x="149" y="435"/>
                    <a:pt x="149" y="435"/>
                  </a:cubicBezTo>
                  <a:cubicBezTo>
                    <a:pt x="149" y="435"/>
                    <a:pt x="0" y="265"/>
                    <a:pt x="0" y="149"/>
                  </a:cubicBezTo>
                  <a:cubicBezTo>
                    <a:pt x="0" y="67"/>
                    <a:pt x="67" y="0"/>
                    <a:pt x="149" y="0"/>
                  </a:cubicBezTo>
                  <a:cubicBezTo>
                    <a:pt x="231" y="0"/>
                    <a:pt x="298" y="67"/>
                    <a:pt x="298" y="149"/>
                  </a:cubicBezTo>
                </a:path>
              </a:pathLst>
            </a:custGeom>
            <a:solidFill>
              <a:schemeClr val="accent3"/>
            </a:solidFill>
            <a:ln>
              <a:noFill/>
            </a:ln>
          </p:spPr>
          <p:txBody>
            <a:bodyPr lIns="68580" tIns="34290" rIns="68580" bIns="34290"/>
            <a:lstStyle/>
            <a:p>
              <a:pPr>
                <a:defRPr/>
              </a:pPr>
              <a:endParaRPr lang="en-US" sz="1350"/>
            </a:p>
          </p:txBody>
        </p:sp>
        <p:sp>
          <p:nvSpPr>
            <p:cNvPr id="15" name="Freeform 17">
              <a:extLst>
                <a:ext uri="{FF2B5EF4-FFF2-40B4-BE49-F238E27FC236}">
                  <a16:creationId xmlns:a16="http://schemas.microsoft.com/office/drawing/2014/main" id="{34B9C5E2-E13B-7A94-EABD-91F3BEBE96D8}"/>
                </a:ext>
              </a:extLst>
            </p:cNvPr>
            <p:cNvSpPr>
              <a:spLocks/>
            </p:cNvSpPr>
            <p:nvPr/>
          </p:nvSpPr>
          <p:spPr bwMode="auto">
            <a:xfrm>
              <a:off x="2940051" y="1790701"/>
              <a:ext cx="257175" cy="746125"/>
            </a:xfrm>
            <a:custGeom>
              <a:avLst/>
              <a:gdLst>
                <a:gd name="T0" fmla="*/ 0 w 149"/>
                <a:gd name="T1" fmla="*/ 0 h 435"/>
                <a:gd name="T2" fmla="*/ 0 w 149"/>
                <a:gd name="T3" fmla="*/ 435 h 435"/>
                <a:gd name="T4" fmla="*/ 149 w 149"/>
                <a:gd name="T5" fmla="*/ 149 h 435"/>
                <a:gd name="T6" fmla="*/ 0 w 149"/>
                <a:gd name="T7" fmla="*/ 0 h 435"/>
              </a:gdLst>
              <a:ahLst/>
              <a:cxnLst>
                <a:cxn ang="0">
                  <a:pos x="T0" y="T1"/>
                </a:cxn>
                <a:cxn ang="0">
                  <a:pos x="T2" y="T3"/>
                </a:cxn>
                <a:cxn ang="0">
                  <a:pos x="T4" y="T5"/>
                </a:cxn>
                <a:cxn ang="0">
                  <a:pos x="T6" y="T7"/>
                </a:cxn>
              </a:cxnLst>
              <a:rect l="0" t="0" r="r" b="b"/>
              <a:pathLst>
                <a:path w="149" h="435">
                  <a:moveTo>
                    <a:pt x="0" y="0"/>
                  </a:moveTo>
                  <a:cubicBezTo>
                    <a:pt x="0" y="435"/>
                    <a:pt x="0" y="435"/>
                    <a:pt x="0" y="435"/>
                  </a:cubicBezTo>
                  <a:cubicBezTo>
                    <a:pt x="0" y="435"/>
                    <a:pt x="149" y="268"/>
                    <a:pt x="149" y="149"/>
                  </a:cubicBezTo>
                  <a:cubicBezTo>
                    <a:pt x="149" y="67"/>
                    <a:pt x="82" y="0"/>
                    <a:pt x="0" y="0"/>
                  </a:cubicBezTo>
                </a:path>
              </a:pathLst>
            </a:custGeom>
            <a:solidFill>
              <a:schemeClr val="accent3">
                <a:lumMod val="75000"/>
              </a:schemeClr>
            </a:solidFill>
            <a:ln>
              <a:noFill/>
            </a:ln>
          </p:spPr>
          <p:txBody>
            <a:bodyPr lIns="68580" tIns="34290" rIns="68580" bIns="34290"/>
            <a:lstStyle/>
            <a:p>
              <a:pPr>
                <a:defRPr/>
              </a:pPr>
              <a:endParaRPr lang="en-US" sz="1350"/>
            </a:p>
          </p:txBody>
        </p:sp>
        <p:sp>
          <p:nvSpPr>
            <p:cNvPr id="16" name="Oval 15">
              <a:extLst>
                <a:ext uri="{FF2B5EF4-FFF2-40B4-BE49-F238E27FC236}">
                  <a16:creationId xmlns:a16="http://schemas.microsoft.com/office/drawing/2014/main" id="{F424FBC9-FFCD-D3D4-9DCB-22B240E766BB}"/>
                </a:ext>
              </a:extLst>
            </p:cNvPr>
            <p:cNvSpPr>
              <a:spLocks noChangeArrowheads="1"/>
            </p:cNvSpPr>
            <p:nvPr/>
          </p:nvSpPr>
          <p:spPr bwMode="auto">
            <a:xfrm>
              <a:off x="2746376" y="1855788"/>
              <a:ext cx="387350" cy="382588"/>
            </a:xfrm>
            <a:prstGeom prst="ellipse">
              <a:avLst/>
            </a:prstGeom>
            <a:solidFill>
              <a:schemeClr val="bg2"/>
            </a:solidFill>
            <a:ln>
              <a:noFill/>
            </a:ln>
          </p:spPr>
          <p:txBody>
            <a:bodyPr lIns="68580" tIns="34290" rIns="68580" bIns="34290"/>
            <a:lstStyle/>
            <a:p>
              <a:pPr>
                <a:defRPr/>
              </a:pPr>
              <a:endParaRPr lang="en-US" sz="1350"/>
            </a:p>
          </p:txBody>
        </p:sp>
      </p:grpSp>
      <p:grpSp>
        <p:nvGrpSpPr>
          <p:cNvPr id="17" name="Group 16">
            <a:extLst>
              <a:ext uri="{FF2B5EF4-FFF2-40B4-BE49-F238E27FC236}">
                <a16:creationId xmlns:a16="http://schemas.microsoft.com/office/drawing/2014/main" id="{789BAA01-A22C-D8D1-31C9-E75EE9435E52}"/>
              </a:ext>
            </a:extLst>
          </p:cNvPr>
          <p:cNvGrpSpPr/>
          <p:nvPr/>
        </p:nvGrpSpPr>
        <p:grpSpPr>
          <a:xfrm>
            <a:off x="3539701" y="1291969"/>
            <a:ext cx="383152" cy="555806"/>
            <a:chOff x="2682876" y="1790701"/>
            <a:chExt cx="514350" cy="746125"/>
          </a:xfrm>
          <a:effectLst>
            <a:outerShdw blurRad="76200" dir="18900000" sy="23000" kx="-1200000" algn="bl" rotWithShape="0">
              <a:prstClr val="black">
                <a:alpha val="20000"/>
              </a:prstClr>
            </a:outerShdw>
          </a:effectLst>
        </p:grpSpPr>
        <p:sp>
          <p:nvSpPr>
            <p:cNvPr id="18" name="Freeform 20">
              <a:extLst>
                <a:ext uri="{FF2B5EF4-FFF2-40B4-BE49-F238E27FC236}">
                  <a16:creationId xmlns:a16="http://schemas.microsoft.com/office/drawing/2014/main" id="{19CCD282-288D-1D93-76CB-111635D637E5}"/>
                </a:ext>
              </a:extLst>
            </p:cNvPr>
            <p:cNvSpPr>
              <a:spLocks/>
            </p:cNvSpPr>
            <p:nvPr/>
          </p:nvSpPr>
          <p:spPr bwMode="auto">
            <a:xfrm>
              <a:off x="2682876" y="1790701"/>
              <a:ext cx="514350" cy="746125"/>
            </a:xfrm>
            <a:custGeom>
              <a:avLst/>
              <a:gdLst>
                <a:gd name="T0" fmla="*/ 298 w 298"/>
                <a:gd name="T1" fmla="*/ 149 h 435"/>
                <a:gd name="T2" fmla="*/ 149 w 298"/>
                <a:gd name="T3" fmla="*/ 435 h 435"/>
                <a:gd name="T4" fmla="*/ 0 w 298"/>
                <a:gd name="T5" fmla="*/ 149 h 435"/>
                <a:gd name="T6" fmla="*/ 149 w 298"/>
                <a:gd name="T7" fmla="*/ 0 h 435"/>
                <a:gd name="T8" fmla="*/ 298 w 298"/>
                <a:gd name="T9" fmla="*/ 149 h 435"/>
              </a:gdLst>
              <a:ahLst/>
              <a:cxnLst>
                <a:cxn ang="0">
                  <a:pos x="T0" y="T1"/>
                </a:cxn>
                <a:cxn ang="0">
                  <a:pos x="T2" y="T3"/>
                </a:cxn>
                <a:cxn ang="0">
                  <a:pos x="T4" y="T5"/>
                </a:cxn>
                <a:cxn ang="0">
                  <a:pos x="T6" y="T7"/>
                </a:cxn>
                <a:cxn ang="0">
                  <a:pos x="T8" y="T9"/>
                </a:cxn>
              </a:cxnLst>
              <a:rect l="0" t="0" r="r" b="b"/>
              <a:pathLst>
                <a:path w="298" h="435">
                  <a:moveTo>
                    <a:pt x="298" y="149"/>
                  </a:moveTo>
                  <a:cubicBezTo>
                    <a:pt x="298" y="268"/>
                    <a:pt x="149" y="435"/>
                    <a:pt x="149" y="435"/>
                  </a:cubicBezTo>
                  <a:cubicBezTo>
                    <a:pt x="149" y="435"/>
                    <a:pt x="0" y="265"/>
                    <a:pt x="0" y="149"/>
                  </a:cubicBezTo>
                  <a:cubicBezTo>
                    <a:pt x="0" y="67"/>
                    <a:pt x="67" y="0"/>
                    <a:pt x="149" y="0"/>
                  </a:cubicBezTo>
                  <a:cubicBezTo>
                    <a:pt x="231" y="0"/>
                    <a:pt x="298" y="67"/>
                    <a:pt x="298" y="149"/>
                  </a:cubicBezTo>
                </a:path>
              </a:pathLst>
            </a:custGeom>
            <a:solidFill>
              <a:schemeClr val="accent4"/>
            </a:solidFill>
            <a:ln>
              <a:noFill/>
            </a:ln>
          </p:spPr>
          <p:txBody>
            <a:bodyPr lIns="68580" tIns="34290" rIns="68580" bIns="34290"/>
            <a:lstStyle/>
            <a:p>
              <a:pPr>
                <a:defRPr/>
              </a:pPr>
              <a:endParaRPr lang="en-US" sz="1350"/>
            </a:p>
          </p:txBody>
        </p:sp>
        <p:sp>
          <p:nvSpPr>
            <p:cNvPr id="20" name="Freeform 21">
              <a:extLst>
                <a:ext uri="{FF2B5EF4-FFF2-40B4-BE49-F238E27FC236}">
                  <a16:creationId xmlns:a16="http://schemas.microsoft.com/office/drawing/2014/main" id="{D0E28070-5407-BBE3-0994-223A755D0E3E}"/>
                </a:ext>
              </a:extLst>
            </p:cNvPr>
            <p:cNvSpPr>
              <a:spLocks/>
            </p:cNvSpPr>
            <p:nvPr/>
          </p:nvSpPr>
          <p:spPr bwMode="auto">
            <a:xfrm>
              <a:off x="2940051" y="1790701"/>
              <a:ext cx="257175" cy="746125"/>
            </a:xfrm>
            <a:custGeom>
              <a:avLst/>
              <a:gdLst>
                <a:gd name="T0" fmla="*/ 0 w 149"/>
                <a:gd name="T1" fmla="*/ 0 h 435"/>
                <a:gd name="T2" fmla="*/ 0 w 149"/>
                <a:gd name="T3" fmla="*/ 435 h 435"/>
                <a:gd name="T4" fmla="*/ 149 w 149"/>
                <a:gd name="T5" fmla="*/ 149 h 435"/>
                <a:gd name="T6" fmla="*/ 0 w 149"/>
                <a:gd name="T7" fmla="*/ 0 h 435"/>
              </a:gdLst>
              <a:ahLst/>
              <a:cxnLst>
                <a:cxn ang="0">
                  <a:pos x="T0" y="T1"/>
                </a:cxn>
                <a:cxn ang="0">
                  <a:pos x="T2" y="T3"/>
                </a:cxn>
                <a:cxn ang="0">
                  <a:pos x="T4" y="T5"/>
                </a:cxn>
                <a:cxn ang="0">
                  <a:pos x="T6" y="T7"/>
                </a:cxn>
              </a:cxnLst>
              <a:rect l="0" t="0" r="r" b="b"/>
              <a:pathLst>
                <a:path w="149" h="435">
                  <a:moveTo>
                    <a:pt x="0" y="0"/>
                  </a:moveTo>
                  <a:cubicBezTo>
                    <a:pt x="0" y="435"/>
                    <a:pt x="0" y="435"/>
                    <a:pt x="0" y="435"/>
                  </a:cubicBezTo>
                  <a:cubicBezTo>
                    <a:pt x="0" y="435"/>
                    <a:pt x="149" y="268"/>
                    <a:pt x="149" y="149"/>
                  </a:cubicBezTo>
                  <a:cubicBezTo>
                    <a:pt x="149" y="67"/>
                    <a:pt x="82" y="0"/>
                    <a:pt x="0" y="0"/>
                  </a:cubicBezTo>
                </a:path>
              </a:pathLst>
            </a:custGeom>
            <a:solidFill>
              <a:schemeClr val="accent4">
                <a:lumMod val="75000"/>
              </a:schemeClr>
            </a:solidFill>
            <a:ln>
              <a:noFill/>
            </a:ln>
          </p:spPr>
          <p:txBody>
            <a:bodyPr lIns="68580" tIns="34290" rIns="68580" bIns="34290"/>
            <a:lstStyle/>
            <a:p>
              <a:pPr>
                <a:defRPr/>
              </a:pPr>
              <a:endParaRPr lang="en-US" sz="1350"/>
            </a:p>
          </p:txBody>
        </p:sp>
        <p:sp>
          <p:nvSpPr>
            <p:cNvPr id="21" name="Oval 20">
              <a:extLst>
                <a:ext uri="{FF2B5EF4-FFF2-40B4-BE49-F238E27FC236}">
                  <a16:creationId xmlns:a16="http://schemas.microsoft.com/office/drawing/2014/main" id="{F40D1832-485D-9CDE-0D12-2E6D9F1406F8}"/>
                </a:ext>
              </a:extLst>
            </p:cNvPr>
            <p:cNvSpPr>
              <a:spLocks noChangeArrowheads="1"/>
            </p:cNvSpPr>
            <p:nvPr/>
          </p:nvSpPr>
          <p:spPr bwMode="auto">
            <a:xfrm>
              <a:off x="2746376" y="1855788"/>
              <a:ext cx="387350" cy="382588"/>
            </a:xfrm>
            <a:prstGeom prst="ellipse">
              <a:avLst/>
            </a:prstGeom>
            <a:solidFill>
              <a:schemeClr val="bg2"/>
            </a:solidFill>
            <a:ln>
              <a:noFill/>
            </a:ln>
          </p:spPr>
          <p:txBody>
            <a:bodyPr lIns="68580" tIns="34290" rIns="68580" bIns="34290"/>
            <a:lstStyle/>
            <a:p>
              <a:pPr>
                <a:defRPr/>
              </a:pPr>
              <a:endParaRPr lang="en-US" sz="1350"/>
            </a:p>
          </p:txBody>
        </p:sp>
      </p:grpSp>
      <p:cxnSp>
        <p:nvCxnSpPr>
          <p:cNvPr id="22" name="Straight Arrow Connector 21">
            <a:extLst>
              <a:ext uri="{FF2B5EF4-FFF2-40B4-BE49-F238E27FC236}">
                <a16:creationId xmlns:a16="http://schemas.microsoft.com/office/drawing/2014/main" id="{EBE2BFB2-67B7-E33A-7AA4-1DA7AC23961F}"/>
              </a:ext>
            </a:extLst>
          </p:cNvPr>
          <p:cNvCxnSpPr>
            <a:cxnSpLocks/>
          </p:cNvCxnSpPr>
          <p:nvPr/>
        </p:nvCxnSpPr>
        <p:spPr>
          <a:xfrm>
            <a:off x="3452400" y="6084885"/>
            <a:ext cx="1643411" cy="0"/>
          </a:xfrm>
          <a:prstGeom prst="straightConnector1">
            <a:avLst/>
          </a:prstGeom>
          <a:ln w="19050">
            <a:tailEnd type="oval"/>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60F66E03-8E65-3C50-3877-1316A3B6F2A5}"/>
              </a:ext>
            </a:extLst>
          </p:cNvPr>
          <p:cNvCxnSpPr>
            <a:cxnSpLocks/>
          </p:cNvCxnSpPr>
          <p:nvPr/>
        </p:nvCxnSpPr>
        <p:spPr>
          <a:xfrm>
            <a:off x="4277384" y="4511428"/>
            <a:ext cx="1168400" cy="0"/>
          </a:xfrm>
          <a:prstGeom prst="straightConnector1">
            <a:avLst/>
          </a:prstGeom>
          <a:ln w="19050">
            <a:solidFill>
              <a:schemeClr val="accent2"/>
            </a:solidFill>
            <a:tailEnd type="oval"/>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0A3BD4BA-2742-332C-C355-905A8BB7617D}"/>
              </a:ext>
            </a:extLst>
          </p:cNvPr>
          <p:cNvCxnSpPr>
            <a:cxnSpLocks/>
          </p:cNvCxnSpPr>
          <p:nvPr/>
        </p:nvCxnSpPr>
        <p:spPr>
          <a:xfrm>
            <a:off x="4786423" y="2915100"/>
            <a:ext cx="914400" cy="0"/>
          </a:xfrm>
          <a:prstGeom prst="straightConnector1">
            <a:avLst/>
          </a:prstGeom>
          <a:ln w="19050">
            <a:solidFill>
              <a:schemeClr val="accent3"/>
            </a:solidFill>
            <a:tailEnd type="oval"/>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9954EB95-1B2D-0F0C-3A44-B14E64786EE7}"/>
              </a:ext>
            </a:extLst>
          </p:cNvPr>
          <p:cNvCxnSpPr>
            <a:cxnSpLocks/>
          </p:cNvCxnSpPr>
          <p:nvPr/>
        </p:nvCxnSpPr>
        <p:spPr>
          <a:xfrm>
            <a:off x="4070131" y="1520446"/>
            <a:ext cx="738187" cy="0"/>
          </a:xfrm>
          <a:prstGeom prst="straightConnector1">
            <a:avLst/>
          </a:prstGeom>
          <a:ln w="19050">
            <a:solidFill>
              <a:schemeClr val="accent4"/>
            </a:solidFill>
            <a:tailEnd type="ova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1FD2B8D7-0846-E045-3E79-D66FD53E372D}"/>
              </a:ext>
            </a:extLst>
          </p:cNvPr>
          <p:cNvSpPr txBox="1"/>
          <p:nvPr/>
        </p:nvSpPr>
        <p:spPr>
          <a:xfrm>
            <a:off x="2584893" y="5665637"/>
            <a:ext cx="418704" cy="369332"/>
          </a:xfrm>
          <a:prstGeom prst="rect">
            <a:avLst/>
          </a:prstGeom>
          <a:noFill/>
        </p:spPr>
        <p:txBody>
          <a:bodyPr wrap="none">
            <a:spAutoFit/>
          </a:bodyPr>
          <a:lstStyle/>
          <a:p>
            <a:pPr algn="ctr">
              <a:defRPr/>
            </a:pPr>
            <a:r>
              <a:rPr lang="en-US" b="1">
                <a:solidFill>
                  <a:schemeClr val="accent1"/>
                </a:solidFill>
                <a:latin typeface="+mj-lt"/>
              </a:rPr>
              <a:t>04</a:t>
            </a:r>
            <a:endParaRPr lang="id-ID" b="1">
              <a:solidFill>
                <a:schemeClr val="accent1"/>
              </a:solidFill>
              <a:latin typeface="+mj-lt"/>
            </a:endParaRPr>
          </a:p>
        </p:txBody>
      </p:sp>
      <p:sp>
        <p:nvSpPr>
          <p:cNvPr id="27" name="TextBox 26">
            <a:extLst>
              <a:ext uri="{FF2B5EF4-FFF2-40B4-BE49-F238E27FC236}">
                <a16:creationId xmlns:a16="http://schemas.microsoft.com/office/drawing/2014/main" id="{BF58F004-D74B-C389-FDAE-526FCF901251}"/>
              </a:ext>
            </a:extLst>
          </p:cNvPr>
          <p:cNvSpPr txBox="1"/>
          <p:nvPr/>
        </p:nvSpPr>
        <p:spPr>
          <a:xfrm>
            <a:off x="3585761" y="4192647"/>
            <a:ext cx="360996" cy="300082"/>
          </a:xfrm>
          <a:prstGeom prst="rect">
            <a:avLst/>
          </a:prstGeom>
          <a:noFill/>
        </p:spPr>
        <p:txBody>
          <a:bodyPr wrap="none">
            <a:spAutoFit/>
          </a:bodyPr>
          <a:lstStyle/>
          <a:p>
            <a:pPr algn="ctr">
              <a:defRPr/>
            </a:pPr>
            <a:r>
              <a:rPr lang="en-US" sz="1350" b="1">
                <a:solidFill>
                  <a:schemeClr val="accent2"/>
                </a:solidFill>
                <a:latin typeface="+mj-lt"/>
              </a:rPr>
              <a:t>03</a:t>
            </a:r>
            <a:endParaRPr lang="id-ID" sz="1350" b="1">
              <a:solidFill>
                <a:schemeClr val="accent2"/>
              </a:solidFill>
              <a:latin typeface="+mj-lt"/>
            </a:endParaRPr>
          </a:p>
        </p:txBody>
      </p:sp>
      <p:sp>
        <p:nvSpPr>
          <p:cNvPr id="28" name="TextBox 27">
            <a:extLst>
              <a:ext uri="{FF2B5EF4-FFF2-40B4-BE49-F238E27FC236}">
                <a16:creationId xmlns:a16="http://schemas.microsoft.com/office/drawing/2014/main" id="{346D6B95-2162-5420-09A5-2A970B6D62F6}"/>
              </a:ext>
            </a:extLst>
          </p:cNvPr>
          <p:cNvSpPr txBox="1"/>
          <p:nvPr/>
        </p:nvSpPr>
        <p:spPr>
          <a:xfrm>
            <a:off x="4245934" y="2686302"/>
            <a:ext cx="320675" cy="253916"/>
          </a:xfrm>
          <a:prstGeom prst="rect">
            <a:avLst/>
          </a:prstGeom>
          <a:noFill/>
        </p:spPr>
        <p:txBody>
          <a:bodyPr>
            <a:spAutoFit/>
          </a:bodyPr>
          <a:lstStyle/>
          <a:p>
            <a:pPr algn="ctr">
              <a:defRPr/>
            </a:pPr>
            <a:r>
              <a:rPr lang="en-US" sz="1050" b="1">
                <a:solidFill>
                  <a:schemeClr val="accent3"/>
                </a:solidFill>
                <a:latin typeface="+mj-lt"/>
              </a:rPr>
              <a:t>02</a:t>
            </a:r>
            <a:endParaRPr lang="id-ID" sz="1050" b="1">
              <a:solidFill>
                <a:schemeClr val="accent3"/>
              </a:solidFill>
              <a:latin typeface="+mj-lt"/>
            </a:endParaRPr>
          </a:p>
        </p:txBody>
      </p:sp>
      <p:sp>
        <p:nvSpPr>
          <p:cNvPr id="29" name="TextBox 28">
            <a:extLst>
              <a:ext uri="{FF2B5EF4-FFF2-40B4-BE49-F238E27FC236}">
                <a16:creationId xmlns:a16="http://schemas.microsoft.com/office/drawing/2014/main" id="{2383C7B6-6534-72B4-DE0A-4F483F596BF0}"/>
              </a:ext>
            </a:extLst>
          </p:cNvPr>
          <p:cNvSpPr txBox="1"/>
          <p:nvPr/>
        </p:nvSpPr>
        <p:spPr>
          <a:xfrm>
            <a:off x="3554658" y="1357427"/>
            <a:ext cx="322524" cy="253916"/>
          </a:xfrm>
          <a:prstGeom prst="rect">
            <a:avLst/>
          </a:prstGeom>
          <a:noFill/>
        </p:spPr>
        <p:txBody>
          <a:bodyPr wrap="none">
            <a:spAutoFit/>
          </a:bodyPr>
          <a:lstStyle/>
          <a:p>
            <a:pPr algn="ctr">
              <a:defRPr/>
            </a:pPr>
            <a:r>
              <a:rPr lang="en-US" sz="1050" b="1">
                <a:solidFill>
                  <a:schemeClr val="accent4"/>
                </a:solidFill>
                <a:latin typeface="+mj-lt"/>
              </a:rPr>
              <a:t>01</a:t>
            </a:r>
            <a:endParaRPr lang="id-ID" sz="1050" b="1">
              <a:solidFill>
                <a:schemeClr val="accent4"/>
              </a:solidFill>
              <a:latin typeface="+mj-lt"/>
            </a:endParaRPr>
          </a:p>
        </p:txBody>
      </p:sp>
      <p:grpSp>
        <p:nvGrpSpPr>
          <p:cNvPr id="30" name="Group 29">
            <a:extLst>
              <a:ext uri="{FF2B5EF4-FFF2-40B4-BE49-F238E27FC236}">
                <a16:creationId xmlns:a16="http://schemas.microsoft.com/office/drawing/2014/main" id="{FB4D8449-28F4-14B7-316F-386AB0858BEE}"/>
              </a:ext>
            </a:extLst>
          </p:cNvPr>
          <p:cNvGrpSpPr/>
          <p:nvPr/>
        </p:nvGrpSpPr>
        <p:grpSpPr>
          <a:xfrm>
            <a:off x="5194124" y="5893971"/>
            <a:ext cx="356127" cy="356127"/>
            <a:chOff x="1046782" y="2461047"/>
            <a:chExt cx="254902" cy="254902"/>
          </a:xfrm>
        </p:grpSpPr>
        <p:sp>
          <p:nvSpPr>
            <p:cNvPr id="31" name="Oval 30">
              <a:extLst>
                <a:ext uri="{FF2B5EF4-FFF2-40B4-BE49-F238E27FC236}">
                  <a16:creationId xmlns:a16="http://schemas.microsoft.com/office/drawing/2014/main" id="{D76790E5-95B5-48B6-873C-2936A067FDDB}"/>
                </a:ext>
              </a:extLst>
            </p:cNvPr>
            <p:cNvSpPr/>
            <p:nvPr/>
          </p:nvSpPr>
          <p:spPr bwMode="gray">
            <a:xfrm>
              <a:off x="1046782" y="2461047"/>
              <a:ext cx="254902" cy="254902"/>
            </a:xfrm>
            <a:prstGeom prst="ellipse">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32" name="Oval 31">
              <a:extLst>
                <a:ext uri="{FF2B5EF4-FFF2-40B4-BE49-F238E27FC236}">
                  <a16:creationId xmlns:a16="http://schemas.microsoft.com/office/drawing/2014/main" id="{1582C372-B849-653A-6028-784A66FDC442}"/>
                </a:ext>
              </a:extLst>
            </p:cNvPr>
            <p:cNvSpPr/>
            <p:nvPr/>
          </p:nvSpPr>
          <p:spPr bwMode="gray">
            <a:xfrm>
              <a:off x="1095096" y="2509361"/>
              <a:ext cx="158274" cy="158274"/>
            </a:xfrm>
            <a:prstGeom prst="ellipse">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grpSp>
      <p:grpSp>
        <p:nvGrpSpPr>
          <p:cNvPr id="38" name="Group 37">
            <a:extLst>
              <a:ext uri="{FF2B5EF4-FFF2-40B4-BE49-F238E27FC236}">
                <a16:creationId xmlns:a16="http://schemas.microsoft.com/office/drawing/2014/main" id="{9E3F2704-3CF2-1DBD-9C40-82692C4A4178}"/>
              </a:ext>
            </a:extLst>
          </p:cNvPr>
          <p:cNvGrpSpPr/>
          <p:nvPr/>
        </p:nvGrpSpPr>
        <p:grpSpPr>
          <a:xfrm>
            <a:off x="5582584" y="4336069"/>
            <a:ext cx="356127" cy="356127"/>
            <a:chOff x="1046782" y="2461047"/>
            <a:chExt cx="254902" cy="254902"/>
          </a:xfrm>
        </p:grpSpPr>
        <p:sp>
          <p:nvSpPr>
            <p:cNvPr id="39" name="Oval 38">
              <a:extLst>
                <a:ext uri="{FF2B5EF4-FFF2-40B4-BE49-F238E27FC236}">
                  <a16:creationId xmlns:a16="http://schemas.microsoft.com/office/drawing/2014/main" id="{6BCB968E-E725-2D91-A469-521F7DCA01A4}"/>
                </a:ext>
              </a:extLst>
            </p:cNvPr>
            <p:cNvSpPr/>
            <p:nvPr/>
          </p:nvSpPr>
          <p:spPr bwMode="gray">
            <a:xfrm>
              <a:off x="1046782" y="2461047"/>
              <a:ext cx="254902" cy="254902"/>
            </a:xfrm>
            <a:prstGeom prst="ellipse">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40" name="Oval 39">
              <a:extLst>
                <a:ext uri="{FF2B5EF4-FFF2-40B4-BE49-F238E27FC236}">
                  <a16:creationId xmlns:a16="http://schemas.microsoft.com/office/drawing/2014/main" id="{8153ACB1-C359-003C-E878-1EF79B87DAB4}"/>
                </a:ext>
              </a:extLst>
            </p:cNvPr>
            <p:cNvSpPr/>
            <p:nvPr/>
          </p:nvSpPr>
          <p:spPr bwMode="gray">
            <a:xfrm>
              <a:off x="1095096" y="2509361"/>
              <a:ext cx="158274" cy="158274"/>
            </a:xfrm>
            <a:prstGeom prst="ellipse">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grpSp>
      <p:grpSp>
        <p:nvGrpSpPr>
          <p:cNvPr id="41" name="Group 40">
            <a:extLst>
              <a:ext uri="{FF2B5EF4-FFF2-40B4-BE49-F238E27FC236}">
                <a16:creationId xmlns:a16="http://schemas.microsoft.com/office/drawing/2014/main" id="{68CAB101-6A88-4054-FF1C-A4B4959FCFA2}"/>
              </a:ext>
            </a:extLst>
          </p:cNvPr>
          <p:cNvGrpSpPr/>
          <p:nvPr/>
        </p:nvGrpSpPr>
        <p:grpSpPr>
          <a:xfrm>
            <a:off x="5825572" y="2723528"/>
            <a:ext cx="356127" cy="356127"/>
            <a:chOff x="1046782" y="2461047"/>
            <a:chExt cx="254902" cy="254902"/>
          </a:xfrm>
        </p:grpSpPr>
        <p:sp>
          <p:nvSpPr>
            <p:cNvPr id="43" name="Oval 42">
              <a:extLst>
                <a:ext uri="{FF2B5EF4-FFF2-40B4-BE49-F238E27FC236}">
                  <a16:creationId xmlns:a16="http://schemas.microsoft.com/office/drawing/2014/main" id="{A90AAE52-15D2-7FBA-0FD6-170BDD9A3BCE}"/>
                </a:ext>
              </a:extLst>
            </p:cNvPr>
            <p:cNvSpPr/>
            <p:nvPr/>
          </p:nvSpPr>
          <p:spPr bwMode="gray">
            <a:xfrm>
              <a:off x="1046782" y="2461047"/>
              <a:ext cx="254902" cy="254902"/>
            </a:xfrm>
            <a:prstGeom prst="ellipse">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44" name="Oval 43">
              <a:extLst>
                <a:ext uri="{FF2B5EF4-FFF2-40B4-BE49-F238E27FC236}">
                  <a16:creationId xmlns:a16="http://schemas.microsoft.com/office/drawing/2014/main" id="{DF6F1C38-61AE-2CFA-8440-67B93FCC76DD}"/>
                </a:ext>
              </a:extLst>
            </p:cNvPr>
            <p:cNvSpPr/>
            <p:nvPr/>
          </p:nvSpPr>
          <p:spPr bwMode="gray">
            <a:xfrm>
              <a:off x="1095096" y="2509361"/>
              <a:ext cx="158274" cy="158274"/>
            </a:xfrm>
            <a:prstGeom prst="ellipse">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grpSp>
      <p:grpSp>
        <p:nvGrpSpPr>
          <p:cNvPr id="45" name="Group 44">
            <a:extLst>
              <a:ext uri="{FF2B5EF4-FFF2-40B4-BE49-F238E27FC236}">
                <a16:creationId xmlns:a16="http://schemas.microsoft.com/office/drawing/2014/main" id="{3977FEC6-61FF-4C56-CC12-6E31C7C2CA62}"/>
              </a:ext>
            </a:extLst>
          </p:cNvPr>
          <p:cNvGrpSpPr/>
          <p:nvPr/>
        </p:nvGrpSpPr>
        <p:grpSpPr>
          <a:xfrm>
            <a:off x="4939193" y="1330502"/>
            <a:ext cx="356127" cy="356127"/>
            <a:chOff x="1046782" y="2461047"/>
            <a:chExt cx="254902" cy="254902"/>
          </a:xfrm>
        </p:grpSpPr>
        <p:sp>
          <p:nvSpPr>
            <p:cNvPr id="46" name="Oval 45">
              <a:extLst>
                <a:ext uri="{FF2B5EF4-FFF2-40B4-BE49-F238E27FC236}">
                  <a16:creationId xmlns:a16="http://schemas.microsoft.com/office/drawing/2014/main" id="{39480C89-F557-C321-2DC3-4E9558055621}"/>
                </a:ext>
              </a:extLst>
            </p:cNvPr>
            <p:cNvSpPr/>
            <p:nvPr/>
          </p:nvSpPr>
          <p:spPr bwMode="gray">
            <a:xfrm>
              <a:off x="1046782" y="2461047"/>
              <a:ext cx="254902" cy="254902"/>
            </a:xfrm>
            <a:prstGeom prst="ellipse">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47" name="Oval 46">
              <a:extLst>
                <a:ext uri="{FF2B5EF4-FFF2-40B4-BE49-F238E27FC236}">
                  <a16:creationId xmlns:a16="http://schemas.microsoft.com/office/drawing/2014/main" id="{BEBACABE-CB60-2B76-3AAD-E8B001BFAEF3}"/>
                </a:ext>
              </a:extLst>
            </p:cNvPr>
            <p:cNvSpPr/>
            <p:nvPr/>
          </p:nvSpPr>
          <p:spPr bwMode="gray">
            <a:xfrm>
              <a:off x="1095096" y="2509361"/>
              <a:ext cx="158274" cy="158274"/>
            </a:xfrm>
            <a:prstGeom prst="ellipse">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grpSp>
      <p:sp>
        <p:nvSpPr>
          <p:cNvPr id="48" name="TextBox 47">
            <a:extLst>
              <a:ext uri="{FF2B5EF4-FFF2-40B4-BE49-F238E27FC236}">
                <a16:creationId xmlns:a16="http://schemas.microsoft.com/office/drawing/2014/main" id="{284C906B-4DA7-7FC5-FD03-3C7BB8AB6433}"/>
              </a:ext>
            </a:extLst>
          </p:cNvPr>
          <p:cNvSpPr txBox="1"/>
          <p:nvPr/>
        </p:nvSpPr>
        <p:spPr>
          <a:xfrm>
            <a:off x="5496872" y="1002332"/>
            <a:ext cx="2931496" cy="338554"/>
          </a:xfrm>
          <a:prstGeom prst="rect">
            <a:avLst/>
          </a:prstGeom>
          <a:noFill/>
        </p:spPr>
        <p:txBody>
          <a:bodyPr wrap="square">
            <a:spAutoFit/>
          </a:bodyPr>
          <a:lstStyle/>
          <a:p>
            <a:r>
              <a:rPr lang="en-US" sz="1600">
                <a:solidFill>
                  <a:schemeClr val="accent2"/>
                </a:solidFill>
                <a:latin typeface="Arial" panose="020B0604020202020204" pitchFamily="34" charset="0"/>
                <a:cs typeface="Arial" panose="020B0604020202020204" pitchFamily="34" charset="0"/>
              </a:rPr>
              <a:t>Inception Report</a:t>
            </a:r>
            <a:endParaRPr lang="en-US" sz="1600">
              <a:solidFill>
                <a:schemeClr val="accent2"/>
              </a:solidFill>
            </a:endParaRPr>
          </a:p>
        </p:txBody>
      </p:sp>
      <p:cxnSp>
        <p:nvCxnSpPr>
          <p:cNvPr id="49" name="Straight Connector 48">
            <a:extLst>
              <a:ext uri="{FF2B5EF4-FFF2-40B4-BE49-F238E27FC236}">
                <a16:creationId xmlns:a16="http://schemas.microsoft.com/office/drawing/2014/main" id="{9273504F-F042-1B82-0AA0-87A8F7D5E64E}"/>
              </a:ext>
            </a:extLst>
          </p:cNvPr>
          <p:cNvCxnSpPr>
            <a:cxnSpLocks/>
          </p:cNvCxnSpPr>
          <p:nvPr/>
        </p:nvCxnSpPr>
        <p:spPr>
          <a:xfrm flipV="1">
            <a:off x="5590351" y="1340886"/>
            <a:ext cx="2103120" cy="21104"/>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B54BADF9-4CC5-0D5F-717D-92EFD0179D39}"/>
              </a:ext>
            </a:extLst>
          </p:cNvPr>
          <p:cNvSpPr txBox="1"/>
          <p:nvPr/>
        </p:nvSpPr>
        <p:spPr>
          <a:xfrm>
            <a:off x="6068911" y="4078154"/>
            <a:ext cx="4622933" cy="338554"/>
          </a:xfrm>
          <a:prstGeom prst="rect">
            <a:avLst/>
          </a:prstGeom>
          <a:noFill/>
        </p:spPr>
        <p:txBody>
          <a:bodyPr wrap="square">
            <a:spAutoFit/>
          </a:bodyPr>
          <a:lstStyle/>
          <a:p>
            <a:r>
              <a:rPr lang="en-US" sz="1600">
                <a:solidFill>
                  <a:schemeClr val="accent2"/>
                </a:solidFill>
                <a:latin typeface="Arial" panose="020B0604020202020204" pitchFamily="34" charset="0"/>
                <a:cs typeface="Arial" panose="020B0604020202020204" pitchFamily="34" charset="0"/>
              </a:rPr>
              <a:t>Draft Findings</a:t>
            </a:r>
            <a:endParaRPr lang="en-US" sz="1600">
              <a:solidFill>
                <a:schemeClr val="accent2"/>
              </a:solidFill>
            </a:endParaRPr>
          </a:p>
        </p:txBody>
      </p:sp>
      <p:cxnSp>
        <p:nvCxnSpPr>
          <p:cNvPr id="53" name="Straight Connector 52">
            <a:extLst>
              <a:ext uri="{FF2B5EF4-FFF2-40B4-BE49-F238E27FC236}">
                <a16:creationId xmlns:a16="http://schemas.microsoft.com/office/drawing/2014/main" id="{D1862D43-DE5B-B14E-4531-847F6E4D92B6}"/>
              </a:ext>
            </a:extLst>
          </p:cNvPr>
          <p:cNvCxnSpPr>
            <a:cxnSpLocks/>
          </p:cNvCxnSpPr>
          <p:nvPr/>
        </p:nvCxnSpPr>
        <p:spPr>
          <a:xfrm flipV="1">
            <a:off x="6162390" y="4416708"/>
            <a:ext cx="5029200" cy="21104"/>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63" name="Graphic 4">
            <a:extLst>
              <a:ext uri="{FF2B5EF4-FFF2-40B4-BE49-F238E27FC236}">
                <a16:creationId xmlns:a16="http://schemas.microsoft.com/office/drawing/2014/main" id="{CAC05B34-4DBF-5B85-98C4-95CE41E1E710}"/>
              </a:ext>
            </a:extLst>
          </p:cNvPr>
          <p:cNvGrpSpPr/>
          <p:nvPr/>
        </p:nvGrpSpPr>
        <p:grpSpPr>
          <a:xfrm>
            <a:off x="10554667" y="4078181"/>
            <a:ext cx="274313" cy="274327"/>
            <a:chOff x="905454" y="1402723"/>
            <a:chExt cx="362309" cy="361971"/>
          </a:xfrm>
          <a:solidFill>
            <a:schemeClr val="accent2"/>
          </a:solidFill>
        </p:grpSpPr>
        <p:sp>
          <p:nvSpPr>
            <p:cNvPr id="64" name="Graphic 4">
              <a:extLst>
                <a:ext uri="{FF2B5EF4-FFF2-40B4-BE49-F238E27FC236}">
                  <a16:creationId xmlns:a16="http://schemas.microsoft.com/office/drawing/2014/main" id="{8959CD03-ED5E-4AA2-6A16-9324490E91DF}"/>
                </a:ext>
              </a:extLst>
            </p:cNvPr>
            <p:cNvSpPr/>
            <p:nvPr/>
          </p:nvSpPr>
          <p:spPr>
            <a:xfrm>
              <a:off x="1080538" y="1539340"/>
              <a:ext cx="20447" cy="21067"/>
            </a:xfrm>
            <a:custGeom>
              <a:avLst/>
              <a:gdLst>
                <a:gd name="connsiteX0" fmla="*/ 0 w 20447"/>
                <a:gd name="connsiteY0" fmla="*/ 21067 h 21067"/>
                <a:gd name="connsiteX1" fmla="*/ 20448 w 20447"/>
                <a:gd name="connsiteY1" fmla="*/ 21067 h 21067"/>
                <a:gd name="connsiteX2" fmla="*/ 0 w 20447"/>
                <a:gd name="connsiteY2" fmla="*/ 0 h 21067"/>
              </a:gdLst>
              <a:ahLst/>
              <a:cxnLst>
                <a:cxn ang="0">
                  <a:pos x="connsiteX0" y="connsiteY0"/>
                </a:cxn>
                <a:cxn ang="0">
                  <a:pos x="connsiteX1" y="connsiteY1"/>
                </a:cxn>
                <a:cxn ang="0">
                  <a:pos x="connsiteX2" y="connsiteY2"/>
                </a:cxn>
              </a:cxnLst>
              <a:rect l="l" t="t" r="r" b="b"/>
              <a:pathLst>
                <a:path w="20447" h="21067">
                  <a:moveTo>
                    <a:pt x="0" y="21067"/>
                  </a:moveTo>
                  <a:lnTo>
                    <a:pt x="20448" y="21067"/>
                  </a:lnTo>
                  <a:lnTo>
                    <a:pt x="0" y="0"/>
                  </a:lnTo>
                  <a:close/>
                </a:path>
              </a:pathLst>
            </a:custGeom>
            <a:grpFill/>
            <a:ln w="6390" cap="flat">
              <a:noFill/>
              <a:prstDash val="solid"/>
              <a:miter/>
            </a:ln>
          </p:spPr>
          <p:txBody>
            <a:bodyPr rtlCol="0" anchor="ctr"/>
            <a:lstStyle/>
            <a:p>
              <a:endParaRPr lang="en-US"/>
            </a:p>
          </p:txBody>
        </p:sp>
        <p:sp>
          <p:nvSpPr>
            <p:cNvPr id="65" name="Graphic 4">
              <a:extLst>
                <a:ext uri="{FF2B5EF4-FFF2-40B4-BE49-F238E27FC236}">
                  <a16:creationId xmlns:a16="http://schemas.microsoft.com/office/drawing/2014/main" id="{7C36A556-20B5-36C5-EBFD-4644FEB2CD78}"/>
                </a:ext>
              </a:extLst>
            </p:cNvPr>
            <p:cNvSpPr/>
            <p:nvPr/>
          </p:nvSpPr>
          <p:spPr>
            <a:xfrm>
              <a:off x="1004498" y="1531041"/>
              <a:ext cx="104795" cy="155130"/>
            </a:xfrm>
            <a:custGeom>
              <a:avLst/>
              <a:gdLst>
                <a:gd name="connsiteX0" fmla="*/ 69650 w 104795"/>
                <a:gd name="connsiteY0" fmla="*/ 42134 h 155130"/>
                <a:gd name="connsiteX1" fmla="*/ 63260 w 104795"/>
                <a:gd name="connsiteY1" fmla="*/ 35750 h 155130"/>
                <a:gd name="connsiteX2" fmla="*/ 63260 w 104795"/>
                <a:gd name="connsiteY2" fmla="*/ 0 h 155130"/>
                <a:gd name="connsiteX3" fmla="*/ 0 w 104795"/>
                <a:gd name="connsiteY3" fmla="*/ 0 h 155130"/>
                <a:gd name="connsiteX4" fmla="*/ 0 w 104795"/>
                <a:gd name="connsiteY4" fmla="*/ 155131 h 155130"/>
                <a:gd name="connsiteX5" fmla="*/ 104795 w 104795"/>
                <a:gd name="connsiteY5" fmla="*/ 155131 h 155130"/>
                <a:gd name="connsiteX6" fmla="*/ 104795 w 104795"/>
                <a:gd name="connsiteY6" fmla="*/ 41496 h 155130"/>
                <a:gd name="connsiteX7" fmla="*/ 69650 w 104795"/>
                <a:gd name="connsiteY7" fmla="*/ 41496 h 155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795" h="155130">
                  <a:moveTo>
                    <a:pt x="69650" y="42134"/>
                  </a:moveTo>
                  <a:cubicBezTo>
                    <a:pt x="65816" y="42134"/>
                    <a:pt x="63260" y="39581"/>
                    <a:pt x="63260" y="35750"/>
                  </a:cubicBezTo>
                  <a:lnTo>
                    <a:pt x="63260" y="0"/>
                  </a:lnTo>
                  <a:lnTo>
                    <a:pt x="0" y="0"/>
                  </a:lnTo>
                  <a:lnTo>
                    <a:pt x="0" y="155131"/>
                  </a:lnTo>
                  <a:lnTo>
                    <a:pt x="104795" y="155131"/>
                  </a:lnTo>
                  <a:lnTo>
                    <a:pt x="104795" y="41496"/>
                  </a:lnTo>
                  <a:lnTo>
                    <a:pt x="69650" y="41496"/>
                  </a:lnTo>
                  <a:close/>
                </a:path>
              </a:pathLst>
            </a:custGeom>
            <a:grpFill/>
            <a:ln w="6390" cap="flat">
              <a:noFill/>
              <a:prstDash val="solid"/>
              <a:miter/>
            </a:ln>
          </p:spPr>
          <p:txBody>
            <a:bodyPr rtlCol="0" anchor="ctr"/>
            <a:lstStyle/>
            <a:p>
              <a:endParaRPr lang="en-US"/>
            </a:p>
          </p:txBody>
        </p:sp>
        <p:sp>
          <p:nvSpPr>
            <p:cNvPr id="66" name="Graphic 4">
              <a:extLst>
                <a:ext uri="{FF2B5EF4-FFF2-40B4-BE49-F238E27FC236}">
                  <a16:creationId xmlns:a16="http://schemas.microsoft.com/office/drawing/2014/main" id="{5CBACFB2-B196-A787-A5AB-4808EA6A040B}"/>
                </a:ext>
              </a:extLst>
            </p:cNvPr>
            <p:cNvSpPr/>
            <p:nvPr/>
          </p:nvSpPr>
          <p:spPr>
            <a:xfrm>
              <a:off x="1139325" y="1488907"/>
              <a:ext cx="20447" cy="21067"/>
            </a:xfrm>
            <a:custGeom>
              <a:avLst/>
              <a:gdLst>
                <a:gd name="connsiteX0" fmla="*/ 0 w 20447"/>
                <a:gd name="connsiteY0" fmla="*/ 0 h 21067"/>
                <a:gd name="connsiteX1" fmla="*/ 0 w 20447"/>
                <a:gd name="connsiteY1" fmla="*/ 21067 h 21067"/>
                <a:gd name="connsiteX2" fmla="*/ 20448 w 20447"/>
                <a:gd name="connsiteY2" fmla="*/ 21067 h 21067"/>
              </a:gdLst>
              <a:ahLst/>
              <a:cxnLst>
                <a:cxn ang="0">
                  <a:pos x="connsiteX0" y="connsiteY0"/>
                </a:cxn>
                <a:cxn ang="0">
                  <a:pos x="connsiteX1" y="connsiteY1"/>
                </a:cxn>
                <a:cxn ang="0">
                  <a:pos x="connsiteX2" y="connsiteY2"/>
                </a:cxn>
              </a:cxnLst>
              <a:rect l="l" t="t" r="r" b="b"/>
              <a:pathLst>
                <a:path w="20447" h="21067">
                  <a:moveTo>
                    <a:pt x="0" y="0"/>
                  </a:moveTo>
                  <a:lnTo>
                    <a:pt x="0" y="21067"/>
                  </a:lnTo>
                  <a:lnTo>
                    <a:pt x="20448" y="21067"/>
                  </a:lnTo>
                  <a:close/>
                </a:path>
              </a:pathLst>
            </a:custGeom>
            <a:grpFill/>
            <a:ln w="6390" cap="flat">
              <a:noFill/>
              <a:prstDash val="solid"/>
              <a:miter/>
            </a:ln>
          </p:spPr>
          <p:txBody>
            <a:bodyPr rtlCol="0" anchor="ctr"/>
            <a:lstStyle/>
            <a:p>
              <a:endParaRPr lang="en-US"/>
            </a:p>
          </p:txBody>
        </p:sp>
        <p:sp>
          <p:nvSpPr>
            <p:cNvPr id="67" name="Graphic 4">
              <a:extLst>
                <a:ext uri="{FF2B5EF4-FFF2-40B4-BE49-F238E27FC236}">
                  <a16:creationId xmlns:a16="http://schemas.microsoft.com/office/drawing/2014/main" id="{E5DC4C31-8113-277B-FCA0-4864208A2A36}"/>
                </a:ext>
              </a:extLst>
            </p:cNvPr>
            <p:cNvSpPr/>
            <p:nvPr/>
          </p:nvSpPr>
          <p:spPr>
            <a:xfrm>
              <a:off x="1063285" y="1480608"/>
              <a:ext cx="104795" cy="155130"/>
            </a:xfrm>
            <a:custGeom>
              <a:avLst/>
              <a:gdLst>
                <a:gd name="connsiteX0" fmla="*/ 63260 w 104795"/>
                <a:gd name="connsiteY0" fmla="*/ 35750 h 155130"/>
                <a:gd name="connsiteX1" fmla="*/ 63260 w 104795"/>
                <a:gd name="connsiteY1" fmla="*/ 0 h 155130"/>
                <a:gd name="connsiteX2" fmla="*/ 0 w 104795"/>
                <a:gd name="connsiteY2" fmla="*/ 0 h 155130"/>
                <a:gd name="connsiteX3" fmla="*/ 0 w 104795"/>
                <a:gd name="connsiteY3" fmla="*/ 37665 h 155130"/>
                <a:gd name="connsiteX4" fmla="*/ 11502 w 104795"/>
                <a:gd name="connsiteY4" fmla="*/ 37665 h 155130"/>
                <a:gd name="connsiteX5" fmla="*/ 15975 w 104795"/>
                <a:gd name="connsiteY5" fmla="*/ 39581 h 155130"/>
                <a:gd name="connsiteX6" fmla="*/ 56871 w 104795"/>
                <a:gd name="connsiteY6" fmla="*/ 80438 h 155130"/>
                <a:gd name="connsiteX7" fmla="*/ 58148 w 104795"/>
                <a:gd name="connsiteY7" fmla="*/ 82353 h 155130"/>
                <a:gd name="connsiteX8" fmla="*/ 58788 w 104795"/>
                <a:gd name="connsiteY8" fmla="*/ 85545 h 155130"/>
                <a:gd name="connsiteX9" fmla="*/ 58788 w 104795"/>
                <a:gd name="connsiteY9" fmla="*/ 155131 h 155130"/>
                <a:gd name="connsiteX10" fmla="*/ 104795 w 104795"/>
                <a:gd name="connsiteY10" fmla="*/ 155131 h 155130"/>
                <a:gd name="connsiteX11" fmla="*/ 104795 w 104795"/>
                <a:gd name="connsiteY11" fmla="*/ 41496 h 155130"/>
                <a:gd name="connsiteX12" fmla="*/ 69011 w 104795"/>
                <a:gd name="connsiteY12" fmla="*/ 41496 h 155130"/>
                <a:gd name="connsiteX13" fmla="*/ 63260 w 104795"/>
                <a:gd name="connsiteY13" fmla="*/ 35750 h 155130"/>
                <a:gd name="connsiteX14" fmla="*/ 63260 w 104795"/>
                <a:gd name="connsiteY14" fmla="*/ 35750 h 155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4795" h="155130">
                  <a:moveTo>
                    <a:pt x="63260" y="35750"/>
                  </a:moveTo>
                  <a:lnTo>
                    <a:pt x="63260" y="0"/>
                  </a:lnTo>
                  <a:lnTo>
                    <a:pt x="0" y="0"/>
                  </a:lnTo>
                  <a:lnTo>
                    <a:pt x="0" y="37665"/>
                  </a:lnTo>
                  <a:lnTo>
                    <a:pt x="11502" y="37665"/>
                  </a:lnTo>
                  <a:cubicBezTo>
                    <a:pt x="13419" y="37665"/>
                    <a:pt x="14697" y="38304"/>
                    <a:pt x="15975" y="39581"/>
                  </a:cubicBezTo>
                  <a:lnTo>
                    <a:pt x="56871" y="80438"/>
                  </a:lnTo>
                  <a:cubicBezTo>
                    <a:pt x="57509" y="81077"/>
                    <a:pt x="58148" y="81715"/>
                    <a:pt x="58148" y="82353"/>
                  </a:cubicBezTo>
                  <a:cubicBezTo>
                    <a:pt x="58788" y="83630"/>
                    <a:pt x="58788" y="84269"/>
                    <a:pt x="58788" y="85545"/>
                  </a:cubicBezTo>
                  <a:lnTo>
                    <a:pt x="58788" y="155131"/>
                  </a:lnTo>
                  <a:lnTo>
                    <a:pt x="104795" y="155131"/>
                  </a:lnTo>
                  <a:lnTo>
                    <a:pt x="104795" y="41496"/>
                  </a:lnTo>
                  <a:lnTo>
                    <a:pt x="69011" y="41496"/>
                  </a:lnTo>
                  <a:cubicBezTo>
                    <a:pt x="65816" y="42134"/>
                    <a:pt x="63260" y="38942"/>
                    <a:pt x="63260" y="35750"/>
                  </a:cubicBezTo>
                  <a:lnTo>
                    <a:pt x="63260" y="35750"/>
                  </a:lnTo>
                  <a:close/>
                </a:path>
              </a:pathLst>
            </a:custGeom>
            <a:grpFill/>
            <a:ln w="6390" cap="flat">
              <a:noFill/>
              <a:prstDash val="solid"/>
              <a:miter/>
            </a:ln>
          </p:spPr>
          <p:txBody>
            <a:bodyPr rtlCol="0" anchor="ctr"/>
            <a:lstStyle/>
            <a:p>
              <a:endParaRPr lang="en-US"/>
            </a:p>
          </p:txBody>
        </p:sp>
        <p:sp>
          <p:nvSpPr>
            <p:cNvPr id="68" name="Graphic 4">
              <a:extLst>
                <a:ext uri="{FF2B5EF4-FFF2-40B4-BE49-F238E27FC236}">
                  <a16:creationId xmlns:a16="http://schemas.microsoft.com/office/drawing/2014/main" id="{9CC92990-02E2-C53D-3BC1-B073A10B47AE}"/>
                </a:ext>
              </a:extLst>
            </p:cNvPr>
            <p:cNvSpPr/>
            <p:nvPr/>
          </p:nvSpPr>
          <p:spPr>
            <a:xfrm>
              <a:off x="905454" y="1402723"/>
              <a:ext cx="362309" cy="361971"/>
            </a:xfrm>
            <a:custGeom>
              <a:avLst/>
              <a:gdLst>
                <a:gd name="connsiteX0" fmla="*/ 180835 w 362309"/>
                <a:gd name="connsiteY0" fmla="*/ 0 h 361971"/>
                <a:gd name="connsiteX1" fmla="*/ 0 w 362309"/>
                <a:gd name="connsiteY1" fmla="*/ 181305 h 361971"/>
                <a:gd name="connsiteX2" fmla="*/ 180835 w 362309"/>
                <a:gd name="connsiteY2" fmla="*/ 361972 h 361971"/>
                <a:gd name="connsiteX3" fmla="*/ 362309 w 362309"/>
                <a:gd name="connsiteY3" fmla="*/ 181305 h 361971"/>
                <a:gd name="connsiteX4" fmla="*/ 362309 w 362309"/>
                <a:gd name="connsiteY4" fmla="*/ 181305 h 361971"/>
                <a:gd name="connsiteX5" fmla="*/ 180835 w 362309"/>
                <a:gd name="connsiteY5" fmla="*/ 0 h 361971"/>
                <a:gd name="connsiteX6" fmla="*/ 275406 w 362309"/>
                <a:gd name="connsiteY6" fmla="*/ 239399 h 361971"/>
                <a:gd name="connsiteX7" fmla="*/ 269016 w 362309"/>
                <a:gd name="connsiteY7" fmla="*/ 245783 h 361971"/>
                <a:gd name="connsiteX8" fmla="*/ 216619 w 362309"/>
                <a:gd name="connsiteY8" fmla="*/ 245783 h 361971"/>
                <a:gd name="connsiteX9" fmla="*/ 216619 w 362309"/>
                <a:gd name="connsiteY9" fmla="*/ 289833 h 361971"/>
                <a:gd name="connsiteX10" fmla="*/ 210229 w 362309"/>
                <a:gd name="connsiteY10" fmla="*/ 296217 h 361971"/>
                <a:gd name="connsiteX11" fmla="*/ 92654 w 362309"/>
                <a:gd name="connsiteY11" fmla="*/ 296217 h 361971"/>
                <a:gd name="connsiteX12" fmla="*/ 86264 w 362309"/>
                <a:gd name="connsiteY12" fmla="*/ 289833 h 361971"/>
                <a:gd name="connsiteX13" fmla="*/ 86264 w 362309"/>
                <a:gd name="connsiteY13" fmla="*/ 121296 h 361971"/>
                <a:gd name="connsiteX14" fmla="*/ 92654 w 362309"/>
                <a:gd name="connsiteY14" fmla="*/ 114912 h 361971"/>
                <a:gd name="connsiteX15" fmla="*/ 145052 w 362309"/>
                <a:gd name="connsiteY15" fmla="*/ 114912 h 361971"/>
                <a:gd name="connsiteX16" fmla="*/ 145052 w 362309"/>
                <a:gd name="connsiteY16" fmla="*/ 70862 h 361971"/>
                <a:gd name="connsiteX17" fmla="*/ 151441 w 362309"/>
                <a:gd name="connsiteY17" fmla="*/ 64478 h 361971"/>
                <a:gd name="connsiteX18" fmla="*/ 228121 w 362309"/>
                <a:gd name="connsiteY18" fmla="*/ 64478 h 361971"/>
                <a:gd name="connsiteX19" fmla="*/ 232594 w 362309"/>
                <a:gd name="connsiteY19" fmla="*/ 66393 h 361971"/>
                <a:gd name="connsiteX20" fmla="*/ 273489 w 362309"/>
                <a:gd name="connsiteY20" fmla="*/ 107889 h 361971"/>
                <a:gd name="connsiteX21" fmla="*/ 274767 w 362309"/>
                <a:gd name="connsiteY21" fmla="*/ 110443 h 361971"/>
                <a:gd name="connsiteX22" fmla="*/ 275406 w 362309"/>
                <a:gd name="connsiteY22" fmla="*/ 113635 h 361971"/>
                <a:gd name="connsiteX23" fmla="*/ 275406 w 362309"/>
                <a:gd name="connsiteY23" fmla="*/ 239399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2309" h="361971">
                  <a:moveTo>
                    <a:pt x="180835" y="0"/>
                  </a:moveTo>
                  <a:cubicBezTo>
                    <a:pt x="80513" y="0"/>
                    <a:pt x="0" y="81077"/>
                    <a:pt x="0" y="181305"/>
                  </a:cubicBezTo>
                  <a:cubicBezTo>
                    <a:pt x="0" y="281534"/>
                    <a:pt x="81152" y="361972"/>
                    <a:pt x="180835" y="361972"/>
                  </a:cubicBezTo>
                  <a:cubicBezTo>
                    <a:pt x="280518" y="361972"/>
                    <a:pt x="362309" y="280895"/>
                    <a:pt x="362309" y="181305"/>
                  </a:cubicBezTo>
                  <a:cubicBezTo>
                    <a:pt x="362309" y="181305"/>
                    <a:pt x="362309" y="181305"/>
                    <a:pt x="362309" y="181305"/>
                  </a:cubicBezTo>
                  <a:cubicBezTo>
                    <a:pt x="361670" y="80438"/>
                    <a:pt x="281157" y="0"/>
                    <a:pt x="180835" y="0"/>
                  </a:cubicBezTo>
                  <a:close/>
                  <a:moveTo>
                    <a:pt x="275406" y="239399"/>
                  </a:moveTo>
                  <a:cubicBezTo>
                    <a:pt x="275406" y="243230"/>
                    <a:pt x="272850" y="245783"/>
                    <a:pt x="269016" y="245783"/>
                  </a:cubicBezTo>
                  <a:lnTo>
                    <a:pt x="216619" y="245783"/>
                  </a:lnTo>
                  <a:lnTo>
                    <a:pt x="216619" y="289833"/>
                  </a:lnTo>
                  <a:cubicBezTo>
                    <a:pt x="216619" y="293663"/>
                    <a:pt x="214063" y="296217"/>
                    <a:pt x="210229" y="296217"/>
                  </a:cubicBezTo>
                  <a:lnTo>
                    <a:pt x="92654" y="296217"/>
                  </a:lnTo>
                  <a:cubicBezTo>
                    <a:pt x="88820" y="296217"/>
                    <a:pt x="86264" y="293663"/>
                    <a:pt x="86264" y="289833"/>
                  </a:cubicBezTo>
                  <a:lnTo>
                    <a:pt x="86264" y="121296"/>
                  </a:lnTo>
                  <a:cubicBezTo>
                    <a:pt x="86264" y="117465"/>
                    <a:pt x="88820" y="114912"/>
                    <a:pt x="92654" y="114912"/>
                  </a:cubicBezTo>
                  <a:lnTo>
                    <a:pt x="145052" y="114912"/>
                  </a:lnTo>
                  <a:lnTo>
                    <a:pt x="145052" y="70862"/>
                  </a:lnTo>
                  <a:cubicBezTo>
                    <a:pt x="145052" y="67032"/>
                    <a:pt x="147608" y="64478"/>
                    <a:pt x="151441" y="64478"/>
                  </a:cubicBezTo>
                  <a:lnTo>
                    <a:pt x="228121" y="64478"/>
                  </a:lnTo>
                  <a:cubicBezTo>
                    <a:pt x="230038" y="64478"/>
                    <a:pt x="231316" y="65117"/>
                    <a:pt x="232594" y="66393"/>
                  </a:cubicBezTo>
                  <a:lnTo>
                    <a:pt x="273489" y="107889"/>
                  </a:lnTo>
                  <a:cubicBezTo>
                    <a:pt x="274128" y="108528"/>
                    <a:pt x="274767" y="109166"/>
                    <a:pt x="274767" y="110443"/>
                  </a:cubicBezTo>
                  <a:cubicBezTo>
                    <a:pt x="275406" y="111081"/>
                    <a:pt x="275406" y="112358"/>
                    <a:pt x="275406" y="113635"/>
                  </a:cubicBezTo>
                  <a:lnTo>
                    <a:pt x="275406" y="239399"/>
                  </a:lnTo>
                  <a:close/>
                </a:path>
              </a:pathLst>
            </a:custGeom>
            <a:grpFill/>
            <a:ln w="6390" cap="flat">
              <a:noFill/>
              <a:prstDash val="solid"/>
              <a:miter/>
            </a:ln>
          </p:spPr>
          <p:txBody>
            <a:bodyPr rtlCol="0" anchor="ctr"/>
            <a:lstStyle/>
            <a:p>
              <a:endParaRPr lang="en-US"/>
            </a:p>
          </p:txBody>
        </p:sp>
      </p:grpSp>
      <p:sp>
        <p:nvSpPr>
          <p:cNvPr id="75" name="Graphic 4">
            <a:extLst>
              <a:ext uri="{FF2B5EF4-FFF2-40B4-BE49-F238E27FC236}">
                <a16:creationId xmlns:a16="http://schemas.microsoft.com/office/drawing/2014/main" id="{7B807E30-6F25-9363-4AA1-17E90E961FA5}"/>
              </a:ext>
            </a:extLst>
          </p:cNvPr>
          <p:cNvSpPr/>
          <p:nvPr/>
        </p:nvSpPr>
        <p:spPr>
          <a:xfrm>
            <a:off x="10903995" y="4078154"/>
            <a:ext cx="274320" cy="274320"/>
          </a:xfrm>
          <a:custGeom>
            <a:avLst/>
            <a:gdLst>
              <a:gd name="connsiteX0" fmla="*/ 181474 w 362309"/>
              <a:gd name="connsiteY0" fmla="*/ 0 h 361971"/>
              <a:gd name="connsiteX1" fmla="*/ 0 w 362309"/>
              <a:gd name="connsiteY1" fmla="*/ 180667 h 361971"/>
              <a:gd name="connsiteX2" fmla="*/ 180835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06712 w 362309"/>
              <a:gd name="connsiteY7" fmla="*/ 195988 h 361971"/>
              <a:gd name="connsiteX8" fmla="*/ 116297 w 362309"/>
              <a:gd name="connsiteY8" fmla="*/ 173644 h 361971"/>
              <a:gd name="connsiteX9" fmla="*/ 113741 w 362309"/>
              <a:gd name="connsiteY9" fmla="*/ 146832 h 361971"/>
              <a:gd name="connsiteX10" fmla="*/ 96488 w 362309"/>
              <a:gd name="connsiteY10" fmla="*/ 139171 h 361971"/>
              <a:gd name="connsiteX11" fmla="*/ 79235 w 362309"/>
              <a:gd name="connsiteY11" fmla="*/ 146832 h 361971"/>
              <a:gd name="connsiteX12" fmla="*/ 76679 w 362309"/>
              <a:gd name="connsiteY12" fmla="*/ 173644 h 361971"/>
              <a:gd name="connsiteX13" fmla="*/ 86264 w 362309"/>
              <a:gd name="connsiteY13" fmla="*/ 195988 h 361971"/>
              <a:gd name="connsiteX14" fmla="*/ 79235 w 362309"/>
              <a:gd name="connsiteY14" fmla="*/ 225993 h 361971"/>
              <a:gd name="connsiteX15" fmla="*/ 63899 w 362309"/>
              <a:gd name="connsiteY15" fmla="*/ 230462 h 361971"/>
              <a:gd name="connsiteX16" fmla="*/ 51119 w 362309"/>
              <a:gd name="connsiteY16" fmla="*/ 233654 h 361971"/>
              <a:gd name="connsiteX17" fmla="*/ 47925 w 362309"/>
              <a:gd name="connsiteY17" fmla="*/ 234930 h 361971"/>
              <a:gd name="connsiteX18" fmla="*/ 41535 w 362309"/>
              <a:gd name="connsiteY18" fmla="*/ 228546 h 361971"/>
              <a:gd name="connsiteX19" fmla="*/ 44730 w 362309"/>
              <a:gd name="connsiteY19" fmla="*/ 222801 h 361971"/>
              <a:gd name="connsiteX20" fmla="*/ 61982 w 362309"/>
              <a:gd name="connsiteY20" fmla="*/ 217694 h 361971"/>
              <a:gd name="connsiteX21" fmla="*/ 72206 w 362309"/>
              <a:gd name="connsiteY21" fmla="*/ 215140 h 361971"/>
              <a:gd name="connsiteX22" fmla="*/ 75401 w 362309"/>
              <a:gd name="connsiteY22" fmla="*/ 203011 h 361971"/>
              <a:gd name="connsiteX23" fmla="*/ 63899 w 362309"/>
              <a:gd name="connsiteY23" fmla="*/ 176836 h 361971"/>
              <a:gd name="connsiteX24" fmla="*/ 69011 w 362309"/>
              <a:gd name="connsiteY24" fmla="*/ 139171 h 361971"/>
              <a:gd name="connsiteX25" fmla="*/ 96488 w 362309"/>
              <a:gd name="connsiteY25" fmla="*/ 127041 h 361971"/>
              <a:gd name="connsiteX26" fmla="*/ 123326 w 362309"/>
              <a:gd name="connsiteY26" fmla="*/ 139171 h 361971"/>
              <a:gd name="connsiteX27" fmla="*/ 128438 w 362309"/>
              <a:gd name="connsiteY27" fmla="*/ 176836 h 361971"/>
              <a:gd name="connsiteX28" fmla="*/ 116936 w 362309"/>
              <a:gd name="connsiteY28" fmla="*/ 203649 h 361971"/>
              <a:gd name="connsiteX29" fmla="*/ 120770 w 362309"/>
              <a:gd name="connsiteY29" fmla="*/ 215779 h 361971"/>
              <a:gd name="connsiteX30" fmla="*/ 122048 w 362309"/>
              <a:gd name="connsiteY30" fmla="*/ 224716 h 361971"/>
              <a:gd name="connsiteX31" fmla="*/ 113102 w 362309"/>
              <a:gd name="connsiteY31" fmla="*/ 225993 h 361971"/>
              <a:gd name="connsiteX32" fmla="*/ 106712 w 362309"/>
              <a:gd name="connsiteY32" fmla="*/ 195988 h 361971"/>
              <a:gd name="connsiteX33" fmla="*/ 250486 w 362309"/>
              <a:gd name="connsiteY33" fmla="*/ 243868 h 361971"/>
              <a:gd name="connsiteX34" fmla="*/ 244735 w 362309"/>
              <a:gd name="connsiteY34" fmla="*/ 247698 h 361971"/>
              <a:gd name="connsiteX35" fmla="*/ 242179 w 362309"/>
              <a:gd name="connsiteY35" fmla="*/ 247060 h 361971"/>
              <a:gd name="connsiteX36" fmla="*/ 223009 w 362309"/>
              <a:gd name="connsiteY36" fmla="*/ 243230 h 361971"/>
              <a:gd name="connsiteX37" fmla="*/ 207034 w 362309"/>
              <a:gd name="connsiteY37" fmla="*/ 240038 h 361971"/>
              <a:gd name="connsiteX38" fmla="*/ 193615 w 362309"/>
              <a:gd name="connsiteY38" fmla="*/ 218332 h 361971"/>
              <a:gd name="connsiteX39" fmla="*/ 194893 w 362309"/>
              <a:gd name="connsiteY39" fmla="*/ 201095 h 361971"/>
              <a:gd name="connsiteX40" fmla="*/ 207034 w 362309"/>
              <a:gd name="connsiteY40" fmla="*/ 171729 h 361971"/>
              <a:gd name="connsiteX41" fmla="*/ 203839 w 362309"/>
              <a:gd name="connsiteY41" fmla="*/ 135341 h 361971"/>
              <a:gd name="connsiteX42" fmla="*/ 182113 w 362309"/>
              <a:gd name="connsiteY42" fmla="*/ 125765 h 361971"/>
              <a:gd name="connsiteX43" fmla="*/ 160387 w 362309"/>
              <a:gd name="connsiteY43" fmla="*/ 135341 h 361971"/>
              <a:gd name="connsiteX44" fmla="*/ 157192 w 362309"/>
              <a:gd name="connsiteY44" fmla="*/ 171729 h 361971"/>
              <a:gd name="connsiteX45" fmla="*/ 169972 w 362309"/>
              <a:gd name="connsiteY45" fmla="*/ 201095 h 361971"/>
              <a:gd name="connsiteX46" fmla="*/ 171250 w 362309"/>
              <a:gd name="connsiteY46" fmla="*/ 218332 h 361971"/>
              <a:gd name="connsiteX47" fmla="*/ 157832 w 362309"/>
              <a:gd name="connsiteY47" fmla="*/ 240038 h 361971"/>
              <a:gd name="connsiteX48" fmla="*/ 141857 w 362309"/>
              <a:gd name="connsiteY48" fmla="*/ 243230 h 361971"/>
              <a:gd name="connsiteX49" fmla="*/ 122687 w 362309"/>
              <a:gd name="connsiteY49" fmla="*/ 247060 h 361971"/>
              <a:gd name="connsiteX50" fmla="*/ 114380 w 362309"/>
              <a:gd name="connsiteY50" fmla="*/ 243868 h 361971"/>
              <a:gd name="connsiteX51" fmla="*/ 117575 w 362309"/>
              <a:gd name="connsiteY51" fmla="*/ 235569 h 361971"/>
              <a:gd name="connsiteX52" fmla="*/ 141857 w 362309"/>
              <a:gd name="connsiteY52" fmla="*/ 230462 h 361971"/>
              <a:gd name="connsiteX53" fmla="*/ 152080 w 362309"/>
              <a:gd name="connsiteY53" fmla="*/ 228546 h 361971"/>
              <a:gd name="connsiteX54" fmla="*/ 159748 w 362309"/>
              <a:gd name="connsiteY54" fmla="*/ 208118 h 361971"/>
              <a:gd name="connsiteX55" fmla="*/ 145690 w 362309"/>
              <a:gd name="connsiteY55" fmla="*/ 174921 h 361971"/>
              <a:gd name="connsiteX56" fmla="*/ 151442 w 362309"/>
              <a:gd name="connsiteY56" fmla="*/ 127680 h 361971"/>
              <a:gd name="connsiteX57" fmla="*/ 210868 w 362309"/>
              <a:gd name="connsiteY57" fmla="*/ 124488 h 361971"/>
              <a:gd name="connsiteX58" fmla="*/ 214063 w 362309"/>
              <a:gd name="connsiteY58" fmla="*/ 127680 h 361971"/>
              <a:gd name="connsiteX59" fmla="*/ 219814 w 362309"/>
              <a:gd name="connsiteY59" fmla="*/ 174921 h 361971"/>
              <a:gd name="connsiteX60" fmla="*/ 205117 w 362309"/>
              <a:gd name="connsiteY60" fmla="*/ 208756 h 361971"/>
              <a:gd name="connsiteX61" fmla="*/ 212785 w 362309"/>
              <a:gd name="connsiteY61" fmla="*/ 228546 h 361971"/>
              <a:gd name="connsiteX62" fmla="*/ 223009 w 362309"/>
              <a:gd name="connsiteY62" fmla="*/ 230462 h 361971"/>
              <a:gd name="connsiteX63" fmla="*/ 247291 w 362309"/>
              <a:gd name="connsiteY63" fmla="*/ 235569 h 361971"/>
              <a:gd name="connsiteX64" fmla="*/ 250486 w 362309"/>
              <a:gd name="connsiteY64" fmla="*/ 243868 h 361971"/>
              <a:gd name="connsiteX65" fmla="*/ 314385 w 362309"/>
              <a:gd name="connsiteY65" fmla="*/ 234930 h 361971"/>
              <a:gd name="connsiteX66" fmla="*/ 311190 w 362309"/>
              <a:gd name="connsiteY66" fmla="*/ 233654 h 361971"/>
              <a:gd name="connsiteX67" fmla="*/ 298410 w 362309"/>
              <a:gd name="connsiteY67" fmla="*/ 230462 h 361971"/>
              <a:gd name="connsiteX68" fmla="*/ 283074 w 362309"/>
              <a:gd name="connsiteY68" fmla="*/ 225993 h 361971"/>
              <a:gd name="connsiteX69" fmla="*/ 275406 w 362309"/>
              <a:gd name="connsiteY69" fmla="*/ 195988 h 361971"/>
              <a:gd name="connsiteX70" fmla="*/ 284991 w 362309"/>
              <a:gd name="connsiteY70" fmla="*/ 173644 h 361971"/>
              <a:gd name="connsiteX71" fmla="*/ 282435 w 362309"/>
              <a:gd name="connsiteY71" fmla="*/ 146832 h 361971"/>
              <a:gd name="connsiteX72" fmla="*/ 265182 w 362309"/>
              <a:gd name="connsiteY72" fmla="*/ 139171 h 361971"/>
              <a:gd name="connsiteX73" fmla="*/ 265182 w 362309"/>
              <a:gd name="connsiteY73" fmla="*/ 139171 h 361971"/>
              <a:gd name="connsiteX74" fmla="*/ 247929 w 362309"/>
              <a:gd name="connsiteY74" fmla="*/ 146832 h 361971"/>
              <a:gd name="connsiteX75" fmla="*/ 245374 w 362309"/>
              <a:gd name="connsiteY75" fmla="*/ 173644 h 361971"/>
              <a:gd name="connsiteX76" fmla="*/ 254959 w 362309"/>
              <a:gd name="connsiteY76" fmla="*/ 195988 h 361971"/>
              <a:gd name="connsiteX77" fmla="*/ 247929 w 362309"/>
              <a:gd name="connsiteY77" fmla="*/ 225993 h 361971"/>
              <a:gd name="connsiteX78" fmla="*/ 238984 w 362309"/>
              <a:gd name="connsiteY78" fmla="*/ 224716 h 361971"/>
              <a:gd name="connsiteX79" fmla="*/ 240261 w 362309"/>
              <a:gd name="connsiteY79" fmla="*/ 215779 h 361971"/>
              <a:gd name="connsiteX80" fmla="*/ 244096 w 362309"/>
              <a:gd name="connsiteY80" fmla="*/ 203649 h 361971"/>
              <a:gd name="connsiteX81" fmla="*/ 232594 w 362309"/>
              <a:gd name="connsiteY81" fmla="*/ 177475 h 361971"/>
              <a:gd name="connsiteX82" fmla="*/ 237706 w 362309"/>
              <a:gd name="connsiteY82" fmla="*/ 139809 h 361971"/>
              <a:gd name="connsiteX83" fmla="*/ 265182 w 362309"/>
              <a:gd name="connsiteY83" fmla="*/ 127680 h 361971"/>
              <a:gd name="connsiteX84" fmla="*/ 292020 w 362309"/>
              <a:gd name="connsiteY84" fmla="*/ 139809 h 361971"/>
              <a:gd name="connsiteX85" fmla="*/ 297132 w 362309"/>
              <a:gd name="connsiteY85" fmla="*/ 177475 h 361971"/>
              <a:gd name="connsiteX86" fmla="*/ 285630 w 362309"/>
              <a:gd name="connsiteY86" fmla="*/ 204287 h 361971"/>
              <a:gd name="connsiteX87" fmla="*/ 290103 w 362309"/>
              <a:gd name="connsiteY87" fmla="*/ 216417 h 361971"/>
              <a:gd name="connsiteX88" fmla="*/ 299688 w 362309"/>
              <a:gd name="connsiteY88" fmla="*/ 218332 h 361971"/>
              <a:gd name="connsiteX89" fmla="*/ 316941 w 362309"/>
              <a:gd name="connsiteY89" fmla="*/ 223439 h 361971"/>
              <a:gd name="connsiteX90" fmla="*/ 318858 w 362309"/>
              <a:gd name="connsiteY90" fmla="*/ 232377 h 361971"/>
              <a:gd name="connsiteX91" fmla="*/ 314385 w 362309"/>
              <a:gd name="connsiteY91" fmla="*/ 234930 h 361971"/>
              <a:gd name="connsiteX92" fmla="*/ 314385 w 362309"/>
              <a:gd name="connsiteY92" fmla="*/ 234930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362309" h="361971">
                <a:moveTo>
                  <a:pt x="181474" y="0"/>
                </a:moveTo>
                <a:cubicBezTo>
                  <a:pt x="81152" y="0"/>
                  <a:pt x="0" y="81077"/>
                  <a:pt x="0" y="180667"/>
                </a:cubicBezTo>
                <a:cubicBezTo>
                  <a:pt x="0" y="280257"/>
                  <a:pt x="81152" y="361972"/>
                  <a:pt x="180835" y="361972"/>
                </a:cubicBezTo>
                <a:cubicBezTo>
                  <a:pt x="280518" y="361972"/>
                  <a:pt x="362310" y="280895"/>
                  <a:pt x="362310" y="181305"/>
                </a:cubicBezTo>
                <a:cubicBezTo>
                  <a:pt x="362310" y="181305"/>
                  <a:pt x="362310" y="181305"/>
                  <a:pt x="362310" y="181305"/>
                </a:cubicBezTo>
                <a:cubicBezTo>
                  <a:pt x="362310" y="80438"/>
                  <a:pt x="281157" y="0"/>
                  <a:pt x="181474" y="0"/>
                </a:cubicBezTo>
                <a:cubicBezTo>
                  <a:pt x="181474" y="0"/>
                  <a:pt x="181474" y="0"/>
                  <a:pt x="181474" y="0"/>
                </a:cubicBezTo>
                <a:close/>
                <a:moveTo>
                  <a:pt x="106712" y="195988"/>
                </a:moveTo>
                <a:cubicBezTo>
                  <a:pt x="111185" y="188966"/>
                  <a:pt x="114380" y="181944"/>
                  <a:pt x="116297" y="173644"/>
                </a:cubicBezTo>
                <a:cubicBezTo>
                  <a:pt x="119492" y="161515"/>
                  <a:pt x="118214" y="152577"/>
                  <a:pt x="113741" y="146832"/>
                </a:cubicBezTo>
                <a:cubicBezTo>
                  <a:pt x="109268" y="142363"/>
                  <a:pt x="102878" y="139171"/>
                  <a:pt x="96488" y="139171"/>
                </a:cubicBezTo>
                <a:cubicBezTo>
                  <a:pt x="90098" y="139171"/>
                  <a:pt x="83708" y="141724"/>
                  <a:pt x="79235" y="146832"/>
                </a:cubicBezTo>
                <a:cubicBezTo>
                  <a:pt x="74762" y="152577"/>
                  <a:pt x="74123" y="161515"/>
                  <a:pt x="76679" y="173644"/>
                </a:cubicBezTo>
                <a:cubicBezTo>
                  <a:pt x="78596" y="181305"/>
                  <a:pt x="81791" y="188966"/>
                  <a:pt x="86264" y="195988"/>
                </a:cubicBezTo>
                <a:cubicBezTo>
                  <a:pt x="91376" y="203011"/>
                  <a:pt x="88820" y="218332"/>
                  <a:pt x="79235" y="225993"/>
                </a:cubicBezTo>
                <a:cubicBezTo>
                  <a:pt x="74123" y="228546"/>
                  <a:pt x="69011" y="229823"/>
                  <a:pt x="63899" y="230462"/>
                </a:cubicBezTo>
                <a:cubicBezTo>
                  <a:pt x="59426" y="230462"/>
                  <a:pt x="54953" y="231738"/>
                  <a:pt x="51119" y="233654"/>
                </a:cubicBezTo>
                <a:cubicBezTo>
                  <a:pt x="49841" y="234292"/>
                  <a:pt x="49203" y="234930"/>
                  <a:pt x="47925" y="234930"/>
                </a:cubicBezTo>
                <a:cubicBezTo>
                  <a:pt x="44091" y="234930"/>
                  <a:pt x="41535" y="231738"/>
                  <a:pt x="41535" y="228546"/>
                </a:cubicBezTo>
                <a:cubicBezTo>
                  <a:pt x="41535" y="225993"/>
                  <a:pt x="42813" y="224078"/>
                  <a:pt x="44730" y="222801"/>
                </a:cubicBezTo>
                <a:cubicBezTo>
                  <a:pt x="49841" y="220247"/>
                  <a:pt x="56231" y="218332"/>
                  <a:pt x="61982" y="217694"/>
                </a:cubicBezTo>
                <a:cubicBezTo>
                  <a:pt x="65816" y="217694"/>
                  <a:pt x="69011" y="216417"/>
                  <a:pt x="72206" y="215140"/>
                </a:cubicBezTo>
                <a:cubicBezTo>
                  <a:pt x="75401" y="211948"/>
                  <a:pt x="76679" y="207479"/>
                  <a:pt x="75401" y="203011"/>
                </a:cubicBezTo>
                <a:cubicBezTo>
                  <a:pt x="70289" y="194711"/>
                  <a:pt x="66456" y="185774"/>
                  <a:pt x="63899" y="176836"/>
                </a:cubicBezTo>
                <a:cubicBezTo>
                  <a:pt x="60066" y="160876"/>
                  <a:pt x="61982" y="148108"/>
                  <a:pt x="69011" y="139171"/>
                </a:cubicBezTo>
                <a:cubicBezTo>
                  <a:pt x="76040" y="131510"/>
                  <a:pt x="85625" y="127041"/>
                  <a:pt x="96488" y="127041"/>
                </a:cubicBezTo>
                <a:cubicBezTo>
                  <a:pt x="106712" y="127041"/>
                  <a:pt x="116936" y="131510"/>
                  <a:pt x="123326" y="139171"/>
                </a:cubicBezTo>
                <a:cubicBezTo>
                  <a:pt x="130355" y="148108"/>
                  <a:pt x="132272" y="160876"/>
                  <a:pt x="128438" y="176836"/>
                </a:cubicBezTo>
                <a:cubicBezTo>
                  <a:pt x="125882" y="186412"/>
                  <a:pt x="122048" y="195350"/>
                  <a:pt x="116936" y="203649"/>
                </a:cubicBezTo>
                <a:cubicBezTo>
                  <a:pt x="116297" y="208118"/>
                  <a:pt x="117575" y="212587"/>
                  <a:pt x="120770" y="215779"/>
                </a:cubicBezTo>
                <a:cubicBezTo>
                  <a:pt x="123326" y="217694"/>
                  <a:pt x="123965" y="222163"/>
                  <a:pt x="122048" y="224716"/>
                </a:cubicBezTo>
                <a:cubicBezTo>
                  <a:pt x="120131" y="227270"/>
                  <a:pt x="115658" y="227908"/>
                  <a:pt x="113102" y="225993"/>
                </a:cubicBezTo>
                <a:cubicBezTo>
                  <a:pt x="104156" y="218332"/>
                  <a:pt x="102239" y="203011"/>
                  <a:pt x="106712" y="195988"/>
                </a:cubicBezTo>
                <a:close/>
                <a:moveTo>
                  <a:pt x="250486" y="243868"/>
                </a:moveTo>
                <a:cubicBezTo>
                  <a:pt x="249208" y="246422"/>
                  <a:pt x="247291" y="247698"/>
                  <a:pt x="244735" y="247698"/>
                </a:cubicBezTo>
                <a:cubicBezTo>
                  <a:pt x="244096" y="247698"/>
                  <a:pt x="242818" y="247698"/>
                  <a:pt x="242179" y="247060"/>
                </a:cubicBezTo>
                <a:cubicBezTo>
                  <a:pt x="236428" y="244506"/>
                  <a:pt x="229399" y="243230"/>
                  <a:pt x="223009" y="243230"/>
                </a:cubicBezTo>
                <a:cubicBezTo>
                  <a:pt x="217258" y="243230"/>
                  <a:pt x="212146" y="242591"/>
                  <a:pt x="207034" y="240038"/>
                </a:cubicBezTo>
                <a:cubicBezTo>
                  <a:pt x="198088" y="235569"/>
                  <a:pt x="194893" y="222163"/>
                  <a:pt x="193615" y="218332"/>
                </a:cubicBezTo>
                <a:cubicBezTo>
                  <a:pt x="191698" y="212587"/>
                  <a:pt x="192337" y="206203"/>
                  <a:pt x="194893" y="201095"/>
                </a:cubicBezTo>
                <a:cubicBezTo>
                  <a:pt x="200644" y="192158"/>
                  <a:pt x="205117" y="182582"/>
                  <a:pt x="207034" y="171729"/>
                </a:cubicBezTo>
                <a:cubicBezTo>
                  <a:pt x="210868" y="155131"/>
                  <a:pt x="209590" y="143001"/>
                  <a:pt x="203839" y="135341"/>
                </a:cubicBezTo>
                <a:cubicBezTo>
                  <a:pt x="198088" y="129595"/>
                  <a:pt x="190420" y="125765"/>
                  <a:pt x="182113" y="125765"/>
                </a:cubicBezTo>
                <a:cubicBezTo>
                  <a:pt x="173806" y="125765"/>
                  <a:pt x="166138" y="128957"/>
                  <a:pt x="160387" y="135341"/>
                </a:cubicBezTo>
                <a:cubicBezTo>
                  <a:pt x="153997" y="143001"/>
                  <a:pt x="153358" y="155131"/>
                  <a:pt x="157192" y="171729"/>
                </a:cubicBezTo>
                <a:cubicBezTo>
                  <a:pt x="159748" y="181944"/>
                  <a:pt x="163582" y="192158"/>
                  <a:pt x="169972" y="201095"/>
                </a:cubicBezTo>
                <a:cubicBezTo>
                  <a:pt x="172528" y="206203"/>
                  <a:pt x="173167" y="212587"/>
                  <a:pt x="171250" y="218332"/>
                </a:cubicBezTo>
                <a:cubicBezTo>
                  <a:pt x="170611" y="222163"/>
                  <a:pt x="166777" y="234930"/>
                  <a:pt x="157832" y="240038"/>
                </a:cubicBezTo>
                <a:cubicBezTo>
                  <a:pt x="152720" y="242591"/>
                  <a:pt x="147607" y="243230"/>
                  <a:pt x="141857" y="243230"/>
                </a:cubicBezTo>
                <a:cubicBezTo>
                  <a:pt x="135467" y="243230"/>
                  <a:pt x="128438" y="244506"/>
                  <a:pt x="122687" y="247060"/>
                </a:cubicBezTo>
                <a:cubicBezTo>
                  <a:pt x="119492" y="248337"/>
                  <a:pt x="115658" y="247060"/>
                  <a:pt x="114380" y="243868"/>
                </a:cubicBezTo>
                <a:cubicBezTo>
                  <a:pt x="113102" y="240676"/>
                  <a:pt x="114380" y="236846"/>
                  <a:pt x="117575" y="235569"/>
                </a:cubicBezTo>
                <a:cubicBezTo>
                  <a:pt x="125243" y="232377"/>
                  <a:pt x="133550" y="230462"/>
                  <a:pt x="141857" y="230462"/>
                </a:cubicBezTo>
                <a:cubicBezTo>
                  <a:pt x="145690" y="230462"/>
                  <a:pt x="148885" y="229823"/>
                  <a:pt x="152080" y="228546"/>
                </a:cubicBezTo>
                <a:cubicBezTo>
                  <a:pt x="156553" y="225993"/>
                  <a:pt x="161027" y="211948"/>
                  <a:pt x="159748" y="208118"/>
                </a:cubicBezTo>
                <a:cubicBezTo>
                  <a:pt x="153358" y="197903"/>
                  <a:pt x="148247" y="187051"/>
                  <a:pt x="145690" y="174921"/>
                </a:cubicBezTo>
                <a:cubicBezTo>
                  <a:pt x="140579" y="154492"/>
                  <a:pt x="142496" y="138533"/>
                  <a:pt x="151442" y="127680"/>
                </a:cubicBezTo>
                <a:cubicBezTo>
                  <a:pt x="166777" y="110443"/>
                  <a:pt x="193615" y="108528"/>
                  <a:pt x="210868" y="124488"/>
                </a:cubicBezTo>
                <a:cubicBezTo>
                  <a:pt x="212146" y="125765"/>
                  <a:pt x="213424" y="127041"/>
                  <a:pt x="214063" y="127680"/>
                </a:cubicBezTo>
                <a:cubicBezTo>
                  <a:pt x="223009" y="138533"/>
                  <a:pt x="224926" y="154492"/>
                  <a:pt x="219814" y="174921"/>
                </a:cubicBezTo>
                <a:cubicBezTo>
                  <a:pt x="217258" y="187051"/>
                  <a:pt x="212146" y="198542"/>
                  <a:pt x="205117" y="208756"/>
                </a:cubicBezTo>
                <a:cubicBezTo>
                  <a:pt x="203839" y="211948"/>
                  <a:pt x="208312" y="225993"/>
                  <a:pt x="212785" y="228546"/>
                </a:cubicBezTo>
                <a:cubicBezTo>
                  <a:pt x="215980" y="229823"/>
                  <a:pt x="219814" y="230462"/>
                  <a:pt x="223009" y="230462"/>
                </a:cubicBezTo>
                <a:cubicBezTo>
                  <a:pt x="231316" y="230462"/>
                  <a:pt x="239623" y="232377"/>
                  <a:pt x="247291" y="235569"/>
                </a:cubicBezTo>
                <a:cubicBezTo>
                  <a:pt x="251124" y="236846"/>
                  <a:pt x="252403" y="240676"/>
                  <a:pt x="250486" y="243868"/>
                </a:cubicBezTo>
                <a:close/>
                <a:moveTo>
                  <a:pt x="314385" y="234930"/>
                </a:moveTo>
                <a:cubicBezTo>
                  <a:pt x="313107" y="234930"/>
                  <a:pt x="311829" y="234292"/>
                  <a:pt x="311190" y="233654"/>
                </a:cubicBezTo>
                <a:cubicBezTo>
                  <a:pt x="307356" y="231738"/>
                  <a:pt x="302883" y="230462"/>
                  <a:pt x="298410" y="230462"/>
                </a:cubicBezTo>
                <a:cubicBezTo>
                  <a:pt x="293298" y="229823"/>
                  <a:pt x="288186" y="228546"/>
                  <a:pt x="283074" y="225993"/>
                </a:cubicBezTo>
                <a:cubicBezTo>
                  <a:pt x="272850" y="218332"/>
                  <a:pt x="270294" y="203011"/>
                  <a:pt x="275406" y="195988"/>
                </a:cubicBezTo>
                <a:cubicBezTo>
                  <a:pt x="279879" y="188966"/>
                  <a:pt x="283074" y="181944"/>
                  <a:pt x="284991" y="173644"/>
                </a:cubicBezTo>
                <a:cubicBezTo>
                  <a:pt x="288186" y="161515"/>
                  <a:pt x="286908" y="152577"/>
                  <a:pt x="282435" y="146832"/>
                </a:cubicBezTo>
                <a:cubicBezTo>
                  <a:pt x="277962" y="142363"/>
                  <a:pt x="271572" y="139171"/>
                  <a:pt x="265182" y="139171"/>
                </a:cubicBezTo>
                <a:lnTo>
                  <a:pt x="265182" y="139171"/>
                </a:lnTo>
                <a:cubicBezTo>
                  <a:pt x="258792" y="139171"/>
                  <a:pt x="252403" y="141724"/>
                  <a:pt x="247929" y="146832"/>
                </a:cubicBezTo>
                <a:cubicBezTo>
                  <a:pt x="243456" y="152577"/>
                  <a:pt x="242818" y="161515"/>
                  <a:pt x="245374" y="173644"/>
                </a:cubicBezTo>
                <a:cubicBezTo>
                  <a:pt x="247291" y="181305"/>
                  <a:pt x="250486" y="188966"/>
                  <a:pt x="254959" y="195988"/>
                </a:cubicBezTo>
                <a:cubicBezTo>
                  <a:pt x="260071" y="203011"/>
                  <a:pt x="257514" y="218971"/>
                  <a:pt x="247929" y="225993"/>
                </a:cubicBezTo>
                <a:cubicBezTo>
                  <a:pt x="245374" y="227908"/>
                  <a:pt x="240901" y="227270"/>
                  <a:pt x="238984" y="224716"/>
                </a:cubicBezTo>
                <a:cubicBezTo>
                  <a:pt x="237067" y="222163"/>
                  <a:pt x="237706" y="217694"/>
                  <a:pt x="240261" y="215779"/>
                </a:cubicBezTo>
                <a:cubicBezTo>
                  <a:pt x="243456" y="212587"/>
                  <a:pt x="245374" y="208118"/>
                  <a:pt x="244096" y="203649"/>
                </a:cubicBezTo>
                <a:cubicBezTo>
                  <a:pt x="238984" y="195350"/>
                  <a:pt x="235150" y="186412"/>
                  <a:pt x="232594" y="177475"/>
                </a:cubicBezTo>
                <a:cubicBezTo>
                  <a:pt x="228760" y="161515"/>
                  <a:pt x="230677" y="148747"/>
                  <a:pt x="237706" y="139809"/>
                </a:cubicBezTo>
                <a:cubicBezTo>
                  <a:pt x="244735" y="132149"/>
                  <a:pt x="254319" y="127680"/>
                  <a:pt x="265182" y="127680"/>
                </a:cubicBezTo>
                <a:cubicBezTo>
                  <a:pt x="275406" y="127680"/>
                  <a:pt x="285630" y="132149"/>
                  <a:pt x="292020" y="139809"/>
                </a:cubicBezTo>
                <a:cubicBezTo>
                  <a:pt x="299049" y="148747"/>
                  <a:pt x="300966" y="161515"/>
                  <a:pt x="297132" y="177475"/>
                </a:cubicBezTo>
                <a:cubicBezTo>
                  <a:pt x="294576" y="187051"/>
                  <a:pt x="290742" y="195988"/>
                  <a:pt x="285630" y="204287"/>
                </a:cubicBezTo>
                <a:cubicBezTo>
                  <a:pt x="284991" y="208756"/>
                  <a:pt x="286269" y="213225"/>
                  <a:pt x="290103" y="216417"/>
                </a:cubicBezTo>
                <a:cubicBezTo>
                  <a:pt x="293298" y="217694"/>
                  <a:pt x="296493" y="218332"/>
                  <a:pt x="299688" y="218332"/>
                </a:cubicBezTo>
                <a:cubicBezTo>
                  <a:pt x="306078" y="218971"/>
                  <a:pt x="311829" y="220247"/>
                  <a:pt x="316941" y="223439"/>
                </a:cubicBezTo>
                <a:cubicBezTo>
                  <a:pt x="320136" y="225355"/>
                  <a:pt x="320775" y="229185"/>
                  <a:pt x="318858" y="232377"/>
                </a:cubicBezTo>
                <a:cubicBezTo>
                  <a:pt x="318858" y="233654"/>
                  <a:pt x="316302" y="234930"/>
                  <a:pt x="314385" y="234930"/>
                </a:cubicBezTo>
                <a:lnTo>
                  <a:pt x="314385" y="234930"/>
                </a:lnTo>
                <a:close/>
              </a:path>
            </a:pathLst>
          </a:custGeom>
          <a:solidFill>
            <a:srgbClr val="00ABAB"/>
          </a:solidFill>
          <a:ln w="6390" cap="flat">
            <a:noFill/>
            <a:prstDash val="solid"/>
            <a:miter/>
          </a:ln>
        </p:spPr>
        <p:txBody>
          <a:bodyPr rtlCol="0" anchor="ctr"/>
          <a:lstStyle/>
          <a:p>
            <a:endParaRPr lang="en-US"/>
          </a:p>
        </p:txBody>
      </p:sp>
      <p:grpSp>
        <p:nvGrpSpPr>
          <p:cNvPr id="88" name="Graphic 4">
            <a:extLst>
              <a:ext uri="{FF2B5EF4-FFF2-40B4-BE49-F238E27FC236}">
                <a16:creationId xmlns:a16="http://schemas.microsoft.com/office/drawing/2014/main" id="{32DA208E-C036-64A4-6617-8E43EB8C2272}"/>
              </a:ext>
            </a:extLst>
          </p:cNvPr>
          <p:cNvGrpSpPr/>
          <p:nvPr/>
        </p:nvGrpSpPr>
        <p:grpSpPr>
          <a:xfrm>
            <a:off x="533848" y="1703591"/>
            <a:ext cx="457195" cy="457192"/>
            <a:chOff x="905454" y="1402723"/>
            <a:chExt cx="362309" cy="361971"/>
          </a:xfrm>
          <a:solidFill>
            <a:schemeClr val="accent2"/>
          </a:solidFill>
        </p:grpSpPr>
        <p:sp>
          <p:nvSpPr>
            <p:cNvPr id="89" name="Graphic 4">
              <a:extLst>
                <a:ext uri="{FF2B5EF4-FFF2-40B4-BE49-F238E27FC236}">
                  <a16:creationId xmlns:a16="http://schemas.microsoft.com/office/drawing/2014/main" id="{5296E968-94B1-0A25-8345-1E342696B4F7}"/>
                </a:ext>
              </a:extLst>
            </p:cNvPr>
            <p:cNvSpPr/>
            <p:nvPr/>
          </p:nvSpPr>
          <p:spPr>
            <a:xfrm>
              <a:off x="1080538" y="1539340"/>
              <a:ext cx="20447" cy="21067"/>
            </a:xfrm>
            <a:custGeom>
              <a:avLst/>
              <a:gdLst>
                <a:gd name="connsiteX0" fmla="*/ 0 w 20447"/>
                <a:gd name="connsiteY0" fmla="*/ 21067 h 21067"/>
                <a:gd name="connsiteX1" fmla="*/ 20448 w 20447"/>
                <a:gd name="connsiteY1" fmla="*/ 21067 h 21067"/>
                <a:gd name="connsiteX2" fmla="*/ 0 w 20447"/>
                <a:gd name="connsiteY2" fmla="*/ 0 h 21067"/>
              </a:gdLst>
              <a:ahLst/>
              <a:cxnLst>
                <a:cxn ang="0">
                  <a:pos x="connsiteX0" y="connsiteY0"/>
                </a:cxn>
                <a:cxn ang="0">
                  <a:pos x="connsiteX1" y="connsiteY1"/>
                </a:cxn>
                <a:cxn ang="0">
                  <a:pos x="connsiteX2" y="connsiteY2"/>
                </a:cxn>
              </a:cxnLst>
              <a:rect l="l" t="t" r="r" b="b"/>
              <a:pathLst>
                <a:path w="20447" h="21067">
                  <a:moveTo>
                    <a:pt x="0" y="21067"/>
                  </a:moveTo>
                  <a:lnTo>
                    <a:pt x="20448" y="21067"/>
                  </a:lnTo>
                  <a:lnTo>
                    <a:pt x="0" y="0"/>
                  </a:lnTo>
                  <a:close/>
                </a:path>
              </a:pathLst>
            </a:custGeom>
            <a:grpFill/>
            <a:ln w="6390" cap="flat">
              <a:noFill/>
              <a:prstDash val="solid"/>
              <a:miter/>
            </a:ln>
          </p:spPr>
          <p:txBody>
            <a:bodyPr rtlCol="0" anchor="ctr"/>
            <a:lstStyle/>
            <a:p>
              <a:endParaRPr lang="en-US"/>
            </a:p>
          </p:txBody>
        </p:sp>
        <p:sp>
          <p:nvSpPr>
            <p:cNvPr id="90" name="Graphic 4">
              <a:extLst>
                <a:ext uri="{FF2B5EF4-FFF2-40B4-BE49-F238E27FC236}">
                  <a16:creationId xmlns:a16="http://schemas.microsoft.com/office/drawing/2014/main" id="{E38553AD-99C6-ECAE-3C6D-F02E9F9A29A7}"/>
                </a:ext>
              </a:extLst>
            </p:cNvPr>
            <p:cNvSpPr/>
            <p:nvPr/>
          </p:nvSpPr>
          <p:spPr>
            <a:xfrm>
              <a:off x="1004498" y="1531041"/>
              <a:ext cx="104795" cy="155130"/>
            </a:xfrm>
            <a:custGeom>
              <a:avLst/>
              <a:gdLst>
                <a:gd name="connsiteX0" fmla="*/ 69650 w 104795"/>
                <a:gd name="connsiteY0" fmla="*/ 42134 h 155130"/>
                <a:gd name="connsiteX1" fmla="*/ 63260 w 104795"/>
                <a:gd name="connsiteY1" fmla="*/ 35750 h 155130"/>
                <a:gd name="connsiteX2" fmla="*/ 63260 w 104795"/>
                <a:gd name="connsiteY2" fmla="*/ 0 h 155130"/>
                <a:gd name="connsiteX3" fmla="*/ 0 w 104795"/>
                <a:gd name="connsiteY3" fmla="*/ 0 h 155130"/>
                <a:gd name="connsiteX4" fmla="*/ 0 w 104795"/>
                <a:gd name="connsiteY4" fmla="*/ 155131 h 155130"/>
                <a:gd name="connsiteX5" fmla="*/ 104795 w 104795"/>
                <a:gd name="connsiteY5" fmla="*/ 155131 h 155130"/>
                <a:gd name="connsiteX6" fmla="*/ 104795 w 104795"/>
                <a:gd name="connsiteY6" fmla="*/ 41496 h 155130"/>
                <a:gd name="connsiteX7" fmla="*/ 69650 w 104795"/>
                <a:gd name="connsiteY7" fmla="*/ 41496 h 155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795" h="155130">
                  <a:moveTo>
                    <a:pt x="69650" y="42134"/>
                  </a:moveTo>
                  <a:cubicBezTo>
                    <a:pt x="65816" y="42134"/>
                    <a:pt x="63260" y="39581"/>
                    <a:pt x="63260" y="35750"/>
                  </a:cubicBezTo>
                  <a:lnTo>
                    <a:pt x="63260" y="0"/>
                  </a:lnTo>
                  <a:lnTo>
                    <a:pt x="0" y="0"/>
                  </a:lnTo>
                  <a:lnTo>
                    <a:pt x="0" y="155131"/>
                  </a:lnTo>
                  <a:lnTo>
                    <a:pt x="104795" y="155131"/>
                  </a:lnTo>
                  <a:lnTo>
                    <a:pt x="104795" y="41496"/>
                  </a:lnTo>
                  <a:lnTo>
                    <a:pt x="69650" y="41496"/>
                  </a:lnTo>
                  <a:close/>
                </a:path>
              </a:pathLst>
            </a:custGeom>
            <a:grpFill/>
            <a:ln w="6390" cap="flat">
              <a:noFill/>
              <a:prstDash val="solid"/>
              <a:miter/>
            </a:ln>
          </p:spPr>
          <p:txBody>
            <a:bodyPr rtlCol="0" anchor="ctr"/>
            <a:lstStyle/>
            <a:p>
              <a:endParaRPr lang="en-US"/>
            </a:p>
          </p:txBody>
        </p:sp>
        <p:sp>
          <p:nvSpPr>
            <p:cNvPr id="91" name="Graphic 4">
              <a:extLst>
                <a:ext uri="{FF2B5EF4-FFF2-40B4-BE49-F238E27FC236}">
                  <a16:creationId xmlns:a16="http://schemas.microsoft.com/office/drawing/2014/main" id="{F2FEA1BC-0B3A-44AA-5C3D-81F8257D4F92}"/>
                </a:ext>
              </a:extLst>
            </p:cNvPr>
            <p:cNvSpPr/>
            <p:nvPr/>
          </p:nvSpPr>
          <p:spPr>
            <a:xfrm>
              <a:off x="1139325" y="1488907"/>
              <a:ext cx="20447" cy="21067"/>
            </a:xfrm>
            <a:custGeom>
              <a:avLst/>
              <a:gdLst>
                <a:gd name="connsiteX0" fmla="*/ 0 w 20447"/>
                <a:gd name="connsiteY0" fmla="*/ 0 h 21067"/>
                <a:gd name="connsiteX1" fmla="*/ 0 w 20447"/>
                <a:gd name="connsiteY1" fmla="*/ 21067 h 21067"/>
                <a:gd name="connsiteX2" fmla="*/ 20448 w 20447"/>
                <a:gd name="connsiteY2" fmla="*/ 21067 h 21067"/>
              </a:gdLst>
              <a:ahLst/>
              <a:cxnLst>
                <a:cxn ang="0">
                  <a:pos x="connsiteX0" y="connsiteY0"/>
                </a:cxn>
                <a:cxn ang="0">
                  <a:pos x="connsiteX1" y="connsiteY1"/>
                </a:cxn>
                <a:cxn ang="0">
                  <a:pos x="connsiteX2" y="connsiteY2"/>
                </a:cxn>
              </a:cxnLst>
              <a:rect l="l" t="t" r="r" b="b"/>
              <a:pathLst>
                <a:path w="20447" h="21067">
                  <a:moveTo>
                    <a:pt x="0" y="0"/>
                  </a:moveTo>
                  <a:lnTo>
                    <a:pt x="0" y="21067"/>
                  </a:lnTo>
                  <a:lnTo>
                    <a:pt x="20448" y="21067"/>
                  </a:lnTo>
                  <a:close/>
                </a:path>
              </a:pathLst>
            </a:custGeom>
            <a:grpFill/>
            <a:ln w="6390" cap="flat">
              <a:noFill/>
              <a:prstDash val="solid"/>
              <a:miter/>
            </a:ln>
          </p:spPr>
          <p:txBody>
            <a:bodyPr rtlCol="0" anchor="ctr"/>
            <a:lstStyle/>
            <a:p>
              <a:endParaRPr lang="en-US"/>
            </a:p>
          </p:txBody>
        </p:sp>
        <p:sp>
          <p:nvSpPr>
            <p:cNvPr id="92" name="Graphic 4">
              <a:extLst>
                <a:ext uri="{FF2B5EF4-FFF2-40B4-BE49-F238E27FC236}">
                  <a16:creationId xmlns:a16="http://schemas.microsoft.com/office/drawing/2014/main" id="{457B2E3A-9581-1EC2-27D5-7EB7965BEAF9}"/>
                </a:ext>
              </a:extLst>
            </p:cNvPr>
            <p:cNvSpPr/>
            <p:nvPr/>
          </p:nvSpPr>
          <p:spPr>
            <a:xfrm>
              <a:off x="1063285" y="1480608"/>
              <a:ext cx="104795" cy="155130"/>
            </a:xfrm>
            <a:custGeom>
              <a:avLst/>
              <a:gdLst>
                <a:gd name="connsiteX0" fmla="*/ 63260 w 104795"/>
                <a:gd name="connsiteY0" fmla="*/ 35750 h 155130"/>
                <a:gd name="connsiteX1" fmla="*/ 63260 w 104795"/>
                <a:gd name="connsiteY1" fmla="*/ 0 h 155130"/>
                <a:gd name="connsiteX2" fmla="*/ 0 w 104795"/>
                <a:gd name="connsiteY2" fmla="*/ 0 h 155130"/>
                <a:gd name="connsiteX3" fmla="*/ 0 w 104795"/>
                <a:gd name="connsiteY3" fmla="*/ 37665 h 155130"/>
                <a:gd name="connsiteX4" fmla="*/ 11502 w 104795"/>
                <a:gd name="connsiteY4" fmla="*/ 37665 h 155130"/>
                <a:gd name="connsiteX5" fmla="*/ 15975 w 104795"/>
                <a:gd name="connsiteY5" fmla="*/ 39581 h 155130"/>
                <a:gd name="connsiteX6" fmla="*/ 56871 w 104795"/>
                <a:gd name="connsiteY6" fmla="*/ 80438 h 155130"/>
                <a:gd name="connsiteX7" fmla="*/ 58148 w 104795"/>
                <a:gd name="connsiteY7" fmla="*/ 82353 h 155130"/>
                <a:gd name="connsiteX8" fmla="*/ 58788 w 104795"/>
                <a:gd name="connsiteY8" fmla="*/ 85545 h 155130"/>
                <a:gd name="connsiteX9" fmla="*/ 58788 w 104795"/>
                <a:gd name="connsiteY9" fmla="*/ 155131 h 155130"/>
                <a:gd name="connsiteX10" fmla="*/ 104795 w 104795"/>
                <a:gd name="connsiteY10" fmla="*/ 155131 h 155130"/>
                <a:gd name="connsiteX11" fmla="*/ 104795 w 104795"/>
                <a:gd name="connsiteY11" fmla="*/ 41496 h 155130"/>
                <a:gd name="connsiteX12" fmla="*/ 69011 w 104795"/>
                <a:gd name="connsiteY12" fmla="*/ 41496 h 155130"/>
                <a:gd name="connsiteX13" fmla="*/ 63260 w 104795"/>
                <a:gd name="connsiteY13" fmla="*/ 35750 h 155130"/>
                <a:gd name="connsiteX14" fmla="*/ 63260 w 104795"/>
                <a:gd name="connsiteY14" fmla="*/ 35750 h 155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4795" h="155130">
                  <a:moveTo>
                    <a:pt x="63260" y="35750"/>
                  </a:moveTo>
                  <a:lnTo>
                    <a:pt x="63260" y="0"/>
                  </a:lnTo>
                  <a:lnTo>
                    <a:pt x="0" y="0"/>
                  </a:lnTo>
                  <a:lnTo>
                    <a:pt x="0" y="37665"/>
                  </a:lnTo>
                  <a:lnTo>
                    <a:pt x="11502" y="37665"/>
                  </a:lnTo>
                  <a:cubicBezTo>
                    <a:pt x="13419" y="37665"/>
                    <a:pt x="14697" y="38304"/>
                    <a:pt x="15975" y="39581"/>
                  </a:cubicBezTo>
                  <a:lnTo>
                    <a:pt x="56871" y="80438"/>
                  </a:lnTo>
                  <a:cubicBezTo>
                    <a:pt x="57509" y="81077"/>
                    <a:pt x="58148" y="81715"/>
                    <a:pt x="58148" y="82353"/>
                  </a:cubicBezTo>
                  <a:cubicBezTo>
                    <a:pt x="58788" y="83630"/>
                    <a:pt x="58788" y="84269"/>
                    <a:pt x="58788" y="85545"/>
                  </a:cubicBezTo>
                  <a:lnTo>
                    <a:pt x="58788" y="155131"/>
                  </a:lnTo>
                  <a:lnTo>
                    <a:pt x="104795" y="155131"/>
                  </a:lnTo>
                  <a:lnTo>
                    <a:pt x="104795" y="41496"/>
                  </a:lnTo>
                  <a:lnTo>
                    <a:pt x="69011" y="41496"/>
                  </a:lnTo>
                  <a:cubicBezTo>
                    <a:pt x="65816" y="42134"/>
                    <a:pt x="63260" y="38942"/>
                    <a:pt x="63260" y="35750"/>
                  </a:cubicBezTo>
                  <a:lnTo>
                    <a:pt x="63260" y="35750"/>
                  </a:lnTo>
                  <a:close/>
                </a:path>
              </a:pathLst>
            </a:custGeom>
            <a:grpFill/>
            <a:ln w="6390" cap="flat">
              <a:noFill/>
              <a:prstDash val="solid"/>
              <a:miter/>
            </a:ln>
          </p:spPr>
          <p:txBody>
            <a:bodyPr rtlCol="0" anchor="ctr"/>
            <a:lstStyle/>
            <a:p>
              <a:endParaRPr lang="en-US"/>
            </a:p>
          </p:txBody>
        </p:sp>
        <p:sp>
          <p:nvSpPr>
            <p:cNvPr id="93" name="Graphic 4">
              <a:extLst>
                <a:ext uri="{FF2B5EF4-FFF2-40B4-BE49-F238E27FC236}">
                  <a16:creationId xmlns:a16="http://schemas.microsoft.com/office/drawing/2014/main" id="{37AF0DEA-DB94-0770-FB42-E91F218F5EC6}"/>
                </a:ext>
              </a:extLst>
            </p:cNvPr>
            <p:cNvSpPr/>
            <p:nvPr/>
          </p:nvSpPr>
          <p:spPr>
            <a:xfrm>
              <a:off x="905454" y="1402723"/>
              <a:ext cx="362309" cy="361971"/>
            </a:xfrm>
            <a:custGeom>
              <a:avLst/>
              <a:gdLst>
                <a:gd name="connsiteX0" fmla="*/ 180835 w 362309"/>
                <a:gd name="connsiteY0" fmla="*/ 0 h 361971"/>
                <a:gd name="connsiteX1" fmla="*/ 0 w 362309"/>
                <a:gd name="connsiteY1" fmla="*/ 181305 h 361971"/>
                <a:gd name="connsiteX2" fmla="*/ 180835 w 362309"/>
                <a:gd name="connsiteY2" fmla="*/ 361972 h 361971"/>
                <a:gd name="connsiteX3" fmla="*/ 362309 w 362309"/>
                <a:gd name="connsiteY3" fmla="*/ 181305 h 361971"/>
                <a:gd name="connsiteX4" fmla="*/ 362309 w 362309"/>
                <a:gd name="connsiteY4" fmla="*/ 181305 h 361971"/>
                <a:gd name="connsiteX5" fmla="*/ 180835 w 362309"/>
                <a:gd name="connsiteY5" fmla="*/ 0 h 361971"/>
                <a:gd name="connsiteX6" fmla="*/ 275406 w 362309"/>
                <a:gd name="connsiteY6" fmla="*/ 239399 h 361971"/>
                <a:gd name="connsiteX7" fmla="*/ 269016 w 362309"/>
                <a:gd name="connsiteY7" fmla="*/ 245783 h 361971"/>
                <a:gd name="connsiteX8" fmla="*/ 216619 w 362309"/>
                <a:gd name="connsiteY8" fmla="*/ 245783 h 361971"/>
                <a:gd name="connsiteX9" fmla="*/ 216619 w 362309"/>
                <a:gd name="connsiteY9" fmla="*/ 289833 h 361971"/>
                <a:gd name="connsiteX10" fmla="*/ 210229 w 362309"/>
                <a:gd name="connsiteY10" fmla="*/ 296217 h 361971"/>
                <a:gd name="connsiteX11" fmla="*/ 92654 w 362309"/>
                <a:gd name="connsiteY11" fmla="*/ 296217 h 361971"/>
                <a:gd name="connsiteX12" fmla="*/ 86264 w 362309"/>
                <a:gd name="connsiteY12" fmla="*/ 289833 h 361971"/>
                <a:gd name="connsiteX13" fmla="*/ 86264 w 362309"/>
                <a:gd name="connsiteY13" fmla="*/ 121296 h 361971"/>
                <a:gd name="connsiteX14" fmla="*/ 92654 w 362309"/>
                <a:gd name="connsiteY14" fmla="*/ 114912 h 361971"/>
                <a:gd name="connsiteX15" fmla="*/ 145052 w 362309"/>
                <a:gd name="connsiteY15" fmla="*/ 114912 h 361971"/>
                <a:gd name="connsiteX16" fmla="*/ 145052 w 362309"/>
                <a:gd name="connsiteY16" fmla="*/ 70862 h 361971"/>
                <a:gd name="connsiteX17" fmla="*/ 151441 w 362309"/>
                <a:gd name="connsiteY17" fmla="*/ 64478 h 361971"/>
                <a:gd name="connsiteX18" fmla="*/ 228121 w 362309"/>
                <a:gd name="connsiteY18" fmla="*/ 64478 h 361971"/>
                <a:gd name="connsiteX19" fmla="*/ 232594 w 362309"/>
                <a:gd name="connsiteY19" fmla="*/ 66393 h 361971"/>
                <a:gd name="connsiteX20" fmla="*/ 273489 w 362309"/>
                <a:gd name="connsiteY20" fmla="*/ 107889 h 361971"/>
                <a:gd name="connsiteX21" fmla="*/ 274767 w 362309"/>
                <a:gd name="connsiteY21" fmla="*/ 110443 h 361971"/>
                <a:gd name="connsiteX22" fmla="*/ 275406 w 362309"/>
                <a:gd name="connsiteY22" fmla="*/ 113635 h 361971"/>
                <a:gd name="connsiteX23" fmla="*/ 275406 w 362309"/>
                <a:gd name="connsiteY23" fmla="*/ 239399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2309" h="361971">
                  <a:moveTo>
                    <a:pt x="180835" y="0"/>
                  </a:moveTo>
                  <a:cubicBezTo>
                    <a:pt x="80513" y="0"/>
                    <a:pt x="0" y="81077"/>
                    <a:pt x="0" y="181305"/>
                  </a:cubicBezTo>
                  <a:cubicBezTo>
                    <a:pt x="0" y="281534"/>
                    <a:pt x="81152" y="361972"/>
                    <a:pt x="180835" y="361972"/>
                  </a:cubicBezTo>
                  <a:cubicBezTo>
                    <a:pt x="280518" y="361972"/>
                    <a:pt x="362309" y="280895"/>
                    <a:pt x="362309" y="181305"/>
                  </a:cubicBezTo>
                  <a:cubicBezTo>
                    <a:pt x="362309" y="181305"/>
                    <a:pt x="362309" y="181305"/>
                    <a:pt x="362309" y="181305"/>
                  </a:cubicBezTo>
                  <a:cubicBezTo>
                    <a:pt x="361670" y="80438"/>
                    <a:pt x="281157" y="0"/>
                    <a:pt x="180835" y="0"/>
                  </a:cubicBezTo>
                  <a:close/>
                  <a:moveTo>
                    <a:pt x="275406" y="239399"/>
                  </a:moveTo>
                  <a:cubicBezTo>
                    <a:pt x="275406" y="243230"/>
                    <a:pt x="272850" y="245783"/>
                    <a:pt x="269016" y="245783"/>
                  </a:cubicBezTo>
                  <a:lnTo>
                    <a:pt x="216619" y="245783"/>
                  </a:lnTo>
                  <a:lnTo>
                    <a:pt x="216619" y="289833"/>
                  </a:lnTo>
                  <a:cubicBezTo>
                    <a:pt x="216619" y="293663"/>
                    <a:pt x="214063" y="296217"/>
                    <a:pt x="210229" y="296217"/>
                  </a:cubicBezTo>
                  <a:lnTo>
                    <a:pt x="92654" y="296217"/>
                  </a:lnTo>
                  <a:cubicBezTo>
                    <a:pt x="88820" y="296217"/>
                    <a:pt x="86264" y="293663"/>
                    <a:pt x="86264" y="289833"/>
                  </a:cubicBezTo>
                  <a:lnTo>
                    <a:pt x="86264" y="121296"/>
                  </a:lnTo>
                  <a:cubicBezTo>
                    <a:pt x="86264" y="117465"/>
                    <a:pt x="88820" y="114912"/>
                    <a:pt x="92654" y="114912"/>
                  </a:cubicBezTo>
                  <a:lnTo>
                    <a:pt x="145052" y="114912"/>
                  </a:lnTo>
                  <a:lnTo>
                    <a:pt x="145052" y="70862"/>
                  </a:lnTo>
                  <a:cubicBezTo>
                    <a:pt x="145052" y="67032"/>
                    <a:pt x="147608" y="64478"/>
                    <a:pt x="151441" y="64478"/>
                  </a:cubicBezTo>
                  <a:lnTo>
                    <a:pt x="228121" y="64478"/>
                  </a:lnTo>
                  <a:cubicBezTo>
                    <a:pt x="230038" y="64478"/>
                    <a:pt x="231316" y="65117"/>
                    <a:pt x="232594" y="66393"/>
                  </a:cubicBezTo>
                  <a:lnTo>
                    <a:pt x="273489" y="107889"/>
                  </a:lnTo>
                  <a:cubicBezTo>
                    <a:pt x="274128" y="108528"/>
                    <a:pt x="274767" y="109166"/>
                    <a:pt x="274767" y="110443"/>
                  </a:cubicBezTo>
                  <a:cubicBezTo>
                    <a:pt x="275406" y="111081"/>
                    <a:pt x="275406" y="112358"/>
                    <a:pt x="275406" y="113635"/>
                  </a:cubicBezTo>
                  <a:lnTo>
                    <a:pt x="275406" y="239399"/>
                  </a:lnTo>
                  <a:close/>
                </a:path>
              </a:pathLst>
            </a:custGeom>
            <a:grpFill/>
            <a:ln w="6390" cap="flat">
              <a:noFill/>
              <a:prstDash val="solid"/>
              <a:miter/>
            </a:ln>
          </p:spPr>
          <p:txBody>
            <a:bodyPr rtlCol="0" anchor="ctr"/>
            <a:lstStyle/>
            <a:p>
              <a:endParaRPr lang="en-US"/>
            </a:p>
          </p:txBody>
        </p:sp>
      </p:grpSp>
      <p:sp>
        <p:nvSpPr>
          <p:cNvPr id="94" name="Graphic 4">
            <a:extLst>
              <a:ext uri="{FF2B5EF4-FFF2-40B4-BE49-F238E27FC236}">
                <a16:creationId xmlns:a16="http://schemas.microsoft.com/office/drawing/2014/main" id="{2CC95A67-8668-782B-B9AF-A4E35CBC2AD4}"/>
              </a:ext>
            </a:extLst>
          </p:cNvPr>
          <p:cNvSpPr/>
          <p:nvPr/>
        </p:nvSpPr>
        <p:spPr>
          <a:xfrm>
            <a:off x="544746" y="2451506"/>
            <a:ext cx="457200" cy="457200"/>
          </a:xfrm>
          <a:custGeom>
            <a:avLst/>
            <a:gdLst>
              <a:gd name="connsiteX0" fmla="*/ 181474 w 362309"/>
              <a:gd name="connsiteY0" fmla="*/ 0 h 361971"/>
              <a:gd name="connsiteX1" fmla="*/ 0 w 362309"/>
              <a:gd name="connsiteY1" fmla="*/ 180667 h 361971"/>
              <a:gd name="connsiteX2" fmla="*/ 180835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06712 w 362309"/>
              <a:gd name="connsiteY7" fmla="*/ 195988 h 361971"/>
              <a:gd name="connsiteX8" fmla="*/ 116297 w 362309"/>
              <a:gd name="connsiteY8" fmla="*/ 173644 h 361971"/>
              <a:gd name="connsiteX9" fmla="*/ 113741 w 362309"/>
              <a:gd name="connsiteY9" fmla="*/ 146832 h 361971"/>
              <a:gd name="connsiteX10" fmla="*/ 96488 w 362309"/>
              <a:gd name="connsiteY10" fmla="*/ 139171 h 361971"/>
              <a:gd name="connsiteX11" fmla="*/ 79235 w 362309"/>
              <a:gd name="connsiteY11" fmla="*/ 146832 h 361971"/>
              <a:gd name="connsiteX12" fmla="*/ 76679 w 362309"/>
              <a:gd name="connsiteY12" fmla="*/ 173644 h 361971"/>
              <a:gd name="connsiteX13" fmla="*/ 86264 w 362309"/>
              <a:gd name="connsiteY13" fmla="*/ 195988 h 361971"/>
              <a:gd name="connsiteX14" fmla="*/ 79235 w 362309"/>
              <a:gd name="connsiteY14" fmla="*/ 225993 h 361971"/>
              <a:gd name="connsiteX15" fmla="*/ 63899 w 362309"/>
              <a:gd name="connsiteY15" fmla="*/ 230462 h 361971"/>
              <a:gd name="connsiteX16" fmla="*/ 51119 w 362309"/>
              <a:gd name="connsiteY16" fmla="*/ 233654 h 361971"/>
              <a:gd name="connsiteX17" fmla="*/ 47925 w 362309"/>
              <a:gd name="connsiteY17" fmla="*/ 234930 h 361971"/>
              <a:gd name="connsiteX18" fmla="*/ 41535 w 362309"/>
              <a:gd name="connsiteY18" fmla="*/ 228546 h 361971"/>
              <a:gd name="connsiteX19" fmla="*/ 44730 w 362309"/>
              <a:gd name="connsiteY19" fmla="*/ 222801 h 361971"/>
              <a:gd name="connsiteX20" fmla="*/ 61982 w 362309"/>
              <a:gd name="connsiteY20" fmla="*/ 217694 h 361971"/>
              <a:gd name="connsiteX21" fmla="*/ 72206 w 362309"/>
              <a:gd name="connsiteY21" fmla="*/ 215140 h 361971"/>
              <a:gd name="connsiteX22" fmla="*/ 75401 w 362309"/>
              <a:gd name="connsiteY22" fmla="*/ 203011 h 361971"/>
              <a:gd name="connsiteX23" fmla="*/ 63899 w 362309"/>
              <a:gd name="connsiteY23" fmla="*/ 176836 h 361971"/>
              <a:gd name="connsiteX24" fmla="*/ 69011 w 362309"/>
              <a:gd name="connsiteY24" fmla="*/ 139171 h 361971"/>
              <a:gd name="connsiteX25" fmla="*/ 96488 w 362309"/>
              <a:gd name="connsiteY25" fmla="*/ 127041 h 361971"/>
              <a:gd name="connsiteX26" fmla="*/ 123326 w 362309"/>
              <a:gd name="connsiteY26" fmla="*/ 139171 h 361971"/>
              <a:gd name="connsiteX27" fmla="*/ 128438 w 362309"/>
              <a:gd name="connsiteY27" fmla="*/ 176836 h 361971"/>
              <a:gd name="connsiteX28" fmla="*/ 116936 w 362309"/>
              <a:gd name="connsiteY28" fmla="*/ 203649 h 361971"/>
              <a:gd name="connsiteX29" fmla="*/ 120770 w 362309"/>
              <a:gd name="connsiteY29" fmla="*/ 215779 h 361971"/>
              <a:gd name="connsiteX30" fmla="*/ 122048 w 362309"/>
              <a:gd name="connsiteY30" fmla="*/ 224716 h 361971"/>
              <a:gd name="connsiteX31" fmla="*/ 113102 w 362309"/>
              <a:gd name="connsiteY31" fmla="*/ 225993 h 361971"/>
              <a:gd name="connsiteX32" fmla="*/ 106712 w 362309"/>
              <a:gd name="connsiteY32" fmla="*/ 195988 h 361971"/>
              <a:gd name="connsiteX33" fmla="*/ 250486 w 362309"/>
              <a:gd name="connsiteY33" fmla="*/ 243868 h 361971"/>
              <a:gd name="connsiteX34" fmla="*/ 244735 w 362309"/>
              <a:gd name="connsiteY34" fmla="*/ 247698 h 361971"/>
              <a:gd name="connsiteX35" fmla="*/ 242179 w 362309"/>
              <a:gd name="connsiteY35" fmla="*/ 247060 h 361971"/>
              <a:gd name="connsiteX36" fmla="*/ 223009 w 362309"/>
              <a:gd name="connsiteY36" fmla="*/ 243230 h 361971"/>
              <a:gd name="connsiteX37" fmla="*/ 207034 w 362309"/>
              <a:gd name="connsiteY37" fmla="*/ 240038 h 361971"/>
              <a:gd name="connsiteX38" fmla="*/ 193615 w 362309"/>
              <a:gd name="connsiteY38" fmla="*/ 218332 h 361971"/>
              <a:gd name="connsiteX39" fmla="*/ 194893 w 362309"/>
              <a:gd name="connsiteY39" fmla="*/ 201095 h 361971"/>
              <a:gd name="connsiteX40" fmla="*/ 207034 w 362309"/>
              <a:gd name="connsiteY40" fmla="*/ 171729 h 361971"/>
              <a:gd name="connsiteX41" fmla="*/ 203839 w 362309"/>
              <a:gd name="connsiteY41" fmla="*/ 135341 h 361971"/>
              <a:gd name="connsiteX42" fmla="*/ 182113 w 362309"/>
              <a:gd name="connsiteY42" fmla="*/ 125765 h 361971"/>
              <a:gd name="connsiteX43" fmla="*/ 160387 w 362309"/>
              <a:gd name="connsiteY43" fmla="*/ 135341 h 361971"/>
              <a:gd name="connsiteX44" fmla="*/ 157192 w 362309"/>
              <a:gd name="connsiteY44" fmla="*/ 171729 h 361971"/>
              <a:gd name="connsiteX45" fmla="*/ 169972 w 362309"/>
              <a:gd name="connsiteY45" fmla="*/ 201095 h 361971"/>
              <a:gd name="connsiteX46" fmla="*/ 171250 w 362309"/>
              <a:gd name="connsiteY46" fmla="*/ 218332 h 361971"/>
              <a:gd name="connsiteX47" fmla="*/ 157832 w 362309"/>
              <a:gd name="connsiteY47" fmla="*/ 240038 h 361971"/>
              <a:gd name="connsiteX48" fmla="*/ 141857 w 362309"/>
              <a:gd name="connsiteY48" fmla="*/ 243230 h 361971"/>
              <a:gd name="connsiteX49" fmla="*/ 122687 w 362309"/>
              <a:gd name="connsiteY49" fmla="*/ 247060 h 361971"/>
              <a:gd name="connsiteX50" fmla="*/ 114380 w 362309"/>
              <a:gd name="connsiteY50" fmla="*/ 243868 h 361971"/>
              <a:gd name="connsiteX51" fmla="*/ 117575 w 362309"/>
              <a:gd name="connsiteY51" fmla="*/ 235569 h 361971"/>
              <a:gd name="connsiteX52" fmla="*/ 141857 w 362309"/>
              <a:gd name="connsiteY52" fmla="*/ 230462 h 361971"/>
              <a:gd name="connsiteX53" fmla="*/ 152080 w 362309"/>
              <a:gd name="connsiteY53" fmla="*/ 228546 h 361971"/>
              <a:gd name="connsiteX54" fmla="*/ 159748 w 362309"/>
              <a:gd name="connsiteY54" fmla="*/ 208118 h 361971"/>
              <a:gd name="connsiteX55" fmla="*/ 145690 w 362309"/>
              <a:gd name="connsiteY55" fmla="*/ 174921 h 361971"/>
              <a:gd name="connsiteX56" fmla="*/ 151442 w 362309"/>
              <a:gd name="connsiteY56" fmla="*/ 127680 h 361971"/>
              <a:gd name="connsiteX57" fmla="*/ 210868 w 362309"/>
              <a:gd name="connsiteY57" fmla="*/ 124488 h 361971"/>
              <a:gd name="connsiteX58" fmla="*/ 214063 w 362309"/>
              <a:gd name="connsiteY58" fmla="*/ 127680 h 361971"/>
              <a:gd name="connsiteX59" fmla="*/ 219814 w 362309"/>
              <a:gd name="connsiteY59" fmla="*/ 174921 h 361971"/>
              <a:gd name="connsiteX60" fmla="*/ 205117 w 362309"/>
              <a:gd name="connsiteY60" fmla="*/ 208756 h 361971"/>
              <a:gd name="connsiteX61" fmla="*/ 212785 w 362309"/>
              <a:gd name="connsiteY61" fmla="*/ 228546 h 361971"/>
              <a:gd name="connsiteX62" fmla="*/ 223009 w 362309"/>
              <a:gd name="connsiteY62" fmla="*/ 230462 h 361971"/>
              <a:gd name="connsiteX63" fmla="*/ 247291 w 362309"/>
              <a:gd name="connsiteY63" fmla="*/ 235569 h 361971"/>
              <a:gd name="connsiteX64" fmla="*/ 250486 w 362309"/>
              <a:gd name="connsiteY64" fmla="*/ 243868 h 361971"/>
              <a:gd name="connsiteX65" fmla="*/ 314385 w 362309"/>
              <a:gd name="connsiteY65" fmla="*/ 234930 h 361971"/>
              <a:gd name="connsiteX66" fmla="*/ 311190 w 362309"/>
              <a:gd name="connsiteY66" fmla="*/ 233654 h 361971"/>
              <a:gd name="connsiteX67" fmla="*/ 298410 w 362309"/>
              <a:gd name="connsiteY67" fmla="*/ 230462 h 361971"/>
              <a:gd name="connsiteX68" fmla="*/ 283074 w 362309"/>
              <a:gd name="connsiteY68" fmla="*/ 225993 h 361971"/>
              <a:gd name="connsiteX69" fmla="*/ 275406 w 362309"/>
              <a:gd name="connsiteY69" fmla="*/ 195988 h 361971"/>
              <a:gd name="connsiteX70" fmla="*/ 284991 w 362309"/>
              <a:gd name="connsiteY70" fmla="*/ 173644 h 361971"/>
              <a:gd name="connsiteX71" fmla="*/ 282435 w 362309"/>
              <a:gd name="connsiteY71" fmla="*/ 146832 h 361971"/>
              <a:gd name="connsiteX72" fmla="*/ 265182 w 362309"/>
              <a:gd name="connsiteY72" fmla="*/ 139171 h 361971"/>
              <a:gd name="connsiteX73" fmla="*/ 265182 w 362309"/>
              <a:gd name="connsiteY73" fmla="*/ 139171 h 361971"/>
              <a:gd name="connsiteX74" fmla="*/ 247929 w 362309"/>
              <a:gd name="connsiteY74" fmla="*/ 146832 h 361971"/>
              <a:gd name="connsiteX75" fmla="*/ 245374 w 362309"/>
              <a:gd name="connsiteY75" fmla="*/ 173644 h 361971"/>
              <a:gd name="connsiteX76" fmla="*/ 254959 w 362309"/>
              <a:gd name="connsiteY76" fmla="*/ 195988 h 361971"/>
              <a:gd name="connsiteX77" fmla="*/ 247929 w 362309"/>
              <a:gd name="connsiteY77" fmla="*/ 225993 h 361971"/>
              <a:gd name="connsiteX78" fmla="*/ 238984 w 362309"/>
              <a:gd name="connsiteY78" fmla="*/ 224716 h 361971"/>
              <a:gd name="connsiteX79" fmla="*/ 240261 w 362309"/>
              <a:gd name="connsiteY79" fmla="*/ 215779 h 361971"/>
              <a:gd name="connsiteX80" fmla="*/ 244096 w 362309"/>
              <a:gd name="connsiteY80" fmla="*/ 203649 h 361971"/>
              <a:gd name="connsiteX81" fmla="*/ 232594 w 362309"/>
              <a:gd name="connsiteY81" fmla="*/ 177475 h 361971"/>
              <a:gd name="connsiteX82" fmla="*/ 237706 w 362309"/>
              <a:gd name="connsiteY82" fmla="*/ 139809 h 361971"/>
              <a:gd name="connsiteX83" fmla="*/ 265182 w 362309"/>
              <a:gd name="connsiteY83" fmla="*/ 127680 h 361971"/>
              <a:gd name="connsiteX84" fmla="*/ 292020 w 362309"/>
              <a:gd name="connsiteY84" fmla="*/ 139809 h 361971"/>
              <a:gd name="connsiteX85" fmla="*/ 297132 w 362309"/>
              <a:gd name="connsiteY85" fmla="*/ 177475 h 361971"/>
              <a:gd name="connsiteX86" fmla="*/ 285630 w 362309"/>
              <a:gd name="connsiteY86" fmla="*/ 204287 h 361971"/>
              <a:gd name="connsiteX87" fmla="*/ 290103 w 362309"/>
              <a:gd name="connsiteY87" fmla="*/ 216417 h 361971"/>
              <a:gd name="connsiteX88" fmla="*/ 299688 w 362309"/>
              <a:gd name="connsiteY88" fmla="*/ 218332 h 361971"/>
              <a:gd name="connsiteX89" fmla="*/ 316941 w 362309"/>
              <a:gd name="connsiteY89" fmla="*/ 223439 h 361971"/>
              <a:gd name="connsiteX90" fmla="*/ 318858 w 362309"/>
              <a:gd name="connsiteY90" fmla="*/ 232377 h 361971"/>
              <a:gd name="connsiteX91" fmla="*/ 314385 w 362309"/>
              <a:gd name="connsiteY91" fmla="*/ 234930 h 361971"/>
              <a:gd name="connsiteX92" fmla="*/ 314385 w 362309"/>
              <a:gd name="connsiteY92" fmla="*/ 234930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362309" h="361971">
                <a:moveTo>
                  <a:pt x="181474" y="0"/>
                </a:moveTo>
                <a:cubicBezTo>
                  <a:pt x="81152" y="0"/>
                  <a:pt x="0" y="81077"/>
                  <a:pt x="0" y="180667"/>
                </a:cubicBezTo>
                <a:cubicBezTo>
                  <a:pt x="0" y="280257"/>
                  <a:pt x="81152" y="361972"/>
                  <a:pt x="180835" y="361972"/>
                </a:cubicBezTo>
                <a:cubicBezTo>
                  <a:pt x="280518" y="361972"/>
                  <a:pt x="362310" y="280895"/>
                  <a:pt x="362310" y="181305"/>
                </a:cubicBezTo>
                <a:cubicBezTo>
                  <a:pt x="362310" y="181305"/>
                  <a:pt x="362310" y="181305"/>
                  <a:pt x="362310" y="181305"/>
                </a:cubicBezTo>
                <a:cubicBezTo>
                  <a:pt x="362310" y="80438"/>
                  <a:pt x="281157" y="0"/>
                  <a:pt x="181474" y="0"/>
                </a:cubicBezTo>
                <a:cubicBezTo>
                  <a:pt x="181474" y="0"/>
                  <a:pt x="181474" y="0"/>
                  <a:pt x="181474" y="0"/>
                </a:cubicBezTo>
                <a:close/>
                <a:moveTo>
                  <a:pt x="106712" y="195988"/>
                </a:moveTo>
                <a:cubicBezTo>
                  <a:pt x="111185" y="188966"/>
                  <a:pt x="114380" y="181944"/>
                  <a:pt x="116297" y="173644"/>
                </a:cubicBezTo>
                <a:cubicBezTo>
                  <a:pt x="119492" y="161515"/>
                  <a:pt x="118214" y="152577"/>
                  <a:pt x="113741" y="146832"/>
                </a:cubicBezTo>
                <a:cubicBezTo>
                  <a:pt x="109268" y="142363"/>
                  <a:pt x="102878" y="139171"/>
                  <a:pt x="96488" y="139171"/>
                </a:cubicBezTo>
                <a:cubicBezTo>
                  <a:pt x="90098" y="139171"/>
                  <a:pt x="83708" y="141724"/>
                  <a:pt x="79235" y="146832"/>
                </a:cubicBezTo>
                <a:cubicBezTo>
                  <a:pt x="74762" y="152577"/>
                  <a:pt x="74123" y="161515"/>
                  <a:pt x="76679" y="173644"/>
                </a:cubicBezTo>
                <a:cubicBezTo>
                  <a:pt x="78596" y="181305"/>
                  <a:pt x="81791" y="188966"/>
                  <a:pt x="86264" y="195988"/>
                </a:cubicBezTo>
                <a:cubicBezTo>
                  <a:pt x="91376" y="203011"/>
                  <a:pt x="88820" y="218332"/>
                  <a:pt x="79235" y="225993"/>
                </a:cubicBezTo>
                <a:cubicBezTo>
                  <a:pt x="74123" y="228546"/>
                  <a:pt x="69011" y="229823"/>
                  <a:pt x="63899" y="230462"/>
                </a:cubicBezTo>
                <a:cubicBezTo>
                  <a:pt x="59426" y="230462"/>
                  <a:pt x="54953" y="231738"/>
                  <a:pt x="51119" y="233654"/>
                </a:cubicBezTo>
                <a:cubicBezTo>
                  <a:pt x="49841" y="234292"/>
                  <a:pt x="49203" y="234930"/>
                  <a:pt x="47925" y="234930"/>
                </a:cubicBezTo>
                <a:cubicBezTo>
                  <a:pt x="44091" y="234930"/>
                  <a:pt x="41535" y="231738"/>
                  <a:pt x="41535" y="228546"/>
                </a:cubicBezTo>
                <a:cubicBezTo>
                  <a:pt x="41535" y="225993"/>
                  <a:pt x="42813" y="224078"/>
                  <a:pt x="44730" y="222801"/>
                </a:cubicBezTo>
                <a:cubicBezTo>
                  <a:pt x="49841" y="220247"/>
                  <a:pt x="56231" y="218332"/>
                  <a:pt x="61982" y="217694"/>
                </a:cubicBezTo>
                <a:cubicBezTo>
                  <a:pt x="65816" y="217694"/>
                  <a:pt x="69011" y="216417"/>
                  <a:pt x="72206" y="215140"/>
                </a:cubicBezTo>
                <a:cubicBezTo>
                  <a:pt x="75401" y="211948"/>
                  <a:pt x="76679" y="207479"/>
                  <a:pt x="75401" y="203011"/>
                </a:cubicBezTo>
                <a:cubicBezTo>
                  <a:pt x="70289" y="194711"/>
                  <a:pt x="66456" y="185774"/>
                  <a:pt x="63899" y="176836"/>
                </a:cubicBezTo>
                <a:cubicBezTo>
                  <a:pt x="60066" y="160876"/>
                  <a:pt x="61982" y="148108"/>
                  <a:pt x="69011" y="139171"/>
                </a:cubicBezTo>
                <a:cubicBezTo>
                  <a:pt x="76040" y="131510"/>
                  <a:pt x="85625" y="127041"/>
                  <a:pt x="96488" y="127041"/>
                </a:cubicBezTo>
                <a:cubicBezTo>
                  <a:pt x="106712" y="127041"/>
                  <a:pt x="116936" y="131510"/>
                  <a:pt x="123326" y="139171"/>
                </a:cubicBezTo>
                <a:cubicBezTo>
                  <a:pt x="130355" y="148108"/>
                  <a:pt x="132272" y="160876"/>
                  <a:pt x="128438" y="176836"/>
                </a:cubicBezTo>
                <a:cubicBezTo>
                  <a:pt x="125882" y="186412"/>
                  <a:pt x="122048" y="195350"/>
                  <a:pt x="116936" y="203649"/>
                </a:cubicBezTo>
                <a:cubicBezTo>
                  <a:pt x="116297" y="208118"/>
                  <a:pt x="117575" y="212587"/>
                  <a:pt x="120770" y="215779"/>
                </a:cubicBezTo>
                <a:cubicBezTo>
                  <a:pt x="123326" y="217694"/>
                  <a:pt x="123965" y="222163"/>
                  <a:pt x="122048" y="224716"/>
                </a:cubicBezTo>
                <a:cubicBezTo>
                  <a:pt x="120131" y="227270"/>
                  <a:pt x="115658" y="227908"/>
                  <a:pt x="113102" y="225993"/>
                </a:cubicBezTo>
                <a:cubicBezTo>
                  <a:pt x="104156" y="218332"/>
                  <a:pt x="102239" y="203011"/>
                  <a:pt x="106712" y="195988"/>
                </a:cubicBezTo>
                <a:close/>
                <a:moveTo>
                  <a:pt x="250486" y="243868"/>
                </a:moveTo>
                <a:cubicBezTo>
                  <a:pt x="249208" y="246422"/>
                  <a:pt x="247291" y="247698"/>
                  <a:pt x="244735" y="247698"/>
                </a:cubicBezTo>
                <a:cubicBezTo>
                  <a:pt x="244096" y="247698"/>
                  <a:pt x="242818" y="247698"/>
                  <a:pt x="242179" y="247060"/>
                </a:cubicBezTo>
                <a:cubicBezTo>
                  <a:pt x="236428" y="244506"/>
                  <a:pt x="229399" y="243230"/>
                  <a:pt x="223009" y="243230"/>
                </a:cubicBezTo>
                <a:cubicBezTo>
                  <a:pt x="217258" y="243230"/>
                  <a:pt x="212146" y="242591"/>
                  <a:pt x="207034" y="240038"/>
                </a:cubicBezTo>
                <a:cubicBezTo>
                  <a:pt x="198088" y="235569"/>
                  <a:pt x="194893" y="222163"/>
                  <a:pt x="193615" y="218332"/>
                </a:cubicBezTo>
                <a:cubicBezTo>
                  <a:pt x="191698" y="212587"/>
                  <a:pt x="192337" y="206203"/>
                  <a:pt x="194893" y="201095"/>
                </a:cubicBezTo>
                <a:cubicBezTo>
                  <a:pt x="200644" y="192158"/>
                  <a:pt x="205117" y="182582"/>
                  <a:pt x="207034" y="171729"/>
                </a:cubicBezTo>
                <a:cubicBezTo>
                  <a:pt x="210868" y="155131"/>
                  <a:pt x="209590" y="143001"/>
                  <a:pt x="203839" y="135341"/>
                </a:cubicBezTo>
                <a:cubicBezTo>
                  <a:pt x="198088" y="129595"/>
                  <a:pt x="190420" y="125765"/>
                  <a:pt x="182113" y="125765"/>
                </a:cubicBezTo>
                <a:cubicBezTo>
                  <a:pt x="173806" y="125765"/>
                  <a:pt x="166138" y="128957"/>
                  <a:pt x="160387" y="135341"/>
                </a:cubicBezTo>
                <a:cubicBezTo>
                  <a:pt x="153997" y="143001"/>
                  <a:pt x="153358" y="155131"/>
                  <a:pt x="157192" y="171729"/>
                </a:cubicBezTo>
                <a:cubicBezTo>
                  <a:pt x="159748" y="181944"/>
                  <a:pt x="163582" y="192158"/>
                  <a:pt x="169972" y="201095"/>
                </a:cubicBezTo>
                <a:cubicBezTo>
                  <a:pt x="172528" y="206203"/>
                  <a:pt x="173167" y="212587"/>
                  <a:pt x="171250" y="218332"/>
                </a:cubicBezTo>
                <a:cubicBezTo>
                  <a:pt x="170611" y="222163"/>
                  <a:pt x="166777" y="234930"/>
                  <a:pt x="157832" y="240038"/>
                </a:cubicBezTo>
                <a:cubicBezTo>
                  <a:pt x="152720" y="242591"/>
                  <a:pt x="147607" y="243230"/>
                  <a:pt x="141857" y="243230"/>
                </a:cubicBezTo>
                <a:cubicBezTo>
                  <a:pt x="135467" y="243230"/>
                  <a:pt x="128438" y="244506"/>
                  <a:pt x="122687" y="247060"/>
                </a:cubicBezTo>
                <a:cubicBezTo>
                  <a:pt x="119492" y="248337"/>
                  <a:pt x="115658" y="247060"/>
                  <a:pt x="114380" y="243868"/>
                </a:cubicBezTo>
                <a:cubicBezTo>
                  <a:pt x="113102" y="240676"/>
                  <a:pt x="114380" y="236846"/>
                  <a:pt x="117575" y="235569"/>
                </a:cubicBezTo>
                <a:cubicBezTo>
                  <a:pt x="125243" y="232377"/>
                  <a:pt x="133550" y="230462"/>
                  <a:pt x="141857" y="230462"/>
                </a:cubicBezTo>
                <a:cubicBezTo>
                  <a:pt x="145690" y="230462"/>
                  <a:pt x="148885" y="229823"/>
                  <a:pt x="152080" y="228546"/>
                </a:cubicBezTo>
                <a:cubicBezTo>
                  <a:pt x="156553" y="225993"/>
                  <a:pt x="161027" y="211948"/>
                  <a:pt x="159748" y="208118"/>
                </a:cubicBezTo>
                <a:cubicBezTo>
                  <a:pt x="153358" y="197903"/>
                  <a:pt x="148247" y="187051"/>
                  <a:pt x="145690" y="174921"/>
                </a:cubicBezTo>
                <a:cubicBezTo>
                  <a:pt x="140579" y="154492"/>
                  <a:pt x="142496" y="138533"/>
                  <a:pt x="151442" y="127680"/>
                </a:cubicBezTo>
                <a:cubicBezTo>
                  <a:pt x="166777" y="110443"/>
                  <a:pt x="193615" y="108528"/>
                  <a:pt x="210868" y="124488"/>
                </a:cubicBezTo>
                <a:cubicBezTo>
                  <a:pt x="212146" y="125765"/>
                  <a:pt x="213424" y="127041"/>
                  <a:pt x="214063" y="127680"/>
                </a:cubicBezTo>
                <a:cubicBezTo>
                  <a:pt x="223009" y="138533"/>
                  <a:pt x="224926" y="154492"/>
                  <a:pt x="219814" y="174921"/>
                </a:cubicBezTo>
                <a:cubicBezTo>
                  <a:pt x="217258" y="187051"/>
                  <a:pt x="212146" y="198542"/>
                  <a:pt x="205117" y="208756"/>
                </a:cubicBezTo>
                <a:cubicBezTo>
                  <a:pt x="203839" y="211948"/>
                  <a:pt x="208312" y="225993"/>
                  <a:pt x="212785" y="228546"/>
                </a:cubicBezTo>
                <a:cubicBezTo>
                  <a:pt x="215980" y="229823"/>
                  <a:pt x="219814" y="230462"/>
                  <a:pt x="223009" y="230462"/>
                </a:cubicBezTo>
                <a:cubicBezTo>
                  <a:pt x="231316" y="230462"/>
                  <a:pt x="239623" y="232377"/>
                  <a:pt x="247291" y="235569"/>
                </a:cubicBezTo>
                <a:cubicBezTo>
                  <a:pt x="251124" y="236846"/>
                  <a:pt x="252403" y="240676"/>
                  <a:pt x="250486" y="243868"/>
                </a:cubicBezTo>
                <a:close/>
                <a:moveTo>
                  <a:pt x="314385" y="234930"/>
                </a:moveTo>
                <a:cubicBezTo>
                  <a:pt x="313107" y="234930"/>
                  <a:pt x="311829" y="234292"/>
                  <a:pt x="311190" y="233654"/>
                </a:cubicBezTo>
                <a:cubicBezTo>
                  <a:pt x="307356" y="231738"/>
                  <a:pt x="302883" y="230462"/>
                  <a:pt x="298410" y="230462"/>
                </a:cubicBezTo>
                <a:cubicBezTo>
                  <a:pt x="293298" y="229823"/>
                  <a:pt x="288186" y="228546"/>
                  <a:pt x="283074" y="225993"/>
                </a:cubicBezTo>
                <a:cubicBezTo>
                  <a:pt x="272850" y="218332"/>
                  <a:pt x="270294" y="203011"/>
                  <a:pt x="275406" y="195988"/>
                </a:cubicBezTo>
                <a:cubicBezTo>
                  <a:pt x="279879" y="188966"/>
                  <a:pt x="283074" y="181944"/>
                  <a:pt x="284991" y="173644"/>
                </a:cubicBezTo>
                <a:cubicBezTo>
                  <a:pt x="288186" y="161515"/>
                  <a:pt x="286908" y="152577"/>
                  <a:pt x="282435" y="146832"/>
                </a:cubicBezTo>
                <a:cubicBezTo>
                  <a:pt x="277962" y="142363"/>
                  <a:pt x="271572" y="139171"/>
                  <a:pt x="265182" y="139171"/>
                </a:cubicBezTo>
                <a:lnTo>
                  <a:pt x="265182" y="139171"/>
                </a:lnTo>
                <a:cubicBezTo>
                  <a:pt x="258792" y="139171"/>
                  <a:pt x="252403" y="141724"/>
                  <a:pt x="247929" y="146832"/>
                </a:cubicBezTo>
                <a:cubicBezTo>
                  <a:pt x="243456" y="152577"/>
                  <a:pt x="242818" y="161515"/>
                  <a:pt x="245374" y="173644"/>
                </a:cubicBezTo>
                <a:cubicBezTo>
                  <a:pt x="247291" y="181305"/>
                  <a:pt x="250486" y="188966"/>
                  <a:pt x="254959" y="195988"/>
                </a:cubicBezTo>
                <a:cubicBezTo>
                  <a:pt x="260071" y="203011"/>
                  <a:pt x="257514" y="218971"/>
                  <a:pt x="247929" y="225993"/>
                </a:cubicBezTo>
                <a:cubicBezTo>
                  <a:pt x="245374" y="227908"/>
                  <a:pt x="240901" y="227270"/>
                  <a:pt x="238984" y="224716"/>
                </a:cubicBezTo>
                <a:cubicBezTo>
                  <a:pt x="237067" y="222163"/>
                  <a:pt x="237706" y="217694"/>
                  <a:pt x="240261" y="215779"/>
                </a:cubicBezTo>
                <a:cubicBezTo>
                  <a:pt x="243456" y="212587"/>
                  <a:pt x="245374" y="208118"/>
                  <a:pt x="244096" y="203649"/>
                </a:cubicBezTo>
                <a:cubicBezTo>
                  <a:pt x="238984" y="195350"/>
                  <a:pt x="235150" y="186412"/>
                  <a:pt x="232594" y="177475"/>
                </a:cubicBezTo>
                <a:cubicBezTo>
                  <a:pt x="228760" y="161515"/>
                  <a:pt x="230677" y="148747"/>
                  <a:pt x="237706" y="139809"/>
                </a:cubicBezTo>
                <a:cubicBezTo>
                  <a:pt x="244735" y="132149"/>
                  <a:pt x="254319" y="127680"/>
                  <a:pt x="265182" y="127680"/>
                </a:cubicBezTo>
                <a:cubicBezTo>
                  <a:pt x="275406" y="127680"/>
                  <a:pt x="285630" y="132149"/>
                  <a:pt x="292020" y="139809"/>
                </a:cubicBezTo>
                <a:cubicBezTo>
                  <a:pt x="299049" y="148747"/>
                  <a:pt x="300966" y="161515"/>
                  <a:pt x="297132" y="177475"/>
                </a:cubicBezTo>
                <a:cubicBezTo>
                  <a:pt x="294576" y="187051"/>
                  <a:pt x="290742" y="195988"/>
                  <a:pt x="285630" y="204287"/>
                </a:cubicBezTo>
                <a:cubicBezTo>
                  <a:pt x="284991" y="208756"/>
                  <a:pt x="286269" y="213225"/>
                  <a:pt x="290103" y="216417"/>
                </a:cubicBezTo>
                <a:cubicBezTo>
                  <a:pt x="293298" y="217694"/>
                  <a:pt x="296493" y="218332"/>
                  <a:pt x="299688" y="218332"/>
                </a:cubicBezTo>
                <a:cubicBezTo>
                  <a:pt x="306078" y="218971"/>
                  <a:pt x="311829" y="220247"/>
                  <a:pt x="316941" y="223439"/>
                </a:cubicBezTo>
                <a:cubicBezTo>
                  <a:pt x="320136" y="225355"/>
                  <a:pt x="320775" y="229185"/>
                  <a:pt x="318858" y="232377"/>
                </a:cubicBezTo>
                <a:cubicBezTo>
                  <a:pt x="318858" y="233654"/>
                  <a:pt x="316302" y="234930"/>
                  <a:pt x="314385" y="234930"/>
                </a:cubicBezTo>
                <a:lnTo>
                  <a:pt x="314385" y="234930"/>
                </a:lnTo>
                <a:close/>
              </a:path>
            </a:pathLst>
          </a:custGeom>
          <a:solidFill>
            <a:srgbClr val="00ABAB"/>
          </a:solidFill>
          <a:ln w="6390" cap="flat">
            <a:noFill/>
            <a:prstDash val="solid"/>
            <a:miter/>
          </a:ln>
        </p:spPr>
        <p:txBody>
          <a:bodyPr rtlCol="0" anchor="ctr"/>
          <a:lstStyle/>
          <a:p>
            <a:endParaRPr lang="en-US"/>
          </a:p>
        </p:txBody>
      </p:sp>
      <p:grpSp>
        <p:nvGrpSpPr>
          <p:cNvPr id="95" name="Graphic 4">
            <a:extLst>
              <a:ext uri="{FF2B5EF4-FFF2-40B4-BE49-F238E27FC236}">
                <a16:creationId xmlns:a16="http://schemas.microsoft.com/office/drawing/2014/main" id="{B45F6D64-D9EF-7EC0-027C-2D89D5DF9527}"/>
              </a:ext>
            </a:extLst>
          </p:cNvPr>
          <p:cNvGrpSpPr/>
          <p:nvPr/>
        </p:nvGrpSpPr>
        <p:grpSpPr>
          <a:xfrm>
            <a:off x="526201" y="3199454"/>
            <a:ext cx="457200" cy="457206"/>
            <a:chOff x="4046108" y="3824168"/>
            <a:chExt cx="361670" cy="361333"/>
          </a:xfrm>
          <a:solidFill>
            <a:schemeClr val="accent4"/>
          </a:solidFill>
        </p:grpSpPr>
        <p:sp>
          <p:nvSpPr>
            <p:cNvPr id="96" name="Graphic 4">
              <a:extLst>
                <a:ext uri="{FF2B5EF4-FFF2-40B4-BE49-F238E27FC236}">
                  <a16:creationId xmlns:a16="http://schemas.microsoft.com/office/drawing/2014/main" id="{ACD40E67-2783-2854-D218-611B7811CD61}"/>
                </a:ext>
              </a:extLst>
            </p:cNvPr>
            <p:cNvSpPr/>
            <p:nvPr/>
          </p:nvSpPr>
          <p:spPr>
            <a:xfrm>
              <a:off x="4101602" y="3998450"/>
              <a:ext cx="13614" cy="13504"/>
            </a:xfrm>
            <a:custGeom>
              <a:avLst/>
              <a:gdLst>
                <a:gd name="connsiteX0" fmla="*/ 7766 w 13614"/>
                <a:gd name="connsiteY0" fmla="*/ 0 h 13504"/>
                <a:gd name="connsiteX1" fmla="*/ 6488 w 13614"/>
                <a:gd name="connsiteY1" fmla="*/ 0 h 13504"/>
                <a:gd name="connsiteX2" fmla="*/ 2654 w 13614"/>
                <a:gd name="connsiteY2" fmla="*/ 1277 h 13504"/>
                <a:gd name="connsiteX3" fmla="*/ 98 w 13614"/>
                <a:gd name="connsiteY3" fmla="*/ 5745 h 13504"/>
                <a:gd name="connsiteX4" fmla="*/ 5849 w 13614"/>
                <a:gd name="connsiteY4" fmla="*/ 13406 h 13504"/>
                <a:gd name="connsiteX5" fmla="*/ 13517 w 13614"/>
                <a:gd name="connsiteY5" fmla="*/ 7661 h 13504"/>
                <a:gd name="connsiteX6" fmla="*/ 7766 w 13614"/>
                <a:gd name="connsiteY6" fmla="*/ 0 h 13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14" h="13504">
                  <a:moveTo>
                    <a:pt x="7766" y="0"/>
                  </a:moveTo>
                  <a:cubicBezTo>
                    <a:pt x="7127" y="0"/>
                    <a:pt x="7127" y="0"/>
                    <a:pt x="6488" y="0"/>
                  </a:cubicBezTo>
                  <a:cubicBezTo>
                    <a:pt x="5210" y="0"/>
                    <a:pt x="3932" y="638"/>
                    <a:pt x="2654" y="1277"/>
                  </a:cubicBezTo>
                  <a:cubicBezTo>
                    <a:pt x="1376" y="2553"/>
                    <a:pt x="98" y="3830"/>
                    <a:pt x="98" y="5745"/>
                  </a:cubicBezTo>
                  <a:cubicBezTo>
                    <a:pt x="-541" y="9576"/>
                    <a:pt x="2015" y="12768"/>
                    <a:pt x="5849" y="13406"/>
                  </a:cubicBezTo>
                  <a:cubicBezTo>
                    <a:pt x="9683" y="14045"/>
                    <a:pt x="12878" y="11491"/>
                    <a:pt x="13517" y="7661"/>
                  </a:cubicBezTo>
                  <a:cubicBezTo>
                    <a:pt x="14155" y="3830"/>
                    <a:pt x="11600" y="638"/>
                    <a:pt x="7766" y="0"/>
                  </a:cubicBezTo>
                  <a:close/>
                </a:path>
              </a:pathLst>
            </a:custGeom>
            <a:grpFill/>
            <a:ln w="6390" cap="flat">
              <a:noFill/>
              <a:prstDash val="solid"/>
              <a:miter/>
            </a:ln>
          </p:spPr>
          <p:txBody>
            <a:bodyPr rtlCol="0" anchor="ctr"/>
            <a:lstStyle/>
            <a:p>
              <a:endParaRPr lang="en-US"/>
            </a:p>
          </p:txBody>
        </p:sp>
        <p:sp>
          <p:nvSpPr>
            <p:cNvPr id="97" name="Graphic 4">
              <a:extLst>
                <a:ext uri="{FF2B5EF4-FFF2-40B4-BE49-F238E27FC236}">
                  <a16:creationId xmlns:a16="http://schemas.microsoft.com/office/drawing/2014/main" id="{24674EA3-87F9-747E-E6B3-E09B9D39BD03}"/>
                </a:ext>
              </a:extLst>
            </p:cNvPr>
            <p:cNvSpPr/>
            <p:nvPr/>
          </p:nvSpPr>
          <p:spPr>
            <a:xfrm>
              <a:off x="4136845" y="4082719"/>
              <a:ext cx="13717" cy="13406"/>
            </a:xfrm>
            <a:custGeom>
              <a:avLst/>
              <a:gdLst>
                <a:gd name="connsiteX0" fmla="*/ 6390 w 13717"/>
                <a:gd name="connsiteY0" fmla="*/ 0 h 13406"/>
                <a:gd name="connsiteX1" fmla="*/ 2556 w 13717"/>
                <a:gd name="connsiteY1" fmla="*/ 1276 h 13406"/>
                <a:gd name="connsiteX2" fmla="*/ 0 w 13717"/>
                <a:gd name="connsiteY2" fmla="*/ 5745 h 13406"/>
                <a:gd name="connsiteX3" fmla="*/ 1278 w 13717"/>
                <a:gd name="connsiteY3" fmla="*/ 10852 h 13406"/>
                <a:gd name="connsiteX4" fmla="*/ 5751 w 13717"/>
                <a:gd name="connsiteY4" fmla="*/ 13406 h 13406"/>
                <a:gd name="connsiteX5" fmla="*/ 10863 w 13717"/>
                <a:gd name="connsiteY5" fmla="*/ 12129 h 13406"/>
                <a:gd name="connsiteX6" fmla="*/ 12141 w 13717"/>
                <a:gd name="connsiteY6" fmla="*/ 2553 h 13406"/>
                <a:gd name="connsiteX7" fmla="*/ 6390 w 13717"/>
                <a:gd name="connsiteY7" fmla="*/ 0 h 13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717" h="13406">
                  <a:moveTo>
                    <a:pt x="6390" y="0"/>
                  </a:moveTo>
                  <a:cubicBezTo>
                    <a:pt x="5112" y="0"/>
                    <a:pt x="3834" y="638"/>
                    <a:pt x="2556" y="1276"/>
                  </a:cubicBezTo>
                  <a:cubicBezTo>
                    <a:pt x="1278" y="2553"/>
                    <a:pt x="0" y="3830"/>
                    <a:pt x="0" y="5745"/>
                  </a:cubicBezTo>
                  <a:cubicBezTo>
                    <a:pt x="0" y="7660"/>
                    <a:pt x="0" y="8937"/>
                    <a:pt x="1278" y="10852"/>
                  </a:cubicBezTo>
                  <a:cubicBezTo>
                    <a:pt x="2556" y="12129"/>
                    <a:pt x="3834" y="13406"/>
                    <a:pt x="5751" y="13406"/>
                  </a:cubicBezTo>
                  <a:cubicBezTo>
                    <a:pt x="7668" y="13406"/>
                    <a:pt x="8946" y="13406"/>
                    <a:pt x="10863" y="12129"/>
                  </a:cubicBezTo>
                  <a:cubicBezTo>
                    <a:pt x="14058" y="10214"/>
                    <a:pt x="14697" y="5745"/>
                    <a:pt x="12141" y="2553"/>
                  </a:cubicBezTo>
                  <a:cubicBezTo>
                    <a:pt x="10224" y="638"/>
                    <a:pt x="8307" y="0"/>
                    <a:pt x="6390" y="0"/>
                  </a:cubicBezTo>
                  <a:close/>
                </a:path>
              </a:pathLst>
            </a:custGeom>
            <a:grpFill/>
            <a:ln w="6390" cap="flat">
              <a:noFill/>
              <a:prstDash val="solid"/>
              <a:miter/>
            </a:ln>
          </p:spPr>
          <p:txBody>
            <a:bodyPr rtlCol="0" anchor="ctr"/>
            <a:lstStyle/>
            <a:p>
              <a:endParaRPr lang="en-US"/>
            </a:p>
          </p:txBody>
        </p:sp>
        <p:sp>
          <p:nvSpPr>
            <p:cNvPr id="98" name="Graphic 4">
              <a:extLst>
                <a:ext uri="{FF2B5EF4-FFF2-40B4-BE49-F238E27FC236}">
                  <a16:creationId xmlns:a16="http://schemas.microsoft.com/office/drawing/2014/main" id="{9E2DE387-A963-4FDB-3EFC-B57CBDADBBDE}"/>
                </a:ext>
              </a:extLst>
            </p:cNvPr>
            <p:cNvSpPr/>
            <p:nvPr/>
          </p:nvSpPr>
          <p:spPr>
            <a:xfrm>
              <a:off x="4220455" y="4117094"/>
              <a:ext cx="13614" cy="13602"/>
            </a:xfrm>
            <a:custGeom>
              <a:avLst/>
              <a:gdLst>
                <a:gd name="connsiteX0" fmla="*/ 5849 w 13614"/>
                <a:gd name="connsiteY0" fmla="*/ 98 h 13602"/>
                <a:gd name="connsiteX1" fmla="*/ 98 w 13614"/>
                <a:gd name="connsiteY1" fmla="*/ 7759 h 13602"/>
                <a:gd name="connsiteX2" fmla="*/ 7766 w 13614"/>
                <a:gd name="connsiteY2" fmla="*/ 13504 h 13602"/>
                <a:gd name="connsiteX3" fmla="*/ 13517 w 13614"/>
                <a:gd name="connsiteY3" fmla="*/ 5843 h 13602"/>
                <a:gd name="connsiteX4" fmla="*/ 5849 w 13614"/>
                <a:gd name="connsiteY4" fmla="*/ 98 h 136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14" h="13602">
                  <a:moveTo>
                    <a:pt x="5849" y="98"/>
                  </a:moveTo>
                  <a:cubicBezTo>
                    <a:pt x="2015" y="736"/>
                    <a:pt x="-541" y="3928"/>
                    <a:pt x="98" y="7759"/>
                  </a:cubicBezTo>
                  <a:cubicBezTo>
                    <a:pt x="737" y="11589"/>
                    <a:pt x="3932" y="14143"/>
                    <a:pt x="7766" y="13504"/>
                  </a:cubicBezTo>
                  <a:cubicBezTo>
                    <a:pt x="11600" y="12866"/>
                    <a:pt x="14156" y="9674"/>
                    <a:pt x="13517" y="5843"/>
                  </a:cubicBezTo>
                  <a:cubicBezTo>
                    <a:pt x="12878" y="2013"/>
                    <a:pt x="9683" y="-541"/>
                    <a:pt x="5849" y="98"/>
                  </a:cubicBezTo>
                  <a:close/>
                </a:path>
              </a:pathLst>
            </a:custGeom>
            <a:grpFill/>
            <a:ln w="6390" cap="flat">
              <a:noFill/>
              <a:prstDash val="solid"/>
              <a:miter/>
            </a:ln>
          </p:spPr>
          <p:txBody>
            <a:bodyPr rtlCol="0" anchor="ctr"/>
            <a:lstStyle/>
            <a:p>
              <a:endParaRPr lang="en-US"/>
            </a:p>
          </p:txBody>
        </p:sp>
        <p:sp>
          <p:nvSpPr>
            <p:cNvPr id="99" name="Graphic 4">
              <a:extLst>
                <a:ext uri="{FF2B5EF4-FFF2-40B4-BE49-F238E27FC236}">
                  <a16:creationId xmlns:a16="http://schemas.microsoft.com/office/drawing/2014/main" id="{21B2124D-F479-4F53-64C7-75F83F9624F0}"/>
                </a:ext>
              </a:extLst>
            </p:cNvPr>
            <p:cNvSpPr/>
            <p:nvPr/>
          </p:nvSpPr>
          <p:spPr>
            <a:xfrm>
              <a:off x="4305758" y="3914820"/>
              <a:ext cx="13199" cy="13406"/>
            </a:xfrm>
            <a:custGeom>
              <a:avLst/>
              <a:gdLst>
                <a:gd name="connsiteX0" fmla="*/ 1059 w 13199"/>
                <a:gd name="connsiteY0" fmla="*/ 10853 h 13406"/>
                <a:gd name="connsiteX1" fmla="*/ 5532 w 13199"/>
                <a:gd name="connsiteY1" fmla="*/ 13407 h 13406"/>
                <a:gd name="connsiteX2" fmla="*/ 10644 w 13199"/>
                <a:gd name="connsiteY2" fmla="*/ 12130 h 13406"/>
                <a:gd name="connsiteX3" fmla="*/ 13200 w 13199"/>
                <a:gd name="connsiteY3" fmla="*/ 7661 h 13406"/>
                <a:gd name="connsiteX4" fmla="*/ 11922 w 13199"/>
                <a:gd name="connsiteY4" fmla="*/ 2554 h 13406"/>
                <a:gd name="connsiteX5" fmla="*/ 6810 w 13199"/>
                <a:gd name="connsiteY5" fmla="*/ 0 h 13406"/>
                <a:gd name="connsiteX6" fmla="*/ 2976 w 13199"/>
                <a:gd name="connsiteY6" fmla="*/ 1277 h 13406"/>
                <a:gd name="connsiteX7" fmla="*/ 420 w 13199"/>
                <a:gd name="connsiteY7" fmla="*/ 5746 h 13406"/>
                <a:gd name="connsiteX8" fmla="*/ 1059 w 13199"/>
                <a:gd name="connsiteY8" fmla="*/ 10853 h 13406"/>
                <a:gd name="connsiteX9" fmla="*/ 1059 w 13199"/>
                <a:gd name="connsiteY9" fmla="*/ 10853 h 13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199" h="13406">
                  <a:moveTo>
                    <a:pt x="1059" y="10853"/>
                  </a:moveTo>
                  <a:cubicBezTo>
                    <a:pt x="2337" y="12130"/>
                    <a:pt x="3615" y="13407"/>
                    <a:pt x="5532" y="13407"/>
                  </a:cubicBezTo>
                  <a:cubicBezTo>
                    <a:pt x="7449" y="13407"/>
                    <a:pt x="8727" y="13407"/>
                    <a:pt x="10644" y="12130"/>
                  </a:cubicBezTo>
                  <a:cubicBezTo>
                    <a:pt x="11922" y="10853"/>
                    <a:pt x="13200" y="9576"/>
                    <a:pt x="13200" y="7661"/>
                  </a:cubicBezTo>
                  <a:cubicBezTo>
                    <a:pt x="13200" y="5746"/>
                    <a:pt x="13200" y="4469"/>
                    <a:pt x="11922" y="2554"/>
                  </a:cubicBezTo>
                  <a:cubicBezTo>
                    <a:pt x="10644" y="639"/>
                    <a:pt x="8727" y="0"/>
                    <a:pt x="6810" y="0"/>
                  </a:cubicBezTo>
                  <a:cubicBezTo>
                    <a:pt x="5532" y="0"/>
                    <a:pt x="4254" y="639"/>
                    <a:pt x="2976" y="1277"/>
                  </a:cubicBezTo>
                  <a:cubicBezTo>
                    <a:pt x="1698" y="2554"/>
                    <a:pt x="420" y="3831"/>
                    <a:pt x="420" y="5746"/>
                  </a:cubicBezTo>
                  <a:cubicBezTo>
                    <a:pt x="-219" y="7661"/>
                    <a:pt x="-219" y="9576"/>
                    <a:pt x="1059" y="10853"/>
                  </a:cubicBezTo>
                  <a:lnTo>
                    <a:pt x="1059" y="10853"/>
                  </a:lnTo>
                  <a:close/>
                </a:path>
              </a:pathLst>
            </a:custGeom>
            <a:grpFill/>
            <a:ln w="6390" cap="flat">
              <a:noFill/>
              <a:prstDash val="solid"/>
              <a:miter/>
            </a:ln>
          </p:spPr>
          <p:txBody>
            <a:bodyPr rtlCol="0" anchor="ctr"/>
            <a:lstStyle/>
            <a:p>
              <a:endParaRPr lang="en-US"/>
            </a:p>
          </p:txBody>
        </p:sp>
        <p:sp>
          <p:nvSpPr>
            <p:cNvPr id="100" name="Graphic 4">
              <a:extLst>
                <a:ext uri="{FF2B5EF4-FFF2-40B4-BE49-F238E27FC236}">
                  <a16:creationId xmlns:a16="http://schemas.microsoft.com/office/drawing/2014/main" id="{8016A009-4902-9A5B-4625-27891225FF18}"/>
                </a:ext>
              </a:extLst>
            </p:cNvPr>
            <p:cNvSpPr/>
            <p:nvPr/>
          </p:nvSpPr>
          <p:spPr>
            <a:xfrm>
              <a:off x="4136845" y="3914820"/>
              <a:ext cx="12779" cy="13705"/>
            </a:xfrm>
            <a:custGeom>
              <a:avLst/>
              <a:gdLst>
                <a:gd name="connsiteX0" fmla="*/ 11502 w 12779"/>
                <a:gd name="connsiteY0" fmla="*/ 10853 h 13705"/>
                <a:gd name="connsiteX1" fmla="*/ 11502 w 12779"/>
                <a:gd name="connsiteY1" fmla="*/ 10853 h 13705"/>
                <a:gd name="connsiteX2" fmla="*/ 12780 w 12779"/>
                <a:gd name="connsiteY2" fmla="*/ 5746 h 13705"/>
                <a:gd name="connsiteX3" fmla="*/ 10224 w 12779"/>
                <a:gd name="connsiteY3" fmla="*/ 1277 h 13705"/>
                <a:gd name="connsiteX4" fmla="*/ 6390 w 12779"/>
                <a:gd name="connsiteY4" fmla="*/ 0 h 13705"/>
                <a:gd name="connsiteX5" fmla="*/ 1278 w 12779"/>
                <a:gd name="connsiteY5" fmla="*/ 2554 h 13705"/>
                <a:gd name="connsiteX6" fmla="*/ 0 w 12779"/>
                <a:gd name="connsiteY6" fmla="*/ 7661 h 13705"/>
                <a:gd name="connsiteX7" fmla="*/ 2556 w 12779"/>
                <a:gd name="connsiteY7" fmla="*/ 12130 h 13705"/>
                <a:gd name="connsiteX8" fmla="*/ 11502 w 12779"/>
                <a:gd name="connsiteY8" fmla="*/ 10853 h 13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779" h="13705">
                  <a:moveTo>
                    <a:pt x="11502" y="10853"/>
                  </a:moveTo>
                  <a:lnTo>
                    <a:pt x="11502" y="10853"/>
                  </a:lnTo>
                  <a:cubicBezTo>
                    <a:pt x="12780" y="9576"/>
                    <a:pt x="12780" y="7661"/>
                    <a:pt x="12780" y="5746"/>
                  </a:cubicBezTo>
                  <a:cubicBezTo>
                    <a:pt x="12780" y="3831"/>
                    <a:pt x="11502" y="2554"/>
                    <a:pt x="10224" y="1277"/>
                  </a:cubicBezTo>
                  <a:cubicBezTo>
                    <a:pt x="8946" y="639"/>
                    <a:pt x="7668" y="0"/>
                    <a:pt x="6390" y="0"/>
                  </a:cubicBezTo>
                  <a:cubicBezTo>
                    <a:pt x="4473" y="0"/>
                    <a:pt x="2556" y="639"/>
                    <a:pt x="1278" y="2554"/>
                  </a:cubicBezTo>
                  <a:cubicBezTo>
                    <a:pt x="0" y="3831"/>
                    <a:pt x="0" y="5746"/>
                    <a:pt x="0" y="7661"/>
                  </a:cubicBezTo>
                  <a:cubicBezTo>
                    <a:pt x="0" y="9576"/>
                    <a:pt x="1278" y="10853"/>
                    <a:pt x="2556" y="12130"/>
                  </a:cubicBezTo>
                  <a:cubicBezTo>
                    <a:pt x="5112" y="14683"/>
                    <a:pt x="9585" y="14045"/>
                    <a:pt x="11502" y="10853"/>
                  </a:cubicBezTo>
                  <a:close/>
                </a:path>
              </a:pathLst>
            </a:custGeom>
            <a:grpFill/>
            <a:ln w="6390" cap="flat">
              <a:noFill/>
              <a:prstDash val="solid"/>
              <a:miter/>
            </a:ln>
          </p:spPr>
          <p:txBody>
            <a:bodyPr rtlCol="0" anchor="ctr"/>
            <a:lstStyle/>
            <a:p>
              <a:endParaRPr lang="en-US"/>
            </a:p>
          </p:txBody>
        </p:sp>
        <p:sp>
          <p:nvSpPr>
            <p:cNvPr id="101" name="Graphic 4">
              <a:extLst>
                <a:ext uri="{FF2B5EF4-FFF2-40B4-BE49-F238E27FC236}">
                  <a16:creationId xmlns:a16="http://schemas.microsoft.com/office/drawing/2014/main" id="{3568E79F-9007-B5DF-BEDC-E2F6F91205A1}"/>
                </a:ext>
              </a:extLst>
            </p:cNvPr>
            <p:cNvSpPr/>
            <p:nvPr/>
          </p:nvSpPr>
          <p:spPr>
            <a:xfrm>
              <a:off x="4220455" y="3879708"/>
              <a:ext cx="13614" cy="13504"/>
            </a:xfrm>
            <a:custGeom>
              <a:avLst/>
              <a:gdLst>
                <a:gd name="connsiteX0" fmla="*/ 13517 w 13614"/>
                <a:gd name="connsiteY0" fmla="*/ 7661 h 13504"/>
                <a:gd name="connsiteX1" fmla="*/ 7766 w 13614"/>
                <a:gd name="connsiteY1" fmla="*/ 0 h 13504"/>
                <a:gd name="connsiteX2" fmla="*/ 6488 w 13614"/>
                <a:gd name="connsiteY2" fmla="*/ 0 h 13504"/>
                <a:gd name="connsiteX3" fmla="*/ 98 w 13614"/>
                <a:gd name="connsiteY3" fmla="*/ 5746 h 13504"/>
                <a:gd name="connsiteX4" fmla="*/ 5849 w 13614"/>
                <a:gd name="connsiteY4" fmla="*/ 13407 h 13504"/>
                <a:gd name="connsiteX5" fmla="*/ 13517 w 13614"/>
                <a:gd name="connsiteY5" fmla="*/ 7661 h 13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614" h="13504">
                  <a:moveTo>
                    <a:pt x="13517" y="7661"/>
                  </a:moveTo>
                  <a:cubicBezTo>
                    <a:pt x="14156" y="3831"/>
                    <a:pt x="11600" y="639"/>
                    <a:pt x="7766" y="0"/>
                  </a:cubicBezTo>
                  <a:cubicBezTo>
                    <a:pt x="7127" y="0"/>
                    <a:pt x="7127" y="0"/>
                    <a:pt x="6488" y="0"/>
                  </a:cubicBezTo>
                  <a:cubicBezTo>
                    <a:pt x="3293" y="0"/>
                    <a:pt x="737" y="2554"/>
                    <a:pt x="98" y="5746"/>
                  </a:cubicBezTo>
                  <a:cubicBezTo>
                    <a:pt x="-541" y="9576"/>
                    <a:pt x="2015" y="12768"/>
                    <a:pt x="5849" y="13407"/>
                  </a:cubicBezTo>
                  <a:cubicBezTo>
                    <a:pt x="9683" y="14045"/>
                    <a:pt x="12878" y="11491"/>
                    <a:pt x="13517" y="7661"/>
                  </a:cubicBezTo>
                  <a:close/>
                </a:path>
              </a:pathLst>
            </a:custGeom>
            <a:grpFill/>
            <a:ln w="6390" cap="flat">
              <a:noFill/>
              <a:prstDash val="solid"/>
              <a:miter/>
            </a:ln>
          </p:spPr>
          <p:txBody>
            <a:bodyPr rtlCol="0" anchor="ctr"/>
            <a:lstStyle/>
            <a:p>
              <a:endParaRPr lang="en-US"/>
            </a:p>
          </p:txBody>
        </p:sp>
        <p:sp>
          <p:nvSpPr>
            <p:cNvPr id="102" name="Graphic 4">
              <a:extLst>
                <a:ext uri="{FF2B5EF4-FFF2-40B4-BE49-F238E27FC236}">
                  <a16:creationId xmlns:a16="http://schemas.microsoft.com/office/drawing/2014/main" id="{F30DF33C-8C5D-31C9-EF95-6BCFAB968779}"/>
                </a:ext>
              </a:extLst>
            </p:cNvPr>
            <p:cNvSpPr/>
            <p:nvPr/>
          </p:nvSpPr>
          <p:spPr>
            <a:xfrm>
              <a:off x="4186047" y="3960785"/>
              <a:ext cx="76679" cy="94482"/>
            </a:xfrm>
            <a:custGeom>
              <a:avLst/>
              <a:gdLst>
                <a:gd name="connsiteX0" fmla="*/ 38979 w 76679"/>
                <a:gd name="connsiteY0" fmla="*/ 0 h 94482"/>
                <a:gd name="connsiteX1" fmla="*/ 20448 w 76679"/>
                <a:gd name="connsiteY1" fmla="*/ 11491 h 94482"/>
                <a:gd name="connsiteX2" fmla="*/ 0 w 76679"/>
                <a:gd name="connsiteY2" fmla="*/ 15322 h 94482"/>
                <a:gd name="connsiteX3" fmla="*/ 639 w 76679"/>
                <a:gd name="connsiteY3" fmla="*/ 41496 h 94482"/>
                <a:gd name="connsiteX4" fmla="*/ 15975 w 76679"/>
                <a:gd name="connsiteY4" fmla="*/ 77885 h 94482"/>
                <a:gd name="connsiteX5" fmla="*/ 16614 w 76679"/>
                <a:gd name="connsiteY5" fmla="*/ 78523 h 94482"/>
                <a:gd name="connsiteX6" fmla="*/ 39618 w 76679"/>
                <a:gd name="connsiteY6" fmla="*/ 94483 h 94482"/>
                <a:gd name="connsiteX7" fmla="*/ 60704 w 76679"/>
                <a:gd name="connsiteY7" fmla="*/ 79162 h 94482"/>
                <a:gd name="connsiteX8" fmla="*/ 63899 w 76679"/>
                <a:gd name="connsiteY8" fmla="*/ 75331 h 94482"/>
                <a:gd name="connsiteX9" fmla="*/ 76679 w 76679"/>
                <a:gd name="connsiteY9" fmla="*/ 41496 h 94482"/>
                <a:gd name="connsiteX10" fmla="*/ 76679 w 76679"/>
                <a:gd name="connsiteY10" fmla="*/ 14045 h 94482"/>
                <a:gd name="connsiteX11" fmla="*/ 55593 w 76679"/>
                <a:gd name="connsiteY11" fmla="*/ 9576 h 94482"/>
                <a:gd name="connsiteX12" fmla="*/ 38979 w 76679"/>
                <a:gd name="connsiteY12" fmla="*/ 0 h 94482"/>
                <a:gd name="connsiteX13" fmla="*/ 58788 w 76679"/>
                <a:gd name="connsiteY13" fmla="*/ 48519 h 94482"/>
                <a:gd name="connsiteX14" fmla="*/ 54314 w 76679"/>
                <a:gd name="connsiteY14" fmla="*/ 52987 h 94482"/>
                <a:gd name="connsiteX15" fmla="*/ 39618 w 76679"/>
                <a:gd name="connsiteY15" fmla="*/ 68309 h 94482"/>
                <a:gd name="connsiteX16" fmla="*/ 38340 w 76679"/>
                <a:gd name="connsiteY16" fmla="*/ 68947 h 94482"/>
                <a:gd name="connsiteX17" fmla="*/ 38340 w 76679"/>
                <a:gd name="connsiteY17" fmla="*/ 68947 h 94482"/>
                <a:gd name="connsiteX18" fmla="*/ 38340 w 76679"/>
                <a:gd name="connsiteY18" fmla="*/ 68947 h 94482"/>
                <a:gd name="connsiteX19" fmla="*/ 37062 w 76679"/>
                <a:gd name="connsiteY19" fmla="*/ 68309 h 94482"/>
                <a:gd name="connsiteX20" fmla="*/ 18531 w 76679"/>
                <a:gd name="connsiteY20" fmla="*/ 48519 h 94482"/>
                <a:gd name="connsiteX21" fmla="*/ 18531 w 76679"/>
                <a:gd name="connsiteY21" fmla="*/ 31282 h 94482"/>
                <a:gd name="connsiteX22" fmla="*/ 26838 w 76679"/>
                <a:gd name="connsiteY22" fmla="*/ 27451 h 94482"/>
                <a:gd name="connsiteX23" fmla="*/ 35145 w 76679"/>
                <a:gd name="connsiteY23" fmla="*/ 31282 h 94482"/>
                <a:gd name="connsiteX24" fmla="*/ 38340 w 76679"/>
                <a:gd name="connsiteY24" fmla="*/ 34474 h 94482"/>
                <a:gd name="connsiteX25" fmla="*/ 41535 w 76679"/>
                <a:gd name="connsiteY25" fmla="*/ 31282 h 94482"/>
                <a:gd name="connsiteX26" fmla="*/ 49842 w 76679"/>
                <a:gd name="connsiteY26" fmla="*/ 27451 h 94482"/>
                <a:gd name="connsiteX27" fmla="*/ 58149 w 76679"/>
                <a:gd name="connsiteY27" fmla="*/ 31282 h 94482"/>
                <a:gd name="connsiteX28" fmla="*/ 58788 w 76679"/>
                <a:gd name="connsiteY28" fmla="*/ 48519 h 94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6679" h="94482">
                  <a:moveTo>
                    <a:pt x="38979" y="0"/>
                  </a:moveTo>
                  <a:cubicBezTo>
                    <a:pt x="33228" y="5107"/>
                    <a:pt x="26838" y="8938"/>
                    <a:pt x="20448" y="11491"/>
                  </a:cubicBezTo>
                  <a:cubicBezTo>
                    <a:pt x="14058" y="14045"/>
                    <a:pt x="7029" y="15322"/>
                    <a:pt x="0" y="15322"/>
                  </a:cubicBezTo>
                  <a:lnTo>
                    <a:pt x="639" y="41496"/>
                  </a:lnTo>
                  <a:cubicBezTo>
                    <a:pt x="639" y="55541"/>
                    <a:pt x="6390" y="68309"/>
                    <a:pt x="15975" y="77885"/>
                  </a:cubicBezTo>
                  <a:lnTo>
                    <a:pt x="16614" y="78523"/>
                  </a:lnTo>
                  <a:cubicBezTo>
                    <a:pt x="23643" y="84907"/>
                    <a:pt x="30672" y="90014"/>
                    <a:pt x="39618" y="94483"/>
                  </a:cubicBezTo>
                  <a:cubicBezTo>
                    <a:pt x="47286" y="90653"/>
                    <a:pt x="54314" y="84907"/>
                    <a:pt x="60704" y="79162"/>
                  </a:cubicBezTo>
                  <a:cubicBezTo>
                    <a:pt x="61982" y="77885"/>
                    <a:pt x="63261" y="76608"/>
                    <a:pt x="63899" y="75331"/>
                  </a:cubicBezTo>
                  <a:cubicBezTo>
                    <a:pt x="72207" y="66394"/>
                    <a:pt x="76679" y="54264"/>
                    <a:pt x="76679" y="41496"/>
                  </a:cubicBezTo>
                  <a:lnTo>
                    <a:pt x="76679" y="14045"/>
                  </a:lnTo>
                  <a:cubicBezTo>
                    <a:pt x="69650" y="13407"/>
                    <a:pt x="62622" y="12130"/>
                    <a:pt x="55593" y="9576"/>
                  </a:cubicBezTo>
                  <a:cubicBezTo>
                    <a:pt x="49842" y="7023"/>
                    <a:pt x="44091" y="3831"/>
                    <a:pt x="38979" y="0"/>
                  </a:cubicBezTo>
                  <a:close/>
                  <a:moveTo>
                    <a:pt x="58788" y="48519"/>
                  </a:moveTo>
                  <a:lnTo>
                    <a:pt x="54314" y="52987"/>
                  </a:lnTo>
                  <a:lnTo>
                    <a:pt x="39618" y="68309"/>
                  </a:lnTo>
                  <a:cubicBezTo>
                    <a:pt x="39618" y="68947"/>
                    <a:pt x="38979" y="68947"/>
                    <a:pt x="38340" y="68947"/>
                  </a:cubicBezTo>
                  <a:cubicBezTo>
                    <a:pt x="38340" y="68947"/>
                    <a:pt x="38340" y="68947"/>
                    <a:pt x="38340" y="68947"/>
                  </a:cubicBezTo>
                  <a:cubicBezTo>
                    <a:pt x="38340" y="68947"/>
                    <a:pt x="38340" y="68947"/>
                    <a:pt x="38340" y="68947"/>
                  </a:cubicBezTo>
                  <a:cubicBezTo>
                    <a:pt x="37701" y="68947"/>
                    <a:pt x="37701" y="68947"/>
                    <a:pt x="37062" y="68309"/>
                  </a:cubicBezTo>
                  <a:lnTo>
                    <a:pt x="18531" y="48519"/>
                  </a:lnTo>
                  <a:cubicBezTo>
                    <a:pt x="14058" y="43411"/>
                    <a:pt x="14058" y="35751"/>
                    <a:pt x="18531" y="31282"/>
                  </a:cubicBezTo>
                  <a:cubicBezTo>
                    <a:pt x="21087" y="28728"/>
                    <a:pt x="23643" y="27451"/>
                    <a:pt x="26838" y="27451"/>
                  </a:cubicBezTo>
                  <a:cubicBezTo>
                    <a:pt x="30033" y="27451"/>
                    <a:pt x="33228" y="28728"/>
                    <a:pt x="35145" y="31282"/>
                  </a:cubicBezTo>
                  <a:lnTo>
                    <a:pt x="38340" y="34474"/>
                  </a:lnTo>
                  <a:lnTo>
                    <a:pt x="41535" y="31282"/>
                  </a:lnTo>
                  <a:cubicBezTo>
                    <a:pt x="44091" y="28728"/>
                    <a:pt x="46647" y="27451"/>
                    <a:pt x="49842" y="27451"/>
                  </a:cubicBezTo>
                  <a:cubicBezTo>
                    <a:pt x="53037" y="27451"/>
                    <a:pt x="56232" y="28728"/>
                    <a:pt x="58149" y="31282"/>
                  </a:cubicBezTo>
                  <a:cubicBezTo>
                    <a:pt x="63261" y="35751"/>
                    <a:pt x="63261" y="43411"/>
                    <a:pt x="58788" y="48519"/>
                  </a:cubicBezTo>
                  <a:close/>
                </a:path>
              </a:pathLst>
            </a:custGeom>
            <a:grpFill/>
            <a:ln w="6390" cap="flat">
              <a:noFill/>
              <a:prstDash val="solid"/>
              <a:miter/>
            </a:ln>
          </p:spPr>
          <p:txBody>
            <a:bodyPr rtlCol="0" anchor="ctr"/>
            <a:lstStyle/>
            <a:p>
              <a:endParaRPr lang="en-US"/>
            </a:p>
          </p:txBody>
        </p:sp>
        <p:sp>
          <p:nvSpPr>
            <p:cNvPr id="103" name="Graphic 4">
              <a:extLst>
                <a:ext uri="{FF2B5EF4-FFF2-40B4-BE49-F238E27FC236}">
                  <a16:creationId xmlns:a16="http://schemas.microsoft.com/office/drawing/2014/main" id="{1FD1C9E5-8054-11DE-B46E-7317376CD716}"/>
                </a:ext>
              </a:extLst>
            </p:cNvPr>
            <p:cNvSpPr/>
            <p:nvPr/>
          </p:nvSpPr>
          <p:spPr>
            <a:xfrm>
              <a:off x="4338669" y="3998450"/>
              <a:ext cx="13614" cy="13406"/>
            </a:xfrm>
            <a:custGeom>
              <a:avLst/>
              <a:gdLst>
                <a:gd name="connsiteX0" fmla="*/ 7127 w 13614"/>
                <a:gd name="connsiteY0" fmla="*/ 0 h 13406"/>
                <a:gd name="connsiteX1" fmla="*/ 5849 w 13614"/>
                <a:gd name="connsiteY1" fmla="*/ 0 h 13406"/>
                <a:gd name="connsiteX2" fmla="*/ 98 w 13614"/>
                <a:gd name="connsiteY2" fmla="*/ 7661 h 13406"/>
                <a:gd name="connsiteX3" fmla="*/ 7766 w 13614"/>
                <a:gd name="connsiteY3" fmla="*/ 13406 h 13406"/>
                <a:gd name="connsiteX4" fmla="*/ 13517 w 13614"/>
                <a:gd name="connsiteY4" fmla="*/ 5745 h 13406"/>
                <a:gd name="connsiteX5" fmla="*/ 10961 w 13614"/>
                <a:gd name="connsiteY5" fmla="*/ 1277 h 13406"/>
                <a:gd name="connsiteX6" fmla="*/ 7127 w 13614"/>
                <a:gd name="connsiteY6" fmla="*/ 0 h 13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14" h="13406">
                  <a:moveTo>
                    <a:pt x="7127" y="0"/>
                  </a:moveTo>
                  <a:cubicBezTo>
                    <a:pt x="6488" y="0"/>
                    <a:pt x="6488" y="0"/>
                    <a:pt x="5849" y="0"/>
                  </a:cubicBezTo>
                  <a:cubicBezTo>
                    <a:pt x="2015" y="638"/>
                    <a:pt x="-541" y="3830"/>
                    <a:pt x="98" y="7661"/>
                  </a:cubicBezTo>
                  <a:cubicBezTo>
                    <a:pt x="737" y="11491"/>
                    <a:pt x="3932" y="13406"/>
                    <a:pt x="7766" y="13406"/>
                  </a:cubicBezTo>
                  <a:cubicBezTo>
                    <a:pt x="11600" y="12768"/>
                    <a:pt x="14156" y="9576"/>
                    <a:pt x="13517" y="5745"/>
                  </a:cubicBezTo>
                  <a:cubicBezTo>
                    <a:pt x="13517" y="3830"/>
                    <a:pt x="12239" y="2553"/>
                    <a:pt x="10961" y="1277"/>
                  </a:cubicBezTo>
                  <a:cubicBezTo>
                    <a:pt x="9683" y="0"/>
                    <a:pt x="8405" y="0"/>
                    <a:pt x="7127" y="0"/>
                  </a:cubicBezTo>
                  <a:close/>
                </a:path>
              </a:pathLst>
            </a:custGeom>
            <a:grpFill/>
            <a:ln w="6390" cap="flat">
              <a:noFill/>
              <a:prstDash val="solid"/>
              <a:miter/>
            </a:ln>
          </p:spPr>
          <p:txBody>
            <a:bodyPr rtlCol="0" anchor="ctr"/>
            <a:lstStyle/>
            <a:p>
              <a:endParaRPr lang="en-US"/>
            </a:p>
          </p:txBody>
        </p:sp>
        <p:sp>
          <p:nvSpPr>
            <p:cNvPr id="104" name="Graphic 4">
              <a:extLst>
                <a:ext uri="{FF2B5EF4-FFF2-40B4-BE49-F238E27FC236}">
                  <a16:creationId xmlns:a16="http://schemas.microsoft.com/office/drawing/2014/main" id="{6CA47EB9-7811-F651-AD7A-8B9EFC11A4E0}"/>
                </a:ext>
              </a:extLst>
            </p:cNvPr>
            <p:cNvSpPr/>
            <p:nvPr/>
          </p:nvSpPr>
          <p:spPr>
            <a:xfrm>
              <a:off x="4046108" y="3824168"/>
              <a:ext cx="361670" cy="361333"/>
            </a:xfrm>
            <a:custGeom>
              <a:avLst/>
              <a:gdLst>
                <a:gd name="connsiteX0" fmla="*/ 180835 w 361670"/>
                <a:gd name="connsiteY0" fmla="*/ 0 h 361333"/>
                <a:gd name="connsiteX1" fmla="*/ 0 w 361670"/>
                <a:gd name="connsiteY1" fmla="*/ 180667 h 361333"/>
                <a:gd name="connsiteX2" fmla="*/ 180835 w 361670"/>
                <a:gd name="connsiteY2" fmla="*/ 361333 h 361333"/>
                <a:gd name="connsiteX3" fmla="*/ 361670 w 361670"/>
                <a:gd name="connsiteY3" fmla="*/ 180667 h 361333"/>
                <a:gd name="connsiteX4" fmla="*/ 180835 w 361670"/>
                <a:gd name="connsiteY4" fmla="*/ 0 h 361333"/>
                <a:gd name="connsiteX5" fmla="*/ 220453 w 361670"/>
                <a:gd name="connsiteY5" fmla="*/ 102144 h 361333"/>
                <a:gd name="connsiteX6" fmla="*/ 249846 w 361670"/>
                <a:gd name="connsiteY6" fmla="*/ 107889 h 361333"/>
                <a:gd name="connsiteX7" fmla="*/ 247291 w 361670"/>
                <a:gd name="connsiteY7" fmla="*/ 95121 h 361333"/>
                <a:gd name="connsiteX8" fmla="*/ 254958 w 361670"/>
                <a:gd name="connsiteY8" fmla="*/ 82353 h 361333"/>
                <a:gd name="connsiteX9" fmla="*/ 281796 w 361670"/>
                <a:gd name="connsiteY9" fmla="*/ 86822 h 361333"/>
                <a:gd name="connsiteX10" fmla="*/ 277323 w 361670"/>
                <a:gd name="connsiteY10" fmla="*/ 113635 h 361333"/>
                <a:gd name="connsiteX11" fmla="*/ 265821 w 361670"/>
                <a:gd name="connsiteY11" fmla="*/ 117465 h 361333"/>
                <a:gd name="connsiteX12" fmla="*/ 262626 w 361670"/>
                <a:gd name="connsiteY12" fmla="*/ 117465 h 361333"/>
                <a:gd name="connsiteX13" fmla="*/ 255597 w 361670"/>
                <a:gd name="connsiteY13" fmla="*/ 114912 h 361333"/>
                <a:gd name="connsiteX14" fmla="*/ 260071 w 361670"/>
                <a:gd name="connsiteY14" fmla="*/ 142363 h 361333"/>
                <a:gd name="connsiteX15" fmla="*/ 254958 w 361670"/>
                <a:gd name="connsiteY15" fmla="*/ 145555 h 361333"/>
                <a:gd name="connsiteX16" fmla="*/ 251763 w 361670"/>
                <a:gd name="connsiteY16" fmla="*/ 144278 h 361333"/>
                <a:gd name="connsiteX17" fmla="*/ 249846 w 361670"/>
                <a:gd name="connsiteY17" fmla="*/ 135340 h 361333"/>
                <a:gd name="connsiteX18" fmla="*/ 242178 w 361670"/>
                <a:gd name="connsiteY18" fmla="*/ 118742 h 361333"/>
                <a:gd name="connsiteX19" fmla="*/ 228121 w 361670"/>
                <a:gd name="connsiteY19" fmla="*/ 112996 h 361333"/>
                <a:gd name="connsiteX20" fmla="*/ 219175 w 361670"/>
                <a:gd name="connsiteY20" fmla="*/ 111720 h 361333"/>
                <a:gd name="connsiteX21" fmla="*/ 220453 w 361670"/>
                <a:gd name="connsiteY21" fmla="*/ 102144 h 361333"/>
                <a:gd name="connsiteX22" fmla="*/ 176362 w 361670"/>
                <a:gd name="connsiteY22" fmla="*/ 81076 h 361333"/>
                <a:gd name="connsiteX23" fmla="*/ 162304 w 361670"/>
                <a:gd name="connsiteY23" fmla="*/ 59371 h 361333"/>
                <a:gd name="connsiteX24" fmla="*/ 184669 w 361670"/>
                <a:gd name="connsiteY24" fmla="*/ 43411 h 361333"/>
                <a:gd name="connsiteX25" fmla="*/ 200644 w 361670"/>
                <a:gd name="connsiteY25" fmla="*/ 65755 h 361333"/>
                <a:gd name="connsiteX26" fmla="*/ 185947 w 361670"/>
                <a:gd name="connsiteY26" fmla="*/ 81715 h 361333"/>
                <a:gd name="connsiteX27" fmla="*/ 208951 w 361670"/>
                <a:gd name="connsiteY27" fmla="*/ 97675 h 361333"/>
                <a:gd name="connsiteX28" fmla="*/ 203839 w 361670"/>
                <a:gd name="connsiteY28" fmla="*/ 105336 h 361333"/>
                <a:gd name="connsiteX29" fmla="*/ 202561 w 361670"/>
                <a:gd name="connsiteY29" fmla="*/ 105336 h 361333"/>
                <a:gd name="connsiteX30" fmla="*/ 196171 w 361670"/>
                <a:gd name="connsiteY30" fmla="*/ 100228 h 361333"/>
                <a:gd name="connsiteX31" fmla="*/ 178918 w 361670"/>
                <a:gd name="connsiteY31" fmla="*/ 93844 h 361333"/>
                <a:gd name="connsiteX32" fmla="*/ 164860 w 361670"/>
                <a:gd name="connsiteY32" fmla="*/ 99590 h 361333"/>
                <a:gd name="connsiteX33" fmla="*/ 157832 w 361670"/>
                <a:gd name="connsiteY33" fmla="*/ 104697 h 361333"/>
                <a:gd name="connsiteX34" fmla="*/ 152719 w 361670"/>
                <a:gd name="connsiteY34" fmla="*/ 97675 h 361333"/>
                <a:gd name="connsiteX35" fmla="*/ 176362 w 361670"/>
                <a:gd name="connsiteY35" fmla="*/ 81076 h 361333"/>
                <a:gd name="connsiteX36" fmla="*/ 81152 w 361670"/>
                <a:gd name="connsiteY36" fmla="*/ 86184 h 361333"/>
                <a:gd name="connsiteX37" fmla="*/ 107990 w 361670"/>
                <a:gd name="connsiteY37" fmla="*/ 81715 h 361333"/>
                <a:gd name="connsiteX38" fmla="*/ 115658 w 361670"/>
                <a:gd name="connsiteY38" fmla="*/ 94483 h 361333"/>
                <a:gd name="connsiteX39" fmla="*/ 113102 w 361670"/>
                <a:gd name="connsiteY39" fmla="*/ 107251 h 361333"/>
                <a:gd name="connsiteX40" fmla="*/ 142496 w 361670"/>
                <a:gd name="connsiteY40" fmla="*/ 101505 h 361333"/>
                <a:gd name="connsiteX41" fmla="*/ 143774 w 361670"/>
                <a:gd name="connsiteY41" fmla="*/ 110443 h 361333"/>
                <a:gd name="connsiteX42" fmla="*/ 134828 w 361670"/>
                <a:gd name="connsiteY42" fmla="*/ 111720 h 361333"/>
                <a:gd name="connsiteX43" fmla="*/ 120770 w 361670"/>
                <a:gd name="connsiteY43" fmla="*/ 117465 h 361333"/>
                <a:gd name="connsiteX44" fmla="*/ 113102 w 361670"/>
                <a:gd name="connsiteY44" fmla="*/ 134064 h 361333"/>
                <a:gd name="connsiteX45" fmla="*/ 111185 w 361670"/>
                <a:gd name="connsiteY45" fmla="*/ 143001 h 361333"/>
                <a:gd name="connsiteX46" fmla="*/ 107990 w 361670"/>
                <a:gd name="connsiteY46" fmla="*/ 144278 h 361333"/>
                <a:gd name="connsiteX47" fmla="*/ 102878 w 361670"/>
                <a:gd name="connsiteY47" fmla="*/ 141086 h 361333"/>
                <a:gd name="connsiteX48" fmla="*/ 107990 w 361670"/>
                <a:gd name="connsiteY48" fmla="*/ 113635 h 361333"/>
                <a:gd name="connsiteX49" fmla="*/ 97766 w 361670"/>
                <a:gd name="connsiteY49" fmla="*/ 116827 h 361333"/>
                <a:gd name="connsiteX50" fmla="*/ 86264 w 361670"/>
                <a:gd name="connsiteY50" fmla="*/ 112996 h 361333"/>
                <a:gd name="connsiteX51" fmla="*/ 78596 w 361670"/>
                <a:gd name="connsiteY51" fmla="*/ 100228 h 361333"/>
                <a:gd name="connsiteX52" fmla="*/ 81152 w 361670"/>
                <a:gd name="connsiteY52" fmla="*/ 86184 h 361333"/>
                <a:gd name="connsiteX53" fmla="*/ 61982 w 361670"/>
                <a:gd name="connsiteY53" fmla="*/ 200457 h 361333"/>
                <a:gd name="connsiteX54" fmla="*/ 58788 w 361670"/>
                <a:gd name="connsiteY54" fmla="*/ 200457 h 361333"/>
                <a:gd name="connsiteX55" fmla="*/ 42813 w 361670"/>
                <a:gd name="connsiteY55" fmla="*/ 178113 h 361333"/>
                <a:gd name="connsiteX56" fmla="*/ 50480 w 361670"/>
                <a:gd name="connsiteY56" fmla="*/ 165345 h 361333"/>
                <a:gd name="connsiteX57" fmla="*/ 65177 w 361670"/>
                <a:gd name="connsiteY57" fmla="*/ 162153 h 361333"/>
                <a:gd name="connsiteX58" fmla="*/ 81152 w 361670"/>
                <a:gd name="connsiteY58" fmla="*/ 176836 h 361333"/>
                <a:gd name="connsiteX59" fmla="*/ 97127 w 361670"/>
                <a:gd name="connsiteY59" fmla="*/ 153854 h 361333"/>
                <a:gd name="connsiteX60" fmla="*/ 104795 w 361670"/>
                <a:gd name="connsiteY60" fmla="*/ 158961 h 361333"/>
                <a:gd name="connsiteX61" fmla="*/ 99683 w 361670"/>
                <a:gd name="connsiteY61" fmla="*/ 166622 h 361333"/>
                <a:gd name="connsiteX62" fmla="*/ 93293 w 361670"/>
                <a:gd name="connsiteY62" fmla="*/ 183859 h 361333"/>
                <a:gd name="connsiteX63" fmla="*/ 99044 w 361670"/>
                <a:gd name="connsiteY63" fmla="*/ 197903 h 361333"/>
                <a:gd name="connsiteX64" fmla="*/ 104156 w 361670"/>
                <a:gd name="connsiteY64" fmla="*/ 204926 h 361333"/>
                <a:gd name="connsiteX65" fmla="*/ 97766 w 361670"/>
                <a:gd name="connsiteY65" fmla="*/ 210671 h 361333"/>
                <a:gd name="connsiteX66" fmla="*/ 97127 w 361670"/>
                <a:gd name="connsiteY66" fmla="*/ 210671 h 361333"/>
                <a:gd name="connsiteX67" fmla="*/ 80513 w 361670"/>
                <a:gd name="connsiteY67" fmla="*/ 186412 h 361333"/>
                <a:gd name="connsiteX68" fmla="*/ 61982 w 361670"/>
                <a:gd name="connsiteY68" fmla="*/ 200457 h 361333"/>
                <a:gd name="connsiteX69" fmla="*/ 143134 w 361670"/>
                <a:gd name="connsiteY69" fmla="*/ 261105 h 361333"/>
                <a:gd name="connsiteX70" fmla="*/ 133549 w 361670"/>
                <a:gd name="connsiteY70" fmla="*/ 264297 h 361333"/>
                <a:gd name="connsiteX71" fmla="*/ 113741 w 361670"/>
                <a:gd name="connsiteY71" fmla="*/ 255359 h 361333"/>
                <a:gd name="connsiteX72" fmla="*/ 108629 w 361670"/>
                <a:gd name="connsiteY72" fmla="*/ 280895 h 361333"/>
                <a:gd name="connsiteX73" fmla="*/ 97127 w 361670"/>
                <a:gd name="connsiteY73" fmla="*/ 284725 h 361333"/>
                <a:gd name="connsiteX74" fmla="*/ 93932 w 361670"/>
                <a:gd name="connsiteY74" fmla="*/ 284725 h 361333"/>
                <a:gd name="connsiteX75" fmla="*/ 81152 w 361670"/>
                <a:gd name="connsiteY75" fmla="*/ 277065 h 361333"/>
                <a:gd name="connsiteX76" fmla="*/ 77957 w 361670"/>
                <a:gd name="connsiteY76" fmla="*/ 262382 h 361333"/>
                <a:gd name="connsiteX77" fmla="*/ 85625 w 361670"/>
                <a:gd name="connsiteY77" fmla="*/ 249614 h 361333"/>
                <a:gd name="connsiteX78" fmla="*/ 107351 w 361670"/>
                <a:gd name="connsiteY78" fmla="*/ 248975 h 361333"/>
                <a:gd name="connsiteX79" fmla="*/ 102878 w 361670"/>
                <a:gd name="connsiteY79" fmla="*/ 221524 h 361333"/>
                <a:gd name="connsiteX80" fmla="*/ 111824 w 361670"/>
                <a:gd name="connsiteY80" fmla="*/ 219609 h 361333"/>
                <a:gd name="connsiteX81" fmla="*/ 113741 w 361670"/>
                <a:gd name="connsiteY81" fmla="*/ 228546 h 361333"/>
                <a:gd name="connsiteX82" fmla="*/ 121409 w 361670"/>
                <a:gd name="connsiteY82" fmla="*/ 245145 h 361333"/>
                <a:gd name="connsiteX83" fmla="*/ 135467 w 361670"/>
                <a:gd name="connsiteY83" fmla="*/ 250890 h 361333"/>
                <a:gd name="connsiteX84" fmla="*/ 144412 w 361670"/>
                <a:gd name="connsiteY84" fmla="*/ 252167 h 361333"/>
                <a:gd name="connsiteX85" fmla="*/ 143134 w 361670"/>
                <a:gd name="connsiteY85" fmla="*/ 261105 h 361333"/>
                <a:gd name="connsiteX86" fmla="*/ 208312 w 361670"/>
                <a:gd name="connsiteY86" fmla="*/ 264935 h 361333"/>
                <a:gd name="connsiteX87" fmla="*/ 185947 w 361670"/>
                <a:gd name="connsiteY87" fmla="*/ 280895 h 361333"/>
                <a:gd name="connsiteX88" fmla="*/ 200644 w 361670"/>
                <a:gd name="connsiteY88" fmla="*/ 296855 h 361333"/>
                <a:gd name="connsiteX89" fmla="*/ 184669 w 361670"/>
                <a:gd name="connsiteY89" fmla="*/ 319199 h 361333"/>
                <a:gd name="connsiteX90" fmla="*/ 181474 w 361670"/>
                <a:gd name="connsiteY90" fmla="*/ 319199 h 361333"/>
                <a:gd name="connsiteX91" fmla="*/ 162304 w 361670"/>
                <a:gd name="connsiteY91" fmla="*/ 302601 h 361333"/>
                <a:gd name="connsiteX92" fmla="*/ 176362 w 361670"/>
                <a:gd name="connsiteY92" fmla="*/ 280895 h 361333"/>
                <a:gd name="connsiteX93" fmla="*/ 152080 w 361670"/>
                <a:gd name="connsiteY93" fmla="*/ 264297 h 361333"/>
                <a:gd name="connsiteX94" fmla="*/ 157192 w 361670"/>
                <a:gd name="connsiteY94" fmla="*/ 257274 h 361333"/>
                <a:gd name="connsiteX95" fmla="*/ 164221 w 361670"/>
                <a:gd name="connsiteY95" fmla="*/ 262382 h 361333"/>
                <a:gd name="connsiteX96" fmla="*/ 178279 w 361670"/>
                <a:gd name="connsiteY96" fmla="*/ 268127 h 361333"/>
                <a:gd name="connsiteX97" fmla="*/ 195532 w 361670"/>
                <a:gd name="connsiteY97" fmla="*/ 261743 h 361333"/>
                <a:gd name="connsiteX98" fmla="*/ 203200 w 361670"/>
                <a:gd name="connsiteY98" fmla="*/ 256636 h 361333"/>
                <a:gd name="connsiteX99" fmla="*/ 208312 w 361670"/>
                <a:gd name="connsiteY99" fmla="*/ 264935 h 361333"/>
                <a:gd name="connsiteX100" fmla="*/ 209590 w 361670"/>
                <a:gd name="connsiteY100" fmla="*/ 223439 h 361333"/>
                <a:gd name="connsiteX101" fmla="*/ 182752 w 361670"/>
                <a:gd name="connsiteY101" fmla="*/ 242591 h 361333"/>
                <a:gd name="connsiteX102" fmla="*/ 180196 w 361670"/>
                <a:gd name="connsiteY102" fmla="*/ 243230 h 361333"/>
                <a:gd name="connsiteX103" fmla="*/ 177640 w 361670"/>
                <a:gd name="connsiteY103" fmla="*/ 242591 h 361333"/>
                <a:gd name="connsiteX104" fmla="*/ 148885 w 361670"/>
                <a:gd name="connsiteY104" fmla="*/ 223439 h 361333"/>
                <a:gd name="connsiteX105" fmla="*/ 148247 w 361670"/>
                <a:gd name="connsiteY105" fmla="*/ 222801 h 361333"/>
                <a:gd name="connsiteX106" fmla="*/ 128438 w 361670"/>
                <a:gd name="connsiteY106" fmla="*/ 177475 h 361333"/>
                <a:gd name="connsiteX107" fmla="*/ 127799 w 361670"/>
                <a:gd name="connsiteY107" fmla="*/ 144916 h 361333"/>
                <a:gd name="connsiteX108" fmla="*/ 129716 w 361670"/>
                <a:gd name="connsiteY108" fmla="*/ 139809 h 361333"/>
                <a:gd name="connsiteX109" fmla="*/ 134828 w 361670"/>
                <a:gd name="connsiteY109" fmla="*/ 137894 h 361333"/>
                <a:gd name="connsiteX110" fmla="*/ 156553 w 361670"/>
                <a:gd name="connsiteY110" fmla="*/ 135340 h 361333"/>
                <a:gd name="connsiteX111" fmla="*/ 175084 w 361670"/>
                <a:gd name="connsiteY111" fmla="*/ 123211 h 361333"/>
                <a:gd name="connsiteX112" fmla="*/ 179557 w 361670"/>
                <a:gd name="connsiteY112" fmla="*/ 121296 h 361333"/>
                <a:gd name="connsiteX113" fmla="*/ 184030 w 361670"/>
                <a:gd name="connsiteY113" fmla="*/ 123211 h 361333"/>
                <a:gd name="connsiteX114" fmla="*/ 201283 w 361670"/>
                <a:gd name="connsiteY114" fmla="*/ 134702 h 361333"/>
                <a:gd name="connsiteX115" fmla="*/ 223648 w 361670"/>
                <a:gd name="connsiteY115" fmla="*/ 138532 h 361333"/>
                <a:gd name="connsiteX116" fmla="*/ 228121 w 361670"/>
                <a:gd name="connsiteY116" fmla="*/ 140448 h 361333"/>
                <a:gd name="connsiteX117" fmla="*/ 230038 w 361670"/>
                <a:gd name="connsiteY117" fmla="*/ 144916 h 361333"/>
                <a:gd name="connsiteX118" fmla="*/ 230038 w 361670"/>
                <a:gd name="connsiteY118" fmla="*/ 177475 h 361333"/>
                <a:gd name="connsiteX119" fmla="*/ 214063 w 361670"/>
                <a:gd name="connsiteY119" fmla="*/ 220247 h 361333"/>
                <a:gd name="connsiteX120" fmla="*/ 209590 w 361670"/>
                <a:gd name="connsiteY120" fmla="*/ 223439 h 361333"/>
                <a:gd name="connsiteX121" fmla="*/ 281796 w 361670"/>
                <a:gd name="connsiteY121" fmla="*/ 276426 h 361333"/>
                <a:gd name="connsiteX122" fmla="*/ 269016 w 361670"/>
                <a:gd name="connsiteY122" fmla="*/ 284087 h 361333"/>
                <a:gd name="connsiteX123" fmla="*/ 265821 w 361670"/>
                <a:gd name="connsiteY123" fmla="*/ 284087 h 361333"/>
                <a:gd name="connsiteX124" fmla="*/ 254319 w 361670"/>
                <a:gd name="connsiteY124" fmla="*/ 280257 h 361333"/>
                <a:gd name="connsiteX125" fmla="*/ 249208 w 361670"/>
                <a:gd name="connsiteY125" fmla="*/ 254721 h 361333"/>
                <a:gd name="connsiteX126" fmla="*/ 229399 w 361670"/>
                <a:gd name="connsiteY126" fmla="*/ 263658 h 361333"/>
                <a:gd name="connsiteX127" fmla="*/ 219814 w 361670"/>
                <a:gd name="connsiteY127" fmla="*/ 260466 h 361333"/>
                <a:gd name="connsiteX128" fmla="*/ 218536 w 361670"/>
                <a:gd name="connsiteY128" fmla="*/ 251529 h 361333"/>
                <a:gd name="connsiteX129" fmla="*/ 227482 w 361670"/>
                <a:gd name="connsiteY129" fmla="*/ 250252 h 361333"/>
                <a:gd name="connsiteX130" fmla="*/ 241540 w 361670"/>
                <a:gd name="connsiteY130" fmla="*/ 244506 h 361333"/>
                <a:gd name="connsiteX131" fmla="*/ 249208 w 361670"/>
                <a:gd name="connsiteY131" fmla="*/ 227908 h 361333"/>
                <a:gd name="connsiteX132" fmla="*/ 251124 w 361670"/>
                <a:gd name="connsiteY132" fmla="*/ 218971 h 361333"/>
                <a:gd name="connsiteX133" fmla="*/ 260071 w 361670"/>
                <a:gd name="connsiteY133" fmla="*/ 220886 h 361333"/>
                <a:gd name="connsiteX134" fmla="*/ 255597 w 361670"/>
                <a:gd name="connsiteY134" fmla="*/ 248337 h 361333"/>
                <a:gd name="connsiteX135" fmla="*/ 262626 w 361670"/>
                <a:gd name="connsiteY135" fmla="*/ 245783 h 361333"/>
                <a:gd name="connsiteX136" fmla="*/ 277323 w 361670"/>
                <a:gd name="connsiteY136" fmla="*/ 248975 h 361333"/>
                <a:gd name="connsiteX137" fmla="*/ 281796 w 361670"/>
                <a:gd name="connsiteY137" fmla="*/ 276426 h 361333"/>
                <a:gd name="connsiteX138" fmla="*/ 302883 w 361670"/>
                <a:gd name="connsiteY138" fmla="*/ 199819 h 361333"/>
                <a:gd name="connsiteX139" fmla="*/ 299688 w 361670"/>
                <a:gd name="connsiteY139" fmla="*/ 199819 h 361333"/>
                <a:gd name="connsiteX140" fmla="*/ 281157 w 361670"/>
                <a:gd name="connsiteY140" fmla="*/ 185774 h 361333"/>
                <a:gd name="connsiteX141" fmla="*/ 264543 w 361670"/>
                <a:gd name="connsiteY141" fmla="*/ 210033 h 361333"/>
                <a:gd name="connsiteX142" fmla="*/ 263904 w 361670"/>
                <a:gd name="connsiteY142" fmla="*/ 210033 h 361333"/>
                <a:gd name="connsiteX143" fmla="*/ 257514 w 361670"/>
                <a:gd name="connsiteY143" fmla="*/ 204287 h 361333"/>
                <a:gd name="connsiteX144" fmla="*/ 262626 w 361670"/>
                <a:gd name="connsiteY144" fmla="*/ 197265 h 361333"/>
                <a:gd name="connsiteX145" fmla="*/ 268377 w 361670"/>
                <a:gd name="connsiteY145" fmla="*/ 183220 h 361333"/>
                <a:gd name="connsiteX146" fmla="*/ 261987 w 361670"/>
                <a:gd name="connsiteY146" fmla="*/ 165984 h 361333"/>
                <a:gd name="connsiteX147" fmla="*/ 256876 w 361670"/>
                <a:gd name="connsiteY147" fmla="*/ 158323 h 361333"/>
                <a:gd name="connsiteX148" fmla="*/ 264543 w 361670"/>
                <a:gd name="connsiteY148" fmla="*/ 153216 h 361333"/>
                <a:gd name="connsiteX149" fmla="*/ 280518 w 361670"/>
                <a:gd name="connsiteY149" fmla="*/ 176198 h 361333"/>
                <a:gd name="connsiteX150" fmla="*/ 296493 w 361670"/>
                <a:gd name="connsiteY150" fmla="*/ 161515 h 361333"/>
                <a:gd name="connsiteX151" fmla="*/ 311190 w 361670"/>
                <a:gd name="connsiteY151" fmla="*/ 164707 h 361333"/>
                <a:gd name="connsiteX152" fmla="*/ 318858 w 361670"/>
                <a:gd name="connsiteY152" fmla="*/ 177475 h 361333"/>
                <a:gd name="connsiteX153" fmla="*/ 302883 w 361670"/>
                <a:gd name="connsiteY153" fmla="*/ 199819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361670" h="361333">
                  <a:moveTo>
                    <a:pt x="180835" y="0"/>
                  </a:moveTo>
                  <a:cubicBezTo>
                    <a:pt x="80513" y="0"/>
                    <a:pt x="0" y="81076"/>
                    <a:pt x="0" y="180667"/>
                  </a:cubicBezTo>
                  <a:cubicBezTo>
                    <a:pt x="0" y="280895"/>
                    <a:pt x="81152" y="361333"/>
                    <a:pt x="180835" y="361333"/>
                  </a:cubicBezTo>
                  <a:cubicBezTo>
                    <a:pt x="280518" y="361333"/>
                    <a:pt x="361670" y="280257"/>
                    <a:pt x="361670" y="180667"/>
                  </a:cubicBezTo>
                  <a:cubicBezTo>
                    <a:pt x="361670" y="81076"/>
                    <a:pt x="280518" y="0"/>
                    <a:pt x="180835" y="0"/>
                  </a:cubicBezTo>
                  <a:close/>
                  <a:moveTo>
                    <a:pt x="220453" y="102144"/>
                  </a:moveTo>
                  <a:cubicBezTo>
                    <a:pt x="228121" y="96398"/>
                    <a:pt x="238983" y="98952"/>
                    <a:pt x="249846" y="107889"/>
                  </a:cubicBezTo>
                  <a:cubicBezTo>
                    <a:pt x="247929" y="104059"/>
                    <a:pt x="246651" y="99590"/>
                    <a:pt x="247291" y="95121"/>
                  </a:cubicBezTo>
                  <a:cubicBezTo>
                    <a:pt x="247929" y="90014"/>
                    <a:pt x="251124" y="85545"/>
                    <a:pt x="254958" y="82353"/>
                  </a:cubicBezTo>
                  <a:cubicBezTo>
                    <a:pt x="263904" y="75969"/>
                    <a:pt x="276045" y="77884"/>
                    <a:pt x="281796" y="86822"/>
                  </a:cubicBezTo>
                  <a:cubicBezTo>
                    <a:pt x="288186" y="95760"/>
                    <a:pt x="286269" y="107889"/>
                    <a:pt x="277323" y="113635"/>
                  </a:cubicBezTo>
                  <a:cubicBezTo>
                    <a:pt x="274128" y="116188"/>
                    <a:pt x="270294" y="117465"/>
                    <a:pt x="265821" y="117465"/>
                  </a:cubicBezTo>
                  <a:cubicBezTo>
                    <a:pt x="264543" y="117465"/>
                    <a:pt x="263904" y="117465"/>
                    <a:pt x="262626" y="117465"/>
                  </a:cubicBezTo>
                  <a:cubicBezTo>
                    <a:pt x="260071" y="116827"/>
                    <a:pt x="257514" y="116188"/>
                    <a:pt x="255597" y="114912"/>
                  </a:cubicBezTo>
                  <a:cubicBezTo>
                    <a:pt x="261987" y="123211"/>
                    <a:pt x="265821" y="134064"/>
                    <a:pt x="260071" y="142363"/>
                  </a:cubicBezTo>
                  <a:cubicBezTo>
                    <a:pt x="258792" y="144278"/>
                    <a:pt x="256876" y="145555"/>
                    <a:pt x="254958" y="145555"/>
                  </a:cubicBezTo>
                  <a:cubicBezTo>
                    <a:pt x="253681" y="145555"/>
                    <a:pt x="252403" y="145555"/>
                    <a:pt x="251763" y="144278"/>
                  </a:cubicBezTo>
                  <a:cubicBezTo>
                    <a:pt x="248568" y="142363"/>
                    <a:pt x="247929" y="138532"/>
                    <a:pt x="249846" y="135340"/>
                  </a:cubicBezTo>
                  <a:cubicBezTo>
                    <a:pt x="251763" y="132148"/>
                    <a:pt x="248568" y="124488"/>
                    <a:pt x="242178" y="118742"/>
                  </a:cubicBezTo>
                  <a:cubicBezTo>
                    <a:pt x="236428" y="112996"/>
                    <a:pt x="230038" y="111081"/>
                    <a:pt x="228121" y="112996"/>
                  </a:cubicBezTo>
                  <a:cubicBezTo>
                    <a:pt x="225565" y="114912"/>
                    <a:pt x="221092" y="114273"/>
                    <a:pt x="219175" y="111720"/>
                  </a:cubicBezTo>
                  <a:cubicBezTo>
                    <a:pt x="216619" y="107889"/>
                    <a:pt x="217258" y="104059"/>
                    <a:pt x="220453" y="102144"/>
                  </a:cubicBezTo>
                  <a:close/>
                  <a:moveTo>
                    <a:pt x="176362" y="81076"/>
                  </a:moveTo>
                  <a:cubicBezTo>
                    <a:pt x="166777" y="78523"/>
                    <a:pt x="160387" y="68947"/>
                    <a:pt x="162304" y="59371"/>
                  </a:cubicBezTo>
                  <a:cubicBezTo>
                    <a:pt x="164221" y="48518"/>
                    <a:pt x="173806" y="41496"/>
                    <a:pt x="184669" y="43411"/>
                  </a:cubicBezTo>
                  <a:cubicBezTo>
                    <a:pt x="195532" y="45326"/>
                    <a:pt x="202561" y="54902"/>
                    <a:pt x="200644" y="65755"/>
                  </a:cubicBezTo>
                  <a:cubicBezTo>
                    <a:pt x="199366" y="73416"/>
                    <a:pt x="193615" y="79800"/>
                    <a:pt x="185947" y="81715"/>
                  </a:cubicBezTo>
                  <a:cubicBezTo>
                    <a:pt x="196810" y="82992"/>
                    <a:pt x="206395" y="88099"/>
                    <a:pt x="208951" y="97675"/>
                  </a:cubicBezTo>
                  <a:cubicBezTo>
                    <a:pt x="209590" y="100867"/>
                    <a:pt x="207673" y="104697"/>
                    <a:pt x="203839" y="105336"/>
                  </a:cubicBezTo>
                  <a:cubicBezTo>
                    <a:pt x="203200" y="105336"/>
                    <a:pt x="203200" y="105336"/>
                    <a:pt x="202561" y="105336"/>
                  </a:cubicBezTo>
                  <a:cubicBezTo>
                    <a:pt x="199366" y="105336"/>
                    <a:pt x="196810" y="103420"/>
                    <a:pt x="196171" y="100228"/>
                  </a:cubicBezTo>
                  <a:cubicBezTo>
                    <a:pt x="195532" y="96398"/>
                    <a:pt x="187225" y="93206"/>
                    <a:pt x="178918" y="93844"/>
                  </a:cubicBezTo>
                  <a:cubicBezTo>
                    <a:pt x="170611" y="93844"/>
                    <a:pt x="164860" y="97036"/>
                    <a:pt x="164860" y="99590"/>
                  </a:cubicBezTo>
                  <a:cubicBezTo>
                    <a:pt x="164221" y="102782"/>
                    <a:pt x="161027" y="105336"/>
                    <a:pt x="157832" y="104697"/>
                  </a:cubicBezTo>
                  <a:cubicBezTo>
                    <a:pt x="154637" y="104059"/>
                    <a:pt x="152080" y="100867"/>
                    <a:pt x="152719" y="97675"/>
                  </a:cubicBezTo>
                  <a:cubicBezTo>
                    <a:pt x="153358" y="88737"/>
                    <a:pt x="162304" y="82353"/>
                    <a:pt x="176362" y="81076"/>
                  </a:cubicBezTo>
                  <a:close/>
                  <a:moveTo>
                    <a:pt x="81152" y="86184"/>
                  </a:moveTo>
                  <a:cubicBezTo>
                    <a:pt x="87542" y="77246"/>
                    <a:pt x="99683" y="75331"/>
                    <a:pt x="107990" y="81715"/>
                  </a:cubicBezTo>
                  <a:cubicBezTo>
                    <a:pt x="112463" y="84907"/>
                    <a:pt x="115019" y="89376"/>
                    <a:pt x="115658" y="94483"/>
                  </a:cubicBezTo>
                  <a:cubicBezTo>
                    <a:pt x="116297" y="98952"/>
                    <a:pt x="115658" y="103420"/>
                    <a:pt x="113102" y="107251"/>
                  </a:cubicBezTo>
                  <a:cubicBezTo>
                    <a:pt x="123326" y="98313"/>
                    <a:pt x="134828" y="96398"/>
                    <a:pt x="142496" y="101505"/>
                  </a:cubicBezTo>
                  <a:cubicBezTo>
                    <a:pt x="145052" y="103420"/>
                    <a:pt x="145690" y="107889"/>
                    <a:pt x="143774" y="110443"/>
                  </a:cubicBezTo>
                  <a:cubicBezTo>
                    <a:pt x="141857" y="112996"/>
                    <a:pt x="137384" y="113635"/>
                    <a:pt x="134828" y="111720"/>
                  </a:cubicBezTo>
                  <a:cubicBezTo>
                    <a:pt x="132911" y="110443"/>
                    <a:pt x="126521" y="112358"/>
                    <a:pt x="120770" y="117465"/>
                  </a:cubicBezTo>
                  <a:cubicBezTo>
                    <a:pt x="114380" y="123211"/>
                    <a:pt x="111185" y="130872"/>
                    <a:pt x="113102" y="134064"/>
                  </a:cubicBezTo>
                  <a:cubicBezTo>
                    <a:pt x="115019" y="137256"/>
                    <a:pt x="114380" y="141086"/>
                    <a:pt x="111185" y="143001"/>
                  </a:cubicBezTo>
                  <a:cubicBezTo>
                    <a:pt x="109907" y="143640"/>
                    <a:pt x="108629" y="144278"/>
                    <a:pt x="107990" y="144278"/>
                  </a:cubicBezTo>
                  <a:cubicBezTo>
                    <a:pt x="106073" y="144278"/>
                    <a:pt x="103517" y="143001"/>
                    <a:pt x="102878" y="141086"/>
                  </a:cubicBezTo>
                  <a:cubicBezTo>
                    <a:pt x="97766" y="132787"/>
                    <a:pt x="100961" y="121934"/>
                    <a:pt x="107990" y="113635"/>
                  </a:cubicBezTo>
                  <a:cubicBezTo>
                    <a:pt x="104795" y="115550"/>
                    <a:pt x="101600" y="116827"/>
                    <a:pt x="97766" y="116827"/>
                  </a:cubicBezTo>
                  <a:cubicBezTo>
                    <a:pt x="93932" y="116827"/>
                    <a:pt x="90098" y="115550"/>
                    <a:pt x="86264" y="112996"/>
                  </a:cubicBezTo>
                  <a:cubicBezTo>
                    <a:pt x="81791" y="109804"/>
                    <a:pt x="79235" y="105336"/>
                    <a:pt x="78596" y="100228"/>
                  </a:cubicBezTo>
                  <a:cubicBezTo>
                    <a:pt x="77318" y="95760"/>
                    <a:pt x="77957" y="90652"/>
                    <a:pt x="81152" y="86184"/>
                  </a:cubicBezTo>
                  <a:close/>
                  <a:moveTo>
                    <a:pt x="61982" y="200457"/>
                  </a:moveTo>
                  <a:cubicBezTo>
                    <a:pt x="60704" y="200457"/>
                    <a:pt x="60065" y="200457"/>
                    <a:pt x="58788" y="200457"/>
                  </a:cubicBezTo>
                  <a:cubicBezTo>
                    <a:pt x="47925" y="198542"/>
                    <a:pt x="40895" y="188966"/>
                    <a:pt x="42813" y="178113"/>
                  </a:cubicBezTo>
                  <a:cubicBezTo>
                    <a:pt x="43451" y="173006"/>
                    <a:pt x="46646" y="168537"/>
                    <a:pt x="50480" y="165345"/>
                  </a:cubicBezTo>
                  <a:cubicBezTo>
                    <a:pt x="54953" y="162153"/>
                    <a:pt x="60065" y="160876"/>
                    <a:pt x="65177" y="162153"/>
                  </a:cubicBezTo>
                  <a:cubicBezTo>
                    <a:pt x="72845" y="163430"/>
                    <a:pt x="79235" y="169176"/>
                    <a:pt x="81152" y="176836"/>
                  </a:cubicBezTo>
                  <a:cubicBezTo>
                    <a:pt x="82430" y="165984"/>
                    <a:pt x="87542" y="156408"/>
                    <a:pt x="97127" y="153854"/>
                  </a:cubicBezTo>
                  <a:cubicBezTo>
                    <a:pt x="100322" y="153216"/>
                    <a:pt x="104156" y="155131"/>
                    <a:pt x="104795" y="158961"/>
                  </a:cubicBezTo>
                  <a:cubicBezTo>
                    <a:pt x="105434" y="162153"/>
                    <a:pt x="103517" y="165984"/>
                    <a:pt x="99683" y="166622"/>
                  </a:cubicBezTo>
                  <a:cubicBezTo>
                    <a:pt x="95849" y="167260"/>
                    <a:pt x="92654" y="175560"/>
                    <a:pt x="93293" y="183859"/>
                  </a:cubicBezTo>
                  <a:cubicBezTo>
                    <a:pt x="93932" y="192158"/>
                    <a:pt x="96488" y="197903"/>
                    <a:pt x="99044" y="197903"/>
                  </a:cubicBezTo>
                  <a:cubicBezTo>
                    <a:pt x="102239" y="198542"/>
                    <a:pt x="104795" y="201734"/>
                    <a:pt x="104156" y="204926"/>
                  </a:cubicBezTo>
                  <a:cubicBezTo>
                    <a:pt x="103517" y="208118"/>
                    <a:pt x="100961" y="210671"/>
                    <a:pt x="97766" y="210671"/>
                  </a:cubicBezTo>
                  <a:cubicBezTo>
                    <a:pt x="97766" y="210671"/>
                    <a:pt x="97127" y="210671"/>
                    <a:pt x="97127" y="210671"/>
                  </a:cubicBezTo>
                  <a:cubicBezTo>
                    <a:pt x="88181" y="209395"/>
                    <a:pt x="81791" y="199819"/>
                    <a:pt x="80513" y="186412"/>
                  </a:cubicBezTo>
                  <a:cubicBezTo>
                    <a:pt x="78596" y="194073"/>
                    <a:pt x="70928" y="200457"/>
                    <a:pt x="61982" y="200457"/>
                  </a:cubicBezTo>
                  <a:close/>
                  <a:moveTo>
                    <a:pt x="143134" y="261105"/>
                  </a:moveTo>
                  <a:cubicBezTo>
                    <a:pt x="140579" y="263020"/>
                    <a:pt x="137384" y="264297"/>
                    <a:pt x="133549" y="264297"/>
                  </a:cubicBezTo>
                  <a:cubicBezTo>
                    <a:pt x="127160" y="264297"/>
                    <a:pt x="120770" y="261105"/>
                    <a:pt x="113741" y="255359"/>
                  </a:cubicBezTo>
                  <a:cubicBezTo>
                    <a:pt x="118853" y="263658"/>
                    <a:pt x="116297" y="275149"/>
                    <a:pt x="108629" y="280895"/>
                  </a:cubicBezTo>
                  <a:cubicBezTo>
                    <a:pt x="105434" y="283449"/>
                    <a:pt x="101600" y="284725"/>
                    <a:pt x="97127" y="284725"/>
                  </a:cubicBezTo>
                  <a:cubicBezTo>
                    <a:pt x="95849" y="284725"/>
                    <a:pt x="95210" y="284725"/>
                    <a:pt x="93932" y="284725"/>
                  </a:cubicBezTo>
                  <a:cubicBezTo>
                    <a:pt x="88820" y="284087"/>
                    <a:pt x="84347" y="280895"/>
                    <a:pt x="81152" y="277065"/>
                  </a:cubicBezTo>
                  <a:cubicBezTo>
                    <a:pt x="77957" y="272596"/>
                    <a:pt x="76679" y="267489"/>
                    <a:pt x="77957" y="262382"/>
                  </a:cubicBezTo>
                  <a:cubicBezTo>
                    <a:pt x="78596" y="257274"/>
                    <a:pt x="81791" y="252806"/>
                    <a:pt x="85625" y="249614"/>
                  </a:cubicBezTo>
                  <a:cubicBezTo>
                    <a:pt x="92015" y="245145"/>
                    <a:pt x="100322" y="245145"/>
                    <a:pt x="107351" y="248975"/>
                  </a:cubicBezTo>
                  <a:cubicBezTo>
                    <a:pt x="100961" y="240676"/>
                    <a:pt x="97127" y="229823"/>
                    <a:pt x="102878" y="221524"/>
                  </a:cubicBezTo>
                  <a:cubicBezTo>
                    <a:pt x="104795" y="218332"/>
                    <a:pt x="108629" y="217694"/>
                    <a:pt x="111824" y="219609"/>
                  </a:cubicBezTo>
                  <a:cubicBezTo>
                    <a:pt x="115019" y="221524"/>
                    <a:pt x="115658" y="225355"/>
                    <a:pt x="113741" y="228546"/>
                  </a:cubicBezTo>
                  <a:cubicBezTo>
                    <a:pt x="111824" y="231738"/>
                    <a:pt x="115019" y="239399"/>
                    <a:pt x="121409" y="245145"/>
                  </a:cubicBezTo>
                  <a:cubicBezTo>
                    <a:pt x="127160" y="250890"/>
                    <a:pt x="133549" y="252806"/>
                    <a:pt x="135467" y="250890"/>
                  </a:cubicBezTo>
                  <a:cubicBezTo>
                    <a:pt x="138022" y="248975"/>
                    <a:pt x="142496" y="249614"/>
                    <a:pt x="144412" y="252167"/>
                  </a:cubicBezTo>
                  <a:cubicBezTo>
                    <a:pt x="146329" y="254721"/>
                    <a:pt x="145690" y="258551"/>
                    <a:pt x="143134" y="261105"/>
                  </a:cubicBezTo>
                  <a:close/>
                  <a:moveTo>
                    <a:pt x="208312" y="264935"/>
                  </a:moveTo>
                  <a:cubicBezTo>
                    <a:pt x="206395" y="274511"/>
                    <a:pt x="196171" y="279618"/>
                    <a:pt x="185947" y="280895"/>
                  </a:cubicBezTo>
                  <a:cubicBezTo>
                    <a:pt x="192976" y="282810"/>
                    <a:pt x="199366" y="288556"/>
                    <a:pt x="200644" y="296855"/>
                  </a:cubicBezTo>
                  <a:cubicBezTo>
                    <a:pt x="202561" y="307708"/>
                    <a:pt x="194893" y="317284"/>
                    <a:pt x="184669" y="319199"/>
                  </a:cubicBezTo>
                  <a:cubicBezTo>
                    <a:pt x="183391" y="319199"/>
                    <a:pt x="182752" y="319199"/>
                    <a:pt x="181474" y="319199"/>
                  </a:cubicBezTo>
                  <a:cubicBezTo>
                    <a:pt x="171889" y="319199"/>
                    <a:pt x="163582" y="312177"/>
                    <a:pt x="162304" y="302601"/>
                  </a:cubicBezTo>
                  <a:cubicBezTo>
                    <a:pt x="161027" y="293025"/>
                    <a:pt x="166777" y="283449"/>
                    <a:pt x="176362" y="280895"/>
                  </a:cubicBezTo>
                  <a:cubicBezTo>
                    <a:pt x="162943" y="279618"/>
                    <a:pt x="153358" y="273234"/>
                    <a:pt x="152080" y="264297"/>
                  </a:cubicBezTo>
                  <a:cubicBezTo>
                    <a:pt x="151442" y="261105"/>
                    <a:pt x="153997" y="257274"/>
                    <a:pt x="157192" y="257274"/>
                  </a:cubicBezTo>
                  <a:cubicBezTo>
                    <a:pt x="160387" y="256636"/>
                    <a:pt x="164221" y="259190"/>
                    <a:pt x="164221" y="262382"/>
                  </a:cubicBezTo>
                  <a:cubicBezTo>
                    <a:pt x="164860" y="264935"/>
                    <a:pt x="170611" y="268127"/>
                    <a:pt x="178279" y="268127"/>
                  </a:cubicBezTo>
                  <a:cubicBezTo>
                    <a:pt x="187225" y="268127"/>
                    <a:pt x="194893" y="265574"/>
                    <a:pt x="195532" y="261743"/>
                  </a:cubicBezTo>
                  <a:cubicBezTo>
                    <a:pt x="196171" y="258551"/>
                    <a:pt x="200005" y="255998"/>
                    <a:pt x="203200" y="256636"/>
                  </a:cubicBezTo>
                  <a:cubicBezTo>
                    <a:pt x="207034" y="257913"/>
                    <a:pt x="209590" y="261105"/>
                    <a:pt x="208312" y="264935"/>
                  </a:cubicBezTo>
                  <a:close/>
                  <a:moveTo>
                    <a:pt x="209590" y="223439"/>
                  </a:moveTo>
                  <a:cubicBezTo>
                    <a:pt x="201922" y="231100"/>
                    <a:pt x="192337" y="238122"/>
                    <a:pt x="182752" y="242591"/>
                  </a:cubicBezTo>
                  <a:cubicBezTo>
                    <a:pt x="182113" y="243230"/>
                    <a:pt x="180835" y="243230"/>
                    <a:pt x="180196" y="243230"/>
                  </a:cubicBezTo>
                  <a:cubicBezTo>
                    <a:pt x="179557" y="243230"/>
                    <a:pt x="178279" y="243230"/>
                    <a:pt x="177640" y="242591"/>
                  </a:cubicBezTo>
                  <a:cubicBezTo>
                    <a:pt x="166777" y="237484"/>
                    <a:pt x="157192" y="231100"/>
                    <a:pt x="148885" y="223439"/>
                  </a:cubicBezTo>
                  <a:lnTo>
                    <a:pt x="148247" y="222801"/>
                  </a:lnTo>
                  <a:cubicBezTo>
                    <a:pt x="136106" y="211310"/>
                    <a:pt x="129077" y="194711"/>
                    <a:pt x="128438" y="177475"/>
                  </a:cubicBezTo>
                  <a:lnTo>
                    <a:pt x="127799" y="144916"/>
                  </a:lnTo>
                  <a:cubicBezTo>
                    <a:pt x="127799" y="143001"/>
                    <a:pt x="128438" y="141086"/>
                    <a:pt x="129716" y="139809"/>
                  </a:cubicBezTo>
                  <a:cubicBezTo>
                    <a:pt x="130994" y="138532"/>
                    <a:pt x="132911" y="137894"/>
                    <a:pt x="134828" y="137894"/>
                  </a:cubicBezTo>
                  <a:cubicBezTo>
                    <a:pt x="139939" y="138532"/>
                    <a:pt x="147607" y="138532"/>
                    <a:pt x="156553" y="135340"/>
                  </a:cubicBezTo>
                  <a:cubicBezTo>
                    <a:pt x="165499" y="132148"/>
                    <a:pt x="171250" y="127041"/>
                    <a:pt x="175084" y="123211"/>
                  </a:cubicBezTo>
                  <a:cubicBezTo>
                    <a:pt x="176362" y="121934"/>
                    <a:pt x="177640" y="121296"/>
                    <a:pt x="179557" y="121296"/>
                  </a:cubicBezTo>
                  <a:cubicBezTo>
                    <a:pt x="181474" y="121296"/>
                    <a:pt x="182752" y="121934"/>
                    <a:pt x="184030" y="123211"/>
                  </a:cubicBezTo>
                  <a:cubicBezTo>
                    <a:pt x="189142" y="128318"/>
                    <a:pt x="194893" y="132148"/>
                    <a:pt x="201283" y="134702"/>
                  </a:cubicBezTo>
                  <a:cubicBezTo>
                    <a:pt x="208312" y="137256"/>
                    <a:pt x="215980" y="138532"/>
                    <a:pt x="223648" y="138532"/>
                  </a:cubicBezTo>
                  <a:cubicBezTo>
                    <a:pt x="225565" y="138532"/>
                    <a:pt x="226843" y="139171"/>
                    <a:pt x="228121" y="140448"/>
                  </a:cubicBezTo>
                  <a:cubicBezTo>
                    <a:pt x="229399" y="141724"/>
                    <a:pt x="230038" y="143640"/>
                    <a:pt x="230038" y="144916"/>
                  </a:cubicBezTo>
                  <a:lnTo>
                    <a:pt x="230038" y="177475"/>
                  </a:lnTo>
                  <a:cubicBezTo>
                    <a:pt x="230038" y="193435"/>
                    <a:pt x="224287" y="208756"/>
                    <a:pt x="214063" y="220247"/>
                  </a:cubicBezTo>
                  <a:cubicBezTo>
                    <a:pt x="212146" y="220886"/>
                    <a:pt x="210868" y="222163"/>
                    <a:pt x="209590" y="223439"/>
                  </a:cubicBezTo>
                  <a:close/>
                  <a:moveTo>
                    <a:pt x="281796" y="276426"/>
                  </a:moveTo>
                  <a:cubicBezTo>
                    <a:pt x="278601" y="280895"/>
                    <a:pt x="274128" y="283449"/>
                    <a:pt x="269016" y="284087"/>
                  </a:cubicBezTo>
                  <a:cubicBezTo>
                    <a:pt x="267738" y="284087"/>
                    <a:pt x="267099" y="284087"/>
                    <a:pt x="265821" y="284087"/>
                  </a:cubicBezTo>
                  <a:cubicBezTo>
                    <a:pt x="261987" y="284087"/>
                    <a:pt x="258153" y="282810"/>
                    <a:pt x="254319" y="280257"/>
                  </a:cubicBezTo>
                  <a:cubicBezTo>
                    <a:pt x="246013" y="274511"/>
                    <a:pt x="244096" y="263020"/>
                    <a:pt x="249208" y="254721"/>
                  </a:cubicBezTo>
                  <a:cubicBezTo>
                    <a:pt x="242818" y="260466"/>
                    <a:pt x="235788" y="263658"/>
                    <a:pt x="229399" y="263658"/>
                  </a:cubicBezTo>
                  <a:cubicBezTo>
                    <a:pt x="225565" y="263658"/>
                    <a:pt x="222370" y="262382"/>
                    <a:pt x="219814" y="260466"/>
                  </a:cubicBezTo>
                  <a:cubicBezTo>
                    <a:pt x="217258" y="258551"/>
                    <a:pt x="216619" y="254082"/>
                    <a:pt x="218536" y="251529"/>
                  </a:cubicBezTo>
                  <a:cubicBezTo>
                    <a:pt x="220453" y="248975"/>
                    <a:pt x="224926" y="248337"/>
                    <a:pt x="227482" y="250252"/>
                  </a:cubicBezTo>
                  <a:cubicBezTo>
                    <a:pt x="229399" y="251529"/>
                    <a:pt x="235788" y="249614"/>
                    <a:pt x="241540" y="244506"/>
                  </a:cubicBezTo>
                  <a:cubicBezTo>
                    <a:pt x="247929" y="238761"/>
                    <a:pt x="251124" y="231100"/>
                    <a:pt x="249208" y="227908"/>
                  </a:cubicBezTo>
                  <a:cubicBezTo>
                    <a:pt x="247291" y="224716"/>
                    <a:pt x="247929" y="220886"/>
                    <a:pt x="251124" y="218971"/>
                  </a:cubicBezTo>
                  <a:cubicBezTo>
                    <a:pt x="254319" y="217055"/>
                    <a:pt x="258153" y="217694"/>
                    <a:pt x="260071" y="220886"/>
                  </a:cubicBezTo>
                  <a:cubicBezTo>
                    <a:pt x="265182" y="229185"/>
                    <a:pt x="261987" y="240038"/>
                    <a:pt x="255597" y="248337"/>
                  </a:cubicBezTo>
                  <a:cubicBezTo>
                    <a:pt x="257514" y="247060"/>
                    <a:pt x="260071" y="246422"/>
                    <a:pt x="262626" y="245783"/>
                  </a:cubicBezTo>
                  <a:cubicBezTo>
                    <a:pt x="267738" y="245145"/>
                    <a:pt x="272850" y="246422"/>
                    <a:pt x="277323" y="248975"/>
                  </a:cubicBezTo>
                  <a:cubicBezTo>
                    <a:pt x="286269" y="255998"/>
                    <a:pt x="288186" y="268127"/>
                    <a:pt x="281796" y="276426"/>
                  </a:cubicBezTo>
                  <a:close/>
                  <a:moveTo>
                    <a:pt x="302883" y="199819"/>
                  </a:moveTo>
                  <a:cubicBezTo>
                    <a:pt x="301605" y="199819"/>
                    <a:pt x="300966" y="199819"/>
                    <a:pt x="299688" y="199819"/>
                  </a:cubicBezTo>
                  <a:cubicBezTo>
                    <a:pt x="290742" y="199819"/>
                    <a:pt x="283074" y="194073"/>
                    <a:pt x="281157" y="185774"/>
                  </a:cubicBezTo>
                  <a:cubicBezTo>
                    <a:pt x="279879" y="199180"/>
                    <a:pt x="273489" y="208756"/>
                    <a:pt x="264543" y="210033"/>
                  </a:cubicBezTo>
                  <a:cubicBezTo>
                    <a:pt x="264543" y="210033"/>
                    <a:pt x="263904" y="210033"/>
                    <a:pt x="263904" y="210033"/>
                  </a:cubicBezTo>
                  <a:cubicBezTo>
                    <a:pt x="260709" y="210033"/>
                    <a:pt x="258153" y="207479"/>
                    <a:pt x="257514" y="204287"/>
                  </a:cubicBezTo>
                  <a:cubicBezTo>
                    <a:pt x="256876" y="201095"/>
                    <a:pt x="259431" y="197265"/>
                    <a:pt x="262626" y="197265"/>
                  </a:cubicBezTo>
                  <a:cubicBezTo>
                    <a:pt x="265182" y="196627"/>
                    <a:pt x="268377" y="190881"/>
                    <a:pt x="268377" y="183220"/>
                  </a:cubicBezTo>
                  <a:cubicBezTo>
                    <a:pt x="269016" y="174283"/>
                    <a:pt x="265821" y="166622"/>
                    <a:pt x="261987" y="165984"/>
                  </a:cubicBezTo>
                  <a:cubicBezTo>
                    <a:pt x="258792" y="165345"/>
                    <a:pt x="256236" y="161515"/>
                    <a:pt x="256876" y="158323"/>
                  </a:cubicBezTo>
                  <a:cubicBezTo>
                    <a:pt x="257514" y="155131"/>
                    <a:pt x="261348" y="152577"/>
                    <a:pt x="264543" y="153216"/>
                  </a:cubicBezTo>
                  <a:cubicBezTo>
                    <a:pt x="274128" y="155131"/>
                    <a:pt x="279240" y="165345"/>
                    <a:pt x="280518" y="176198"/>
                  </a:cubicBezTo>
                  <a:cubicBezTo>
                    <a:pt x="282435" y="169176"/>
                    <a:pt x="288186" y="162792"/>
                    <a:pt x="296493" y="161515"/>
                  </a:cubicBezTo>
                  <a:cubicBezTo>
                    <a:pt x="301605" y="160876"/>
                    <a:pt x="306717" y="162153"/>
                    <a:pt x="311190" y="164707"/>
                  </a:cubicBezTo>
                  <a:cubicBezTo>
                    <a:pt x="315663" y="167899"/>
                    <a:pt x="318219" y="172368"/>
                    <a:pt x="318858" y="177475"/>
                  </a:cubicBezTo>
                  <a:cubicBezTo>
                    <a:pt x="320775" y="188327"/>
                    <a:pt x="313746" y="198542"/>
                    <a:pt x="302883" y="199819"/>
                  </a:cubicBezTo>
                  <a:close/>
                </a:path>
              </a:pathLst>
            </a:custGeom>
            <a:grpFill/>
            <a:ln w="6390" cap="flat">
              <a:noFill/>
              <a:prstDash val="solid"/>
              <a:miter/>
            </a:ln>
          </p:spPr>
          <p:txBody>
            <a:bodyPr rtlCol="0" anchor="ctr"/>
            <a:lstStyle/>
            <a:p>
              <a:endParaRPr lang="en-US"/>
            </a:p>
          </p:txBody>
        </p:sp>
        <p:sp>
          <p:nvSpPr>
            <p:cNvPr id="105" name="Graphic 4">
              <a:extLst>
                <a:ext uri="{FF2B5EF4-FFF2-40B4-BE49-F238E27FC236}">
                  <a16:creationId xmlns:a16="http://schemas.microsoft.com/office/drawing/2014/main" id="{2FA4AF72-0D68-9F2D-CBCF-F04647AC69DF}"/>
                </a:ext>
              </a:extLst>
            </p:cNvPr>
            <p:cNvSpPr/>
            <p:nvPr/>
          </p:nvSpPr>
          <p:spPr>
            <a:xfrm>
              <a:off x="4305703" y="4082882"/>
              <a:ext cx="13092" cy="13243"/>
            </a:xfrm>
            <a:custGeom>
              <a:avLst/>
              <a:gdLst>
                <a:gd name="connsiteX0" fmla="*/ 1115 w 13092"/>
                <a:gd name="connsiteY0" fmla="*/ 2390 h 13243"/>
                <a:gd name="connsiteX1" fmla="*/ 1115 w 13092"/>
                <a:gd name="connsiteY1" fmla="*/ 2390 h 13243"/>
                <a:gd name="connsiteX2" fmla="*/ 2393 w 13092"/>
                <a:gd name="connsiteY2" fmla="*/ 11966 h 13243"/>
                <a:gd name="connsiteX3" fmla="*/ 7505 w 13092"/>
                <a:gd name="connsiteY3" fmla="*/ 13243 h 13243"/>
                <a:gd name="connsiteX4" fmla="*/ 11978 w 13092"/>
                <a:gd name="connsiteY4" fmla="*/ 10689 h 13243"/>
                <a:gd name="connsiteX5" fmla="*/ 10700 w 13092"/>
                <a:gd name="connsiteY5" fmla="*/ 1113 h 13243"/>
                <a:gd name="connsiteX6" fmla="*/ 1115 w 13092"/>
                <a:gd name="connsiteY6" fmla="*/ 2390 h 13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092" h="13243">
                  <a:moveTo>
                    <a:pt x="1115" y="2390"/>
                  </a:moveTo>
                  <a:lnTo>
                    <a:pt x="1115" y="2390"/>
                  </a:lnTo>
                  <a:cubicBezTo>
                    <a:pt x="-802" y="5582"/>
                    <a:pt x="-163" y="9413"/>
                    <a:pt x="2393" y="11966"/>
                  </a:cubicBezTo>
                  <a:cubicBezTo>
                    <a:pt x="3671" y="13243"/>
                    <a:pt x="5588" y="13243"/>
                    <a:pt x="7505" y="13243"/>
                  </a:cubicBezTo>
                  <a:cubicBezTo>
                    <a:pt x="9421" y="13243"/>
                    <a:pt x="10700" y="11966"/>
                    <a:pt x="11978" y="10689"/>
                  </a:cubicBezTo>
                  <a:cubicBezTo>
                    <a:pt x="13894" y="7497"/>
                    <a:pt x="13256" y="3667"/>
                    <a:pt x="10700" y="1113"/>
                  </a:cubicBezTo>
                  <a:cubicBezTo>
                    <a:pt x="7505" y="-802"/>
                    <a:pt x="3032" y="-163"/>
                    <a:pt x="1115" y="2390"/>
                  </a:cubicBezTo>
                  <a:close/>
                </a:path>
              </a:pathLst>
            </a:custGeom>
            <a:grpFill/>
            <a:ln w="6390" cap="flat">
              <a:noFill/>
              <a:prstDash val="solid"/>
              <a:miter/>
            </a:ln>
          </p:spPr>
          <p:txBody>
            <a:bodyPr rtlCol="0" anchor="ctr"/>
            <a:lstStyle/>
            <a:p>
              <a:endParaRPr lang="en-US"/>
            </a:p>
          </p:txBody>
        </p:sp>
      </p:grpSp>
      <p:sp>
        <p:nvSpPr>
          <p:cNvPr id="106" name="TextBox 105">
            <a:extLst>
              <a:ext uri="{FF2B5EF4-FFF2-40B4-BE49-F238E27FC236}">
                <a16:creationId xmlns:a16="http://schemas.microsoft.com/office/drawing/2014/main" id="{31D3F2A5-DF22-0212-C13E-72CF4A6B354E}"/>
              </a:ext>
            </a:extLst>
          </p:cNvPr>
          <p:cNvSpPr txBox="1"/>
          <p:nvPr/>
        </p:nvSpPr>
        <p:spPr>
          <a:xfrm>
            <a:off x="1063560" y="3265706"/>
            <a:ext cx="1943035" cy="307777"/>
          </a:xfrm>
          <a:prstGeom prst="rect">
            <a:avLst/>
          </a:prstGeom>
          <a:noFill/>
        </p:spPr>
        <p:txBody>
          <a:bodyPr wrap="square">
            <a:spAutoFit/>
          </a:bodyPr>
          <a:lstStyle/>
          <a:p>
            <a:r>
              <a:rPr lang="en-US" sz="1400">
                <a:latin typeface="Arial" panose="020B0604020202020204" pitchFamily="34" charset="0"/>
                <a:cs typeface="Arial" panose="020B0604020202020204" pitchFamily="34" charset="0"/>
              </a:rPr>
              <a:t>Field/Non-field Activity </a:t>
            </a:r>
            <a:endParaRPr lang="en-US" sz="1400"/>
          </a:p>
        </p:txBody>
      </p:sp>
      <p:sp>
        <p:nvSpPr>
          <p:cNvPr id="107" name="TextBox 106">
            <a:extLst>
              <a:ext uri="{FF2B5EF4-FFF2-40B4-BE49-F238E27FC236}">
                <a16:creationId xmlns:a16="http://schemas.microsoft.com/office/drawing/2014/main" id="{9ADEBA79-41C8-63C0-ED86-DF22D9FA5D13}"/>
              </a:ext>
            </a:extLst>
          </p:cNvPr>
          <p:cNvSpPr txBox="1"/>
          <p:nvPr/>
        </p:nvSpPr>
        <p:spPr>
          <a:xfrm>
            <a:off x="1034554" y="2425684"/>
            <a:ext cx="2476640" cy="523220"/>
          </a:xfrm>
          <a:prstGeom prst="rect">
            <a:avLst/>
          </a:prstGeom>
          <a:noFill/>
        </p:spPr>
        <p:txBody>
          <a:bodyPr wrap="square">
            <a:spAutoFit/>
          </a:bodyPr>
          <a:lstStyle/>
          <a:p>
            <a:r>
              <a:rPr lang="en-US" sz="1400">
                <a:latin typeface="Arial" panose="020B0604020202020204" pitchFamily="34" charset="0"/>
                <a:cs typeface="Arial" panose="020B0604020202020204" pitchFamily="34" charset="0"/>
              </a:rPr>
              <a:t>In person / virtual  meetings with stakeholders</a:t>
            </a:r>
            <a:endParaRPr lang="en-US" sz="1400"/>
          </a:p>
        </p:txBody>
      </p:sp>
      <p:sp>
        <p:nvSpPr>
          <p:cNvPr id="108" name="TextBox 107">
            <a:extLst>
              <a:ext uri="{FF2B5EF4-FFF2-40B4-BE49-F238E27FC236}">
                <a16:creationId xmlns:a16="http://schemas.microsoft.com/office/drawing/2014/main" id="{FEA6814B-A695-53F4-4EC2-11F39A710663}"/>
              </a:ext>
            </a:extLst>
          </p:cNvPr>
          <p:cNvSpPr txBox="1"/>
          <p:nvPr/>
        </p:nvSpPr>
        <p:spPr>
          <a:xfrm>
            <a:off x="1051353" y="1580007"/>
            <a:ext cx="2390024" cy="738664"/>
          </a:xfrm>
          <a:prstGeom prst="rect">
            <a:avLst/>
          </a:prstGeom>
          <a:noFill/>
        </p:spPr>
        <p:txBody>
          <a:bodyPr wrap="square">
            <a:spAutoFit/>
          </a:bodyPr>
          <a:lstStyle/>
          <a:p>
            <a:r>
              <a:rPr lang="en-US" sz="1400">
                <a:latin typeface="Arial" panose="020B0604020202020204" pitchFamily="34" charset="0"/>
                <a:cs typeface="Arial" panose="020B0604020202020204" pitchFamily="34" charset="0"/>
              </a:rPr>
              <a:t>Deliverables (Reports/Notes/</a:t>
            </a:r>
          </a:p>
          <a:p>
            <a:r>
              <a:rPr lang="en-US" sz="1400">
                <a:latin typeface="Arial" panose="020B0604020202020204" pitchFamily="34" charset="0"/>
                <a:cs typeface="Arial" panose="020B0604020202020204" pitchFamily="34" charset="0"/>
              </a:rPr>
              <a:t>Presentations)</a:t>
            </a:r>
            <a:endParaRPr lang="en-US" sz="1400"/>
          </a:p>
        </p:txBody>
      </p:sp>
      <p:sp>
        <p:nvSpPr>
          <p:cNvPr id="109" name="TextBox 108">
            <a:extLst>
              <a:ext uri="{FF2B5EF4-FFF2-40B4-BE49-F238E27FC236}">
                <a16:creationId xmlns:a16="http://schemas.microsoft.com/office/drawing/2014/main" id="{17DAE020-ADC5-FD5C-9495-9DC029532E2E}"/>
              </a:ext>
            </a:extLst>
          </p:cNvPr>
          <p:cNvSpPr txBox="1"/>
          <p:nvPr/>
        </p:nvSpPr>
        <p:spPr>
          <a:xfrm>
            <a:off x="5528711" y="1400253"/>
            <a:ext cx="6112325" cy="523220"/>
          </a:xfrm>
          <a:prstGeom prst="rect">
            <a:avLst/>
          </a:prstGeom>
          <a:noFill/>
        </p:spPr>
        <p:txBody>
          <a:bodyPr wrap="square">
            <a:spAutoFit/>
          </a:bodyPr>
          <a:lstStyle/>
          <a:p>
            <a:pPr algn="just"/>
            <a:r>
              <a:rPr lang="en-US" sz="1400">
                <a:latin typeface="Arial" panose="020B0604020202020204" pitchFamily="34" charset="0"/>
                <a:cs typeface="Arial" panose="020B0604020202020204" pitchFamily="34" charset="0"/>
              </a:rPr>
              <a:t>Submission of Survey Approach and Questionnaire within 30 days of award of contract and; client feedback and finalization within 15 days.</a:t>
            </a:r>
            <a:endParaRPr lang="en-US" sz="1400"/>
          </a:p>
        </p:txBody>
      </p:sp>
      <p:sp>
        <p:nvSpPr>
          <p:cNvPr id="112" name="TextBox 111">
            <a:extLst>
              <a:ext uri="{FF2B5EF4-FFF2-40B4-BE49-F238E27FC236}">
                <a16:creationId xmlns:a16="http://schemas.microsoft.com/office/drawing/2014/main" id="{D937C8F3-0336-B4F1-FDD6-1B11A9310D67}"/>
              </a:ext>
            </a:extLst>
          </p:cNvPr>
          <p:cNvSpPr txBox="1"/>
          <p:nvPr/>
        </p:nvSpPr>
        <p:spPr>
          <a:xfrm>
            <a:off x="6089045" y="4439521"/>
            <a:ext cx="5550756" cy="738664"/>
          </a:xfrm>
          <a:prstGeom prst="rect">
            <a:avLst/>
          </a:prstGeom>
          <a:noFill/>
        </p:spPr>
        <p:txBody>
          <a:bodyPr wrap="square">
            <a:spAutoFit/>
          </a:bodyPr>
          <a:lstStyle/>
          <a:p>
            <a:pPr algn="just"/>
            <a:r>
              <a:rPr lang="en-US" sz="1400">
                <a:latin typeface="Arial" panose="020B0604020202020204" pitchFamily="34" charset="0"/>
                <a:cs typeface="Arial" panose="020B0604020202020204" pitchFamily="34" charset="0"/>
              </a:rPr>
              <a:t>Submit Draft Final Report within 4 months from contract signing; conduct stakeholder meeting and incorporate feedback into the final version.</a:t>
            </a:r>
          </a:p>
        </p:txBody>
      </p:sp>
      <p:grpSp>
        <p:nvGrpSpPr>
          <p:cNvPr id="118" name="Graphic 4">
            <a:extLst>
              <a:ext uri="{FF2B5EF4-FFF2-40B4-BE49-F238E27FC236}">
                <a16:creationId xmlns:a16="http://schemas.microsoft.com/office/drawing/2014/main" id="{EEBED8FF-29CD-B79A-C5B6-73CD056EAF1D}"/>
              </a:ext>
            </a:extLst>
          </p:cNvPr>
          <p:cNvGrpSpPr/>
          <p:nvPr/>
        </p:nvGrpSpPr>
        <p:grpSpPr>
          <a:xfrm>
            <a:off x="7268793" y="1022173"/>
            <a:ext cx="274313" cy="274327"/>
            <a:chOff x="905454" y="1402723"/>
            <a:chExt cx="362309" cy="361971"/>
          </a:xfrm>
          <a:solidFill>
            <a:schemeClr val="accent2"/>
          </a:solidFill>
        </p:grpSpPr>
        <p:sp>
          <p:nvSpPr>
            <p:cNvPr id="119" name="Graphic 4">
              <a:extLst>
                <a:ext uri="{FF2B5EF4-FFF2-40B4-BE49-F238E27FC236}">
                  <a16:creationId xmlns:a16="http://schemas.microsoft.com/office/drawing/2014/main" id="{1C3FF7F4-863C-39D3-3A75-FE3B98EE7C8F}"/>
                </a:ext>
              </a:extLst>
            </p:cNvPr>
            <p:cNvSpPr/>
            <p:nvPr/>
          </p:nvSpPr>
          <p:spPr>
            <a:xfrm>
              <a:off x="1080538" y="1539340"/>
              <a:ext cx="20447" cy="21067"/>
            </a:xfrm>
            <a:custGeom>
              <a:avLst/>
              <a:gdLst>
                <a:gd name="connsiteX0" fmla="*/ 0 w 20447"/>
                <a:gd name="connsiteY0" fmla="*/ 21067 h 21067"/>
                <a:gd name="connsiteX1" fmla="*/ 20448 w 20447"/>
                <a:gd name="connsiteY1" fmla="*/ 21067 h 21067"/>
                <a:gd name="connsiteX2" fmla="*/ 0 w 20447"/>
                <a:gd name="connsiteY2" fmla="*/ 0 h 21067"/>
              </a:gdLst>
              <a:ahLst/>
              <a:cxnLst>
                <a:cxn ang="0">
                  <a:pos x="connsiteX0" y="connsiteY0"/>
                </a:cxn>
                <a:cxn ang="0">
                  <a:pos x="connsiteX1" y="connsiteY1"/>
                </a:cxn>
                <a:cxn ang="0">
                  <a:pos x="connsiteX2" y="connsiteY2"/>
                </a:cxn>
              </a:cxnLst>
              <a:rect l="l" t="t" r="r" b="b"/>
              <a:pathLst>
                <a:path w="20447" h="21067">
                  <a:moveTo>
                    <a:pt x="0" y="21067"/>
                  </a:moveTo>
                  <a:lnTo>
                    <a:pt x="20448" y="21067"/>
                  </a:lnTo>
                  <a:lnTo>
                    <a:pt x="0" y="0"/>
                  </a:lnTo>
                  <a:close/>
                </a:path>
              </a:pathLst>
            </a:custGeom>
            <a:grpFill/>
            <a:ln w="6390" cap="flat">
              <a:noFill/>
              <a:prstDash val="solid"/>
              <a:miter/>
            </a:ln>
          </p:spPr>
          <p:txBody>
            <a:bodyPr rtlCol="0" anchor="ctr"/>
            <a:lstStyle/>
            <a:p>
              <a:endParaRPr lang="en-US"/>
            </a:p>
          </p:txBody>
        </p:sp>
        <p:sp>
          <p:nvSpPr>
            <p:cNvPr id="120" name="Graphic 4">
              <a:extLst>
                <a:ext uri="{FF2B5EF4-FFF2-40B4-BE49-F238E27FC236}">
                  <a16:creationId xmlns:a16="http://schemas.microsoft.com/office/drawing/2014/main" id="{FFA329A0-5135-C7B0-B36A-35CAFE0B2C64}"/>
                </a:ext>
              </a:extLst>
            </p:cNvPr>
            <p:cNvSpPr/>
            <p:nvPr/>
          </p:nvSpPr>
          <p:spPr>
            <a:xfrm>
              <a:off x="1004498" y="1531041"/>
              <a:ext cx="104795" cy="155130"/>
            </a:xfrm>
            <a:custGeom>
              <a:avLst/>
              <a:gdLst>
                <a:gd name="connsiteX0" fmla="*/ 69650 w 104795"/>
                <a:gd name="connsiteY0" fmla="*/ 42134 h 155130"/>
                <a:gd name="connsiteX1" fmla="*/ 63260 w 104795"/>
                <a:gd name="connsiteY1" fmla="*/ 35750 h 155130"/>
                <a:gd name="connsiteX2" fmla="*/ 63260 w 104795"/>
                <a:gd name="connsiteY2" fmla="*/ 0 h 155130"/>
                <a:gd name="connsiteX3" fmla="*/ 0 w 104795"/>
                <a:gd name="connsiteY3" fmla="*/ 0 h 155130"/>
                <a:gd name="connsiteX4" fmla="*/ 0 w 104795"/>
                <a:gd name="connsiteY4" fmla="*/ 155131 h 155130"/>
                <a:gd name="connsiteX5" fmla="*/ 104795 w 104795"/>
                <a:gd name="connsiteY5" fmla="*/ 155131 h 155130"/>
                <a:gd name="connsiteX6" fmla="*/ 104795 w 104795"/>
                <a:gd name="connsiteY6" fmla="*/ 41496 h 155130"/>
                <a:gd name="connsiteX7" fmla="*/ 69650 w 104795"/>
                <a:gd name="connsiteY7" fmla="*/ 41496 h 155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795" h="155130">
                  <a:moveTo>
                    <a:pt x="69650" y="42134"/>
                  </a:moveTo>
                  <a:cubicBezTo>
                    <a:pt x="65816" y="42134"/>
                    <a:pt x="63260" y="39581"/>
                    <a:pt x="63260" y="35750"/>
                  </a:cubicBezTo>
                  <a:lnTo>
                    <a:pt x="63260" y="0"/>
                  </a:lnTo>
                  <a:lnTo>
                    <a:pt x="0" y="0"/>
                  </a:lnTo>
                  <a:lnTo>
                    <a:pt x="0" y="155131"/>
                  </a:lnTo>
                  <a:lnTo>
                    <a:pt x="104795" y="155131"/>
                  </a:lnTo>
                  <a:lnTo>
                    <a:pt x="104795" y="41496"/>
                  </a:lnTo>
                  <a:lnTo>
                    <a:pt x="69650" y="41496"/>
                  </a:lnTo>
                  <a:close/>
                </a:path>
              </a:pathLst>
            </a:custGeom>
            <a:grpFill/>
            <a:ln w="6390" cap="flat">
              <a:noFill/>
              <a:prstDash val="solid"/>
              <a:miter/>
            </a:ln>
          </p:spPr>
          <p:txBody>
            <a:bodyPr rtlCol="0" anchor="ctr"/>
            <a:lstStyle/>
            <a:p>
              <a:endParaRPr lang="en-US"/>
            </a:p>
          </p:txBody>
        </p:sp>
        <p:sp>
          <p:nvSpPr>
            <p:cNvPr id="121" name="Graphic 4">
              <a:extLst>
                <a:ext uri="{FF2B5EF4-FFF2-40B4-BE49-F238E27FC236}">
                  <a16:creationId xmlns:a16="http://schemas.microsoft.com/office/drawing/2014/main" id="{4E09AE8E-A946-2E47-8A8B-6B1A82E93F57}"/>
                </a:ext>
              </a:extLst>
            </p:cNvPr>
            <p:cNvSpPr/>
            <p:nvPr/>
          </p:nvSpPr>
          <p:spPr>
            <a:xfrm>
              <a:off x="1139325" y="1488907"/>
              <a:ext cx="20447" cy="21067"/>
            </a:xfrm>
            <a:custGeom>
              <a:avLst/>
              <a:gdLst>
                <a:gd name="connsiteX0" fmla="*/ 0 w 20447"/>
                <a:gd name="connsiteY0" fmla="*/ 0 h 21067"/>
                <a:gd name="connsiteX1" fmla="*/ 0 w 20447"/>
                <a:gd name="connsiteY1" fmla="*/ 21067 h 21067"/>
                <a:gd name="connsiteX2" fmla="*/ 20448 w 20447"/>
                <a:gd name="connsiteY2" fmla="*/ 21067 h 21067"/>
              </a:gdLst>
              <a:ahLst/>
              <a:cxnLst>
                <a:cxn ang="0">
                  <a:pos x="connsiteX0" y="connsiteY0"/>
                </a:cxn>
                <a:cxn ang="0">
                  <a:pos x="connsiteX1" y="connsiteY1"/>
                </a:cxn>
                <a:cxn ang="0">
                  <a:pos x="connsiteX2" y="connsiteY2"/>
                </a:cxn>
              </a:cxnLst>
              <a:rect l="l" t="t" r="r" b="b"/>
              <a:pathLst>
                <a:path w="20447" h="21067">
                  <a:moveTo>
                    <a:pt x="0" y="0"/>
                  </a:moveTo>
                  <a:lnTo>
                    <a:pt x="0" y="21067"/>
                  </a:lnTo>
                  <a:lnTo>
                    <a:pt x="20448" y="21067"/>
                  </a:lnTo>
                  <a:close/>
                </a:path>
              </a:pathLst>
            </a:custGeom>
            <a:grpFill/>
            <a:ln w="6390" cap="flat">
              <a:noFill/>
              <a:prstDash val="solid"/>
              <a:miter/>
            </a:ln>
          </p:spPr>
          <p:txBody>
            <a:bodyPr rtlCol="0" anchor="ctr"/>
            <a:lstStyle/>
            <a:p>
              <a:endParaRPr lang="en-US"/>
            </a:p>
          </p:txBody>
        </p:sp>
        <p:sp>
          <p:nvSpPr>
            <p:cNvPr id="122" name="Graphic 4">
              <a:extLst>
                <a:ext uri="{FF2B5EF4-FFF2-40B4-BE49-F238E27FC236}">
                  <a16:creationId xmlns:a16="http://schemas.microsoft.com/office/drawing/2014/main" id="{DE61FB76-78C3-7B00-4A30-6F229DEA766C}"/>
                </a:ext>
              </a:extLst>
            </p:cNvPr>
            <p:cNvSpPr/>
            <p:nvPr/>
          </p:nvSpPr>
          <p:spPr>
            <a:xfrm>
              <a:off x="1063285" y="1480608"/>
              <a:ext cx="104795" cy="155130"/>
            </a:xfrm>
            <a:custGeom>
              <a:avLst/>
              <a:gdLst>
                <a:gd name="connsiteX0" fmla="*/ 63260 w 104795"/>
                <a:gd name="connsiteY0" fmla="*/ 35750 h 155130"/>
                <a:gd name="connsiteX1" fmla="*/ 63260 w 104795"/>
                <a:gd name="connsiteY1" fmla="*/ 0 h 155130"/>
                <a:gd name="connsiteX2" fmla="*/ 0 w 104795"/>
                <a:gd name="connsiteY2" fmla="*/ 0 h 155130"/>
                <a:gd name="connsiteX3" fmla="*/ 0 w 104795"/>
                <a:gd name="connsiteY3" fmla="*/ 37665 h 155130"/>
                <a:gd name="connsiteX4" fmla="*/ 11502 w 104795"/>
                <a:gd name="connsiteY4" fmla="*/ 37665 h 155130"/>
                <a:gd name="connsiteX5" fmla="*/ 15975 w 104795"/>
                <a:gd name="connsiteY5" fmla="*/ 39581 h 155130"/>
                <a:gd name="connsiteX6" fmla="*/ 56871 w 104795"/>
                <a:gd name="connsiteY6" fmla="*/ 80438 h 155130"/>
                <a:gd name="connsiteX7" fmla="*/ 58148 w 104795"/>
                <a:gd name="connsiteY7" fmla="*/ 82353 h 155130"/>
                <a:gd name="connsiteX8" fmla="*/ 58788 w 104795"/>
                <a:gd name="connsiteY8" fmla="*/ 85545 h 155130"/>
                <a:gd name="connsiteX9" fmla="*/ 58788 w 104795"/>
                <a:gd name="connsiteY9" fmla="*/ 155131 h 155130"/>
                <a:gd name="connsiteX10" fmla="*/ 104795 w 104795"/>
                <a:gd name="connsiteY10" fmla="*/ 155131 h 155130"/>
                <a:gd name="connsiteX11" fmla="*/ 104795 w 104795"/>
                <a:gd name="connsiteY11" fmla="*/ 41496 h 155130"/>
                <a:gd name="connsiteX12" fmla="*/ 69011 w 104795"/>
                <a:gd name="connsiteY12" fmla="*/ 41496 h 155130"/>
                <a:gd name="connsiteX13" fmla="*/ 63260 w 104795"/>
                <a:gd name="connsiteY13" fmla="*/ 35750 h 155130"/>
                <a:gd name="connsiteX14" fmla="*/ 63260 w 104795"/>
                <a:gd name="connsiteY14" fmla="*/ 35750 h 155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4795" h="155130">
                  <a:moveTo>
                    <a:pt x="63260" y="35750"/>
                  </a:moveTo>
                  <a:lnTo>
                    <a:pt x="63260" y="0"/>
                  </a:lnTo>
                  <a:lnTo>
                    <a:pt x="0" y="0"/>
                  </a:lnTo>
                  <a:lnTo>
                    <a:pt x="0" y="37665"/>
                  </a:lnTo>
                  <a:lnTo>
                    <a:pt x="11502" y="37665"/>
                  </a:lnTo>
                  <a:cubicBezTo>
                    <a:pt x="13419" y="37665"/>
                    <a:pt x="14697" y="38304"/>
                    <a:pt x="15975" y="39581"/>
                  </a:cubicBezTo>
                  <a:lnTo>
                    <a:pt x="56871" y="80438"/>
                  </a:lnTo>
                  <a:cubicBezTo>
                    <a:pt x="57509" y="81077"/>
                    <a:pt x="58148" y="81715"/>
                    <a:pt x="58148" y="82353"/>
                  </a:cubicBezTo>
                  <a:cubicBezTo>
                    <a:pt x="58788" y="83630"/>
                    <a:pt x="58788" y="84269"/>
                    <a:pt x="58788" y="85545"/>
                  </a:cubicBezTo>
                  <a:lnTo>
                    <a:pt x="58788" y="155131"/>
                  </a:lnTo>
                  <a:lnTo>
                    <a:pt x="104795" y="155131"/>
                  </a:lnTo>
                  <a:lnTo>
                    <a:pt x="104795" y="41496"/>
                  </a:lnTo>
                  <a:lnTo>
                    <a:pt x="69011" y="41496"/>
                  </a:lnTo>
                  <a:cubicBezTo>
                    <a:pt x="65816" y="42134"/>
                    <a:pt x="63260" y="38942"/>
                    <a:pt x="63260" y="35750"/>
                  </a:cubicBezTo>
                  <a:lnTo>
                    <a:pt x="63260" y="35750"/>
                  </a:lnTo>
                  <a:close/>
                </a:path>
              </a:pathLst>
            </a:custGeom>
            <a:grpFill/>
            <a:ln w="6390" cap="flat">
              <a:noFill/>
              <a:prstDash val="solid"/>
              <a:miter/>
            </a:ln>
          </p:spPr>
          <p:txBody>
            <a:bodyPr rtlCol="0" anchor="ctr"/>
            <a:lstStyle/>
            <a:p>
              <a:endParaRPr lang="en-US"/>
            </a:p>
          </p:txBody>
        </p:sp>
        <p:sp>
          <p:nvSpPr>
            <p:cNvPr id="123" name="Graphic 4">
              <a:extLst>
                <a:ext uri="{FF2B5EF4-FFF2-40B4-BE49-F238E27FC236}">
                  <a16:creationId xmlns:a16="http://schemas.microsoft.com/office/drawing/2014/main" id="{49E63C72-4486-13CE-4599-2D5C13BCF11C}"/>
                </a:ext>
              </a:extLst>
            </p:cNvPr>
            <p:cNvSpPr/>
            <p:nvPr/>
          </p:nvSpPr>
          <p:spPr>
            <a:xfrm>
              <a:off x="905454" y="1402723"/>
              <a:ext cx="362309" cy="361971"/>
            </a:xfrm>
            <a:custGeom>
              <a:avLst/>
              <a:gdLst>
                <a:gd name="connsiteX0" fmla="*/ 180835 w 362309"/>
                <a:gd name="connsiteY0" fmla="*/ 0 h 361971"/>
                <a:gd name="connsiteX1" fmla="*/ 0 w 362309"/>
                <a:gd name="connsiteY1" fmla="*/ 181305 h 361971"/>
                <a:gd name="connsiteX2" fmla="*/ 180835 w 362309"/>
                <a:gd name="connsiteY2" fmla="*/ 361972 h 361971"/>
                <a:gd name="connsiteX3" fmla="*/ 362309 w 362309"/>
                <a:gd name="connsiteY3" fmla="*/ 181305 h 361971"/>
                <a:gd name="connsiteX4" fmla="*/ 362309 w 362309"/>
                <a:gd name="connsiteY4" fmla="*/ 181305 h 361971"/>
                <a:gd name="connsiteX5" fmla="*/ 180835 w 362309"/>
                <a:gd name="connsiteY5" fmla="*/ 0 h 361971"/>
                <a:gd name="connsiteX6" fmla="*/ 275406 w 362309"/>
                <a:gd name="connsiteY6" fmla="*/ 239399 h 361971"/>
                <a:gd name="connsiteX7" fmla="*/ 269016 w 362309"/>
                <a:gd name="connsiteY7" fmla="*/ 245783 h 361971"/>
                <a:gd name="connsiteX8" fmla="*/ 216619 w 362309"/>
                <a:gd name="connsiteY8" fmla="*/ 245783 h 361971"/>
                <a:gd name="connsiteX9" fmla="*/ 216619 w 362309"/>
                <a:gd name="connsiteY9" fmla="*/ 289833 h 361971"/>
                <a:gd name="connsiteX10" fmla="*/ 210229 w 362309"/>
                <a:gd name="connsiteY10" fmla="*/ 296217 h 361971"/>
                <a:gd name="connsiteX11" fmla="*/ 92654 w 362309"/>
                <a:gd name="connsiteY11" fmla="*/ 296217 h 361971"/>
                <a:gd name="connsiteX12" fmla="*/ 86264 w 362309"/>
                <a:gd name="connsiteY12" fmla="*/ 289833 h 361971"/>
                <a:gd name="connsiteX13" fmla="*/ 86264 w 362309"/>
                <a:gd name="connsiteY13" fmla="*/ 121296 h 361971"/>
                <a:gd name="connsiteX14" fmla="*/ 92654 w 362309"/>
                <a:gd name="connsiteY14" fmla="*/ 114912 h 361971"/>
                <a:gd name="connsiteX15" fmla="*/ 145052 w 362309"/>
                <a:gd name="connsiteY15" fmla="*/ 114912 h 361971"/>
                <a:gd name="connsiteX16" fmla="*/ 145052 w 362309"/>
                <a:gd name="connsiteY16" fmla="*/ 70862 h 361971"/>
                <a:gd name="connsiteX17" fmla="*/ 151441 w 362309"/>
                <a:gd name="connsiteY17" fmla="*/ 64478 h 361971"/>
                <a:gd name="connsiteX18" fmla="*/ 228121 w 362309"/>
                <a:gd name="connsiteY18" fmla="*/ 64478 h 361971"/>
                <a:gd name="connsiteX19" fmla="*/ 232594 w 362309"/>
                <a:gd name="connsiteY19" fmla="*/ 66393 h 361971"/>
                <a:gd name="connsiteX20" fmla="*/ 273489 w 362309"/>
                <a:gd name="connsiteY20" fmla="*/ 107889 h 361971"/>
                <a:gd name="connsiteX21" fmla="*/ 274767 w 362309"/>
                <a:gd name="connsiteY21" fmla="*/ 110443 h 361971"/>
                <a:gd name="connsiteX22" fmla="*/ 275406 w 362309"/>
                <a:gd name="connsiteY22" fmla="*/ 113635 h 361971"/>
                <a:gd name="connsiteX23" fmla="*/ 275406 w 362309"/>
                <a:gd name="connsiteY23" fmla="*/ 239399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2309" h="361971">
                  <a:moveTo>
                    <a:pt x="180835" y="0"/>
                  </a:moveTo>
                  <a:cubicBezTo>
                    <a:pt x="80513" y="0"/>
                    <a:pt x="0" y="81077"/>
                    <a:pt x="0" y="181305"/>
                  </a:cubicBezTo>
                  <a:cubicBezTo>
                    <a:pt x="0" y="281534"/>
                    <a:pt x="81152" y="361972"/>
                    <a:pt x="180835" y="361972"/>
                  </a:cubicBezTo>
                  <a:cubicBezTo>
                    <a:pt x="280518" y="361972"/>
                    <a:pt x="362309" y="280895"/>
                    <a:pt x="362309" y="181305"/>
                  </a:cubicBezTo>
                  <a:cubicBezTo>
                    <a:pt x="362309" y="181305"/>
                    <a:pt x="362309" y="181305"/>
                    <a:pt x="362309" y="181305"/>
                  </a:cubicBezTo>
                  <a:cubicBezTo>
                    <a:pt x="361670" y="80438"/>
                    <a:pt x="281157" y="0"/>
                    <a:pt x="180835" y="0"/>
                  </a:cubicBezTo>
                  <a:close/>
                  <a:moveTo>
                    <a:pt x="275406" y="239399"/>
                  </a:moveTo>
                  <a:cubicBezTo>
                    <a:pt x="275406" y="243230"/>
                    <a:pt x="272850" y="245783"/>
                    <a:pt x="269016" y="245783"/>
                  </a:cubicBezTo>
                  <a:lnTo>
                    <a:pt x="216619" y="245783"/>
                  </a:lnTo>
                  <a:lnTo>
                    <a:pt x="216619" y="289833"/>
                  </a:lnTo>
                  <a:cubicBezTo>
                    <a:pt x="216619" y="293663"/>
                    <a:pt x="214063" y="296217"/>
                    <a:pt x="210229" y="296217"/>
                  </a:cubicBezTo>
                  <a:lnTo>
                    <a:pt x="92654" y="296217"/>
                  </a:lnTo>
                  <a:cubicBezTo>
                    <a:pt x="88820" y="296217"/>
                    <a:pt x="86264" y="293663"/>
                    <a:pt x="86264" y="289833"/>
                  </a:cubicBezTo>
                  <a:lnTo>
                    <a:pt x="86264" y="121296"/>
                  </a:lnTo>
                  <a:cubicBezTo>
                    <a:pt x="86264" y="117465"/>
                    <a:pt x="88820" y="114912"/>
                    <a:pt x="92654" y="114912"/>
                  </a:cubicBezTo>
                  <a:lnTo>
                    <a:pt x="145052" y="114912"/>
                  </a:lnTo>
                  <a:lnTo>
                    <a:pt x="145052" y="70862"/>
                  </a:lnTo>
                  <a:cubicBezTo>
                    <a:pt x="145052" y="67032"/>
                    <a:pt x="147608" y="64478"/>
                    <a:pt x="151441" y="64478"/>
                  </a:cubicBezTo>
                  <a:lnTo>
                    <a:pt x="228121" y="64478"/>
                  </a:lnTo>
                  <a:cubicBezTo>
                    <a:pt x="230038" y="64478"/>
                    <a:pt x="231316" y="65117"/>
                    <a:pt x="232594" y="66393"/>
                  </a:cubicBezTo>
                  <a:lnTo>
                    <a:pt x="273489" y="107889"/>
                  </a:lnTo>
                  <a:cubicBezTo>
                    <a:pt x="274128" y="108528"/>
                    <a:pt x="274767" y="109166"/>
                    <a:pt x="274767" y="110443"/>
                  </a:cubicBezTo>
                  <a:cubicBezTo>
                    <a:pt x="275406" y="111081"/>
                    <a:pt x="275406" y="112358"/>
                    <a:pt x="275406" y="113635"/>
                  </a:cubicBezTo>
                  <a:lnTo>
                    <a:pt x="275406" y="239399"/>
                  </a:lnTo>
                  <a:close/>
                </a:path>
              </a:pathLst>
            </a:custGeom>
            <a:grpFill/>
            <a:ln w="6390" cap="flat">
              <a:noFill/>
              <a:prstDash val="solid"/>
              <a:miter/>
            </a:ln>
          </p:spPr>
          <p:txBody>
            <a:bodyPr rtlCol="0" anchor="ctr"/>
            <a:lstStyle/>
            <a:p>
              <a:endParaRPr lang="en-US"/>
            </a:p>
          </p:txBody>
        </p:sp>
      </p:grpSp>
      <p:sp>
        <p:nvSpPr>
          <p:cNvPr id="19" name="TextBox 18">
            <a:extLst>
              <a:ext uri="{FF2B5EF4-FFF2-40B4-BE49-F238E27FC236}">
                <a16:creationId xmlns:a16="http://schemas.microsoft.com/office/drawing/2014/main" id="{FC141058-1400-D11F-0332-9EDE9E9B5ADF}"/>
              </a:ext>
            </a:extLst>
          </p:cNvPr>
          <p:cNvSpPr txBox="1"/>
          <p:nvPr/>
        </p:nvSpPr>
        <p:spPr>
          <a:xfrm>
            <a:off x="5743602" y="5643448"/>
            <a:ext cx="3614581" cy="338554"/>
          </a:xfrm>
          <a:prstGeom prst="rect">
            <a:avLst/>
          </a:prstGeom>
          <a:noFill/>
        </p:spPr>
        <p:txBody>
          <a:bodyPr wrap="square">
            <a:spAutoFit/>
          </a:bodyPr>
          <a:lstStyle/>
          <a:p>
            <a:r>
              <a:rPr lang="en-US" sz="1600">
                <a:solidFill>
                  <a:schemeClr val="accent3"/>
                </a:solidFill>
                <a:latin typeface="Arial" panose="020B0604020202020204" pitchFamily="34" charset="0"/>
                <a:cs typeface="Arial" panose="020B0604020202020204" pitchFamily="34" charset="0"/>
              </a:rPr>
              <a:t>Final Report &amp; Presentation</a:t>
            </a:r>
          </a:p>
        </p:txBody>
      </p:sp>
      <p:cxnSp>
        <p:nvCxnSpPr>
          <p:cNvPr id="33" name="Straight Connector 32">
            <a:extLst>
              <a:ext uri="{FF2B5EF4-FFF2-40B4-BE49-F238E27FC236}">
                <a16:creationId xmlns:a16="http://schemas.microsoft.com/office/drawing/2014/main" id="{0A468A26-3A25-72F5-1EB8-1EAA29CF698D}"/>
              </a:ext>
            </a:extLst>
          </p:cNvPr>
          <p:cNvCxnSpPr>
            <a:cxnSpLocks/>
          </p:cNvCxnSpPr>
          <p:nvPr/>
        </p:nvCxnSpPr>
        <p:spPr>
          <a:xfrm flipV="1">
            <a:off x="5837081" y="5982002"/>
            <a:ext cx="4023360" cy="21104"/>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77F2B996-41C2-53C1-7586-F528B49984F6}"/>
              </a:ext>
            </a:extLst>
          </p:cNvPr>
          <p:cNvSpPr txBox="1"/>
          <p:nvPr/>
        </p:nvSpPr>
        <p:spPr>
          <a:xfrm>
            <a:off x="5778322" y="6013550"/>
            <a:ext cx="6295319" cy="523220"/>
          </a:xfrm>
          <a:prstGeom prst="rect">
            <a:avLst/>
          </a:prstGeom>
          <a:noFill/>
        </p:spPr>
        <p:txBody>
          <a:bodyPr wrap="square">
            <a:spAutoFit/>
          </a:bodyPr>
          <a:lstStyle/>
          <a:p>
            <a:pPr algn="just"/>
            <a:r>
              <a:rPr lang="en-US" sz="1400">
                <a:latin typeface="Arial" panose="020B0604020202020204" pitchFamily="34" charset="0"/>
                <a:cs typeface="Arial" panose="020B0604020202020204" pitchFamily="34" charset="0"/>
              </a:rPr>
              <a:t>Deliver Final Report within 6 months of contract signing and present outcomes to DVC leadership</a:t>
            </a:r>
            <a:endParaRPr lang="en-US" sz="1400"/>
          </a:p>
        </p:txBody>
      </p:sp>
      <p:grpSp>
        <p:nvGrpSpPr>
          <p:cNvPr id="35" name="Graphic 4">
            <a:extLst>
              <a:ext uri="{FF2B5EF4-FFF2-40B4-BE49-F238E27FC236}">
                <a16:creationId xmlns:a16="http://schemas.microsoft.com/office/drawing/2014/main" id="{EE8366BC-BE3E-6525-BADF-F14B0B0F4E1C}"/>
              </a:ext>
            </a:extLst>
          </p:cNvPr>
          <p:cNvGrpSpPr/>
          <p:nvPr/>
        </p:nvGrpSpPr>
        <p:grpSpPr>
          <a:xfrm>
            <a:off x="9116625" y="5661803"/>
            <a:ext cx="274313" cy="274327"/>
            <a:chOff x="905454" y="1402723"/>
            <a:chExt cx="362309" cy="361971"/>
          </a:xfrm>
          <a:solidFill>
            <a:schemeClr val="accent2"/>
          </a:solidFill>
        </p:grpSpPr>
        <p:sp>
          <p:nvSpPr>
            <p:cNvPr id="36" name="Graphic 4">
              <a:extLst>
                <a:ext uri="{FF2B5EF4-FFF2-40B4-BE49-F238E27FC236}">
                  <a16:creationId xmlns:a16="http://schemas.microsoft.com/office/drawing/2014/main" id="{7763313E-14A0-3E1D-8A58-0C6EE60DDF3C}"/>
                </a:ext>
              </a:extLst>
            </p:cNvPr>
            <p:cNvSpPr/>
            <p:nvPr/>
          </p:nvSpPr>
          <p:spPr>
            <a:xfrm>
              <a:off x="1080538" y="1539340"/>
              <a:ext cx="20447" cy="21067"/>
            </a:xfrm>
            <a:custGeom>
              <a:avLst/>
              <a:gdLst>
                <a:gd name="connsiteX0" fmla="*/ 0 w 20447"/>
                <a:gd name="connsiteY0" fmla="*/ 21067 h 21067"/>
                <a:gd name="connsiteX1" fmla="*/ 20448 w 20447"/>
                <a:gd name="connsiteY1" fmla="*/ 21067 h 21067"/>
                <a:gd name="connsiteX2" fmla="*/ 0 w 20447"/>
                <a:gd name="connsiteY2" fmla="*/ 0 h 21067"/>
              </a:gdLst>
              <a:ahLst/>
              <a:cxnLst>
                <a:cxn ang="0">
                  <a:pos x="connsiteX0" y="connsiteY0"/>
                </a:cxn>
                <a:cxn ang="0">
                  <a:pos x="connsiteX1" y="connsiteY1"/>
                </a:cxn>
                <a:cxn ang="0">
                  <a:pos x="connsiteX2" y="connsiteY2"/>
                </a:cxn>
              </a:cxnLst>
              <a:rect l="l" t="t" r="r" b="b"/>
              <a:pathLst>
                <a:path w="20447" h="21067">
                  <a:moveTo>
                    <a:pt x="0" y="21067"/>
                  </a:moveTo>
                  <a:lnTo>
                    <a:pt x="20448" y="21067"/>
                  </a:lnTo>
                  <a:lnTo>
                    <a:pt x="0" y="0"/>
                  </a:lnTo>
                  <a:close/>
                </a:path>
              </a:pathLst>
            </a:custGeom>
            <a:grpFill/>
            <a:ln w="6390" cap="flat">
              <a:noFill/>
              <a:prstDash val="solid"/>
              <a:miter/>
            </a:ln>
          </p:spPr>
          <p:txBody>
            <a:bodyPr rtlCol="0" anchor="ctr"/>
            <a:lstStyle/>
            <a:p>
              <a:endParaRPr lang="en-US"/>
            </a:p>
          </p:txBody>
        </p:sp>
        <p:sp>
          <p:nvSpPr>
            <p:cNvPr id="37" name="Graphic 4">
              <a:extLst>
                <a:ext uri="{FF2B5EF4-FFF2-40B4-BE49-F238E27FC236}">
                  <a16:creationId xmlns:a16="http://schemas.microsoft.com/office/drawing/2014/main" id="{27359A70-5479-BDB3-6338-7744BE61E0B6}"/>
                </a:ext>
              </a:extLst>
            </p:cNvPr>
            <p:cNvSpPr/>
            <p:nvPr/>
          </p:nvSpPr>
          <p:spPr>
            <a:xfrm>
              <a:off x="1004498" y="1531041"/>
              <a:ext cx="104795" cy="155130"/>
            </a:xfrm>
            <a:custGeom>
              <a:avLst/>
              <a:gdLst>
                <a:gd name="connsiteX0" fmla="*/ 69650 w 104795"/>
                <a:gd name="connsiteY0" fmla="*/ 42134 h 155130"/>
                <a:gd name="connsiteX1" fmla="*/ 63260 w 104795"/>
                <a:gd name="connsiteY1" fmla="*/ 35750 h 155130"/>
                <a:gd name="connsiteX2" fmla="*/ 63260 w 104795"/>
                <a:gd name="connsiteY2" fmla="*/ 0 h 155130"/>
                <a:gd name="connsiteX3" fmla="*/ 0 w 104795"/>
                <a:gd name="connsiteY3" fmla="*/ 0 h 155130"/>
                <a:gd name="connsiteX4" fmla="*/ 0 w 104795"/>
                <a:gd name="connsiteY4" fmla="*/ 155131 h 155130"/>
                <a:gd name="connsiteX5" fmla="*/ 104795 w 104795"/>
                <a:gd name="connsiteY5" fmla="*/ 155131 h 155130"/>
                <a:gd name="connsiteX6" fmla="*/ 104795 w 104795"/>
                <a:gd name="connsiteY6" fmla="*/ 41496 h 155130"/>
                <a:gd name="connsiteX7" fmla="*/ 69650 w 104795"/>
                <a:gd name="connsiteY7" fmla="*/ 41496 h 155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795" h="155130">
                  <a:moveTo>
                    <a:pt x="69650" y="42134"/>
                  </a:moveTo>
                  <a:cubicBezTo>
                    <a:pt x="65816" y="42134"/>
                    <a:pt x="63260" y="39581"/>
                    <a:pt x="63260" y="35750"/>
                  </a:cubicBezTo>
                  <a:lnTo>
                    <a:pt x="63260" y="0"/>
                  </a:lnTo>
                  <a:lnTo>
                    <a:pt x="0" y="0"/>
                  </a:lnTo>
                  <a:lnTo>
                    <a:pt x="0" y="155131"/>
                  </a:lnTo>
                  <a:lnTo>
                    <a:pt x="104795" y="155131"/>
                  </a:lnTo>
                  <a:lnTo>
                    <a:pt x="104795" y="41496"/>
                  </a:lnTo>
                  <a:lnTo>
                    <a:pt x="69650" y="41496"/>
                  </a:lnTo>
                  <a:close/>
                </a:path>
              </a:pathLst>
            </a:custGeom>
            <a:grpFill/>
            <a:ln w="6390" cap="flat">
              <a:noFill/>
              <a:prstDash val="solid"/>
              <a:miter/>
            </a:ln>
          </p:spPr>
          <p:txBody>
            <a:bodyPr rtlCol="0" anchor="ctr"/>
            <a:lstStyle/>
            <a:p>
              <a:endParaRPr lang="en-US"/>
            </a:p>
          </p:txBody>
        </p:sp>
        <p:sp>
          <p:nvSpPr>
            <p:cNvPr id="69" name="Graphic 4">
              <a:extLst>
                <a:ext uri="{FF2B5EF4-FFF2-40B4-BE49-F238E27FC236}">
                  <a16:creationId xmlns:a16="http://schemas.microsoft.com/office/drawing/2014/main" id="{788AA804-A598-A922-B90E-B70F0C2C525E}"/>
                </a:ext>
              </a:extLst>
            </p:cNvPr>
            <p:cNvSpPr/>
            <p:nvPr/>
          </p:nvSpPr>
          <p:spPr>
            <a:xfrm>
              <a:off x="1139325" y="1488907"/>
              <a:ext cx="20447" cy="21067"/>
            </a:xfrm>
            <a:custGeom>
              <a:avLst/>
              <a:gdLst>
                <a:gd name="connsiteX0" fmla="*/ 0 w 20447"/>
                <a:gd name="connsiteY0" fmla="*/ 0 h 21067"/>
                <a:gd name="connsiteX1" fmla="*/ 0 w 20447"/>
                <a:gd name="connsiteY1" fmla="*/ 21067 h 21067"/>
                <a:gd name="connsiteX2" fmla="*/ 20448 w 20447"/>
                <a:gd name="connsiteY2" fmla="*/ 21067 h 21067"/>
              </a:gdLst>
              <a:ahLst/>
              <a:cxnLst>
                <a:cxn ang="0">
                  <a:pos x="connsiteX0" y="connsiteY0"/>
                </a:cxn>
                <a:cxn ang="0">
                  <a:pos x="connsiteX1" y="connsiteY1"/>
                </a:cxn>
                <a:cxn ang="0">
                  <a:pos x="connsiteX2" y="connsiteY2"/>
                </a:cxn>
              </a:cxnLst>
              <a:rect l="l" t="t" r="r" b="b"/>
              <a:pathLst>
                <a:path w="20447" h="21067">
                  <a:moveTo>
                    <a:pt x="0" y="0"/>
                  </a:moveTo>
                  <a:lnTo>
                    <a:pt x="0" y="21067"/>
                  </a:lnTo>
                  <a:lnTo>
                    <a:pt x="20448" y="21067"/>
                  </a:lnTo>
                  <a:close/>
                </a:path>
              </a:pathLst>
            </a:custGeom>
            <a:grpFill/>
            <a:ln w="6390" cap="flat">
              <a:noFill/>
              <a:prstDash val="solid"/>
              <a:miter/>
            </a:ln>
          </p:spPr>
          <p:txBody>
            <a:bodyPr rtlCol="0" anchor="ctr"/>
            <a:lstStyle/>
            <a:p>
              <a:endParaRPr lang="en-US"/>
            </a:p>
          </p:txBody>
        </p:sp>
        <p:sp>
          <p:nvSpPr>
            <p:cNvPr id="70" name="Graphic 4">
              <a:extLst>
                <a:ext uri="{FF2B5EF4-FFF2-40B4-BE49-F238E27FC236}">
                  <a16:creationId xmlns:a16="http://schemas.microsoft.com/office/drawing/2014/main" id="{1A316738-D10A-A816-D000-BF56759D9C69}"/>
                </a:ext>
              </a:extLst>
            </p:cNvPr>
            <p:cNvSpPr/>
            <p:nvPr/>
          </p:nvSpPr>
          <p:spPr>
            <a:xfrm>
              <a:off x="1063285" y="1480608"/>
              <a:ext cx="104795" cy="155130"/>
            </a:xfrm>
            <a:custGeom>
              <a:avLst/>
              <a:gdLst>
                <a:gd name="connsiteX0" fmla="*/ 63260 w 104795"/>
                <a:gd name="connsiteY0" fmla="*/ 35750 h 155130"/>
                <a:gd name="connsiteX1" fmla="*/ 63260 w 104795"/>
                <a:gd name="connsiteY1" fmla="*/ 0 h 155130"/>
                <a:gd name="connsiteX2" fmla="*/ 0 w 104795"/>
                <a:gd name="connsiteY2" fmla="*/ 0 h 155130"/>
                <a:gd name="connsiteX3" fmla="*/ 0 w 104795"/>
                <a:gd name="connsiteY3" fmla="*/ 37665 h 155130"/>
                <a:gd name="connsiteX4" fmla="*/ 11502 w 104795"/>
                <a:gd name="connsiteY4" fmla="*/ 37665 h 155130"/>
                <a:gd name="connsiteX5" fmla="*/ 15975 w 104795"/>
                <a:gd name="connsiteY5" fmla="*/ 39581 h 155130"/>
                <a:gd name="connsiteX6" fmla="*/ 56871 w 104795"/>
                <a:gd name="connsiteY6" fmla="*/ 80438 h 155130"/>
                <a:gd name="connsiteX7" fmla="*/ 58148 w 104795"/>
                <a:gd name="connsiteY7" fmla="*/ 82353 h 155130"/>
                <a:gd name="connsiteX8" fmla="*/ 58788 w 104795"/>
                <a:gd name="connsiteY8" fmla="*/ 85545 h 155130"/>
                <a:gd name="connsiteX9" fmla="*/ 58788 w 104795"/>
                <a:gd name="connsiteY9" fmla="*/ 155131 h 155130"/>
                <a:gd name="connsiteX10" fmla="*/ 104795 w 104795"/>
                <a:gd name="connsiteY10" fmla="*/ 155131 h 155130"/>
                <a:gd name="connsiteX11" fmla="*/ 104795 w 104795"/>
                <a:gd name="connsiteY11" fmla="*/ 41496 h 155130"/>
                <a:gd name="connsiteX12" fmla="*/ 69011 w 104795"/>
                <a:gd name="connsiteY12" fmla="*/ 41496 h 155130"/>
                <a:gd name="connsiteX13" fmla="*/ 63260 w 104795"/>
                <a:gd name="connsiteY13" fmla="*/ 35750 h 155130"/>
                <a:gd name="connsiteX14" fmla="*/ 63260 w 104795"/>
                <a:gd name="connsiteY14" fmla="*/ 35750 h 155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4795" h="155130">
                  <a:moveTo>
                    <a:pt x="63260" y="35750"/>
                  </a:moveTo>
                  <a:lnTo>
                    <a:pt x="63260" y="0"/>
                  </a:lnTo>
                  <a:lnTo>
                    <a:pt x="0" y="0"/>
                  </a:lnTo>
                  <a:lnTo>
                    <a:pt x="0" y="37665"/>
                  </a:lnTo>
                  <a:lnTo>
                    <a:pt x="11502" y="37665"/>
                  </a:lnTo>
                  <a:cubicBezTo>
                    <a:pt x="13419" y="37665"/>
                    <a:pt x="14697" y="38304"/>
                    <a:pt x="15975" y="39581"/>
                  </a:cubicBezTo>
                  <a:lnTo>
                    <a:pt x="56871" y="80438"/>
                  </a:lnTo>
                  <a:cubicBezTo>
                    <a:pt x="57509" y="81077"/>
                    <a:pt x="58148" y="81715"/>
                    <a:pt x="58148" y="82353"/>
                  </a:cubicBezTo>
                  <a:cubicBezTo>
                    <a:pt x="58788" y="83630"/>
                    <a:pt x="58788" y="84269"/>
                    <a:pt x="58788" y="85545"/>
                  </a:cubicBezTo>
                  <a:lnTo>
                    <a:pt x="58788" y="155131"/>
                  </a:lnTo>
                  <a:lnTo>
                    <a:pt x="104795" y="155131"/>
                  </a:lnTo>
                  <a:lnTo>
                    <a:pt x="104795" y="41496"/>
                  </a:lnTo>
                  <a:lnTo>
                    <a:pt x="69011" y="41496"/>
                  </a:lnTo>
                  <a:cubicBezTo>
                    <a:pt x="65816" y="42134"/>
                    <a:pt x="63260" y="38942"/>
                    <a:pt x="63260" y="35750"/>
                  </a:cubicBezTo>
                  <a:lnTo>
                    <a:pt x="63260" y="35750"/>
                  </a:lnTo>
                  <a:close/>
                </a:path>
              </a:pathLst>
            </a:custGeom>
            <a:grpFill/>
            <a:ln w="6390" cap="flat">
              <a:noFill/>
              <a:prstDash val="solid"/>
              <a:miter/>
            </a:ln>
          </p:spPr>
          <p:txBody>
            <a:bodyPr rtlCol="0" anchor="ctr"/>
            <a:lstStyle/>
            <a:p>
              <a:endParaRPr lang="en-US"/>
            </a:p>
          </p:txBody>
        </p:sp>
        <p:sp>
          <p:nvSpPr>
            <p:cNvPr id="71" name="Graphic 4">
              <a:extLst>
                <a:ext uri="{FF2B5EF4-FFF2-40B4-BE49-F238E27FC236}">
                  <a16:creationId xmlns:a16="http://schemas.microsoft.com/office/drawing/2014/main" id="{7A4F15D6-56BB-A185-9F11-8F1C82D0BB7D}"/>
                </a:ext>
              </a:extLst>
            </p:cNvPr>
            <p:cNvSpPr/>
            <p:nvPr/>
          </p:nvSpPr>
          <p:spPr>
            <a:xfrm>
              <a:off x="905454" y="1402723"/>
              <a:ext cx="362309" cy="361971"/>
            </a:xfrm>
            <a:custGeom>
              <a:avLst/>
              <a:gdLst>
                <a:gd name="connsiteX0" fmla="*/ 180835 w 362309"/>
                <a:gd name="connsiteY0" fmla="*/ 0 h 361971"/>
                <a:gd name="connsiteX1" fmla="*/ 0 w 362309"/>
                <a:gd name="connsiteY1" fmla="*/ 181305 h 361971"/>
                <a:gd name="connsiteX2" fmla="*/ 180835 w 362309"/>
                <a:gd name="connsiteY2" fmla="*/ 361972 h 361971"/>
                <a:gd name="connsiteX3" fmla="*/ 362309 w 362309"/>
                <a:gd name="connsiteY3" fmla="*/ 181305 h 361971"/>
                <a:gd name="connsiteX4" fmla="*/ 362309 w 362309"/>
                <a:gd name="connsiteY4" fmla="*/ 181305 h 361971"/>
                <a:gd name="connsiteX5" fmla="*/ 180835 w 362309"/>
                <a:gd name="connsiteY5" fmla="*/ 0 h 361971"/>
                <a:gd name="connsiteX6" fmla="*/ 275406 w 362309"/>
                <a:gd name="connsiteY6" fmla="*/ 239399 h 361971"/>
                <a:gd name="connsiteX7" fmla="*/ 269016 w 362309"/>
                <a:gd name="connsiteY7" fmla="*/ 245783 h 361971"/>
                <a:gd name="connsiteX8" fmla="*/ 216619 w 362309"/>
                <a:gd name="connsiteY8" fmla="*/ 245783 h 361971"/>
                <a:gd name="connsiteX9" fmla="*/ 216619 w 362309"/>
                <a:gd name="connsiteY9" fmla="*/ 289833 h 361971"/>
                <a:gd name="connsiteX10" fmla="*/ 210229 w 362309"/>
                <a:gd name="connsiteY10" fmla="*/ 296217 h 361971"/>
                <a:gd name="connsiteX11" fmla="*/ 92654 w 362309"/>
                <a:gd name="connsiteY11" fmla="*/ 296217 h 361971"/>
                <a:gd name="connsiteX12" fmla="*/ 86264 w 362309"/>
                <a:gd name="connsiteY12" fmla="*/ 289833 h 361971"/>
                <a:gd name="connsiteX13" fmla="*/ 86264 w 362309"/>
                <a:gd name="connsiteY13" fmla="*/ 121296 h 361971"/>
                <a:gd name="connsiteX14" fmla="*/ 92654 w 362309"/>
                <a:gd name="connsiteY14" fmla="*/ 114912 h 361971"/>
                <a:gd name="connsiteX15" fmla="*/ 145052 w 362309"/>
                <a:gd name="connsiteY15" fmla="*/ 114912 h 361971"/>
                <a:gd name="connsiteX16" fmla="*/ 145052 w 362309"/>
                <a:gd name="connsiteY16" fmla="*/ 70862 h 361971"/>
                <a:gd name="connsiteX17" fmla="*/ 151441 w 362309"/>
                <a:gd name="connsiteY17" fmla="*/ 64478 h 361971"/>
                <a:gd name="connsiteX18" fmla="*/ 228121 w 362309"/>
                <a:gd name="connsiteY18" fmla="*/ 64478 h 361971"/>
                <a:gd name="connsiteX19" fmla="*/ 232594 w 362309"/>
                <a:gd name="connsiteY19" fmla="*/ 66393 h 361971"/>
                <a:gd name="connsiteX20" fmla="*/ 273489 w 362309"/>
                <a:gd name="connsiteY20" fmla="*/ 107889 h 361971"/>
                <a:gd name="connsiteX21" fmla="*/ 274767 w 362309"/>
                <a:gd name="connsiteY21" fmla="*/ 110443 h 361971"/>
                <a:gd name="connsiteX22" fmla="*/ 275406 w 362309"/>
                <a:gd name="connsiteY22" fmla="*/ 113635 h 361971"/>
                <a:gd name="connsiteX23" fmla="*/ 275406 w 362309"/>
                <a:gd name="connsiteY23" fmla="*/ 239399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2309" h="361971">
                  <a:moveTo>
                    <a:pt x="180835" y="0"/>
                  </a:moveTo>
                  <a:cubicBezTo>
                    <a:pt x="80513" y="0"/>
                    <a:pt x="0" y="81077"/>
                    <a:pt x="0" y="181305"/>
                  </a:cubicBezTo>
                  <a:cubicBezTo>
                    <a:pt x="0" y="281534"/>
                    <a:pt x="81152" y="361972"/>
                    <a:pt x="180835" y="361972"/>
                  </a:cubicBezTo>
                  <a:cubicBezTo>
                    <a:pt x="280518" y="361972"/>
                    <a:pt x="362309" y="280895"/>
                    <a:pt x="362309" y="181305"/>
                  </a:cubicBezTo>
                  <a:cubicBezTo>
                    <a:pt x="362309" y="181305"/>
                    <a:pt x="362309" y="181305"/>
                    <a:pt x="362309" y="181305"/>
                  </a:cubicBezTo>
                  <a:cubicBezTo>
                    <a:pt x="361670" y="80438"/>
                    <a:pt x="281157" y="0"/>
                    <a:pt x="180835" y="0"/>
                  </a:cubicBezTo>
                  <a:close/>
                  <a:moveTo>
                    <a:pt x="275406" y="239399"/>
                  </a:moveTo>
                  <a:cubicBezTo>
                    <a:pt x="275406" y="243230"/>
                    <a:pt x="272850" y="245783"/>
                    <a:pt x="269016" y="245783"/>
                  </a:cubicBezTo>
                  <a:lnTo>
                    <a:pt x="216619" y="245783"/>
                  </a:lnTo>
                  <a:lnTo>
                    <a:pt x="216619" y="289833"/>
                  </a:lnTo>
                  <a:cubicBezTo>
                    <a:pt x="216619" y="293663"/>
                    <a:pt x="214063" y="296217"/>
                    <a:pt x="210229" y="296217"/>
                  </a:cubicBezTo>
                  <a:lnTo>
                    <a:pt x="92654" y="296217"/>
                  </a:lnTo>
                  <a:cubicBezTo>
                    <a:pt x="88820" y="296217"/>
                    <a:pt x="86264" y="293663"/>
                    <a:pt x="86264" y="289833"/>
                  </a:cubicBezTo>
                  <a:lnTo>
                    <a:pt x="86264" y="121296"/>
                  </a:lnTo>
                  <a:cubicBezTo>
                    <a:pt x="86264" y="117465"/>
                    <a:pt x="88820" y="114912"/>
                    <a:pt x="92654" y="114912"/>
                  </a:cubicBezTo>
                  <a:lnTo>
                    <a:pt x="145052" y="114912"/>
                  </a:lnTo>
                  <a:lnTo>
                    <a:pt x="145052" y="70862"/>
                  </a:lnTo>
                  <a:cubicBezTo>
                    <a:pt x="145052" y="67032"/>
                    <a:pt x="147608" y="64478"/>
                    <a:pt x="151441" y="64478"/>
                  </a:cubicBezTo>
                  <a:lnTo>
                    <a:pt x="228121" y="64478"/>
                  </a:lnTo>
                  <a:cubicBezTo>
                    <a:pt x="230038" y="64478"/>
                    <a:pt x="231316" y="65117"/>
                    <a:pt x="232594" y="66393"/>
                  </a:cubicBezTo>
                  <a:lnTo>
                    <a:pt x="273489" y="107889"/>
                  </a:lnTo>
                  <a:cubicBezTo>
                    <a:pt x="274128" y="108528"/>
                    <a:pt x="274767" y="109166"/>
                    <a:pt x="274767" y="110443"/>
                  </a:cubicBezTo>
                  <a:cubicBezTo>
                    <a:pt x="275406" y="111081"/>
                    <a:pt x="275406" y="112358"/>
                    <a:pt x="275406" y="113635"/>
                  </a:cubicBezTo>
                  <a:lnTo>
                    <a:pt x="275406" y="239399"/>
                  </a:lnTo>
                  <a:close/>
                </a:path>
              </a:pathLst>
            </a:custGeom>
            <a:grpFill/>
            <a:ln w="6390" cap="flat">
              <a:noFill/>
              <a:prstDash val="solid"/>
              <a:miter/>
            </a:ln>
          </p:spPr>
          <p:txBody>
            <a:bodyPr rtlCol="0" anchor="ctr"/>
            <a:lstStyle/>
            <a:p>
              <a:endParaRPr lang="en-US"/>
            </a:p>
          </p:txBody>
        </p:sp>
      </p:grpSp>
      <p:sp>
        <p:nvSpPr>
          <p:cNvPr id="72" name="Graphic 4">
            <a:extLst>
              <a:ext uri="{FF2B5EF4-FFF2-40B4-BE49-F238E27FC236}">
                <a16:creationId xmlns:a16="http://schemas.microsoft.com/office/drawing/2014/main" id="{11E7DEF0-00B1-CA5D-BB82-C046DB09EA76}"/>
              </a:ext>
            </a:extLst>
          </p:cNvPr>
          <p:cNvSpPr/>
          <p:nvPr/>
        </p:nvSpPr>
        <p:spPr>
          <a:xfrm>
            <a:off x="9441563" y="5661776"/>
            <a:ext cx="274320" cy="274320"/>
          </a:xfrm>
          <a:custGeom>
            <a:avLst/>
            <a:gdLst>
              <a:gd name="connsiteX0" fmla="*/ 181474 w 362309"/>
              <a:gd name="connsiteY0" fmla="*/ 0 h 361971"/>
              <a:gd name="connsiteX1" fmla="*/ 0 w 362309"/>
              <a:gd name="connsiteY1" fmla="*/ 180667 h 361971"/>
              <a:gd name="connsiteX2" fmla="*/ 180835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06712 w 362309"/>
              <a:gd name="connsiteY7" fmla="*/ 195988 h 361971"/>
              <a:gd name="connsiteX8" fmla="*/ 116297 w 362309"/>
              <a:gd name="connsiteY8" fmla="*/ 173644 h 361971"/>
              <a:gd name="connsiteX9" fmla="*/ 113741 w 362309"/>
              <a:gd name="connsiteY9" fmla="*/ 146832 h 361971"/>
              <a:gd name="connsiteX10" fmla="*/ 96488 w 362309"/>
              <a:gd name="connsiteY10" fmla="*/ 139171 h 361971"/>
              <a:gd name="connsiteX11" fmla="*/ 79235 w 362309"/>
              <a:gd name="connsiteY11" fmla="*/ 146832 h 361971"/>
              <a:gd name="connsiteX12" fmla="*/ 76679 w 362309"/>
              <a:gd name="connsiteY12" fmla="*/ 173644 h 361971"/>
              <a:gd name="connsiteX13" fmla="*/ 86264 w 362309"/>
              <a:gd name="connsiteY13" fmla="*/ 195988 h 361971"/>
              <a:gd name="connsiteX14" fmla="*/ 79235 w 362309"/>
              <a:gd name="connsiteY14" fmla="*/ 225993 h 361971"/>
              <a:gd name="connsiteX15" fmla="*/ 63899 w 362309"/>
              <a:gd name="connsiteY15" fmla="*/ 230462 h 361971"/>
              <a:gd name="connsiteX16" fmla="*/ 51119 w 362309"/>
              <a:gd name="connsiteY16" fmla="*/ 233654 h 361971"/>
              <a:gd name="connsiteX17" fmla="*/ 47925 w 362309"/>
              <a:gd name="connsiteY17" fmla="*/ 234930 h 361971"/>
              <a:gd name="connsiteX18" fmla="*/ 41535 w 362309"/>
              <a:gd name="connsiteY18" fmla="*/ 228546 h 361971"/>
              <a:gd name="connsiteX19" fmla="*/ 44730 w 362309"/>
              <a:gd name="connsiteY19" fmla="*/ 222801 h 361971"/>
              <a:gd name="connsiteX20" fmla="*/ 61982 w 362309"/>
              <a:gd name="connsiteY20" fmla="*/ 217694 h 361971"/>
              <a:gd name="connsiteX21" fmla="*/ 72206 w 362309"/>
              <a:gd name="connsiteY21" fmla="*/ 215140 h 361971"/>
              <a:gd name="connsiteX22" fmla="*/ 75401 w 362309"/>
              <a:gd name="connsiteY22" fmla="*/ 203011 h 361971"/>
              <a:gd name="connsiteX23" fmla="*/ 63899 w 362309"/>
              <a:gd name="connsiteY23" fmla="*/ 176836 h 361971"/>
              <a:gd name="connsiteX24" fmla="*/ 69011 w 362309"/>
              <a:gd name="connsiteY24" fmla="*/ 139171 h 361971"/>
              <a:gd name="connsiteX25" fmla="*/ 96488 w 362309"/>
              <a:gd name="connsiteY25" fmla="*/ 127041 h 361971"/>
              <a:gd name="connsiteX26" fmla="*/ 123326 w 362309"/>
              <a:gd name="connsiteY26" fmla="*/ 139171 h 361971"/>
              <a:gd name="connsiteX27" fmla="*/ 128438 w 362309"/>
              <a:gd name="connsiteY27" fmla="*/ 176836 h 361971"/>
              <a:gd name="connsiteX28" fmla="*/ 116936 w 362309"/>
              <a:gd name="connsiteY28" fmla="*/ 203649 h 361971"/>
              <a:gd name="connsiteX29" fmla="*/ 120770 w 362309"/>
              <a:gd name="connsiteY29" fmla="*/ 215779 h 361971"/>
              <a:gd name="connsiteX30" fmla="*/ 122048 w 362309"/>
              <a:gd name="connsiteY30" fmla="*/ 224716 h 361971"/>
              <a:gd name="connsiteX31" fmla="*/ 113102 w 362309"/>
              <a:gd name="connsiteY31" fmla="*/ 225993 h 361971"/>
              <a:gd name="connsiteX32" fmla="*/ 106712 w 362309"/>
              <a:gd name="connsiteY32" fmla="*/ 195988 h 361971"/>
              <a:gd name="connsiteX33" fmla="*/ 250486 w 362309"/>
              <a:gd name="connsiteY33" fmla="*/ 243868 h 361971"/>
              <a:gd name="connsiteX34" fmla="*/ 244735 w 362309"/>
              <a:gd name="connsiteY34" fmla="*/ 247698 h 361971"/>
              <a:gd name="connsiteX35" fmla="*/ 242179 w 362309"/>
              <a:gd name="connsiteY35" fmla="*/ 247060 h 361971"/>
              <a:gd name="connsiteX36" fmla="*/ 223009 w 362309"/>
              <a:gd name="connsiteY36" fmla="*/ 243230 h 361971"/>
              <a:gd name="connsiteX37" fmla="*/ 207034 w 362309"/>
              <a:gd name="connsiteY37" fmla="*/ 240038 h 361971"/>
              <a:gd name="connsiteX38" fmla="*/ 193615 w 362309"/>
              <a:gd name="connsiteY38" fmla="*/ 218332 h 361971"/>
              <a:gd name="connsiteX39" fmla="*/ 194893 w 362309"/>
              <a:gd name="connsiteY39" fmla="*/ 201095 h 361971"/>
              <a:gd name="connsiteX40" fmla="*/ 207034 w 362309"/>
              <a:gd name="connsiteY40" fmla="*/ 171729 h 361971"/>
              <a:gd name="connsiteX41" fmla="*/ 203839 w 362309"/>
              <a:gd name="connsiteY41" fmla="*/ 135341 h 361971"/>
              <a:gd name="connsiteX42" fmla="*/ 182113 w 362309"/>
              <a:gd name="connsiteY42" fmla="*/ 125765 h 361971"/>
              <a:gd name="connsiteX43" fmla="*/ 160387 w 362309"/>
              <a:gd name="connsiteY43" fmla="*/ 135341 h 361971"/>
              <a:gd name="connsiteX44" fmla="*/ 157192 w 362309"/>
              <a:gd name="connsiteY44" fmla="*/ 171729 h 361971"/>
              <a:gd name="connsiteX45" fmla="*/ 169972 w 362309"/>
              <a:gd name="connsiteY45" fmla="*/ 201095 h 361971"/>
              <a:gd name="connsiteX46" fmla="*/ 171250 w 362309"/>
              <a:gd name="connsiteY46" fmla="*/ 218332 h 361971"/>
              <a:gd name="connsiteX47" fmla="*/ 157832 w 362309"/>
              <a:gd name="connsiteY47" fmla="*/ 240038 h 361971"/>
              <a:gd name="connsiteX48" fmla="*/ 141857 w 362309"/>
              <a:gd name="connsiteY48" fmla="*/ 243230 h 361971"/>
              <a:gd name="connsiteX49" fmla="*/ 122687 w 362309"/>
              <a:gd name="connsiteY49" fmla="*/ 247060 h 361971"/>
              <a:gd name="connsiteX50" fmla="*/ 114380 w 362309"/>
              <a:gd name="connsiteY50" fmla="*/ 243868 h 361971"/>
              <a:gd name="connsiteX51" fmla="*/ 117575 w 362309"/>
              <a:gd name="connsiteY51" fmla="*/ 235569 h 361971"/>
              <a:gd name="connsiteX52" fmla="*/ 141857 w 362309"/>
              <a:gd name="connsiteY52" fmla="*/ 230462 h 361971"/>
              <a:gd name="connsiteX53" fmla="*/ 152080 w 362309"/>
              <a:gd name="connsiteY53" fmla="*/ 228546 h 361971"/>
              <a:gd name="connsiteX54" fmla="*/ 159748 w 362309"/>
              <a:gd name="connsiteY54" fmla="*/ 208118 h 361971"/>
              <a:gd name="connsiteX55" fmla="*/ 145690 w 362309"/>
              <a:gd name="connsiteY55" fmla="*/ 174921 h 361971"/>
              <a:gd name="connsiteX56" fmla="*/ 151442 w 362309"/>
              <a:gd name="connsiteY56" fmla="*/ 127680 h 361971"/>
              <a:gd name="connsiteX57" fmla="*/ 210868 w 362309"/>
              <a:gd name="connsiteY57" fmla="*/ 124488 h 361971"/>
              <a:gd name="connsiteX58" fmla="*/ 214063 w 362309"/>
              <a:gd name="connsiteY58" fmla="*/ 127680 h 361971"/>
              <a:gd name="connsiteX59" fmla="*/ 219814 w 362309"/>
              <a:gd name="connsiteY59" fmla="*/ 174921 h 361971"/>
              <a:gd name="connsiteX60" fmla="*/ 205117 w 362309"/>
              <a:gd name="connsiteY60" fmla="*/ 208756 h 361971"/>
              <a:gd name="connsiteX61" fmla="*/ 212785 w 362309"/>
              <a:gd name="connsiteY61" fmla="*/ 228546 h 361971"/>
              <a:gd name="connsiteX62" fmla="*/ 223009 w 362309"/>
              <a:gd name="connsiteY62" fmla="*/ 230462 h 361971"/>
              <a:gd name="connsiteX63" fmla="*/ 247291 w 362309"/>
              <a:gd name="connsiteY63" fmla="*/ 235569 h 361971"/>
              <a:gd name="connsiteX64" fmla="*/ 250486 w 362309"/>
              <a:gd name="connsiteY64" fmla="*/ 243868 h 361971"/>
              <a:gd name="connsiteX65" fmla="*/ 314385 w 362309"/>
              <a:gd name="connsiteY65" fmla="*/ 234930 h 361971"/>
              <a:gd name="connsiteX66" fmla="*/ 311190 w 362309"/>
              <a:gd name="connsiteY66" fmla="*/ 233654 h 361971"/>
              <a:gd name="connsiteX67" fmla="*/ 298410 w 362309"/>
              <a:gd name="connsiteY67" fmla="*/ 230462 h 361971"/>
              <a:gd name="connsiteX68" fmla="*/ 283074 w 362309"/>
              <a:gd name="connsiteY68" fmla="*/ 225993 h 361971"/>
              <a:gd name="connsiteX69" fmla="*/ 275406 w 362309"/>
              <a:gd name="connsiteY69" fmla="*/ 195988 h 361971"/>
              <a:gd name="connsiteX70" fmla="*/ 284991 w 362309"/>
              <a:gd name="connsiteY70" fmla="*/ 173644 h 361971"/>
              <a:gd name="connsiteX71" fmla="*/ 282435 w 362309"/>
              <a:gd name="connsiteY71" fmla="*/ 146832 h 361971"/>
              <a:gd name="connsiteX72" fmla="*/ 265182 w 362309"/>
              <a:gd name="connsiteY72" fmla="*/ 139171 h 361971"/>
              <a:gd name="connsiteX73" fmla="*/ 265182 w 362309"/>
              <a:gd name="connsiteY73" fmla="*/ 139171 h 361971"/>
              <a:gd name="connsiteX74" fmla="*/ 247929 w 362309"/>
              <a:gd name="connsiteY74" fmla="*/ 146832 h 361971"/>
              <a:gd name="connsiteX75" fmla="*/ 245374 w 362309"/>
              <a:gd name="connsiteY75" fmla="*/ 173644 h 361971"/>
              <a:gd name="connsiteX76" fmla="*/ 254959 w 362309"/>
              <a:gd name="connsiteY76" fmla="*/ 195988 h 361971"/>
              <a:gd name="connsiteX77" fmla="*/ 247929 w 362309"/>
              <a:gd name="connsiteY77" fmla="*/ 225993 h 361971"/>
              <a:gd name="connsiteX78" fmla="*/ 238984 w 362309"/>
              <a:gd name="connsiteY78" fmla="*/ 224716 h 361971"/>
              <a:gd name="connsiteX79" fmla="*/ 240261 w 362309"/>
              <a:gd name="connsiteY79" fmla="*/ 215779 h 361971"/>
              <a:gd name="connsiteX80" fmla="*/ 244096 w 362309"/>
              <a:gd name="connsiteY80" fmla="*/ 203649 h 361971"/>
              <a:gd name="connsiteX81" fmla="*/ 232594 w 362309"/>
              <a:gd name="connsiteY81" fmla="*/ 177475 h 361971"/>
              <a:gd name="connsiteX82" fmla="*/ 237706 w 362309"/>
              <a:gd name="connsiteY82" fmla="*/ 139809 h 361971"/>
              <a:gd name="connsiteX83" fmla="*/ 265182 w 362309"/>
              <a:gd name="connsiteY83" fmla="*/ 127680 h 361971"/>
              <a:gd name="connsiteX84" fmla="*/ 292020 w 362309"/>
              <a:gd name="connsiteY84" fmla="*/ 139809 h 361971"/>
              <a:gd name="connsiteX85" fmla="*/ 297132 w 362309"/>
              <a:gd name="connsiteY85" fmla="*/ 177475 h 361971"/>
              <a:gd name="connsiteX86" fmla="*/ 285630 w 362309"/>
              <a:gd name="connsiteY86" fmla="*/ 204287 h 361971"/>
              <a:gd name="connsiteX87" fmla="*/ 290103 w 362309"/>
              <a:gd name="connsiteY87" fmla="*/ 216417 h 361971"/>
              <a:gd name="connsiteX88" fmla="*/ 299688 w 362309"/>
              <a:gd name="connsiteY88" fmla="*/ 218332 h 361971"/>
              <a:gd name="connsiteX89" fmla="*/ 316941 w 362309"/>
              <a:gd name="connsiteY89" fmla="*/ 223439 h 361971"/>
              <a:gd name="connsiteX90" fmla="*/ 318858 w 362309"/>
              <a:gd name="connsiteY90" fmla="*/ 232377 h 361971"/>
              <a:gd name="connsiteX91" fmla="*/ 314385 w 362309"/>
              <a:gd name="connsiteY91" fmla="*/ 234930 h 361971"/>
              <a:gd name="connsiteX92" fmla="*/ 314385 w 362309"/>
              <a:gd name="connsiteY92" fmla="*/ 234930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362309" h="361971">
                <a:moveTo>
                  <a:pt x="181474" y="0"/>
                </a:moveTo>
                <a:cubicBezTo>
                  <a:pt x="81152" y="0"/>
                  <a:pt x="0" y="81077"/>
                  <a:pt x="0" y="180667"/>
                </a:cubicBezTo>
                <a:cubicBezTo>
                  <a:pt x="0" y="280257"/>
                  <a:pt x="81152" y="361972"/>
                  <a:pt x="180835" y="361972"/>
                </a:cubicBezTo>
                <a:cubicBezTo>
                  <a:pt x="280518" y="361972"/>
                  <a:pt x="362310" y="280895"/>
                  <a:pt x="362310" y="181305"/>
                </a:cubicBezTo>
                <a:cubicBezTo>
                  <a:pt x="362310" y="181305"/>
                  <a:pt x="362310" y="181305"/>
                  <a:pt x="362310" y="181305"/>
                </a:cubicBezTo>
                <a:cubicBezTo>
                  <a:pt x="362310" y="80438"/>
                  <a:pt x="281157" y="0"/>
                  <a:pt x="181474" y="0"/>
                </a:cubicBezTo>
                <a:cubicBezTo>
                  <a:pt x="181474" y="0"/>
                  <a:pt x="181474" y="0"/>
                  <a:pt x="181474" y="0"/>
                </a:cubicBezTo>
                <a:close/>
                <a:moveTo>
                  <a:pt x="106712" y="195988"/>
                </a:moveTo>
                <a:cubicBezTo>
                  <a:pt x="111185" y="188966"/>
                  <a:pt x="114380" y="181944"/>
                  <a:pt x="116297" y="173644"/>
                </a:cubicBezTo>
                <a:cubicBezTo>
                  <a:pt x="119492" y="161515"/>
                  <a:pt x="118214" y="152577"/>
                  <a:pt x="113741" y="146832"/>
                </a:cubicBezTo>
                <a:cubicBezTo>
                  <a:pt x="109268" y="142363"/>
                  <a:pt x="102878" y="139171"/>
                  <a:pt x="96488" y="139171"/>
                </a:cubicBezTo>
                <a:cubicBezTo>
                  <a:pt x="90098" y="139171"/>
                  <a:pt x="83708" y="141724"/>
                  <a:pt x="79235" y="146832"/>
                </a:cubicBezTo>
                <a:cubicBezTo>
                  <a:pt x="74762" y="152577"/>
                  <a:pt x="74123" y="161515"/>
                  <a:pt x="76679" y="173644"/>
                </a:cubicBezTo>
                <a:cubicBezTo>
                  <a:pt x="78596" y="181305"/>
                  <a:pt x="81791" y="188966"/>
                  <a:pt x="86264" y="195988"/>
                </a:cubicBezTo>
                <a:cubicBezTo>
                  <a:pt x="91376" y="203011"/>
                  <a:pt x="88820" y="218332"/>
                  <a:pt x="79235" y="225993"/>
                </a:cubicBezTo>
                <a:cubicBezTo>
                  <a:pt x="74123" y="228546"/>
                  <a:pt x="69011" y="229823"/>
                  <a:pt x="63899" y="230462"/>
                </a:cubicBezTo>
                <a:cubicBezTo>
                  <a:pt x="59426" y="230462"/>
                  <a:pt x="54953" y="231738"/>
                  <a:pt x="51119" y="233654"/>
                </a:cubicBezTo>
                <a:cubicBezTo>
                  <a:pt x="49841" y="234292"/>
                  <a:pt x="49203" y="234930"/>
                  <a:pt x="47925" y="234930"/>
                </a:cubicBezTo>
                <a:cubicBezTo>
                  <a:pt x="44091" y="234930"/>
                  <a:pt x="41535" y="231738"/>
                  <a:pt x="41535" y="228546"/>
                </a:cubicBezTo>
                <a:cubicBezTo>
                  <a:pt x="41535" y="225993"/>
                  <a:pt x="42813" y="224078"/>
                  <a:pt x="44730" y="222801"/>
                </a:cubicBezTo>
                <a:cubicBezTo>
                  <a:pt x="49841" y="220247"/>
                  <a:pt x="56231" y="218332"/>
                  <a:pt x="61982" y="217694"/>
                </a:cubicBezTo>
                <a:cubicBezTo>
                  <a:pt x="65816" y="217694"/>
                  <a:pt x="69011" y="216417"/>
                  <a:pt x="72206" y="215140"/>
                </a:cubicBezTo>
                <a:cubicBezTo>
                  <a:pt x="75401" y="211948"/>
                  <a:pt x="76679" y="207479"/>
                  <a:pt x="75401" y="203011"/>
                </a:cubicBezTo>
                <a:cubicBezTo>
                  <a:pt x="70289" y="194711"/>
                  <a:pt x="66456" y="185774"/>
                  <a:pt x="63899" y="176836"/>
                </a:cubicBezTo>
                <a:cubicBezTo>
                  <a:pt x="60066" y="160876"/>
                  <a:pt x="61982" y="148108"/>
                  <a:pt x="69011" y="139171"/>
                </a:cubicBezTo>
                <a:cubicBezTo>
                  <a:pt x="76040" y="131510"/>
                  <a:pt x="85625" y="127041"/>
                  <a:pt x="96488" y="127041"/>
                </a:cubicBezTo>
                <a:cubicBezTo>
                  <a:pt x="106712" y="127041"/>
                  <a:pt x="116936" y="131510"/>
                  <a:pt x="123326" y="139171"/>
                </a:cubicBezTo>
                <a:cubicBezTo>
                  <a:pt x="130355" y="148108"/>
                  <a:pt x="132272" y="160876"/>
                  <a:pt x="128438" y="176836"/>
                </a:cubicBezTo>
                <a:cubicBezTo>
                  <a:pt x="125882" y="186412"/>
                  <a:pt x="122048" y="195350"/>
                  <a:pt x="116936" y="203649"/>
                </a:cubicBezTo>
                <a:cubicBezTo>
                  <a:pt x="116297" y="208118"/>
                  <a:pt x="117575" y="212587"/>
                  <a:pt x="120770" y="215779"/>
                </a:cubicBezTo>
                <a:cubicBezTo>
                  <a:pt x="123326" y="217694"/>
                  <a:pt x="123965" y="222163"/>
                  <a:pt x="122048" y="224716"/>
                </a:cubicBezTo>
                <a:cubicBezTo>
                  <a:pt x="120131" y="227270"/>
                  <a:pt x="115658" y="227908"/>
                  <a:pt x="113102" y="225993"/>
                </a:cubicBezTo>
                <a:cubicBezTo>
                  <a:pt x="104156" y="218332"/>
                  <a:pt x="102239" y="203011"/>
                  <a:pt x="106712" y="195988"/>
                </a:cubicBezTo>
                <a:close/>
                <a:moveTo>
                  <a:pt x="250486" y="243868"/>
                </a:moveTo>
                <a:cubicBezTo>
                  <a:pt x="249208" y="246422"/>
                  <a:pt x="247291" y="247698"/>
                  <a:pt x="244735" y="247698"/>
                </a:cubicBezTo>
                <a:cubicBezTo>
                  <a:pt x="244096" y="247698"/>
                  <a:pt x="242818" y="247698"/>
                  <a:pt x="242179" y="247060"/>
                </a:cubicBezTo>
                <a:cubicBezTo>
                  <a:pt x="236428" y="244506"/>
                  <a:pt x="229399" y="243230"/>
                  <a:pt x="223009" y="243230"/>
                </a:cubicBezTo>
                <a:cubicBezTo>
                  <a:pt x="217258" y="243230"/>
                  <a:pt x="212146" y="242591"/>
                  <a:pt x="207034" y="240038"/>
                </a:cubicBezTo>
                <a:cubicBezTo>
                  <a:pt x="198088" y="235569"/>
                  <a:pt x="194893" y="222163"/>
                  <a:pt x="193615" y="218332"/>
                </a:cubicBezTo>
                <a:cubicBezTo>
                  <a:pt x="191698" y="212587"/>
                  <a:pt x="192337" y="206203"/>
                  <a:pt x="194893" y="201095"/>
                </a:cubicBezTo>
                <a:cubicBezTo>
                  <a:pt x="200644" y="192158"/>
                  <a:pt x="205117" y="182582"/>
                  <a:pt x="207034" y="171729"/>
                </a:cubicBezTo>
                <a:cubicBezTo>
                  <a:pt x="210868" y="155131"/>
                  <a:pt x="209590" y="143001"/>
                  <a:pt x="203839" y="135341"/>
                </a:cubicBezTo>
                <a:cubicBezTo>
                  <a:pt x="198088" y="129595"/>
                  <a:pt x="190420" y="125765"/>
                  <a:pt x="182113" y="125765"/>
                </a:cubicBezTo>
                <a:cubicBezTo>
                  <a:pt x="173806" y="125765"/>
                  <a:pt x="166138" y="128957"/>
                  <a:pt x="160387" y="135341"/>
                </a:cubicBezTo>
                <a:cubicBezTo>
                  <a:pt x="153997" y="143001"/>
                  <a:pt x="153358" y="155131"/>
                  <a:pt x="157192" y="171729"/>
                </a:cubicBezTo>
                <a:cubicBezTo>
                  <a:pt x="159748" y="181944"/>
                  <a:pt x="163582" y="192158"/>
                  <a:pt x="169972" y="201095"/>
                </a:cubicBezTo>
                <a:cubicBezTo>
                  <a:pt x="172528" y="206203"/>
                  <a:pt x="173167" y="212587"/>
                  <a:pt x="171250" y="218332"/>
                </a:cubicBezTo>
                <a:cubicBezTo>
                  <a:pt x="170611" y="222163"/>
                  <a:pt x="166777" y="234930"/>
                  <a:pt x="157832" y="240038"/>
                </a:cubicBezTo>
                <a:cubicBezTo>
                  <a:pt x="152720" y="242591"/>
                  <a:pt x="147607" y="243230"/>
                  <a:pt x="141857" y="243230"/>
                </a:cubicBezTo>
                <a:cubicBezTo>
                  <a:pt x="135467" y="243230"/>
                  <a:pt x="128438" y="244506"/>
                  <a:pt x="122687" y="247060"/>
                </a:cubicBezTo>
                <a:cubicBezTo>
                  <a:pt x="119492" y="248337"/>
                  <a:pt x="115658" y="247060"/>
                  <a:pt x="114380" y="243868"/>
                </a:cubicBezTo>
                <a:cubicBezTo>
                  <a:pt x="113102" y="240676"/>
                  <a:pt x="114380" y="236846"/>
                  <a:pt x="117575" y="235569"/>
                </a:cubicBezTo>
                <a:cubicBezTo>
                  <a:pt x="125243" y="232377"/>
                  <a:pt x="133550" y="230462"/>
                  <a:pt x="141857" y="230462"/>
                </a:cubicBezTo>
                <a:cubicBezTo>
                  <a:pt x="145690" y="230462"/>
                  <a:pt x="148885" y="229823"/>
                  <a:pt x="152080" y="228546"/>
                </a:cubicBezTo>
                <a:cubicBezTo>
                  <a:pt x="156553" y="225993"/>
                  <a:pt x="161027" y="211948"/>
                  <a:pt x="159748" y="208118"/>
                </a:cubicBezTo>
                <a:cubicBezTo>
                  <a:pt x="153358" y="197903"/>
                  <a:pt x="148247" y="187051"/>
                  <a:pt x="145690" y="174921"/>
                </a:cubicBezTo>
                <a:cubicBezTo>
                  <a:pt x="140579" y="154492"/>
                  <a:pt x="142496" y="138533"/>
                  <a:pt x="151442" y="127680"/>
                </a:cubicBezTo>
                <a:cubicBezTo>
                  <a:pt x="166777" y="110443"/>
                  <a:pt x="193615" y="108528"/>
                  <a:pt x="210868" y="124488"/>
                </a:cubicBezTo>
                <a:cubicBezTo>
                  <a:pt x="212146" y="125765"/>
                  <a:pt x="213424" y="127041"/>
                  <a:pt x="214063" y="127680"/>
                </a:cubicBezTo>
                <a:cubicBezTo>
                  <a:pt x="223009" y="138533"/>
                  <a:pt x="224926" y="154492"/>
                  <a:pt x="219814" y="174921"/>
                </a:cubicBezTo>
                <a:cubicBezTo>
                  <a:pt x="217258" y="187051"/>
                  <a:pt x="212146" y="198542"/>
                  <a:pt x="205117" y="208756"/>
                </a:cubicBezTo>
                <a:cubicBezTo>
                  <a:pt x="203839" y="211948"/>
                  <a:pt x="208312" y="225993"/>
                  <a:pt x="212785" y="228546"/>
                </a:cubicBezTo>
                <a:cubicBezTo>
                  <a:pt x="215980" y="229823"/>
                  <a:pt x="219814" y="230462"/>
                  <a:pt x="223009" y="230462"/>
                </a:cubicBezTo>
                <a:cubicBezTo>
                  <a:pt x="231316" y="230462"/>
                  <a:pt x="239623" y="232377"/>
                  <a:pt x="247291" y="235569"/>
                </a:cubicBezTo>
                <a:cubicBezTo>
                  <a:pt x="251124" y="236846"/>
                  <a:pt x="252403" y="240676"/>
                  <a:pt x="250486" y="243868"/>
                </a:cubicBezTo>
                <a:close/>
                <a:moveTo>
                  <a:pt x="314385" y="234930"/>
                </a:moveTo>
                <a:cubicBezTo>
                  <a:pt x="313107" y="234930"/>
                  <a:pt x="311829" y="234292"/>
                  <a:pt x="311190" y="233654"/>
                </a:cubicBezTo>
                <a:cubicBezTo>
                  <a:pt x="307356" y="231738"/>
                  <a:pt x="302883" y="230462"/>
                  <a:pt x="298410" y="230462"/>
                </a:cubicBezTo>
                <a:cubicBezTo>
                  <a:pt x="293298" y="229823"/>
                  <a:pt x="288186" y="228546"/>
                  <a:pt x="283074" y="225993"/>
                </a:cubicBezTo>
                <a:cubicBezTo>
                  <a:pt x="272850" y="218332"/>
                  <a:pt x="270294" y="203011"/>
                  <a:pt x="275406" y="195988"/>
                </a:cubicBezTo>
                <a:cubicBezTo>
                  <a:pt x="279879" y="188966"/>
                  <a:pt x="283074" y="181944"/>
                  <a:pt x="284991" y="173644"/>
                </a:cubicBezTo>
                <a:cubicBezTo>
                  <a:pt x="288186" y="161515"/>
                  <a:pt x="286908" y="152577"/>
                  <a:pt x="282435" y="146832"/>
                </a:cubicBezTo>
                <a:cubicBezTo>
                  <a:pt x="277962" y="142363"/>
                  <a:pt x="271572" y="139171"/>
                  <a:pt x="265182" y="139171"/>
                </a:cubicBezTo>
                <a:lnTo>
                  <a:pt x="265182" y="139171"/>
                </a:lnTo>
                <a:cubicBezTo>
                  <a:pt x="258792" y="139171"/>
                  <a:pt x="252403" y="141724"/>
                  <a:pt x="247929" y="146832"/>
                </a:cubicBezTo>
                <a:cubicBezTo>
                  <a:pt x="243456" y="152577"/>
                  <a:pt x="242818" y="161515"/>
                  <a:pt x="245374" y="173644"/>
                </a:cubicBezTo>
                <a:cubicBezTo>
                  <a:pt x="247291" y="181305"/>
                  <a:pt x="250486" y="188966"/>
                  <a:pt x="254959" y="195988"/>
                </a:cubicBezTo>
                <a:cubicBezTo>
                  <a:pt x="260071" y="203011"/>
                  <a:pt x="257514" y="218971"/>
                  <a:pt x="247929" y="225993"/>
                </a:cubicBezTo>
                <a:cubicBezTo>
                  <a:pt x="245374" y="227908"/>
                  <a:pt x="240901" y="227270"/>
                  <a:pt x="238984" y="224716"/>
                </a:cubicBezTo>
                <a:cubicBezTo>
                  <a:pt x="237067" y="222163"/>
                  <a:pt x="237706" y="217694"/>
                  <a:pt x="240261" y="215779"/>
                </a:cubicBezTo>
                <a:cubicBezTo>
                  <a:pt x="243456" y="212587"/>
                  <a:pt x="245374" y="208118"/>
                  <a:pt x="244096" y="203649"/>
                </a:cubicBezTo>
                <a:cubicBezTo>
                  <a:pt x="238984" y="195350"/>
                  <a:pt x="235150" y="186412"/>
                  <a:pt x="232594" y="177475"/>
                </a:cubicBezTo>
                <a:cubicBezTo>
                  <a:pt x="228760" y="161515"/>
                  <a:pt x="230677" y="148747"/>
                  <a:pt x="237706" y="139809"/>
                </a:cubicBezTo>
                <a:cubicBezTo>
                  <a:pt x="244735" y="132149"/>
                  <a:pt x="254319" y="127680"/>
                  <a:pt x="265182" y="127680"/>
                </a:cubicBezTo>
                <a:cubicBezTo>
                  <a:pt x="275406" y="127680"/>
                  <a:pt x="285630" y="132149"/>
                  <a:pt x="292020" y="139809"/>
                </a:cubicBezTo>
                <a:cubicBezTo>
                  <a:pt x="299049" y="148747"/>
                  <a:pt x="300966" y="161515"/>
                  <a:pt x="297132" y="177475"/>
                </a:cubicBezTo>
                <a:cubicBezTo>
                  <a:pt x="294576" y="187051"/>
                  <a:pt x="290742" y="195988"/>
                  <a:pt x="285630" y="204287"/>
                </a:cubicBezTo>
                <a:cubicBezTo>
                  <a:pt x="284991" y="208756"/>
                  <a:pt x="286269" y="213225"/>
                  <a:pt x="290103" y="216417"/>
                </a:cubicBezTo>
                <a:cubicBezTo>
                  <a:pt x="293298" y="217694"/>
                  <a:pt x="296493" y="218332"/>
                  <a:pt x="299688" y="218332"/>
                </a:cubicBezTo>
                <a:cubicBezTo>
                  <a:pt x="306078" y="218971"/>
                  <a:pt x="311829" y="220247"/>
                  <a:pt x="316941" y="223439"/>
                </a:cubicBezTo>
                <a:cubicBezTo>
                  <a:pt x="320136" y="225355"/>
                  <a:pt x="320775" y="229185"/>
                  <a:pt x="318858" y="232377"/>
                </a:cubicBezTo>
                <a:cubicBezTo>
                  <a:pt x="318858" y="233654"/>
                  <a:pt x="316302" y="234930"/>
                  <a:pt x="314385" y="234930"/>
                </a:cubicBezTo>
                <a:lnTo>
                  <a:pt x="314385" y="234930"/>
                </a:lnTo>
                <a:close/>
              </a:path>
            </a:pathLst>
          </a:custGeom>
          <a:solidFill>
            <a:srgbClr val="00ABAB"/>
          </a:solidFill>
          <a:ln w="6390" cap="flat">
            <a:noFill/>
            <a:prstDash val="solid"/>
            <a:miter/>
          </a:ln>
        </p:spPr>
        <p:txBody>
          <a:bodyPr rtlCol="0" anchor="ctr"/>
          <a:lstStyle/>
          <a:p>
            <a:endParaRPr lang="en-US"/>
          </a:p>
        </p:txBody>
      </p:sp>
      <p:sp>
        <p:nvSpPr>
          <p:cNvPr id="73" name="TextBox 72">
            <a:extLst>
              <a:ext uri="{FF2B5EF4-FFF2-40B4-BE49-F238E27FC236}">
                <a16:creationId xmlns:a16="http://schemas.microsoft.com/office/drawing/2014/main" id="{5B823FBD-975F-DDC6-E254-6A4253E9CADB}"/>
              </a:ext>
            </a:extLst>
          </p:cNvPr>
          <p:cNvSpPr txBox="1"/>
          <p:nvPr/>
        </p:nvSpPr>
        <p:spPr>
          <a:xfrm>
            <a:off x="6197531" y="2433380"/>
            <a:ext cx="2931496" cy="338554"/>
          </a:xfrm>
          <a:prstGeom prst="rect">
            <a:avLst/>
          </a:prstGeom>
          <a:noFill/>
        </p:spPr>
        <p:txBody>
          <a:bodyPr wrap="square">
            <a:spAutoFit/>
          </a:bodyPr>
          <a:lstStyle/>
          <a:p>
            <a:r>
              <a:rPr lang="en-US" sz="1600">
                <a:solidFill>
                  <a:schemeClr val="accent3"/>
                </a:solidFill>
                <a:latin typeface="Arial" panose="020B0604020202020204" pitchFamily="34" charset="0"/>
                <a:cs typeface="Arial" panose="020B0604020202020204" pitchFamily="34" charset="0"/>
              </a:rPr>
              <a:t>Sampling/Survey Initiation</a:t>
            </a:r>
            <a:endParaRPr lang="en-US" sz="1600">
              <a:solidFill>
                <a:schemeClr val="accent3"/>
              </a:solidFill>
            </a:endParaRPr>
          </a:p>
        </p:txBody>
      </p:sp>
      <p:cxnSp>
        <p:nvCxnSpPr>
          <p:cNvPr id="74" name="Straight Connector 73">
            <a:extLst>
              <a:ext uri="{FF2B5EF4-FFF2-40B4-BE49-F238E27FC236}">
                <a16:creationId xmlns:a16="http://schemas.microsoft.com/office/drawing/2014/main" id="{6BE4B709-7302-B19D-7425-C4CCCCE24BD7}"/>
              </a:ext>
            </a:extLst>
          </p:cNvPr>
          <p:cNvCxnSpPr>
            <a:cxnSpLocks/>
          </p:cNvCxnSpPr>
          <p:nvPr/>
        </p:nvCxnSpPr>
        <p:spPr>
          <a:xfrm flipV="1">
            <a:off x="6291010" y="2771934"/>
            <a:ext cx="3200400" cy="21104"/>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77" name="TextBox 76">
            <a:extLst>
              <a:ext uri="{FF2B5EF4-FFF2-40B4-BE49-F238E27FC236}">
                <a16:creationId xmlns:a16="http://schemas.microsoft.com/office/drawing/2014/main" id="{E1D1B288-C8B5-90C3-11FB-9FB62237D3F5}"/>
              </a:ext>
            </a:extLst>
          </p:cNvPr>
          <p:cNvSpPr txBox="1"/>
          <p:nvPr/>
        </p:nvSpPr>
        <p:spPr>
          <a:xfrm>
            <a:off x="6197531" y="2804022"/>
            <a:ext cx="5881377" cy="523220"/>
          </a:xfrm>
          <a:prstGeom prst="rect">
            <a:avLst/>
          </a:prstGeom>
          <a:noFill/>
        </p:spPr>
        <p:txBody>
          <a:bodyPr wrap="square">
            <a:spAutoFit/>
          </a:bodyPr>
          <a:lstStyle/>
          <a:p>
            <a:pPr algn="just"/>
            <a:r>
              <a:rPr lang="en-US" sz="1400">
                <a:latin typeface="Arial" panose="020B0604020202020204" pitchFamily="34" charset="0"/>
                <a:cs typeface="Arial" panose="020B0604020202020204" pitchFamily="34" charset="0"/>
              </a:rPr>
              <a:t>Begin sampling/survey within 7 days of receiving approval on the Survey Approach.</a:t>
            </a:r>
            <a:endParaRPr lang="en-US" sz="1400"/>
          </a:p>
        </p:txBody>
      </p:sp>
      <p:grpSp>
        <p:nvGrpSpPr>
          <p:cNvPr id="78" name="Graphic 4">
            <a:extLst>
              <a:ext uri="{FF2B5EF4-FFF2-40B4-BE49-F238E27FC236}">
                <a16:creationId xmlns:a16="http://schemas.microsoft.com/office/drawing/2014/main" id="{68215A42-5149-8E16-D46C-B5473D8C4844}"/>
              </a:ext>
            </a:extLst>
          </p:cNvPr>
          <p:cNvGrpSpPr/>
          <p:nvPr/>
        </p:nvGrpSpPr>
        <p:grpSpPr>
          <a:xfrm>
            <a:off x="8740156" y="2453067"/>
            <a:ext cx="273600" cy="273600"/>
            <a:chOff x="4046108" y="3824168"/>
            <a:chExt cx="361670" cy="361333"/>
          </a:xfrm>
          <a:solidFill>
            <a:schemeClr val="accent4"/>
          </a:solidFill>
        </p:grpSpPr>
        <p:sp>
          <p:nvSpPr>
            <p:cNvPr id="79" name="Graphic 4">
              <a:extLst>
                <a:ext uri="{FF2B5EF4-FFF2-40B4-BE49-F238E27FC236}">
                  <a16:creationId xmlns:a16="http://schemas.microsoft.com/office/drawing/2014/main" id="{74DCAACA-C955-0DAF-1855-39C05698A851}"/>
                </a:ext>
              </a:extLst>
            </p:cNvPr>
            <p:cNvSpPr/>
            <p:nvPr/>
          </p:nvSpPr>
          <p:spPr>
            <a:xfrm>
              <a:off x="4101602" y="3998450"/>
              <a:ext cx="13614" cy="13504"/>
            </a:xfrm>
            <a:custGeom>
              <a:avLst/>
              <a:gdLst>
                <a:gd name="connsiteX0" fmla="*/ 7766 w 13614"/>
                <a:gd name="connsiteY0" fmla="*/ 0 h 13504"/>
                <a:gd name="connsiteX1" fmla="*/ 6488 w 13614"/>
                <a:gd name="connsiteY1" fmla="*/ 0 h 13504"/>
                <a:gd name="connsiteX2" fmla="*/ 2654 w 13614"/>
                <a:gd name="connsiteY2" fmla="*/ 1277 h 13504"/>
                <a:gd name="connsiteX3" fmla="*/ 98 w 13614"/>
                <a:gd name="connsiteY3" fmla="*/ 5745 h 13504"/>
                <a:gd name="connsiteX4" fmla="*/ 5849 w 13614"/>
                <a:gd name="connsiteY4" fmla="*/ 13406 h 13504"/>
                <a:gd name="connsiteX5" fmla="*/ 13517 w 13614"/>
                <a:gd name="connsiteY5" fmla="*/ 7661 h 13504"/>
                <a:gd name="connsiteX6" fmla="*/ 7766 w 13614"/>
                <a:gd name="connsiteY6" fmla="*/ 0 h 13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14" h="13504">
                  <a:moveTo>
                    <a:pt x="7766" y="0"/>
                  </a:moveTo>
                  <a:cubicBezTo>
                    <a:pt x="7127" y="0"/>
                    <a:pt x="7127" y="0"/>
                    <a:pt x="6488" y="0"/>
                  </a:cubicBezTo>
                  <a:cubicBezTo>
                    <a:pt x="5210" y="0"/>
                    <a:pt x="3932" y="638"/>
                    <a:pt x="2654" y="1277"/>
                  </a:cubicBezTo>
                  <a:cubicBezTo>
                    <a:pt x="1376" y="2553"/>
                    <a:pt x="98" y="3830"/>
                    <a:pt x="98" y="5745"/>
                  </a:cubicBezTo>
                  <a:cubicBezTo>
                    <a:pt x="-541" y="9576"/>
                    <a:pt x="2015" y="12768"/>
                    <a:pt x="5849" y="13406"/>
                  </a:cubicBezTo>
                  <a:cubicBezTo>
                    <a:pt x="9683" y="14045"/>
                    <a:pt x="12878" y="11491"/>
                    <a:pt x="13517" y="7661"/>
                  </a:cubicBezTo>
                  <a:cubicBezTo>
                    <a:pt x="14155" y="3830"/>
                    <a:pt x="11600" y="638"/>
                    <a:pt x="7766" y="0"/>
                  </a:cubicBezTo>
                  <a:close/>
                </a:path>
              </a:pathLst>
            </a:custGeom>
            <a:grpFill/>
            <a:ln w="6390" cap="flat">
              <a:noFill/>
              <a:prstDash val="solid"/>
              <a:miter/>
            </a:ln>
          </p:spPr>
          <p:txBody>
            <a:bodyPr rtlCol="0" anchor="ctr"/>
            <a:lstStyle/>
            <a:p>
              <a:endParaRPr lang="en-US"/>
            </a:p>
          </p:txBody>
        </p:sp>
        <p:sp>
          <p:nvSpPr>
            <p:cNvPr id="80" name="Graphic 4">
              <a:extLst>
                <a:ext uri="{FF2B5EF4-FFF2-40B4-BE49-F238E27FC236}">
                  <a16:creationId xmlns:a16="http://schemas.microsoft.com/office/drawing/2014/main" id="{794D77CF-06BF-EF13-9D65-7655322283BB}"/>
                </a:ext>
              </a:extLst>
            </p:cNvPr>
            <p:cNvSpPr/>
            <p:nvPr/>
          </p:nvSpPr>
          <p:spPr>
            <a:xfrm>
              <a:off x="4136845" y="4082719"/>
              <a:ext cx="13717" cy="13406"/>
            </a:xfrm>
            <a:custGeom>
              <a:avLst/>
              <a:gdLst>
                <a:gd name="connsiteX0" fmla="*/ 6390 w 13717"/>
                <a:gd name="connsiteY0" fmla="*/ 0 h 13406"/>
                <a:gd name="connsiteX1" fmla="*/ 2556 w 13717"/>
                <a:gd name="connsiteY1" fmla="*/ 1276 h 13406"/>
                <a:gd name="connsiteX2" fmla="*/ 0 w 13717"/>
                <a:gd name="connsiteY2" fmla="*/ 5745 h 13406"/>
                <a:gd name="connsiteX3" fmla="*/ 1278 w 13717"/>
                <a:gd name="connsiteY3" fmla="*/ 10852 h 13406"/>
                <a:gd name="connsiteX4" fmla="*/ 5751 w 13717"/>
                <a:gd name="connsiteY4" fmla="*/ 13406 h 13406"/>
                <a:gd name="connsiteX5" fmla="*/ 10863 w 13717"/>
                <a:gd name="connsiteY5" fmla="*/ 12129 h 13406"/>
                <a:gd name="connsiteX6" fmla="*/ 12141 w 13717"/>
                <a:gd name="connsiteY6" fmla="*/ 2553 h 13406"/>
                <a:gd name="connsiteX7" fmla="*/ 6390 w 13717"/>
                <a:gd name="connsiteY7" fmla="*/ 0 h 13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717" h="13406">
                  <a:moveTo>
                    <a:pt x="6390" y="0"/>
                  </a:moveTo>
                  <a:cubicBezTo>
                    <a:pt x="5112" y="0"/>
                    <a:pt x="3834" y="638"/>
                    <a:pt x="2556" y="1276"/>
                  </a:cubicBezTo>
                  <a:cubicBezTo>
                    <a:pt x="1278" y="2553"/>
                    <a:pt x="0" y="3830"/>
                    <a:pt x="0" y="5745"/>
                  </a:cubicBezTo>
                  <a:cubicBezTo>
                    <a:pt x="0" y="7660"/>
                    <a:pt x="0" y="8937"/>
                    <a:pt x="1278" y="10852"/>
                  </a:cubicBezTo>
                  <a:cubicBezTo>
                    <a:pt x="2556" y="12129"/>
                    <a:pt x="3834" y="13406"/>
                    <a:pt x="5751" y="13406"/>
                  </a:cubicBezTo>
                  <a:cubicBezTo>
                    <a:pt x="7668" y="13406"/>
                    <a:pt x="8946" y="13406"/>
                    <a:pt x="10863" y="12129"/>
                  </a:cubicBezTo>
                  <a:cubicBezTo>
                    <a:pt x="14058" y="10214"/>
                    <a:pt x="14697" y="5745"/>
                    <a:pt x="12141" y="2553"/>
                  </a:cubicBezTo>
                  <a:cubicBezTo>
                    <a:pt x="10224" y="638"/>
                    <a:pt x="8307" y="0"/>
                    <a:pt x="6390" y="0"/>
                  </a:cubicBezTo>
                  <a:close/>
                </a:path>
              </a:pathLst>
            </a:custGeom>
            <a:grpFill/>
            <a:ln w="6390" cap="flat">
              <a:noFill/>
              <a:prstDash val="solid"/>
              <a:miter/>
            </a:ln>
          </p:spPr>
          <p:txBody>
            <a:bodyPr rtlCol="0" anchor="ctr"/>
            <a:lstStyle/>
            <a:p>
              <a:endParaRPr lang="en-US"/>
            </a:p>
          </p:txBody>
        </p:sp>
        <p:sp>
          <p:nvSpPr>
            <p:cNvPr id="81" name="Graphic 4">
              <a:extLst>
                <a:ext uri="{FF2B5EF4-FFF2-40B4-BE49-F238E27FC236}">
                  <a16:creationId xmlns:a16="http://schemas.microsoft.com/office/drawing/2014/main" id="{6C3446FF-ACAA-D9B3-9499-321A7813311C}"/>
                </a:ext>
              </a:extLst>
            </p:cNvPr>
            <p:cNvSpPr/>
            <p:nvPr/>
          </p:nvSpPr>
          <p:spPr>
            <a:xfrm>
              <a:off x="4220455" y="4117094"/>
              <a:ext cx="13614" cy="13602"/>
            </a:xfrm>
            <a:custGeom>
              <a:avLst/>
              <a:gdLst>
                <a:gd name="connsiteX0" fmla="*/ 5849 w 13614"/>
                <a:gd name="connsiteY0" fmla="*/ 98 h 13602"/>
                <a:gd name="connsiteX1" fmla="*/ 98 w 13614"/>
                <a:gd name="connsiteY1" fmla="*/ 7759 h 13602"/>
                <a:gd name="connsiteX2" fmla="*/ 7766 w 13614"/>
                <a:gd name="connsiteY2" fmla="*/ 13504 h 13602"/>
                <a:gd name="connsiteX3" fmla="*/ 13517 w 13614"/>
                <a:gd name="connsiteY3" fmla="*/ 5843 h 13602"/>
                <a:gd name="connsiteX4" fmla="*/ 5849 w 13614"/>
                <a:gd name="connsiteY4" fmla="*/ 98 h 136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14" h="13602">
                  <a:moveTo>
                    <a:pt x="5849" y="98"/>
                  </a:moveTo>
                  <a:cubicBezTo>
                    <a:pt x="2015" y="736"/>
                    <a:pt x="-541" y="3928"/>
                    <a:pt x="98" y="7759"/>
                  </a:cubicBezTo>
                  <a:cubicBezTo>
                    <a:pt x="737" y="11589"/>
                    <a:pt x="3932" y="14143"/>
                    <a:pt x="7766" y="13504"/>
                  </a:cubicBezTo>
                  <a:cubicBezTo>
                    <a:pt x="11600" y="12866"/>
                    <a:pt x="14156" y="9674"/>
                    <a:pt x="13517" y="5843"/>
                  </a:cubicBezTo>
                  <a:cubicBezTo>
                    <a:pt x="12878" y="2013"/>
                    <a:pt x="9683" y="-541"/>
                    <a:pt x="5849" y="98"/>
                  </a:cubicBezTo>
                  <a:close/>
                </a:path>
              </a:pathLst>
            </a:custGeom>
            <a:grpFill/>
            <a:ln w="6390" cap="flat">
              <a:noFill/>
              <a:prstDash val="solid"/>
              <a:miter/>
            </a:ln>
          </p:spPr>
          <p:txBody>
            <a:bodyPr rtlCol="0" anchor="ctr"/>
            <a:lstStyle/>
            <a:p>
              <a:endParaRPr lang="en-US"/>
            </a:p>
          </p:txBody>
        </p:sp>
        <p:sp>
          <p:nvSpPr>
            <p:cNvPr id="82" name="Graphic 4">
              <a:extLst>
                <a:ext uri="{FF2B5EF4-FFF2-40B4-BE49-F238E27FC236}">
                  <a16:creationId xmlns:a16="http://schemas.microsoft.com/office/drawing/2014/main" id="{5F084DB6-1EBE-6F07-52F9-D26BB482B3C5}"/>
                </a:ext>
              </a:extLst>
            </p:cNvPr>
            <p:cNvSpPr/>
            <p:nvPr/>
          </p:nvSpPr>
          <p:spPr>
            <a:xfrm>
              <a:off x="4305758" y="3914820"/>
              <a:ext cx="13199" cy="13406"/>
            </a:xfrm>
            <a:custGeom>
              <a:avLst/>
              <a:gdLst>
                <a:gd name="connsiteX0" fmla="*/ 1059 w 13199"/>
                <a:gd name="connsiteY0" fmla="*/ 10853 h 13406"/>
                <a:gd name="connsiteX1" fmla="*/ 5532 w 13199"/>
                <a:gd name="connsiteY1" fmla="*/ 13407 h 13406"/>
                <a:gd name="connsiteX2" fmla="*/ 10644 w 13199"/>
                <a:gd name="connsiteY2" fmla="*/ 12130 h 13406"/>
                <a:gd name="connsiteX3" fmla="*/ 13200 w 13199"/>
                <a:gd name="connsiteY3" fmla="*/ 7661 h 13406"/>
                <a:gd name="connsiteX4" fmla="*/ 11922 w 13199"/>
                <a:gd name="connsiteY4" fmla="*/ 2554 h 13406"/>
                <a:gd name="connsiteX5" fmla="*/ 6810 w 13199"/>
                <a:gd name="connsiteY5" fmla="*/ 0 h 13406"/>
                <a:gd name="connsiteX6" fmla="*/ 2976 w 13199"/>
                <a:gd name="connsiteY6" fmla="*/ 1277 h 13406"/>
                <a:gd name="connsiteX7" fmla="*/ 420 w 13199"/>
                <a:gd name="connsiteY7" fmla="*/ 5746 h 13406"/>
                <a:gd name="connsiteX8" fmla="*/ 1059 w 13199"/>
                <a:gd name="connsiteY8" fmla="*/ 10853 h 13406"/>
                <a:gd name="connsiteX9" fmla="*/ 1059 w 13199"/>
                <a:gd name="connsiteY9" fmla="*/ 10853 h 13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199" h="13406">
                  <a:moveTo>
                    <a:pt x="1059" y="10853"/>
                  </a:moveTo>
                  <a:cubicBezTo>
                    <a:pt x="2337" y="12130"/>
                    <a:pt x="3615" y="13407"/>
                    <a:pt x="5532" y="13407"/>
                  </a:cubicBezTo>
                  <a:cubicBezTo>
                    <a:pt x="7449" y="13407"/>
                    <a:pt x="8727" y="13407"/>
                    <a:pt x="10644" y="12130"/>
                  </a:cubicBezTo>
                  <a:cubicBezTo>
                    <a:pt x="11922" y="10853"/>
                    <a:pt x="13200" y="9576"/>
                    <a:pt x="13200" y="7661"/>
                  </a:cubicBezTo>
                  <a:cubicBezTo>
                    <a:pt x="13200" y="5746"/>
                    <a:pt x="13200" y="4469"/>
                    <a:pt x="11922" y="2554"/>
                  </a:cubicBezTo>
                  <a:cubicBezTo>
                    <a:pt x="10644" y="639"/>
                    <a:pt x="8727" y="0"/>
                    <a:pt x="6810" y="0"/>
                  </a:cubicBezTo>
                  <a:cubicBezTo>
                    <a:pt x="5532" y="0"/>
                    <a:pt x="4254" y="639"/>
                    <a:pt x="2976" y="1277"/>
                  </a:cubicBezTo>
                  <a:cubicBezTo>
                    <a:pt x="1698" y="2554"/>
                    <a:pt x="420" y="3831"/>
                    <a:pt x="420" y="5746"/>
                  </a:cubicBezTo>
                  <a:cubicBezTo>
                    <a:pt x="-219" y="7661"/>
                    <a:pt x="-219" y="9576"/>
                    <a:pt x="1059" y="10853"/>
                  </a:cubicBezTo>
                  <a:lnTo>
                    <a:pt x="1059" y="10853"/>
                  </a:lnTo>
                  <a:close/>
                </a:path>
              </a:pathLst>
            </a:custGeom>
            <a:grpFill/>
            <a:ln w="6390" cap="flat">
              <a:noFill/>
              <a:prstDash val="solid"/>
              <a:miter/>
            </a:ln>
          </p:spPr>
          <p:txBody>
            <a:bodyPr rtlCol="0" anchor="ctr"/>
            <a:lstStyle/>
            <a:p>
              <a:endParaRPr lang="en-US"/>
            </a:p>
          </p:txBody>
        </p:sp>
        <p:sp>
          <p:nvSpPr>
            <p:cNvPr id="83" name="Graphic 4">
              <a:extLst>
                <a:ext uri="{FF2B5EF4-FFF2-40B4-BE49-F238E27FC236}">
                  <a16:creationId xmlns:a16="http://schemas.microsoft.com/office/drawing/2014/main" id="{65B2D046-D426-DB2F-9264-A10DE306A7BD}"/>
                </a:ext>
              </a:extLst>
            </p:cNvPr>
            <p:cNvSpPr/>
            <p:nvPr/>
          </p:nvSpPr>
          <p:spPr>
            <a:xfrm>
              <a:off x="4136845" y="3914820"/>
              <a:ext cx="12779" cy="13705"/>
            </a:xfrm>
            <a:custGeom>
              <a:avLst/>
              <a:gdLst>
                <a:gd name="connsiteX0" fmla="*/ 11502 w 12779"/>
                <a:gd name="connsiteY0" fmla="*/ 10853 h 13705"/>
                <a:gd name="connsiteX1" fmla="*/ 11502 w 12779"/>
                <a:gd name="connsiteY1" fmla="*/ 10853 h 13705"/>
                <a:gd name="connsiteX2" fmla="*/ 12780 w 12779"/>
                <a:gd name="connsiteY2" fmla="*/ 5746 h 13705"/>
                <a:gd name="connsiteX3" fmla="*/ 10224 w 12779"/>
                <a:gd name="connsiteY3" fmla="*/ 1277 h 13705"/>
                <a:gd name="connsiteX4" fmla="*/ 6390 w 12779"/>
                <a:gd name="connsiteY4" fmla="*/ 0 h 13705"/>
                <a:gd name="connsiteX5" fmla="*/ 1278 w 12779"/>
                <a:gd name="connsiteY5" fmla="*/ 2554 h 13705"/>
                <a:gd name="connsiteX6" fmla="*/ 0 w 12779"/>
                <a:gd name="connsiteY6" fmla="*/ 7661 h 13705"/>
                <a:gd name="connsiteX7" fmla="*/ 2556 w 12779"/>
                <a:gd name="connsiteY7" fmla="*/ 12130 h 13705"/>
                <a:gd name="connsiteX8" fmla="*/ 11502 w 12779"/>
                <a:gd name="connsiteY8" fmla="*/ 10853 h 13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779" h="13705">
                  <a:moveTo>
                    <a:pt x="11502" y="10853"/>
                  </a:moveTo>
                  <a:lnTo>
                    <a:pt x="11502" y="10853"/>
                  </a:lnTo>
                  <a:cubicBezTo>
                    <a:pt x="12780" y="9576"/>
                    <a:pt x="12780" y="7661"/>
                    <a:pt x="12780" y="5746"/>
                  </a:cubicBezTo>
                  <a:cubicBezTo>
                    <a:pt x="12780" y="3831"/>
                    <a:pt x="11502" y="2554"/>
                    <a:pt x="10224" y="1277"/>
                  </a:cubicBezTo>
                  <a:cubicBezTo>
                    <a:pt x="8946" y="639"/>
                    <a:pt x="7668" y="0"/>
                    <a:pt x="6390" y="0"/>
                  </a:cubicBezTo>
                  <a:cubicBezTo>
                    <a:pt x="4473" y="0"/>
                    <a:pt x="2556" y="639"/>
                    <a:pt x="1278" y="2554"/>
                  </a:cubicBezTo>
                  <a:cubicBezTo>
                    <a:pt x="0" y="3831"/>
                    <a:pt x="0" y="5746"/>
                    <a:pt x="0" y="7661"/>
                  </a:cubicBezTo>
                  <a:cubicBezTo>
                    <a:pt x="0" y="9576"/>
                    <a:pt x="1278" y="10853"/>
                    <a:pt x="2556" y="12130"/>
                  </a:cubicBezTo>
                  <a:cubicBezTo>
                    <a:pt x="5112" y="14683"/>
                    <a:pt x="9585" y="14045"/>
                    <a:pt x="11502" y="10853"/>
                  </a:cubicBezTo>
                  <a:close/>
                </a:path>
              </a:pathLst>
            </a:custGeom>
            <a:grpFill/>
            <a:ln w="6390" cap="flat">
              <a:noFill/>
              <a:prstDash val="solid"/>
              <a:miter/>
            </a:ln>
          </p:spPr>
          <p:txBody>
            <a:bodyPr rtlCol="0" anchor="ctr"/>
            <a:lstStyle/>
            <a:p>
              <a:endParaRPr lang="en-US"/>
            </a:p>
          </p:txBody>
        </p:sp>
        <p:sp>
          <p:nvSpPr>
            <p:cNvPr id="84" name="Graphic 4">
              <a:extLst>
                <a:ext uri="{FF2B5EF4-FFF2-40B4-BE49-F238E27FC236}">
                  <a16:creationId xmlns:a16="http://schemas.microsoft.com/office/drawing/2014/main" id="{C6705215-93EB-7FA6-40BF-286AD34AD6FB}"/>
                </a:ext>
              </a:extLst>
            </p:cNvPr>
            <p:cNvSpPr/>
            <p:nvPr/>
          </p:nvSpPr>
          <p:spPr>
            <a:xfrm>
              <a:off x="4220455" y="3879708"/>
              <a:ext cx="13614" cy="13504"/>
            </a:xfrm>
            <a:custGeom>
              <a:avLst/>
              <a:gdLst>
                <a:gd name="connsiteX0" fmla="*/ 13517 w 13614"/>
                <a:gd name="connsiteY0" fmla="*/ 7661 h 13504"/>
                <a:gd name="connsiteX1" fmla="*/ 7766 w 13614"/>
                <a:gd name="connsiteY1" fmla="*/ 0 h 13504"/>
                <a:gd name="connsiteX2" fmla="*/ 6488 w 13614"/>
                <a:gd name="connsiteY2" fmla="*/ 0 h 13504"/>
                <a:gd name="connsiteX3" fmla="*/ 98 w 13614"/>
                <a:gd name="connsiteY3" fmla="*/ 5746 h 13504"/>
                <a:gd name="connsiteX4" fmla="*/ 5849 w 13614"/>
                <a:gd name="connsiteY4" fmla="*/ 13407 h 13504"/>
                <a:gd name="connsiteX5" fmla="*/ 13517 w 13614"/>
                <a:gd name="connsiteY5" fmla="*/ 7661 h 13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614" h="13504">
                  <a:moveTo>
                    <a:pt x="13517" y="7661"/>
                  </a:moveTo>
                  <a:cubicBezTo>
                    <a:pt x="14156" y="3831"/>
                    <a:pt x="11600" y="639"/>
                    <a:pt x="7766" y="0"/>
                  </a:cubicBezTo>
                  <a:cubicBezTo>
                    <a:pt x="7127" y="0"/>
                    <a:pt x="7127" y="0"/>
                    <a:pt x="6488" y="0"/>
                  </a:cubicBezTo>
                  <a:cubicBezTo>
                    <a:pt x="3293" y="0"/>
                    <a:pt x="737" y="2554"/>
                    <a:pt x="98" y="5746"/>
                  </a:cubicBezTo>
                  <a:cubicBezTo>
                    <a:pt x="-541" y="9576"/>
                    <a:pt x="2015" y="12768"/>
                    <a:pt x="5849" y="13407"/>
                  </a:cubicBezTo>
                  <a:cubicBezTo>
                    <a:pt x="9683" y="14045"/>
                    <a:pt x="12878" y="11491"/>
                    <a:pt x="13517" y="7661"/>
                  </a:cubicBezTo>
                  <a:close/>
                </a:path>
              </a:pathLst>
            </a:custGeom>
            <a:grpFill/>
            <a:ln w="6390" cap="flat">
              <a:noFill/>
              <a:prstDash val="solid"/>
              <a:miter/>
            </a:ln>
          </p:spPr>
          <p:txBody>
            <a:bodyPr rtlCol="0" anchor="ctr"/>
            <a:lstStyle/>
            <a:p>
              <a:endParaRPr lang="en-US"/>
            </a:p>
          </p:txBody>
        </p:sp>
        <p:sp>
          <p:nvSpPr>
            <p:cNvPr id="85" name="Graphic 4">
              <a:extLst>
                <a:ext uri="{FF2B5EF4-FFF2-40B4-BE49-F238E27FC236}">
                  <a16:creationId xmlns:a16="http://schemas.microsoft.com/office/drawing/2014/main" id="{92A8900F-A5AE-C0CE-0BF8-A3857183D78E}"/>
                </a:ext>
              </a:extLst>
            </p:cNvPr>
            <p:cNvSpPr/>
            <p:nvPr/>
          </p:nvSpPr>
          <p:spPr>
            <a:xfrm>
              <a:off x="4186047" y="3960785"/>
              <a:ext cx="76679" cy="94482"/>
            </a:xfrm>
            <a:custGeom>
              <a:avLst/>
              <a:gdLst>
                <a:gd name="connsiteX0" fmla="*/ 38979 w 76679"/>
                <a:gd name="connsiteY0" fmla="*/ 0 h 94482"/>
                <a:gd name="connsiteX1" fmla="*/ 20448 w 76679"/>
                <a:gd name="connsiteY1" fmla="*/ 11491 h 94482"/>
                <a:gd name="connsiteX2" fmla="*/ 0 w 76679"/>
                <a:gd name="connsiteY2" fmla="*/ 15322 h 94482"/>
                <a:gd name="connsiteX3" fmla="*/ 639 w 76679"/>
                <a:gd name="connsiteY3" fmla="*/ 41496 h 94482"/>
                <a:gd name="connsiteX4" fmla="*/ 15975 w 76679"/>
                <a:gd name="connsiteY4" fmla="*/ 77885 h 94482"/>
                <a:gd name="connsiteX5" fmla="*/ 16614 w 76679"/>
                <a:gd name="connsiteY5" fmla="*/ 78523 h 94482"/>
                <a:gd name="connsiteX6" fmla="*/ 39618 w 76679"/>
                <a:gd name="connsiteY6" fmla="*/ 94483 h 94482"/>
                <a:gd name="connsiteX7" fmla="*/ 60704 w 76679"/>
                <a:gd name="connsiteY7" fmla="*/ 79162 h 94482"/>
                <a:gd name="connsiteX8" fmla="*/ 63899 w 76679"/>
                <a:gd name="connsiteY8" fmla="*/ 75331 h 94482"/>
                <a:gd name="connsiteX9" fmla="*/ 76679 w 76679"/>
                <a:gd name="connsiteY9" fmla="*/ 41496 h 94482"/>
                <a:gd name="connsiteX10" fmla="*/ 76679 w 76679"/>
                <a:gd name="connsiteY10" fmla="*/ 14045 h 94482"/>
                <a:gd name="connsiteX11" fmla="*/ 55593 w 76679"/>
                <a:gd name="connsiteY11" fmla="*/ 9576 h 94482"/>
                <a:gd name="connsiteX12" fmla="*/ 38979 w 76679"/>
                <a:gd name="connsiteY12" fmla="*/ 0 h 94482"/>
                <a:gd name="connsiteX13" fmla="*/ 58788 w 76679"/>
                <a:gd name="connsiteY13" fmla="*/ 48519 h 94482"/>
                <a:gd name="connsiteX14" fmla="*/ 54314 w 76679"/>
                <a:gd name="connsiteY14" fmla="*/ 52987 h 94482"/>
                <a:gd name="connsiteX15" fmla="*/ 39618 w 76679"/>
                <a:gd name="connsiteY15" fmla="*/ 68309 h 94482"/>
                <a:gd name="connsiteX16" fmla="*/ 38340 w 76679"/>
                <a:gd name="connsiteY16" fmla="*/ 68947 h 94482"/>
                <a:gd name="connsiteX17" fmla="*/ 38340 w 76679"/>
                <a:gd name="connsiteY17" fmla="*/ 68947 h 94482"/>
                <a:gd name="connsiteX18" fmla="*/ 38340 w 76679"/>
                <a:gd name="connsiteY18" fmla="*/ 68947 h 94482"/>
                <a:gd name="connsiteX19" fmla="*/ 37062 w 76679"/>
                <a:gd name="connsiteY19" fmla="*/ 68309 h 94482"/>
                <a:gd name="connsiteX20" fmla="*/ 18531 w 76679"/>
                <a:gd name="connsiteY20" fmla="*/ 48519 h 94482"/>
                <a:gd name="connsiteX21" fmla="*/ 18531 w 76679"/>
                <a:gd name="connsiteY21" fmla="*/ 31282 h 94482"/>
                <a:gd name="connsiteX22" fmla="*/ 26838 w 76679"/>
                <a:gd name="connsiteY22" fmla="*/ 27451 h 94482"/>
                <a:gd name="connsiteX23" fmla="*/ 35145 w 76679"/>
                <a:gd name="connsiteY23" fmla="*/ 31282 h 94482"/>
                <a:gd name="connsiteX24" fmla="*/ 38340 w 76679"/>
                <a:gd name="connsiteY24" fmla="*/ 34474 h 94482"/>
                <a:gd name="connsiteX25" fmla="*/ 41535 w 76679"/>
                <a:gd name="connsiteY25" fmla="*/ 31282 h 94482"/>
                <a:gd name="connsiteX26" fmla="*/ 49842 w 76679"/>
                <a:gd name="connsiteY26" fmla="*/ 27451 h 94482"/>
                <a:gd name="connsiteX27" fmla="*/ 58149 w 76679"/>
                <a:gd name="connsiteY27" fmla="*/ 31282 h 94482"/>
                <a:gd name="connsiteX28" fmla="*/ 58788 w 76679"/>
                <a:gd name="connsiteY28" fmla="*/ 48519 h 94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6679" h="94482">
                  <a:moveTo>
                    <a:pt x="38979" y="0"/>
                  </a:moveTo>
                  <a:cubicBezTo>
                    <a:pt x="33228" y="5107"/>
                    <a:pt x="26838" y="8938"/>
                    <a:pt x="20448" y="11491"/>
                  </a:cubicBezTo>
                  <a:cubicBezTo>
                    <a:pt x="14058" y="14045"/>
                    <a:pt x="7029" y="15322"/>
                    <a:pt x="0" y="15322"/>
                  </a:cubicBezTo>
                  <a:lnTo>
                    <a:pt x="639" y="41496"/>
                  </a:lnTo>
                  <a:cubicBezTo>
                    <a:pt x="639" y="55541"/>
                    <a:pt x="6390" y="68309"/>
                    <a:pt x="15975" y="77885"/>
                  </a:cubicBezTo>
                  <a:lnTo>
                    <a:pt x="16614" y="78523"/>
                  </a:lnTo>
                  <a:cubicBezTo>
                    <a:pt x="23643" y="84907"/>
                    <a:pt x="30672" y="90014"/>
                    <a:pt x="39618" y="94483"/>
                  </a:cubicBezTo>
                  <a:cubicBezTo>
                    <a:pt x="47286" y="90653"/>
                    <a:pt x="54314" y="84907"/>
                    <a:pt x="60704" y="79162"/>
                  </a:cubicBezTo>
                  <a:cubicBezTo>
                    <a:pt x="61982" y="77885"/>
                    <a:pt x="63261" y="76608"/>
                    <a:pt x="63899" y="75331"/>
                  </a:cubicBezTo>
                  <a:cubicBezTo>
                    <a:pt x="72207" y="66394"/>
                    <a:pt x="76679" y="54264"/>
                    <a:pt x="76679" y="41496"/>
                  </a:cubicBezTo>
                  <a:lnTo>
                    <a:pt x="76679" y="14045"/>
                  </a:lnTo>
                  <a:cubicBezTo>
                    <a:pt x="69650" y="13407"/>
                    <a:pt x="62622" y="12130"/>
                    <a:pt x="55593" y="9576"/>
                  </a:cubicBezTo>
                  <a:cubicBezTo>
                    <a:pt x="49842" y="7023"/>
                    <a:pt x="44091" y="3831"/>
                    <a:pt x="38979" y="0"/>
                  </a:cubicBezTo>
                  <a:close/>
                  <a:moveTo>
                    <a:pt x="58788" y="48519"/>
                  </a:moveTo>
                  <a:lnTo>
                    <a:pt x="54314" y="52987"/>
                  </a:lnTo>
                  <a:lnTo>
                    <a:pt x="39618" y="68309"/>
                  </a:lnTo>
                  <a:cubicBezTo>
                    <a:pt x="39618" y="68947"/>
                    <a:pt x="38979" y="68947"/>
                    <a:pt x="38340" y="68947"/>
                  </a:cubicBezTo>
                  <a:cubicBezTo>
                    <a:pt x="38340" y="68947"/>
                    <a:pt x="38340" y="68947"/>
                    <a:pt x="38340" y="68947"/>
                  </a:cubicBezTo>
                  <a:cubicBezTo>
                    <a:pt x="38340" y="68947"/>
                    <a:pt x="38340" y="68947"/>
                    <a:pt x="38340" y="68947"/>
                  </a:cubicBezTo>
                  <a:cubicBezTo>
                    <a:pt x="37701" y="68947"/>
                    <a:pt x="37701" y="68947"/>
                    <a:pt x="37062" y="68309"/>
                  </a:cubicBezTo>
                  <a:lnTo>
                    <a:pt x="18531" y="48519"/>
                  </a:lnTo>
                  <a:cubicBezTo>
                    <a:pt x="14058" y="43411"/>
                    <a:pt x="14058" y="35751"/>
                    <a:pt x="18531" y="31282"/>
                  </a:cubicBezTo>
                  <a:cubicBezTo>
                    <a:pt x="21087" y="28728"/>
                    <a:pt x="23643" y="27451"/>
                    <a:pt x="26838" y="27451"/>
                  </a:cubicBezTo>
                  <a:cubicBezTo>
                    <a:pt x="30033" y="27451"/>
                    <a:pt x="33228" y="28728"/>
                    <a:pt x="35145" y="31282"/>
                  </a:cubicBezTo>
                  <a:lnTo>
                    <a:pt x="38340" y="34474"/>
                  </a:lnTo>
                  <a:lnTo>
                    <a:pt x="41535" y="31282"/>
                  </a:lnTo>
                  <a:cubicBezTo>
                    <a:pt x="44091" y="28728"/>
                    <a:pt x="46647" y="27451"/>
                    <a:pt x="49842" y="27451"/>
                  </a:cubicBezTo>
                  <a:cubicBezTo>
                    <a:pt x="53037" y="27451"/>
                    <a:pt x="56232" y="28728"/>
                    <a:pt x="58149" y="31282"/>
                  </a:cubicBezTo>
                  <a:cubicBezTo>
                    <a:pt x="63261" y="35751"/>
                    <a:pt x="63261" y="43411"/>
                    <a:pt x="58788" y="48519"/>
                  </a:cubicBezTo>
                  <a:close/>
                </a:path>
              </a:pathLst>
            </a:custGeom>
            <a:grpFill/>
            <a:ln w="6390" cap="flat">
              <a:noFill/>
              <a:prstDash val="solid"/>
              <a:miter/>
            </a:ln>
          </p:spPr>
          <p:txBody>
            <a:bodyPr rtlCol="0" anchor="ctr"/>
            <a:lstStyle/>
            <a:p>
              <a:endParaRPr lang="en-US"/>
            </a:p>
          </p:txBody>
        </p:sp>
        <p:sp>
          <p:nvSpPr>
            <p:cNvPr id="86" name="Graphic 4">
              <a:extLst>
                <a:ext uri="{FF2B5EF4-FFF2-40B4-BE49-F238E27FC236}">
                  <a16:creationId xmlns:a16="http://schemas.microsoft.com/office/drawing/2014/main" id="{835064B8-E5D1-C85B-E278-A76C54707047}"/>
                </a:ext>
              </a:extLst>
            </p:cNvPr>
            <p:cNvSpPr/>
            <p:nvPr/>
          </p:nvSpPr>
          <p:spPr>
            <a:xfrm>
              <a:off x="4338669" y="3998450"/>
              <a:ext cx="13614" cy="13406"/>
            </a:xfrm>
            <a:custGeom>
              <a:avLst/>
              <a:gdLst>
                <a:gd name="connsiteX0" fmla="*/ 7127 w 13614"/>
                <a:gd name="connsiteY0" fmla="*/ 0 h 13406"/>
                <a:gd name="connsiteX1" fmla="*/ 5849 w 13614"/>
                <a:gd name="connsiteY1" fmla="*/ 0 h 13406"/>
                <a:gd name="connsiteX2" fmla="*/ 98 w 13614"/>
                <a:gd name="connsiteY2" fmla="*/ 7661 h 13406"/>
                <a:gd name="connsiteX3" fmla="*/ 7766 w 13614"/>
                <a:gd name="connsiteY3" fmla="*/ 13406 h 13406"/>
                <a:gd name="connsiteX4" fmla="*/ 13517 w 13614"/>
                <a:gd name="connsiteY4" fmla="*/ 5745 h 13406"/>
                <a:gd name="connsiteX5" fmla="*/ 10961 w 13614"/>
                <a:gd name="connsiteY5" fmla="*/ 1277 h 13406"/>
                <a:gd name="connsiteX6" fmla="*/ 7127 w 13614"/>
                <a:gd name="connsiteY6" fmla="*/ 0 h 13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14" h="13406">
                  <a:moveTo>
                    <a:pt x="7127" y="0"/>
                  </a:moveTo>
                  <a:cubicBezTo>
                    <a:pt x="6488" y="0"/>
                    <a:pt x="6488" y="0"/>
                    <a:pt x="5849" y="0"/>
                  </a:cubicBezTo>
                  <a:cubicBezTo>
                    <a:pt x="2015" y="638"/>
                    <a:pt x="-541" y="3830"/>
                    <a:pt x="98" y="7661"/>
                  </a:cubicBezTo>
                  <a:cubicBezTo>
                    <a:pt x="737" y="11491"/>
                    <a:pt x="3932" y="13406"/>
                    <a:pt x="7766" y="13406"/>
                  </a:cubicBezTo>
                  <a:cubicBezTo>
                    <a:pt x="11600" y="12768"/>
                    <a:pt x="14156" y="9576"/>
                    <a:pt x="13517" y="5745"/>
                  </a:cubicBezTo>
                  <a:cubicBezTo>
                    <a:pt x="13517" y="3830"/>
                    <a:pt x="12239" y="2553"/>
                    <a:pt x="10961" y="1277"/>
                  </a:cubicBezTo>
                  <a:cubicBezTo>
                    <a:pt x="9683" y="0"/>
                    <a:pt x="8405" y="0"/>
                    <a:pt x="7127" y="0"/>
                  </a:cubicBezTo>
                  <a:close/>
                </a:path>
              </a:pathLst>
            </a:custGeom>
            <a:grpFill/>
            <a:ln w="6390" cap="flat">
              <a:noFill/>
              <a:prstDash val="solid"/>
              <a:miter/>
            </a:ln>
          </p:spPr>
          <p:txBody>
            <a:bodyPr rtlCol="0" anchor="ctr"/>
            <a:lstStyle/>
            <a:p>
              <a:endParaRPr lang="en-US"/>
            </a:p>
          </p:txBody>
        </p:sp>
        <p:sp>
          <p:nvSpPr>
            <p:cNvPr id="87" name="Graphic 4">
              <a:extLst>
                <a:ext uri="{FF2B5EF4-FFF2-40B4-BE49-F238E27FC236}">
                  <a16:creationId xmlns:a16="http://schemas.microsoft.com/office/drawing/2014/main" id="{1C2C9713-3D4B-685A-AE63-324312F0131B}"/>
                </a:ext>
              </a:extLst>
            </p:cNvPr>
            <p:cNvSpPr/>
            <p:nvPr/>
          </p:nvSpPr>
          <p:spPr>
            <a:xfrm>
              <a:off x="4046108" y="3824168"/>
              <a:ext cx="361670" cy="361333"/>
            </a:xfrm>
            <a:custGeom>
              <a:avLst/>
              <a:gdLst>
                <a:gd name="connsiteX0" fmla="*/ 180835 w 361670"/>
                <a:gd name="connsiteY0" fmla="*/ 0 h 361333"/>
                <a:gd name="connsiteX1" fmla="*/ 0 w 361670"/>
                <a:gd name="connsiteY1" fmla="*/ 180667 h 361333"/>
                <a:gd name="connsiteX2" fmla="*/ 180835 w 361670"/>
                <a:gd name="connsiteY2" fmla="*/ 361333 h 361333"/>
                <a:gd name="connsiteX3" fmla="*/ 361670 w 361670"/>
                <a:gd name="connsiteY3" fmla="*/ 180667 h 361333"/>
                <a:gd name="connsiteX4" fmla="*/ 180835 w 361670"/>
                <a:gd name="connsiteY4" fmla="*/ 0 h 361333"/>
                <a:gd name="connsiteX5" fmla="*/ 220453 w 361670"/>
                <a:gd name="connsiteY5" fmla="*/ 102144 h 361333"/>
                <a:gd name="connsiteX6" fmla="*/ 249846 w 361670"/>
                <a:gd name="connsiteY6" fmla="*/ 107889 h 361333"/>
                <a:gd name="connsiteX7" fmla="*/ 247291 w 361670"/>
                <a:gd name="connsiteY7" fmla="*/ 95121 h 361333"/>
                <a:gd name="connsiteX8" fmla="*/ 254958 w 361670"/>
                <a:gd name="connsiteY8" fmla="*/ 82353 h 361333"/>
                <a:gd name="connsiteX9" fmla="*/ 281796 w 361670"/>
                <a:gd name="connsiteY9" fmla="*/ 86822 h 361333"/>
                <a:gd name="connsiteX10" fmla="*/ 277323 w 361670"/>
                <a:gd name="connsiteY10" fmla="*/ 113635 h 361333"/>
                <a:gd name="connsiteX11" fmla="*/ 265821 w 361670"/>
                <a:gd name="connsiteY11" fmla="*/ 117465 h 361333"/>
                <a:gd name="connsiteX12" fmla="*/ 262626 w 361670"/>
                <a:gd name="connsiteY12" fmla="*/ 117465 h 361333"/>
                <a:gd name="connsiteX13" fmla="*/ 255597 w 361670"/>
                <a:gd name="connsiteY13" fmla="*/ 114912 h 361333"/>
                <a:gd name="connsiteX14" fmla="*/ 260071 w 361670"/>
                <a:gd name="connsiteY14" fmla="*/ 142363 h 361333"/>
                <a:gd name="connsiteX15" fmla="*/ 254958 w 361670"/>
                <a:gd name="connsiteY15" fmla="*/ 145555 h 361333"/>
                <a:gd name="connsiteX16" fmla="*/ 251763 w 361670"/>
                <a:gd name="connsiteY16" fmla="*/ 144278 h 361333"/>
                <a:gd name="connsiteX17" fmla="*/ 249846 w 361670"/>
                <a:gd name="connsiteY17" fmla="*/ 135340 h 361333"/>
                <a:gd name="connsiteX18" fmla="*/ 242178 w 361670"/>
                <a:gd name="connsiteY18" fmla="*/ 118742 h 361333"/>
                <a:gd name="connsiteX19" fmla="*/ 228121 w 361670"/>
                <a:gd name="connsiteY19" fmla="*/ 112996 h 361333"/>
                <a:gd name="connsiteX20" fmla="*/ 219175 w 361670"/>
                <a:gd name="connsiteY20" fmla="*/ 111720 h 361333"/>
                <a:gd name="connsiteX21" fmla="*/ 220453 w 361670"/>
                <a:gd name="connsiteY21" fmla="*/ 102144 h 361333"/>
                <a:gd name="connsiteX22" fmla="*/ 176362 w 361670"/>
                <a:gd name="connsiteY22" fmla="*/ 81076 h 361333"/>
                <a:gd name="connsiteX23" fmla="*/ 162304 w 361670"/>
                <a:gd name="connsiteY23" fmla="*/ 59371 h 361333"/>
                <a:gd name="connsiteX24" fmla="*/ 184669 w 361670"/>
                <a:gd name="connsiteY24" fmla="*/ 43411 h 361333"/>
                <a:gd name="connsiteX25" fmla="*/ 200644 w 361670"/>
                <a:gd name="connsiteY25" fmla="*/ 65755 h 361333"/>
                <a:gd name="connsiteX26" fmla="*/ 185947 w 361670"/>
                <a:gd name="connsiteY26" fmla="*/ 81715 h 361333"/>
                <a:gd name="connsiteX27" fmla="*/ 208951 w 361670"/>
                <a:gd name="connsiteY27" fmla="*/ 97675 h 361333"/>
                <a:gd name="connsiteX28" fmla="*/ 203839 w 361670"/>
                <a:gd name="connsiteY28" fmla="*/ 105336 h 361333"/>
                <a:gd name="connsiteX29" fmla="*/ 202561 w 361670"/>
                <a:gd name="connsiteY29" fmla="*/ 105336 h 361333"/>
                <a:gd name="connsiteX30" fmla="*/ 196171 w 361670"/>
                <a:gd name="connsiteY30" fmla="*/ 100228 h 361333"/>
                <a:gd name="connsiteX31" fmla="*/ 178918 w 361670"/>
                <a:gd name="connsiteY31" fmla="*/ 93844 h 361333"/>
                <a:gd name="connsiteX32" fmla="*/ 164860 w 361670"/>
                <a:gd name="connsiteY32" fmla="*/ 99590 h 361333"/>
                <a:gd name="connsiteX33" fmla="*/ 157832 w 361670"/>
                <a:gd name="connsiteY33" fmla="*/ 104697 h 361333"/>
                <a:gd name="connsiteX34" fmla="*/ 152719 w 361670"/>
                <a:gd name="connsiteY34" fmla="*/ 97675 h 361333"/>
                <a:gd name="connsiteX35" fmla="*/ 176362 w 361670"/>
                <a:gd name="connsiteY35" fmla="*/ 81076 h 361333"/>
                <a:gd name="connsiteX36" fmla="*/ 81152 w 361670"/>
                <a:gd name="connsiteY36" fmla="*/ 86184 h 361333"/>
                <a:gd name="connsiteX37" fmla="*/ 107990 w 361670"/>
                <a:gd name="connsiteY37" fmla="*/ 81715 h 361333"/>
                <a:gd name="connsiteX38" fmla="*/ 115658 w 361670"/>
                <a:gd name="connsiteY38" fmla="*/ 94483 h 361333"/>
                <a:gd name="connsiteX39" fmla="*/ 113102 w 361670"/>
                <a:gd name="connsiteY39" fmla="*/ 107251 h 361333"/>
                <a:gd name="connsiteX40" fmla="*/ 142496 w 361670"/>
                <a:gd name="connsiteY40" fmla="*/ 101505 h 361333"/>
                <a:gd name="connsiteX41" fmla="*/ 143774 w 361670"/>
                <a:gd name="connsiteY41" fmla="*/ 110443 h 361333"/>
                <a:gd name="connsiteX42" fmla="*/ 134828 w 361670"/>
                <a:gd name="connsiteY42" fmla="*/ 111720 h 361333"/>
                <a:gd name="connsiteX43" fmla="*/ 120770 w 361670"/>
                <a:gd name="connsiteY43" fmla="*/ 117465 h 361333"/>
                <a:gd name="connsiteX44" fmla="*/ 113102 w 361670"/>
                <a:gd name="connsiteY44" fmla="*/ 134064 h 361333"/>
                <a:gd name="connsiteX45" fmla="*/ 111185 w 361670"/>
                <a:gd name="connsiteY45" fmla="*/ 143001 h 361333"/>
                <a:gd name="connsiteX46" fmla="*/ 107990 w 361670"/>
                <a:gd name="connsiteY46" fmla="*/ 144278 h 361333"/>
                <a:gd name="connsiteX47" fmla="*/ 102878 w 361670"/>
                <a:gd name="connsiteY47" fmla="*/ 141086 h 361333"/>
                <a:gd name="connsiteX48" fmla="*/ 107990 w 361670"/>
                <a:gd name="connsiteY48" fmla="*/ 113635 h 361333"/>
                <a:gd name="connsiteX49" fmla="*/ 97766 w 361670"/>
                <a:gd name="connsiteY49" fmla="*/ 116827 h 361333"/>
                <a:gd name="connsiteX50" fmla="*/ 86264 w 361670"/>
                <a:gd name="connsiteY50" fmla="*/ 112996 h 361333"/>
                <a:gd name="connsiteX51" fmla="*/ 78596 w 361670"/>
                <a:gd name="connsiteY51" fmla="*/ 100228 h 361333"/>
                <a:gd name="connsiteX52" fmla="*/ 81152 w 361670"/>
                <a:gd name="connsiteY52" fmla="*/ 86184 h 361333"/>
                <a:gd name="connsiteX53" fmla="*/ 61982 w 361670"/>
                <a:gd name="connsiteY53" fmla="*/ 200457 h 361333"/>
                <a:gd name="connsiteX54" fmla="*/ 58788 w 361670"/>
                <a:gd name="connsiteY54" fmla="*/ 200457 h 361333"/>
                <a:gd name="connsiteX55" fmla="*/ 42813 w 361670"/>
                <a:gd name="connsiteY55" fmla="*/ 178113 h 361333"/>
                <a:gd name="connsiteX56" fmla="*/ 50480 w 361670"/>
                <a:gd name="connsiteY56" fmla="*/ 165345 h 361333"/>
                <a:gd name="connsiteX57" fmla="*/ 65177 w 361670"/>
                <a:gd name="connsiteY57" fmla="*/ 162153 h 361333"/>
                <a:gd name="connsiteX58" fmla="*/ 81152 w 361670"/>
                <a:gd name="connsiteY58" fmla="*/ 176836 h 361333"/>
                <a:gd name="connsiteX59" fmla="*/ 97127 w 361670"/>
                <a:gd name="connsiteY59" fmla="*/ 153854 h 361333"/>
                <a:gd name="connsiteX60" fmla="*/ 104795 w 361670"/>
                <a:gd name="connsiteY60" fmla="*/ 158961 h 361333"/>
                <a:gd name="connsiteX61" fmla="*/ 99683 w 361670"/>
                <a:gd name="connsiteY61" fmla="*/ 166622 h 361333"/>
                <a:gd name="connsiteX62" fmla="*/ 93293 w 361670"/>
                <a:gd name="connsiteY62" fmla="*/ 183859 h 361333"/>
                <a:gd name="connsiteX63" fmla="*/ 99044 w 361670"/>
                <a:gd name="connsiteY63" fmla="*/ 197903 h 361333"/>
                <a:gd name="connsiteX64" fmla="*/ 104156 w 361670"/>
                <a:gd name="connsiteY64" fmla="*/ 204926 h 361333"/>
                <a:gd name="connsiteX65" fmla="*/ 97766 w 361670"/>
                <a:gd name="connsiteY65" fmla="*/ 210671 h 361333"/>
                <a:gd name="connsiteX66" fmla="*/ 97127 w 361670"/>
                <a:gd name="connsiteY66" fmla="*/ 210671 h 361333"/>
                <a:gd name="connsiteX67" fmla="*/ 80513 w 361670"/>
                <a:gd name="connsiteY67" fmla="*/ 186412 h 361333"/>
                <a:gd name="connsiteX68" fmla="*/ 61982 w 361670"/>
                <a:gd name="connsiteY68" fmla="*/ 200457 h 361333"/>
                <a:gd name="connsiteX69" fmla="*/ 143134 w 361670"/>
                <a:gd name="connsiteY69" fmla="*/ 261105 h 361333"/>
                <a:gd name="connsiteX70" fmla="*/ 133549 w 361670"/>
                <a:gd name="connsiteY70" fmla="*/ 264297 h 361333"/>
                <a:gd name="connsiteX71" fmla="*/ 113741 w 361670"/>
                <a:gd name="connsiteY71" fmla="*/ 255359 h 361333"/>
                <a:gd name="connsiteX72" fmla="*/ 108629 w 361670"/>
                <a:gd name="connsiteY72" fmla="*/ 280895 h 361333"/>
                <a:gd name="connsiteX73" fmla="*/ 97127 w 361670"/>
                <a:gd name="connsiteY73" fmla="*/ 284725 h 361333"/>
                <a:gd name="connsiteX74" fmla="*/ 93932 w 361670"/>
                <a:gd name="connsiteY74" fmla="*/ 284725 h 361333"/>
                <a:gd name="connsiteX75" fmla="*/ 81152 w 361670"/>
                <a:gd name="connsiteY75" fmla="*/ 277065 h 361333"/>
                <a:gd name="connsiteX76" fmla="*/ 77957 w 361670"/>
                <a:gd name="connsiteY76" fmla="*/ 262382 h 361333"/>
                <a:gd name="connsiteX77" fmla="*/ 85625 w 361670"/>
                <a:gd name="connsiteY77" fmla="*/ 249614 h 361333"/>
                <a:gd name="connsiteX78" fmla="*/ 107351 w 361670"/>
                <a:gd name="connsiteY78" fmla="*/ 248975 h 361333"/>
                <a:gd name="connsiteX79" fmla="*/ 102878 w 361670"/>
                <a:gd name="connsiteY79" fmla="*/ 221524 h 361333"/>
                <a:gd name="connsiteX80" fmla="*/ 111824 w 361670"/>
                <a:gd name="connsiteY80" fmla="*/ 219609 h 361333"/>
                <a:gd name="connsiteX81" fmla="*/ 113741 w 361670"/>
                <a:gd name="connsiteY81" fmla="*/ 228546 h 361333"/>
                <a:gd name="connsiteX82" fmla="*/ 121409 w 361670"/>
                <a:gd name="connsiteY82" fmla="*/ 245145 h 361333"/>
                <a:gd name="connsiteX83" fmla="*/ 135467 w 361670"/>
                <a:gd name="connsiteY83" fmla="*/ 250890 h 361333"/>
                <a:gd name="connsiteX84" fmla="*/ 144412 w 361670"/>
                <a:gd name="connsiteY84" fmla="*/ 252167 h 361333"/>
                <a:gd name="connsiteX85" fmla="*/ 143134 w 361670"/>
                <a:gd name="connsiteY85" fmla="*/ 261105 h 361333"/>
                <a:gd name="connsiteX86" fmla="*/ 208312 w 361670"/>
                <a:gd name="connsiteY86" fmla="*/ 264935 h 361333"/>
                <a:gd name="connsiteX87" fmla="*/ 185947 w 361670"/>
                <a:gd name="connsiteY87" fmla="*/ 280895 h 361333"/>
                <a:gd name="connsiteX88" fmla="*/ 200644 w 361670"/>
                <a:gd name="connsiteY88" fmla="*/ 296855 h 361333"/>
                <a:gd name="connsiteX89" fmla="*/ 184669 w 361670"/>
                <a:gd name="connsiteY89" fmla="*/ 319199 h 361333"/>
                <a:gd name="connsiteX90" fmla="*/ 181474 w 361670"/>
                <a:gd name="connsiteY90" fmla="*/ 319199 h 361333"/>
                <a:gd name="connsiteX91" fmla="*/ 162304 w 361670"/>
                <a:gd name="connsiteY91" fmla="*/ 302601 h 361333"/>
                <a:gd name="connsiteX92" fmla="*/ 176362 w 361670"/>
                <a:gd name="connsiteY92" fmla="*/ 280895 h 361333"/>
                <a:gd name="connsiteX93" fmla="*/ 152080 w 361670"/>
                <a:gd name="connsiteY93" fmla="*/ 264297 h 361333"/>
                <a:gd name="connsiteX94" fmla="*/ 157192 w 361670"/>
                <a:gd name="connsiteY94" fmla="*/ 257274 h 361333"/>
                <a:gd name="connsiteX95" fmla="*/ 164221 w 361670"/>
                <a:gd name="connsiteY95" fmla="*/ 262382 h 361333"/>
                <a:gd name="connsiteX96" fmla="*/ 178279 w 361670"/>
                <a:gd name="connsiteY96" fmla="*/ 268127 h 361333"/>
                <a:gd name="connsiteX97" fmla="*/ 195532 w 361670"/>
                <a:gd name="connsiteY97" fmla="*/ 261743 h 361333"/>
                <a:gd name="connsiteX98" fmla="*/ 203200 w 361670"/>
                <a:gd name="connsiteY98" fmla="*/ 256636 h 361333"/>
                <a:gd name="connsiteX99" fmla="*/ 208312 w 361670"/>
                <a:gd name="connsiteY99" fmla="*/ 264935 h 361333"/>
                <a:gd name="connsiteX100" fmla="*/ 209590 w 361670"/>
                <a:gd name="connsiteY100" fmla="*/ 223439 h 361333"/>
                <a:gd name="connsiteX101" fmla="*/ 182752 w 361670"/>
                <a:gd name="connsiteY101" fmla="*/ 242591 h 361333"/>
                <a:gd name="connsiteX102" fmla="*/ 180196 w 361670"/>
                <a:gd name="connsiteY102" fmla="*/ 243230 h 361333"/>
                <a:gd name="connsiteX103" fmla="*/ 177640 w 361670"/>
                <a:gd name="connsiteY103" fmla="*/ 242591 h 361333"/>
                <a:gd name="connsiteX104" fmla="*/ 148885 w 361670"/>
                <a:gd name="connsiteY104" fmla="*/ 223439 h 361333"/>
                <a:gd name="connsiteX105" fmla="*/ 148247 w 361670"/>
                <a:gd name="connsiteY105" fmla="*/ 222801 h 361333"/>
                <a:gd name="connsiteX106" fmla="*/ 128438 w 361670"/>
                <a:gd name="connsiteY106" fmla="*/ 177475 h 361333"/>
                <a:gd name="connsiteX107" fmla="*/ 127799 w 361670"/>
                <a:gd name="connsiteY107" fmla="*/ 144916 h 361333"/>
                <a:gd name="connsiteX108" fmla="*/ 129716 w 361670"/>
                <a:gd name="connsiteY108" fmla="*/ 139809 h 361333"/>
                <a:gd name="connsiteX109" fmla="*/ 134828 w 361670"/>
                <a:gd name="connsiteY109" fmla="*/ 137894 h 361333"/>
                <a:gd name="connsiteX110" fmla="*/ 156553 w 361670"/>
                <a:gd name="connsiteY110" fmla="*/ 135340 h 361333"/>
                <a:gd name="connsiteX111" fmla="*/ 175084 w 361670"/>
                <a:gd name="connsiteY111" fmla="*/ 123211 h 361333"/>
                <a:gd name="connsiteX112" fmla="*/ 179557 w 361670"/>
                <a:gd name="connsiteY112" fmla="*/ 121296 h 361333"/>
                <a:gd name="connsiteX113" fmla="*/ 184030 w 361670"/>
                <a:gd name="connsiteY113" fmla="*/ 123211 h 361333"/>
                <a:gd name="connsiteX114" fmla="*/ 201283 w 361670"/>
                <a:gd name="connsiteY114" fmla="*/ 134702 h 361333"/>
                <a:gd name="connsiteX115" fmla="*/ 223648 w 361670"/>
                <a:gd name="connsiteY115" fmla="*/ 138532 h 361333"/>
                <a:gd name="connsiteX116" fmla="*/ 228121 w 361670"/>
                <a:gd name="connsiteY116" fmla="*/ 140448 h 361333"/>
                <a:gd name="connsiteX117" fmla="*/ 230038 w 361670"/>
                <a:gd name="connsiteY117" fmla="*/ 144916 h 361333"/>
                <a:gd name="connsiteX118" fmla="*/ 230038 w 361670"/>
                <a:gd name="connsiteY118" fmla="*/ 177475 h 361333"/>
                <a:gd name="connsiteX119" fmla="*/ 214063 w 361670"/>
                <a:gd name="connsiteY119" fmla="*/ 220247 h 361333"/>
                <a:gd name="connsiteX120" fmla="*/ 209590 w 361670"/>
                <a:gd name="connsiteY120" fmla="*/ 223439 h 361333"/>
                <a:gd name="connsiteX121" fmla="*/ 281796 w 361670"/>
                <a:gd name="connsiteY121" fmla="*/ 276426 h 361333"/>
                <a:gd name="connsiteX122" fmla="*/ 269016 w 361670"/>
                <a:gd name="connsiteY122" fmla="*/ 284087 h 361333"/>
                <a:gd name="connsiteX123" fmla="*/ 265821 w 361670"/>
                <a:gd name="connsiteY123" fmla="*/ 284087 h 361333"/>
                <a:gd name="connsiteX124" fmla="*/ 254319 w 361670"/>
                <a:gd name="connsiteY124" fmla="*/ 280257 h 361333"/>
                <a:gd name="connsiteX125" fmla="*/ 249208 w 361670"/>
                <a:gd name="connsiteY125" fmla="*/ 254721 h 361333"/>
                <a:gd name="connsiteX126" fmla="*/ 229399 w 361670"/>
                <a:gd name="connsiteY126" fmla="*/ 263658 h 361333"/>
                <a:gd name="connsiteX127" fmla="*/ 219814 w 361670"/>
                <a:gd name="connsiteY127" fmla="*/ 260466 h 361333"/>
                <a:gd name="connsiteX128" fmla="*/ 218536 w 361670"/>
                <a:gd name="connsiteY128" fmla="*/ 251529 h 361333"/>
                <a:gd name="connsiteX129" fmla="*/ 227482 w 361670"/>
                <a:gd name="connsiteY129" fmla="*/ 250252 h 361333"/>
                <a:gd name="connsiteX130" fmla="*/ 241540 w 361670"/>
                <a:gd name="connsiteY130" fmla="*/ 244506 h 361333"/>
                <a:gd name="connsiteX131" fmla="*/ 249208 w 361670"/>
                <a:gd name="connsiteY131" fmla="*/ 227908 h 361333"/>
                <a:gd name="connsiteX132" fmla="*/ 251124 w 361670"/>
                <a:gd name="connsiteY132" fmla="*/ 218971 h 361333"/>
                <a:gd name="connsiteX133" fmla="*/ 260071 w 361670"/>
                <a:gd name="connsiteY133" fmla="*/ 220886 h 361333"/>
                <a:gd name="connsiteX134" fmla="*/ 255597 w 361670"/>
                <a:gd name="connsiteY134" fmla="*/ 248337 h 361333"/>
                <a:gd name="connsiteX135" fmla="*/ 262626 w 361670"/>
                <a:gd name="connsiteY135" fmla="*/ 245783 h 361333"/>
                <a:gd name="connsiteX136" fmla="*/ 277323 w 361670"/>
                <a:gd name="connsiteY136" fmla="*/ 248975 h 361333"/>
                <a:gd name="connsiteX137" fmla="*/ 281796 w 361670"/>
                <a:gd name="connsiteY137" fmla="*/ 276426 h 361333"/>
                <a:gd name="connsiteX138" fmla="*/ 302883 w 361670"/>
                <a:gd name="connsiteY138" fmla="*/ 199819 h 361333"/>
                <a:gd name="connsiteX139" fmla="*/ 299688 w 361670"/>
                <a:gd name="connsiteY139" fmla="*/ 199819 h 361333"/>
                <a:gd name="connsiteX140" fmla="*/ 281157 w 361670"/>
                <a:gd name="connsiteY140" fmla="*/ 185774 h 361333"/>
                <a:gd name="connsiteX141" fmla="*/ 264543 w 361670"/>
                <a:gd name="connsiteY141" fmla="*/ 210033 h 361333"/>
                <a:gd name="connsiteX142" fmla="*/ 263904 w 361670"/>
                <a:gd name="connsiteY142" fmla="*/ 210033 h 361333"/>
                <a:gd name="connsiteX143" fmla="*/ 257514 w 361670"/>
                <a:gd name="connsiteY143" fmla="*/ 204287 h 361333"/>
                <a:gd name="connsiteX144" fmla="*/ 262626 w 361670"/>
                <a:gd name="connsiteY144" fmla="*/ 197265 h 361333"/>
                <a:gd name="connsiteX145" fmla="*/ 268377 w 361670"/>
                <a:gd name="connsiteY145" fmla="*/ 183220 h 361333"/>
                <a:gd name="connsiteX146" fmla="*/ 261987 w 361670"/>
                <a:gd name="connsiteY146" fmla="*/ 165984 h 361333"/>
                <a:gd name="connsiteX147" fmla="*/ 256876 w 361670"/>
                <a:gd name="connsiteY147" fmla="*/ 158323 h 361333"/>
                <a:gd name="connsiteX148" fmla="*/ 264543 w 361670"/>
                <a:gd name="connsiteY148" fmla="*/ 153216 h 361333"/>
                <a:gd name="connsiteX149" fmla="*/ 280518 w 361670"/>
                <a:gd name="connsiteY149" fmla="*/ 176198 h 361333"/>
                <a:gd name="connsiteX150" fmla="*/ 296493 w 361670"/>
                <a:gd name="connsiteY150" fmla="*/ 161515 h 361333"/>
                <a:gd name="connsiteX151" fmla="*/ 311190 w 361670"/>
                <a:gd name="connsiteY151" fmla="*/ 164707 h 361333"/>
                <a:gd name="connsiteX152" fmla="*/ 318858 w 361670"/>
                <a:gd name="connsiteY152" fmla="*/ 177475 h 361333"/>
                <a:gd name="connsiteX153" fmla="*/ 302883 w 361670"/>
                <a:gd name="connsiteY153" fmla="*/ 199819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361670" h="361333">
                  <a:moveTo>
                    <a:pt x="180835" y="0"/>
                  </a:moveTo>
                  <a:cubicBezTo>
                    <a:pt x="80513" y="0"/>
                    <a:pt x="0" y="81076"/>
                    <a:pt x="0" y="180667"/>
                  </a:cubicBezTo>
                  <a:cubicBezTo>
                    <a:pt x="0" y="280895"/>
                    <a:pt x="81152" y="361333"/>
                    <a:pt x="180835" y="361333"/>
                  </a:cubicBezTo>
                  <a:cubicBezTo>
                    <a:pt x="280518" y="361333"/>
                    <a:pt x="361670" y="280257"/>
                    <a:pt x="361670" y="180667"/>
                  </a:cubicBezTo>
                  <a:cubicBezTo>
                    <a:pt x="361670" y="81076"/>
                    <a:pt x="280518" y="0"/>
                    <a:pt x="180835" y="0"/>
                  </a:cubicBezTo>
                  <a:close/>
                  <a:moveTo>
                    <a:pt x="220453" y="102144"/>
                  </a:moveTo>
                  <a:cubicBezTo>
                    <a:pt x="228121" y="96398"/>
                    <a:pt x="238983" y="98952"/>
                    <a:pt x="249846" y="107889"/>
                  </a:cubicBezTo>
                  <a:cubicBezTo>
                    <a:pt x="247929" y="104059"/>
                    <a:pt x="246651" y="99590"/>
                    <a:pt x="247291" y="95121"/>
                  </a:cubicBezTo>
                  <a:cubicBezTo>
                    <a:pt x="247929" y="90014"/>
                    <a:pt x="251124" y="85545"/>
                    <a:pt x="254958" y="82353"/>
                  </a:cubicBezTo>
                  <a:cubicBezTo>
                    <a:pt x="263904" y="75969"/>
                    <a:pt x="276045" y="77884"/>
                    <a:pt x="281796" y="86822"/>
                  </a:cubicBezTo>
                  <a:cubicBezTo>
                    <a:pt x="288186" y="95760"/>
                    <a:pt x="286269" y="107889"/>
                    <a:pt x="277323" y="113635"/>
                  </a:cubicBezTo>
                  <a:cubicBezTo>
                    <a:pt x="274128" y="116188"/>
                    <a:pt x="270294" y="117465"/>
                    <a:pt x="265821" y="117465"/>
                  </a:cubicBezTo>
                  <a:cubicBezTo>
                    <a:pt x="264543" y="117465"/>
                    <a:pt x="263904" y="117465"/>
                    <a:pt x="262626" y="117465"/>
                  </a:cubicBezTo>
                  <a:cubicBezTo>
                    <a:pt x="260071" y="116827"/>
                    <a:pt x="257514" y="116188"/>
                    <a:pt x="255597" y="114912"/>
                  </a:cubicBezTo>
                  <a:cubicBezTo>
                    <a:pt x="261987" y="123211"/>
                    <a:pt x="265821" y="134064"/>
                    <a:pt x="260071" y="142363"/>
                  </a:cubicBezTo>
                  <a:cubicBezTo>
                    <a:pt x="258792" y="144278"/>
                    <a:pt x="256876" y="145555"/>
                    <a:pt x="254958" y="145555"/>
                  </a:cubicBezTo>
                  <a:cubicBezTo>
                    <a:pt x="253681" y="145555"/>
                    <a:pt x="252403" y="145555"/>
                    <a:pt x="251763" y="144278"/>
                  </a:cubicBezTo>
                  <a:cubicBezTo>
                    <a:pt x="248568" y="142363"/>
                    <a:pt x="247929" y="138532"/>
                    <a:pt x="249846" y="135340"/>
                  </a:cubicBezTo>
                  <a:cubicBezTo>
                    <a:pt x="251763" y="132148"/>
                    <a:pt x="248568" y="124488"/>
                    <a:pt x="242178" y="118742"/>
                  </a:cubicBezTo>
                  <a:cubicBezTo>
                    <a:pt x="236428" y="112996"/>
                    <a:pt x="230038" y="111081"/>
                    <a:pt x="228121" y="112996"/>
                  </a:cubicBezTo>
                  <a:cubicBezTo>
                    <a:pt x="225565" y="114912"/>
                    <a:pt x="221092" y="114273"/>
                    <a:pt x="219175" y="111720"/>
                  </a:cubicBezTo>
                  <a:cubicBezTo>
                    <a:pt x="216619" y="107889"/>
                    <a:pt x="217258" y="104059"/>
                    <a:pt x="220453" y="102144"/>
                  </a:cubicBezTo>
                  <a:close/>
                  <a:moveTo>
                    <a:pt x="176362" y="81076"/>
                  </a:moveTo>
                  <a:cubicBezTo>
                    <a:pt x="166777" y="78523"/>
                    <a:pt x="160387" y="68947"/>
                    <a:pt x="162304" y="59371"/>
                  </a:cubicBezTo>
                  <a:cubicBezTo>
                    <a:pt x="164221" y="48518"/>
                    <a:pt x="173806" y="41496"/>
                    <a:pt x="184669" y="43411"/>
                  </a:cubicBezTo>
                  <a:cubicBezTo>
                    <a:pt x="195532" y="45326"/>
                    <a:pt x="202561" y="54902"/>
                    <a:pt x="200644" y="65755"/>
                  </a:cubicBezTo>
                  <a:cubicBezTo>
                    <a:pt x="199366" y="73416"/>
                    <a:pt x="193615" y="79800"/>
                    <a:pt x="185947" y="81715"/>
                  </a:cubicBezTo>
                  <a:cubicBezTo>
                    <a:pt x="196810" y="82992"/>
                    <a:pt x="206395" y="88099"/>
                    <a:pt x="208951" y="97675"/>
                  </a:cubicBezTo>
                  <a:cubicBezTo>
                    <a:pt x="209590" y="100867"/>
                    <a:pt x="207673" y="104697"/>
                    <a:pt x="203839" y="105336"/>
                  </a:cubicBezTo>
                  <a:cubicBezTo>
                    <a:pt x="203200" y="105336"/>
                    <a:pt x="203200" y="105336"/>
                    <a:pt x="202561" y="105336"/>
                  </a:cubicBezTo>
                  <a:cubicBezTo>
                    <a:pt x="199366" y="105336"/>
                    <a:pt x="196810" y="103420"/>
                    <a:pt x="196171" y="100228"/>
                  </a:cubicBezTo>
                  <a:cubicBezTo>
                    <a:pt x="195532" y="96398"/>
                    <a:pt x="187225" y="93206"/>
                    <a:pt x="178918" y="93844"/>
                  </a:cubicBezTo>
                  <a:cubicBezTo>
                    <a:pt x="170611" y="93844"/>
                    <a:pt x="164860" y="97036"/>
                    <a:pt x="164860" y="99590"/>
                  </a:cubicBezTo>
                  <a:cubicBezTo>
                    <a:pt x="164221" y="102782"/>
                    <a:pt x="161027" y="105336"/>
                    <a:pt x="157832" y="104697"/>
                  </a:cubicBezTo>
                  <a:cubicBezTo>
                    <a:pt x="154637" y="104059"/>
                    <a:pt x="152080" y="100867"/>
                    <a:pt x="152719" y="97675"/>
                  </a:cubicBezTo>
                  <a:cubicBezTo>
                    <a:pt x="153358" y="88737"/>
                    <a:pt x="162304" y="82353"/>
                    <a:pt x="176362" y="81076"/>
                  </a:cubicBezTo>
                  <a:close/>
                  <a:moveTo>
                    <a:pt x="81152" y="86184"/>
                  </a:moveTo>
                  <a:cubicBezTo>
                    <a:pt x="87542" y="77246"/>
                    <a:pt x="99683" y="75331"/>
                    <a:pt x="107990" y="81715"/>
                  </a:cubicBezTo>
                  <a:cubicBezTo>
                    <a:pt x="112463" y="84907"/>
                    <a:pt x="115019" y="89376"/>
                    <a:pt x="115658" y="94483"/>
                  </a:cubicBezTo>
                  <a:cubicBezTo>
                    <a:pt x="116297" y="98952"/>
                    <a:pt x="115658" y="103420"/>
                    <a:pt x="113102" y="107251"/>
                  </a:cubicBezTo>
                  <a:cubicBezTo>
                    <a:pt x="123326" y="98313"/>
                    <a:pt x="134828" y="96398"/>
                    <a:pt x="142496" y="101505"/>
                  </a:cubicBezTo>
                  <a:cubicBezTo>
                    <a:pt x="145052" y="103420"/>
                    <a:pt x="145690" y="107889"/>
                    <a:pt x="143774" y="110443"/>
                  </a:cubicBezTo>
                  <a:cubicBezTo>
                    <a:pt x="141857" y="112996"/>
                    <a:pt x="137384" y="113635"/>
                    <a:pt x="134828" y="111720"/>
                  </a:cubicBezTo>
                  <a:cubicBezTo>
                    <a:pt x="132911" y="110443"/>
                    <a:pt x="126521" y="112358"/>
                    <a:pt x="120770" y="117465"/>
                  </a:cubicBezTo>
                  <a:cubicBezTo>
                    <a:pt x="114380" y="123211"/>
                    <a:pt x="111185" y="130872"/>
                    <a:pt x="113102" y="134064"/>
                  </a:cubicBezTo>
                  <a:cubicBezTo>
                    <a:pt x="115019" y="137256"/>
                    <a:pt x="114380" y="141086"/>
                    <a:pt x="111185" y="143001"/>
                  </a:cubicBezTo>
                  <a:cubicBezTo>
                    <a:pt x="109907" y="143640"/>
                    <a:pt x="108629" y="144278"/>
                    <a:pt x="107990" y="144278"/>
                  </a:cubicBezTo>
                  <a:cubicBezTo>
                    <a:pt x="106073" y="144278"/>
                    <a:pt x="103517" y="143001"/>
                    <a:pt x="102878" y="141086"/>
                  </a:cubicBezTo>
                  <a:cubicBezTo>
                    <a:pt x="97766" y="132787"/>
                    <a:pt x="100961" y="121934"/>
                    <a:pt x="107990" y="113635"/>
                  </a:cubicBezTo>
                  <a:cubicBezTo>
                    <a:pt x="104795" y="115550"/>
                    <a:pt x="101600" y="116827"/>
                    <a:pt x="97766" y="116827"/>
                  </a:cubicBezTo>
                  <a:cubicBezTo>
                    <a:pt x="93932" y="116827"/>
                    <a:pt x="90098" y="115550"/>
                    <a:pt x="86264" y="112996"/>
                  </a:cubicBezTo>
                  <a:cubicBezTo>
                    <a:pt x="81791" y="109804"/>
                    <a:pt x="79235" y="105336"/>
                    <a:pt x="78596" y="100228"/>
                  </a:cubicBezTo>
                  <a:cubicBezTo>
                    <a:pt x="77318" y="95760"/>
                    <a:pt x="77957" y="90652"/>
                    <a:pt x="81152" y="86184"/>
                  </a:cubicBezTo>
                  <a:close/>
                  <a:moveTo>
                    <a:pt x="61982" y="200457"/>
                  </a:moveTo>
                  <a:cubicBezTo>
                    <a:pt x="60704" y="200457"/>
                    <a:pt x="60065" y="200457"/>
                    <a:pt x="58788" y="200457"/>
                  </a:cubicBezTo>
                  <a:cubicBezTo>
                    <a:pt x="47925" y="198542"/>
                    <a:pt x="40895" y="188966"/>
                    <a:pt x="42813" y="178113"/>
                  </a:cubicBezTo>
                  <a:cubicBezTo>
                    <a:pt x="43451" y="173006"/>
                    <a:pt x="46646" y="168537"/>
                    <a:pt x="50480" y="165345"/>
                  </a:cubicBezTo>
                  <a:cubicBezTo>
                    <a:pt x="54953" y="162153"/>
                    <a:pt x="60065" y="160876"/>
                    <a:pt x="65177" y="162153"/>
                  </a:cubicBezTo>
                  <a:cubicBezTo>
                    <a:pt x="72845" y="163430"/>
                    <a:pt x="79235" y="169176"/>
                    <a:pt x="81152" y="176836"/>
                  </a:cubicBezTo>
                  <a:cubicBezTo>
                    <a:pt x="82430" y="165984"/>
                    <a:pt x="87542" y="156408"/>
                    <a:pt x="97127" y="153854"/>
                  </a:cubicBezTo>
                  <a:cubicBezTo>
                    <a:pt x="100322" y="153216"/>
                    <a:pt x="104156" y="155131"/>
                    <a:pt x="104795" y="158961"/>
                  </a:cubicBezTo>
                  <a:cubicBezTo>
                    <a:pt x="105434" y="162153"/>
                    <a:pt x="103517" y="165984"/>
                    <a:pt x="99683" y="166622"/>
                  </a:cubicBezTo>
                  <a:cubicBezTo>
                    <a:pt x="95849" y="167260"/>
                    <a:pt x="92654" y="175560"/>
                    <a:pt x="93293" y="183859"/>
                  </a:cubicBezTo>
                  <a:cubicBezTo>
                    <a:pt x="93932" y="192158"/>
                    <a:pt x="96488" y="197903"/>
                    <a:pt x="99044" y="197903"/>
                  </a:cubicBezTo>
                  <a:cubicBezTo>
                    <a:pt x="102239" y="198542"/>
                    <a:pt x="104795" y="201734"/>
                    <a:pt x="104156" y="204926"/>
                  </a:cubicBezTo>
                  <a:cubicBezTo>
                    <a:pt x="103517" y="208118"/>
                    <a:pt x="100961" y="210671"/>
                    <a:pt x="97766" y="210671"/>
                  </a:cubicBezTo>
                  <a:cubicBezTo>
                    <a:pt x="97766" y="210671"/>
                    <a:pt x="97127" y="210671"/>
                    <a:pt x="97127" y="210671"/>
                  </a:cubicBezTo>
                  <a:cubicBezTo>
                    <a:pt x="88181" y="209395"/>
                    <a:pt x="81791" y="199819"/>
                    <a:pt x="80513" y="186412"/>
                  </a:cubicBezTo>
                  <a:cubicBezTo>
                    <a:pt x="78596" y="194073"/>
                    <a:pt x="70928" y="200457"/>
                    <a:pt x="61982" y="200457"/>
                  </a:cubicBezTo>
                  <a:close/>
                  <a:moveTo>
                    <a:pt x="143134" y="261105"/>
                  </a:moveTo>
                  <a:cubicBezTo>
                    <a:pt x="140579" y="263020"/>
                    <a:pt x="137384" y="264297"/>
                    <a:pt x="133549" y="264297"/>
                  </a:cubicBezTo>
                  <a:cubicBezTo>
                    <a:pt x="127160" y="264297"/>
                    <a:pt x="120770" y="261105"/>
                    <a:pt x="113741" y="255359"/>
                  </a:cubicBezTo>
                  <a:cubicBezTo>
                    <a:pt x="118853" y="263658"/>
                    <a:pt x="116297" y="275149"/>
                    <a:pt x="108629" y="280895"/>
                  </a:cubicBezTo>
                  <a:cubicBezTo>
                    <a:pt x="105434" y="283449"/>
                    <a:pt x="101600" y="284725"/>
                    <a:pt x="97127" y="284725"/>
                  </a:cubicBezTo>
                  <a:cubicBezTo>
                    <a:pt x="95849" y="284725"/>
                    <a:pt x="95210" y="284725"/>
                    <a:pt x="93932" y="284725"/>
                  </a:cubicBezTo>
                  <a:cubicBezTo>
                    <a:pt x="88820" y="284087"/>
                    <a:pt x="84347" y="280895"/>
                    <a:pt x="81152" y="277065"/>
                  </a:cubicBezTo>
                  <a:cubicBezTo>
                    <a:pt x="77957" y="272596"/>
                    <a:pt x="76679" y="267489"/>
                    <a:pt x="77957" y="262382"/>
                  </a:cubicBezTo>
                  <a:cubicBezTo>
                    <a:pt x="78596" y="257274"/>
                    <a:pt x="81791" y="252806"/>
                    <a:pt x="85625" y="249614"/>
                  </a:cubicBezTo>
                  <a:cubicBezTo>
                    <a:pt x="92015" y="245145"/>
                    <a:pt x="100322" y="245145"/>
                    <a:pt x="107351" y="248975"/>
                  </a:cubicBezTo>
                  <a:cubicBezTo>
                    <a:pt x="100961" y="240676"/>
                    <a:pt x="97127" y="229823"/>
                    <a:pt x="102878" y="221524"/>
                  </a:cubicBezTo>
                  <a:cubicBezTo>
                    <a:pt x="104795" y="218332"/>
                    <a:pt x="108629" y="217694"/>
                    <a:pt x="111824" y="219609"/>
                  </a:cubicBezTo>
                  <a:cubicBezTo>
                    <a:pt x="115019" y="221524"/>
                    <a:pt x="115658" y="225355"/>
                    <a:pt x="113741" y="228546"/>
                  </a:cubicBezTo>
                  <a:cubicBezTo>
                    <a:pt x="111824" y="231738"/>
                    <a:pt x="115019" y="239399"/>
                    <a:pt x="121409" y="245145"/>
                  </a:cubicBezTo>
                  <a:cubicBezTo>
                    <a:pt x="127160" y="250890"/>
                    <a:pt x="133549" y="252806"/>
                    <a:pt x="135467" y="250890"/>
                  </a:cubicBezTo>
                  <a:cubicBezTo>
                    <a:pt x="138022" y="248975"/>
                    <a:pt x="142496" y="249614"/>
                    <a:pt x="144412" y="252167"/>
                  </a:cubicBezTo>
                  <a:cubicBezTo>
                    <a:pt x="146329" y="254721"/>
                    <a:pt x="145690" y="258551"/>
                    <a:pt x="143134" y="261105"/>
                  </a:cubicBezTo>
                  <a:close/>
                  <a:moveTo>
                    <a:pt x="208312" y="264935"/>
                  </a:moveTo>
                  <a:cubicBezTo>
                    <a:pt x="206395" y="274511"/>
                    <a:pt x="196171" y="279618"/>
                    <a:pt x="185947" y="280895"/>
                  </a:cubicBezTo>
                  <a:cubicBezTo>
                    <a:pt x="192976" y="282810"/>
                    <a:pt x="199366" y="288556"/>
                    <a:pt x="200644" y="296855"/>
                  </a:cubicBezTo>
                  <a:cubicBezTo>
                    <a:pt x="202561" y="307708"/>
                    <a:pt x="194893" y="317284"/>
                    <a:pt x="184669" y="319199"/>
                  </a:cubicBezTo>
                  <a:cubicBezTo>
                    <a:pt x="183391" y="319199"/>
                    <a:pt x="182752" y="319199"/>
                    <a:pt x="181474" y="319199"/>
                  </a:cubicBezTo>
                  <a:cubicBezTo>
                    <a:pt x="171889" y="319199"/>
                    <a:pt x="163582" y="312177"/>
                    <a:pt x="162304" y="302601"/>
                  </a:cubicBezTo>
                  <a:cubicBezTo>
                    <a:pt x="161027" y="293025"/>
                    <a:pt x="166777" y="283449"/>
                    <a:pt x="176362" y="280895"/>
                  </a:cubicBezTo>
                  <a:cubicBezTo>
                    <a:pt x="162943" y="279618"/>
                    <a:pt x="153358" y="273234"/>
                    <a:pt x="152080" y="264297"/>
                  </a:cubicBezTo>
                  <a:cubicBezTo>
                    <a:pt x="151442" y="261105"/>
                    <a:pt x="153997" y="257274"/>
                    <a:pt x="157192" y="257274"/>
                  </a:cubicBezTo>
                  <a:cubicBezTo>
                    <a:pt x="160387" y="256636"/>
                    <a:pt x="164221" y="259190"/>
                    <a:pt x="164221" y="262382"/>
                  </a:cubicBezTo>
                  <a:cubicBezTo>
                    <a:pt x="164860" y="264935"/>
                    <a:pt x="170611" y="268127"/>
                    <a:pt x="178279" y="268127"/>
                  </a:cubicBezTo>
                  <a:cubicBezTo>
                    <a:pt x="187225" y="268127"/>
                    <a:pt x="194893" y="265574"/>
                    <a:pt x="195532" y="261743"/>
                  </a:cubicBezTo>
                  <a:cubicBezTo>
                    <a:pt x="196171" y="258551"/>
                    <a:pt x="200005" y="255998"/>
                    <a:pt x="203200" y="256636"/>
                  </a:cubicBezTo>
                  <a:cubicBezTo>
                    <a:pt x="207034" y="257913"/>
                    <a:pt x="209590" y="261105"/>
                    <a:pt x="208312" y="264935"/>
                  </a:cubicBezTo>
                  <a:close/>
                  <a:moveTo>
                    <a:pt x="209590" y="223439"/>
                  </a:moveTo>
                  <a:cubicBezTo>
                    <a:pt x="201922" y="231100"/>
                    <a:pt x="192337" y="238122"/>
                    <a:pt x="182752" y="242591"/>
                  </a:cubicBezTo>
                  <a:cubicBezTo>
                    <a:pt x="182113" y="243230"/>
                    <a:pt x="180835" y="243230"/>
                    <a:pt x="180196" y="243230"/>
                  </a:cubicBezTo>
                  <a:cubicBezTo>
                    <a:pt x="179557" y="243230"/>
                    <a:pt x="178279" y="243230"/>
                    <a:pt x="177640" y="242591"/>
                  </a:cubicBezTo>
                  <a:cubicBezTo>
                    <a:pt x="166777" y="237484"/>
                    <a:pt x="157192" y="231100"/>
                    <a:pt x="148885" y="223439"/>
                  </a:cubicBezTo>
                  <a:lnTo>
                    <a:pt x="148247" y="222801"/>
                  </a:lnTo>
                  <a:cubicBezTo>
                    <a:pt x="136106" y="211310"/>
                    <a:pt x="129077" y="194711"/>
                    <a:pt x="128438" y="177475"/>
                  </a:cubicBezTo>
                  <a:lnTo>
                    <a:pt x="127799" y="144916"/>
                  </a:lnTo>
                  <a:cubicBezTo>
                    <a:pt x="127799" y="143001"/>
                    <a:pt x="128438" y="141086"/>
                    <a:pt x="129716" y="139809"/>
                  </a:cubicBezTo>
                  <a:cubicBezTo>
                    <a:pt x="130994" y="138532"/>
                    <a:pt x="132911" y="137894"/>
                    <a:pt x="134828" y="137894"/>
                  </a:cubicBezTo>
                  <a:cubicBezTo>
                    <a:pt x="139939" y="138532"/>
                    <a:pt x="147607" y="138532"/>
                    <a:pt x="156553" y="135340"/>
                  </a:cubicBezTo>
                  <a:cubicBezTo>
                    <a:pt x="165499" y="132148"/>
                    <a:pt x="171250" y="127041"/>
                    <a:pt x="175084" y="123211"/>
                  </a:cubicBezTo>
                  <a:cubicBezTo>
                    <a:pt x="176362" y="121934"/>
                    <a:pt x="177640" y="121296"/>
                    <a:pt x="179557" y="121296"/>
                  </a:cubicBezTo>
                  <a:cubicBezTo>
                    <a:pt x="181474" y="121296"/>
                    <a:pt x="182752" y="121934"/>
                    <a:pt x="184030" y="123211"/>
                  </a:cubicBezTo>
                  <a:cubicBezTo>
                    <a:pt x="189142" y="128318"/>
                    <a:pt x="194893" y="132148"/>
                    <a:pt x="201283" y="134702"/>
                  </a:cubicBezTo>
                  <a:cubicBezTo>
                    <a:pt x="208312" y="137256"/>
                    <a:pt x="215980" y="138532"/>
                    <a:pt x="223648" y="138532"/>
                  </a:cubicBezTo>
                  <a:cubicBezTo>
                    <a:pt x="225565" y="138532"/>
                    <a:pt x="226843" y="139171"/>
                    <a:pt x="228121" y="140448"/>
                  </a:cubicBezTo>
                  <a:cubicBezTo>
                    <a:pt x="229399" y="141724"/>
                    <a:pt x="230038" y="143640"/>
                    <a:pt x="230038" y="144916"/>
                  </a:cubicBezTo>
                  <a:lnTo>
                    <a:pt x="230038" y="177475"/>
                  </a:lnTo>
                  <a:cubicBezTo>
                    <a:pt x="230038" y="193435"/>
                    <a:pt x="224287" y="208756"/>
                    <a:pt x="214063" y="220247"/>
                  </a:cubicBezTo>
                  <a:cubicBezTo>
                    <a:pt x="212146" y="220886"/>
                    <a:pt x="210868" y="222163"/>
                    <a:pt x="209590" y="223439"/>
                  </a:cubicBezTo>
                  <a:close/>
                  <a:moveTo>
                    <a:pt x="281796" y="276426"/>
                  </a:moveTo>
                  <a:cubicBezTo>
                    <a:pt x="278601" y="280895"/>
                    <a:pt x="274128" y="283449"/>
                    <a:pt x="269016" y="284087"/>
                  </a:cubicBezTo>
                  <a:cubicBezTo>
                    <a:pt x="267738" y="284087"/>
                    <a:pt x="267099" y="284087"/>
                    <a:pt x="265821" y="284087"/>
                  </a:cubicBezTo>
                  <a:cubicBezTo>
                    <a:pt x="261987" y="284087"/>
                    <a:pt x="258153" y="282810"/>
                    <a:pt x="254319" y="280257"/>
                  </a:cubicBezTo>
                  <a:cubicBezTo>
                    <a:pt x="246013" y="274511"/>
                    <a:pt x="244096" y="263020"/>
                    <a:pt x="249208" y="254721"/>
                  </a:cubicBezTo>
                  <a:cubicBezTo>
                    <a:pt x="242818" y="260466"/>
                    <a:pt x="235788" y="263658"/>
                    <a:pt x="229399" y="263658"/>
                  </a:cubicBezTo>
                  <a:cubicBezTo>
                    <a:pt x="225565" y="263658"/>
                    <a:pt x="222370" y="262382"/>
                    <a:pt x="219814" y="260466"/>
                  </a:cubicBezTo>
                  <a:cubicBezTo>
                    <a:pt x="217258" y="258551"/>
                    <a:pt x="216619" y="254082"/>
                    <a:pt x="218536" y="251529"/>
                  </a:cubicBezTo>
                  <a:cubicBezTo>
                    <a:pt x="220453" y="248975"/>
                    <a:pt x="224926" y="248337"/>
                    <a:pt x="227482" y="250252"/>
                  </a:cubicBezTo>
                  <a:cubicBezTo>
                    <a:pt x="229399" y="251529"/>
                    <a:pt x="235788" y="249614"/>
                    <a:pt x="241540" y="244506"/>
                  </a:cubicBezTo>
                  <a:cubicBezTo>
                    <a:pt x="247929" y="238761"/>
                    <a:pt x="251124" y="231100"/>
                    <a:pt x="249208" y="227908"/>
                  </a:cubicBezTo>
                  <a:cubicBezTo>
                    <a:pt x="247291" y="224716"/>
                    <a:pt x="247929" y="220886"/>
                    <a:pt x="251124" y="218971"/>
                  </a:cubicBezTo>
                  <a:cubicBezTo>
                    <a:pt x="254319" y="217055"/>
                    <a:pt x="258153" y="217694"/>
                    <a:pt x="260071" y="220886"/>
                  </a:cubicBezTo>
                  <a:cubicBezTo>
                    <a:pt x="265182" y="229185"/>
                    <a:pt x="261987" y="240038"/>
                    <a:pt x="255597" y="248337"/>
                  </a:cubicBezTo>
                  <a:cubicBezTo>
                    <a:pt x="257514" y="247060"/>
                    <a:pt x="260071" y="246422"/>
                    <a:pt x="262626" y="245783"/>
                  </a:cubicBezTo>
                  <a:cubicBezTo>
                    <a:pt x="267738" y="245145"/>
                    <a:pt x="272850" y="246422"/>
                    <a:pt x="277323" y="248975"/>
                  </a:cubicBezTo>
                  <a:cubicBezTo>
                    <a:pt x="286269" y="255998"/>
                    <a:pt x="288186" y="268127"/>
                    <a:pt x="281796" y="276426"/>
                  </a:cubicBezTo>
                  <a:close/>
                  <a:moveTo>
                    <a:pt x="302883" y="199819"/>
                  </a:moveTo>
                  <a:cubicBezTo>
                    <a:pt x="301605" y="199819"/>
                    <a:pt x="300966" y="199819"/>
                    <a:pt x="299688" y="199819"/>
                  </a:cubicBezTo>
                  <a:cubicBezTo>
                    <a:pt x="290742" y="199819"/>
                    <a:pt x="283074" y="194073"/>
                    <a:pt x="281157" y="185774"/>
                  </a:cubicBezTo>
                  <a:cubicBezTo>
                    <a:pt x="279879" y="199180"/>
                    <a:pt x="273489" y="208756"/>
                    <a:pt x="264543" y="210033"/>
                  </a:cubicBezTo>
                  <a:cubicBezTo>
                    <a:pt x="264543" y="210033"/>
                    <a:pt x="263904" y="210033"/>
                    <a:pt x="263904" y="210033"/>
                  </a:cubicBezTo>
                  <a:cubicBezTo>
                    <a:pt x="260709" y="210033"/>
                    <a:pt x="258153" y="207479"/>
                    <a:pt x="257514" y="204287"/>
                  </a:cubicBezTo>
                  <a:cubicBezTo>
                    <a:pt x="256876" y="201095"/>
                    <a:pt x="259431" y="197265"/>
                    <a:pt x="262626" y="197265"/>
                  </a:cubicBezTo>
                  <a:cubicBezTo>
                    <a:pt x="265182" y="196627"/>
                    <a:pt x="268377" y="190881"/>
                    <a:pt x="268377" y="183220"/>
                  </a:cubicBezTo>
                  <a:cubicBezTo>
                    <a:pt x="269016" y="174283"/>
                    <a:pt x="265821" y="166622"/>
                    <a:pt x="261987" y="165984"/>
                  </a:cubicBezTo>
                  <a:cubicBezTo>
                    <a:pt x="258792" y="165345"/>
                    <a:pt x="256236" y="161515"/>
                    <a:pt x="256876" y="158323"/>
                  </a:cubicBezTo>
                  <a:cubicBezTo>
                    <a:pt x="257514" y="155131"/>
                    <a:pt x="261348" y="152577"/>
                    <a:pt x="264543" y="153216"/>
                  </a:cubicBezTo>
                  <a:cubicBezTo>
                    <a:pt x="274128" y="155131"/>
                    <a:pt x="279240" y="165345"/>
                    <a:pt x="280518" y="176198"/>
                  </a:cubicBezTo>
                  <a:cubicBezTo>
                    <a:pt x="282435" y="169176"/>
                    <a:pt x="288186" y="162792"/>
                    <a:pt x="296493" y="161515"/>
                  </a:cubicBezTo>
                  <a:cubicBezTo>
                    <a:pt x="301605" y="160876"/>
                    <a:pt x="306717" y="162153"/>
                    <a:pt x="311190" y="164707"/>
                  </a:cubicBezTo>
                  <a:cubicBezTo>
                    <a:pt x="315663" y="167899"/>
                    <a:pt x="318219" y="172368"/>
                    <a:pt x="318858" y="177475"/>
                  </a:cubicBezTo>
                  <a:cubicBezTo>
                    <a:pt x="320775" y="188327"/>
                    <a:pt x="313746" y="198542"/>
                    <a:pt x="302883" y="199819"/>
                  </a:cubicBezTo>
                  <a:close/>
                </a:path>
              </a:pathLst>
            </a:custGeom>
            <a:grpFill/>
            <a:ln w="6390" cap="flat">
              <a:noFill/>
              <a:prstDash val="solid"/>
              <a:miter/>
            </a:ln>
          </p:spPr>
          <p:txBody>
            <a:bodyPr rtlCol="0" anchor="ctr"/>
            <a:lstStyle/>
            <a:p>
              <a:endParaRPr lang="en-US"/>
            </a:p>
          </p:txBody>
        </p:sp>
        <p:sp>
          <p:nvSpPr>
            <p:cNvPr id="111" name="Graphic 4">
              <a:extLst>
                <a:ext uri="{FF2B5EF4-FFF2-40B4-BE49-F238E27FC236}">
                  <a16:creationId xmlns:a16="http://schemas.microsoft.com/office/drawing/2014/main" id="{3AF9B8D7-8F67-F98C-F5A8-B7D3A5A79C49}"/>
                </a:ext>
              </a:extLst>
            </p:cNvPr>
            <p:cNvSpPr/>
            <p:nvPr/>
          </p:nvSpPr>
          <p:spPr>
            <a:xfrm>
              <a:off x="4305703" y="4082882"/>
              <a:ext cx="13092" cy="13243"/>
            </a:xfrm>
            <a:custGeom>
              <a:avLst/>
              <a:gdLst>
                <a:gd name="connsiteX0" fmla="*/ 1115 w 13092"/>
                <a:gd name="connsiteY0" fmla="*/ 2390 h 13243"/>
                <a:gd name="connsiteX1" fmla="*/ 1115 w 13092"/>
                <a:gd name="connsiteY1" fmla="*/ 2390 h 13243"/>
                <a:gd name="connsiteX2" fmla="*/ 2393 w 13092"/>
                <a:gd name="connsiteY2" fmla="*/ 11966 h 13243"/>
                <a:gd name="connsiteX3" fmla="*/ 7505 w 13092"/>
                <a:gd name="connsiteY3" fmla="*/ 13243 h 13243"/>
                <a:gd name="connsiteX4" fmla="*/ 11978 w 13092"/>
                <a:gd name="connsiteY4" fmla="*/ 10689 h 13243"/>
                <a:gd name="connsiteX5" fmla="*/ 10700 w 13092"/>
                <a:gd name="connsiteY5" fmla="*/ 1113 h 13243"/>
                <a:gd name="connsiteX6" fmla="*/ 1115 w 13092"/>
                <a:gd name="connsiteY6" fmla="*/ 2390 h 13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092" h="13243">
                  <a:moveTo>
                    <a:pt x="1115" y="2390"/>
                  </a:moveTo>
                  <a:lnTo>
                    <a:pt x="1115" y="2390"/>
                  </a:lnTo>
                  <a:cubicBezTo>
                    <a:pt x="-802" y="5582"/>
                    <a:pt x="-163" y="9413"/>
                    <a:pt x="2393" y="11966"/>
                  </a:cubicBezTo>
                  <a:cubicBezTo>
                    <a:pt x="3671" y="13243"/>
                    <a:pt x="5588" y="13243"/>
                    <a:pt x="7505" y="13243"/>
                  </a:cubicBezTo>
                  <a:cubicBezTo>
                    <a:pt x="9421" y="13243"/>
                    <a:pt x="10700" y="11966"/>
                    <a:pt x="11978" y="10689"/>
                  </a:cubicBezTo>
                  <a:cubicBezTo>
                    <a:pt x="13894" y="7497"/>
                    <a:pt x="13256" y="3667"/>
                    <a:pt x="10700" y="1113"/>
                  </a:cubicBezTo>
                  <a:cubicBezTo>
                    <a:pt x="7505" y="-802"/>
                    <a:pt x="3032" y="-163"/>
                    <a:pt x="1115" y="2390"/>
                  </a:cubicBezTo>
                  <a:close/>
                </a:path>
              </a:pathLst>
            </a:custGeom>
            <a:grpFill/>
            <a:ln w="6390" cap="flat">
              <a:noFill/>
              <a:prstDash val="solid"/>
              <a:miter/>
            </a:ln>
          </p:spPr>
          <p:txBody>
            <a:bodyPr rtlCol="0" anchor="ctr"/>
            <a:lstStyle/>
            <a:p>
              <a:endParaRPr lang="en-US"/>
            </a:p>
          </p:txBody>
        </p:sp>
      </p:grpSp>
    </p:spTree>
    <p:extLst>
      <p:ext uri="{BB962C8B-B14F-4D97-AF65-F5344CB8AC3E}">
        <p14:creationId xmlns:p14="http://schemas.microsoft.com/office/powerpoint/2010/main" val="575742730"/>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21D6F8B-654F-854A-9DBF-9C1C5296E7E4}"/>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graphicFrame>
        <p:nvGraphicFramePr>
          <p:cNvPr id="2" name="think-cell data - do not delete" hidden="1">
            <a:extLst>
              <a:ext uri="{FF2B5EF4-FFF2-40B4-BE49-F238E27FC236}">
                <a16:creationId xmlns:a16="http://schemas.microsoft.com/office/drawing/2014/main" id="{E531ED91-F42D-14E9-452F-B99D39D1422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2" name="think-cell data - do not delete" hidden="1">
                        <a:extLst>
                          <a:ext uri="{FF2B5EF4-FFF2-40B4-BE49-F238E27FC236}">
                            <a16:creationId xmlns:a16="http://schemas.microsoft.com/office/drawing/2014/main" id="{E531ED91-F42D-14E9-452F-B99D39D1422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extBox 4">
            <a:extLst>
              <a:ext uri="{FF2B5EF4-FFF2-40B4-BE49-F238E27FC236}">
                <a16:creationId xmlns:a16="http://schemas.microsoft.com/office/drawing/2014/main" id="{58459B0F-43A4-1729-7037-A5C7DC5D7504}"/>
              </a:ext>
            </a:extLst>
          </p:cNvPr>
          <p:cNvSpPr txBox="1"/>
          <p:nvPr/>
        </p:nvSpPr>
        <p:spPr>
          <a:xfrm>
            <a:off x="241738" y="4860704"/>
            <a:ext cx="2039008" cy="584775"/>
          </a:xfrm>
          <a:prstGeom prst="rect">
            <a:avLst/>
          </a:prstGeom>
          <a:noFill/>
        </p:spPr>
        <p:txBody>
          <a:bodyPr wrap="square">
            <a:spAutoFit/>
          </a:bodyPr>
          <a:lstStyle/>
          <a:p>
            <a:r>
              <a:rPr lang="en-US" sz="3200" b="1">
                <a:solidFill>
                  <a:schemeClr val="bg1"/>
                </a:solidFill>
                <a:latin typeface="Dubai Light" panose="020B0303030403030204" pitchFamily="34" charset="-78"/>
                <a:ea typeface="Verdana" panose="020B0604030504040204" pitchFamily="34" charset="0"/>
                <a:cs typeface="Dubai Light" panose="020B0303030403030204" pitchFamily="34" charset="-78"/>
              </a:rPr>
              <a:t>A g e n d a</a:t>
            </a:r>
            <a:endParaRPr lang="en-US" sz="3200" b="1">
              <a:solidFill>
                <a:schemeClr val="bg1"/>
              </a:solidFill>
              <a:latin typeface="Dubai Light" panose="020B0303030403030204" pitchFamily="34" charset="-78"/>
              <a:cs typeface="Dubai Light" panose="020B0303030403030204" pitchFamily="34" charset="-78"/>
            </a:endParaRPr>
          </a:p>
        </p:txBody>
      </p:sp>
      <p:sp>
        <p:nvSpPr>
          <p:cNvPr id="3" name="TextBox 2">
            <a:extLst>
              <a:ext uri="{FF2B5EF4-FFF2-40B4-BE49-F238E27FC236}">
                <a16:creationId xmlns:a16="http://schemas.microsoft.com/office/drawing/2014/main" id="{6B402CD6-9D58-A11C-B706-73AA542395F2}"/>
              </a:ext>
            </a:extLst>
          </p:cNvPr>
          <p:cNvSpPr txBox="1"/>
          <p:nvPr/>
        </p:nvSpPr>
        <p:spPr>
          <a:xfrm>
            <a:off x="478378" y="5268310"/>
            <a:ext cx="1565727" cy="1446550"/>
          </a:xfrm>
          <a:prstGeom prst="rect">
            <a:avLst/>
          </a:prstGeom>
          <a:noFill/>
        </p:spPr>
        <p:txBody>
          <a:bodyPr wrap="square">
            <a:spAutoFit/>
          </a:bodyPr>
          <a:lstStyle/>
          <a:p>
            <a:r>
              <a:rPr lang="en-US" sz="7200" b="1">
                <a:solidFill>
                  <a:schemeClr val="bg1"/>
                </a:solidFill>
                <a:latin typeface="Dubai Light" panose="020B0303030403030204" pitchFamily="34" charset="-78"/>
                <a:ea typeface="Verdana" panose="020B0604030504040204" pitchFamily="34" charset="0"/>
                <a:cs typeface="Dubai Light" panose="020B0303030403030204" pitchFamily="34" charset="-78"/>
              </a:rPr>
              <a:t>0</a:t>
            </a:r>
            <a:r>
              <a:rPr lang="en-US" sz="8800" b="1">
                <a:solidFill>
                  <a:schemeClr val="bg1"/>
                </a:solidFill>
                <a:latin typeface="Dubai Light" panose="020B0303030403030204" pitchFamily="34" charset="-78"/>
                <a:ea typeface="Verdana" panose="020B0604030504040204" pitchFamily="34" charset="0"/>
                <a:cs typeface="Dubai Light" panose="020B0303030403030204" pitchFamily="34" charset="-78"/>
              </a:rPr>
              <a:t>3</a:t>
            </a:r>
            <a:endParaRPr lang="en-US" sz="7200" b="1">
              <a:solidFill>
                <a:schemeClr val="bg1"/>
              </a:solidFill>
              <a:latin typeface="Dubai Light" panose="020B0303030403030204" pitchFamily="34" charset="-78"/>
              <a:cs typeface="Dubai Light" panose="020B0303030403030204" pitchFamily="34" charset="-78"/>
            </a:endParaRPr>
          </a:p>
        </p:txBody>
      </p:sp>
      <p:sp>
        <p:nvSpPr>
          <p:cNvPr id="4" name="TextBox 3">
            <a:extLst>
              <a:ext uri="{FF2B5EF4-FFF2-40B4-BE49-F238E27FC236}">
                <a16:creationId xmlns:a16="http://schemas.microsoft.com/office/drawing/2014/main" id="{4F9180F4-B7E3-A162-DC9F-7345F1C28F8A}"/>
              </a:ext>
            </a:extLst>
          </p:cNvPr>
          <p:cNvSpPr txBox="1"/>
          <p:nvPr/>
        </p:nvSpPr>
        <p:spPr>
          <a:xfrm>
            <a:off x="2207172" y="5264742"/>
            <a:ext cx="9458995" cy="918270"/>
          </a:xfrm>
          <a:prstGeom prst="snip2DiagRect">
            <a:avLst/>
          </a:prstGeom>
          <a:solidFill>
            <a:schemeClr val="accent5"/>
          </a:solidFill>
        </p:spPr>
        <p:txBody>
          <a:bodyPr wrap="square" anchor="ctr">
            <a:spAutoFit/>
          </a:bodyPr>
          <a:lstStyle/>
          <a:p>
            <a:r>
              <a:rPr lang="en-US" sz="4400" b="1">
                <a:solidFill>
                  <a:schemeClr val="bg1"/>
                </a:solidFill>
                <a:latin typeface="Dubai Light" panose="020B0303030403030204" pitchFamily="34" charset="-78"/>
                <a:ea typeface="Verdana" panose="020B0604030504040204" pitchFamily="34" charset="0"/>
                <a:cs typeface="Dubai Light" panose="020B0303030403030204" pitchFamily="34" charset="-78"/>
              </a:rPr>
              <a:t>Next Steps / Way Forward</a:t>
            </a:r>
          </a:p>
        </p:txBody>
      </p:sp>
    </p:spTree>
    <p:extLst>
      <p:ext uri="{BB962C8B-B14F-4D97-AF65-F5344CB8AC3E}">
        <p14:creationId xmlns:p14="http://schemas.microsoft.com/office/powerpoint/2010/main" val="22307865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85E75AA5-7793-42EB-A8A1-2973E74D202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10" name="Object 9" hidden="1">
                        <a:extLst>
                          <a:ext uri="{FF2B5EF4-FFF2-40B4-BE49-F238E27FC236}">
                            <a16:creationId xmlns:a16="http://schemas.microsoft.com/office/drawing/2014/main" id="{85E75AA5-7793-42EB-A8A1-2973E74D202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tangle 4">
            <a:extLst>
              <a:ext uri="{FF2B5EF4-FFF2-40B4-BE49-F238E27FC236}">
                <a16:creationId xmlns:a16="http://schemas.microsoft.com/office/drawing/2014/main" id="{EF03EBE7-250F-9C08-632F-10D211D79A6E}"/>
              </a:ext>
            </a:extLst>
          </p:cNvPr>
          <p:cNvSpPr/>
          <p:nvPr/>
        </p:nvSpPr>
        <p:spPr bwMode="gray">
          <a:xfrm>
            <a:off x="560711" y="1008160"/>
            <a:ext cx="11137992" cy="5392640"/>
          </a:xfrm>
          <a:prstGeom prst="rect">
            <a:avLst/>
          </a:prstGeom>
          <a:solidFill>
            <a:schemeClr val="bg1"/>
          </a:solidFill>
          <a:ln w="19050" algn="ctr">
            <a:noFill/>
            <a:miter lim="800000"/>
            <a:headEnd/>
            <a:tailEnd/>
          </a:ln>
          <a:effectLst>
            <a:outerShdw blurRad="50800" dist="38100" dir="5400000" algn="t" rotWithShape="0">
              <a:prstClr val="black">
                <a:alpha val="40000"/>
              </a:prstClr>
            </a:outerShdw>
          </a:effectLst>
        </p:spPr>
        <p:txBody>
          <a:bodyPr wrap="square" lIns="88900" tIns="88900" rIns="88900" bIns="88900" rtlCol="0" anchor="ctr"/>
          <a:lstStyle/>
          <a:p>
            <a:pPr algn="ctr">
              <a:lnSpc>
                <a:spcPct val="106000"/>
              </a:lnSpc>
              <a:buFont typeface="Wingdings 2" pitchFamily="18" charset="2"/>
              <a:buNone/>
            </a:pPr>
            <a:endParaRPr lang="en-US" sz="1200" b="1">
              <a:solidFill>
                <a:schemeClr val="bg1"/>
              </a:solidFill>
              <a:latin typeface="Arial" panose="020B0604020202020204" pitchFamily="34" charset="0"/>
              <a:cs typeface="Arial" panose="020B0604020202020204" pitchFamily="34" charset="0"/>
            </a:endParaRPr>
          </a:p>
        </p:txBody>
      </p:sp>
      <p:sp>
        <p:nvSpPr>
          <p:cNvPr id="2" name="Text Placeholder 1"/>
          <p:cNvSpPr>
            <a:spLocks noGrp="1"/>
          </p:cNvSpPr>
          <p:nvPr>
            <p:ph type="body" sz="quarter" idx="13"/>
          </p:nvPr>
        </p:nvSpPr>
        <p:spPr>
          <a:xfrm>
            <a:off x="514664" y="651599"/>
            <a:ext cx="11456571" cy="283824"/>
          </a:xfrm>
        </p:spPr>
        <p:txBody>
          <a:bodyPr/>
          <a:lstStyle/>
          <a:p>
            <a:pPr algn="just"/>
            <a:r>
              <a:rPr lang="en-US" sz="1400">
                <a:solidFill>
                  <a:schemeClr val="tx1">
                    <a:lumMod val="65000"/>
                    <a:lumOff val="35000"/>
                  </a:schemeClr>
                </a:solidFill>
                <a:latin typeface="Arial" panose="020B0604020202020204" pitchFamily="34" charset="0"/>
                <a:cs typeface="Arial" panose="020B0604020202020204" pitchFamily="34" charset="0"/>
              </a:rPr>
              <a:t>Way forward to ensure seamless and timely project execution </a:t>
            </a:r>
          </a:p>
        </p:txBody>
      </p:sp>
      <p:sp>
        <p:nvSpPr>
          <p:cNvPr id="6" name="Title 5"/>
          <p:cNvSpPr>
            <a:spLocks noGrp="1"/>
          </p:cNvSpPr>
          <p:nvPr>
            <p:ph type="title"/>
          </p:nvPr>
        </p:nvSpPr>
        <p:spPr/>
        <p:txBody>
          <a:bodyPr vert="horz"/>
          <a:lstStyle/>
          <a:p>
            <a:r>
              <a:rPr lang="en-US" sz="2000" b="1">
                <a:latin typeface="Arial" panose="020B0604020202020204" pitchFamily="34" charset="0"/>
                <a:cs typeface="Arial" panose="020B0604020202020204" pitchFamily="34" charset="0"/>
              </a:rPr>
              <a:t>Next Steps for the engagement</a:t>
            </a:r>
          </a:p>
        </p:txBody>
      </p:sp>
      <p:cxnSp>
        <p:nvCxnSpPr>
          <p:cNvPr id="42" name="Straight Connector 41">
            <a:extLst>
              <a:ext uri="{FF2B5EF4-FFF2-40B4-BE49-F238E27FC236}">
                <a16:creationId xmlns:a16="http://schemas.microsoft.com/office/drawing/2014/main" id="{C3307A9C-FA80-4775-B35A-1A643EF2A1BC}"/>
              </a:ext>
            </a:extLst>
          </p:cNvPr>
          <p:cNvCxnSpPr/>
          <p:nvPr/>
        </p:nvCxnSpPr>
        <p:spPr>
          <a:xfrm flipV="1">
            <a:off x="514664" y="889684"/>
            <a:ext cx="111960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213B02BA-D0EF-5DAC-0DAC-15548701862B}"/>
              </a:ext>
            </a:extLst>
          </p:cNvPr>
          <p:cNvSpPr/>
          <p:nvPr/>
        </p:nvSpPr>
        <p:spPr bwMode="gray">
          <a:xfrm>
            <a:off x="546077" y="1008161"/>
            <a:ext cx="5089409" cy="283824"/>
          </a:xfrm>
          <a:prstGeom prst="rect">
            <a:avLst/>
          </a:prstGeom>
          <a:solidFill>
            <a:srgbClr val="26890D"/>
          </a:solidFill>
          <a:ln w="19050" algn="ctr">
            <a:noFill/>
            <a:miter lim="800000"/>
            <a:headEnd/>
            <a:tailEnd/>
          </a:ln>
        </p:spPr>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a:ln>
                  <a:noFill/>
                </a:ln>
                <a:solidFill>
                  <a:prstClr val="white"/>
                </a:solidFill>
                <a:effectLst/>
                <a:uLnTx/>
                <a:uFillTx/>
                <a:latin typeface="Calibri"/>
                <a:ea typeface="+mn-ea"/>
                <a:cs typeface="+mn-cs"/>
              </a:rPr>
              <a:t> </a:t>
            </a: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NEXT STEPS – INCEPTION REPORT </a:t>
            </a:r>
          </a:p>
        </p:txBody>
      </p:sp>
      <p:sp>
        <p:nvSpPr>
          <p:cNvPr id="18" name="Freeform 3">
            <a:extLst>
              <a:ext uri="{FF2B5EF4-FFF2-40B4-BE49-F238E27FC236}">
                <a16:creationId xmlns:a16="http://schemas.microsoft.com/office/drawing/2014/main" id="{9A27E93E-52A7-89CD-94B0-76D6FDACEBA6}"/>
              </a:ext>
            </a:extLst>
          </p:cNvPr>
          <p:cNvSpPr>
            <a:spLocks/>
          </p:cNvSpPr>
          <p:nvPr/>
        </p:nvSpPr>
        <p:spPr bwMode="gray">
          <a:xfrm>
            <a:off x="644751" y="1453994"/>
            <a:ext cx="10812791" cy="768208"/>
          </a:xfrm>
          <a:prstGeom prst="roundRect">
            <a:avLst>
              <a:gd name="adj" fmla="val 17371"/>
            </a:avLst>
          </a:prstGeom>
          <a:solidFill>
            <a:schemeClr val="accent1">
              <a:lumMod val="20000"/>
              <a:lumOff val="80000"/>
            </a:schemeClr>
          </a:solidFill>
          <a:ln w="9525">
            <a:noFill/>
          </a:ln>
          <a:effectLst/>
        </p:spPr>
        <p:style>
          <a:lnRef idx="3">
            <a:schemeClr val="lt1"/>
          </a:lnRef>
          <a:fillRef idx="1">
            <a:schemeClr val="accent6"/>
          </a:fillRef>
          <a:effectRef idx="1">
            <a:schemeClr val="accent6"/>
          </a:effectRef>
          <a:fontRef idx="minor">
            <a:schemeClr val="lt1"/>
          </a:fontRef>
        </p:style>
        <p:txBody>
          <a:bodyPr wrap="square" lIns="612000" tIns="68580" rIns="68580" bIns="68580" rtlCol="0" anchor="ctr"/>
          <a:lstStyle/>
          <a:p>
            <a:pPr algn="just"/>
            <a:r>
              <a:rPr lang="en-US" sz="1400" b="1">
                <a:solidFill>
                  <a:schemeClr val="tx1"/>
                </a:solidFill>
                <a:latin typeface="Arial" panose="020B0604020202020204" pitchFamily="34" charset="0"/>
                <a:cs typeface="Arial" panose="020B0604020202020204" pitchFamily="34" charset="0"/>
              </a:rPr>
              <a:t>Survey Framework: </a:t>
            </a:r>
            <a:r>
              <a:rPr lang="en-US" sz="1400">
                <a:solidFill>
                  <a:schemeClr val="tx1"/>
                </a:solidFill>
                <a:latin typeface="Arial" panose="020B0604020202020204" pitchFamily="34" charset="0"/>
                <a:cs typeface="Arial" panose="020B0604020202020204" pitchFamily="34" charset="0"/>
              </a:rPr>
              <a:t>Establish a clear methodology by selecting appropriate survey techniques and develop a statistically sound sampling plan by defining the target population categories, sample sizes and representative sampling methods.</a:t>
            </a:r>
            <a:endParaRPr lang="en-US" sz="1400" b="1">
              <a:solidFill>
                <a:schemeClr val="tx1"/>
              </a:solidFill>
              <a:latin typeface="Arial" panose="020B0604020202020204" pitchFamily="34" charset="0"/>
              <a:cs typeface="Arial" panose="020B0604020202020204" pitchFamily="34" charset="0"/>
            </a:endParaRPr>
          </a:p>
        </p:txBody>
      </p:sp>
      <p:sp>
        <p:nvSpPr>
          <p:cNvPr id="24" name="Freeform 3">
            <a:extLst>
              <a:ext uri="{FF2B5EF4-FFF2-40B4-BE49-F238E27FC236}">
                <a16:creationId xmlns:a16="http://schemas.microsoft.com/office/drawing/2014/main" id="{80A278B5-620C-9626-B342-11887F37F9BE}"/>
              </a:ext>
            </a:extLst>
          </p:cNvPr>
          <p:cNvSpPr>
            <a:spLocks/>
          </p:cNvSpPr>
          <p:nvPr/>
        </p:nvSpPr>
        <p:spPr bwMode="gray">
          <a:xfrm>
            <a:off x="644751" y="2429006"/>
            <a:ext cx="10812791" cy="768096"/>
          </a:xfrm>
          <a:prstGeom prst="roundRect">
            <a:avLst>
              <a:gd name="adj" fmla="val 17371"/>
            </a:avLst>
          </a:prstGeom>
          <a:solidFill>
            <a:schemeClr val="accent1">
              <a:lumMod val="20000"/>
              <a:lumOff val="80000"/>
            </a:schemeClr>
          </a:solidFill>
          <a:ln w="9525">
            <a:noFill/>
          </a:ln>
          <a:effectLst/>
        </p:spPr>
        <p:style>
          <a:lnRef idx="3">
            <a:schemeClr val="lt1"/>
          </a:lnRef>
          <a:fillRef idx="1">
            <a:schemeClr val="accent6"/>
          </a:fillRef>
          <a:effectRef idx="1">
            <a:schemeClr val="accent6"/>
          </a:effectRef>
          <a:fontRef idx="minor">
            <a:schemeClr val="lt1"/>
          </a:fontRef>
        </p:style>
        <p:txBody>
          <a:bodyPr wrap="square" lIns="612000" tIns="68580" rIns="68580" bIns="68580" rtlCol="0" anchor="ctr"/>
          <a:lstStyle/>
          <a:p>
            <a:pPr algn="just"/>
            <a:r>
              <a:rPr lang="en-US" sz="1400" b="1">
                <a:solidFill>
                  <a:schemeClr val="tx1"/>
                </a:solidFill>
                <a:latin typeface="Arial" panose="020B0604020202020204" pitchFamily="34" charset="0"/>
                <a:cs typeface="Arial" panose="020B0604020202020204" pitchFamily="34" charset="0"/>
              </a:rPr>
              <a:t>Questionnaire Preparation: </a:t>
            </a:r>
            <a:r>
              <a:rPr lang="en-US" sz="1400">
                <a:solidFill>
                  <a:schemeClr val="tx1"/>
                </a:solidFill>
                <a:latin typeface="Arial" panose="020B0604020202020204" pitchFamily="34" charset="0"/>
                <a:cs typeface="Arial" panose="020B0604020202020204" pitchFamily="34" charset="0"/>
              </a:rPr>
              <a:t>Design a comprehensive questionnaire anchored to the survey objectives, ensuring questions are clear, concise, and neutral incorporating both qualitative and quantitative questions.</a:t>
            </a:r>
          </a:p>
        </p:txBody>
      </p:sp>
      <p:sp>
        <p:nvSpPr>
          <p:cNvPr id="27" name="Freeform 3">
            <a:extLst>
              <a:ext uri="{FF2B5EF4-FFF2-40B4-BE49-F238E27FC236}">
                <a16:creationId xmlns:a16="http://schemas.microsoft.com/office/drawing/2014/main" id="{1D735182-6CF1-9F65-65C5-46E255A9D0C7}"/>
              </a:ext>
            </a:extLst>
          </p:cNvPr>
          <p:cNvSpPr>
            <a:spLocks/>
          </p:cNvSpPr>
          <p:nvPr/>
        </p:nvSpPr>
        <p:spPr bwMode="gray">
          <a:xfrm>
            <a:off x="644751" y="3432412"/>
            <a:ext cx="10812791" cy="768096"/>
          </a:xfrm>
          <a:prstGeom prst="roundRect">
            <a:avLst>
              <a:gd name="adj" fmla="val 17371"/>
            </a:avLst>
          </a:prstGeom>
          <a:solidFill>
            <a:schemeClr val="accent1">
              <a:lumMod val="20000"/>
              <a:lumOff val="80000"/>
            </a:schemeClr>
          </a:solidFill>
          <a:ln w="9525">
            <a:noFill/>
          </a:ln>
          <a:effectLst/>
        </p:spPr>
        <p:style>
          <a:lnRef idx="3">
            <a:schemeClr val="lt1"/>
          </a:lnRef>
          <a:fillRef idx="1">
            <a:schemeClr val="accent6"/>
          </a:fillRef>
          <a:effectRef idx="1">
            <a:schemeClr val="accent6"/>
          </a:effectRef>
          <a:fontRef idx="minor">
            <a:schemeClr val="lt1"/>
          </a:fontRef>
        </p:style>
        <p:txBody>
          <a:bodyPr wrap="square" lIns="612000" tIns="68580" rIns="68580" bIns="68580" rtlCol="0" anchor="ctr"/>
          <a:lstStyle/>
          <a:p>
            <a:pPr algn="just"/>
            <a:r>
              <a:rPr lang="en-US" sz="1400" b="1">
                <a:solidFill>
                  <a:schemeClr val="tx1"/>
                </a:solidFill>
                <a:latin typeface="Arial" panose="020B0604020202020204" pitchFamily="34" charset="0"/>
                <a:cs typeface="Arial" panose="020B0604020202020204" pitchFamily="34" charset="0"/>
              </a:rPr>
              <a:t>Interim Cadence with DVC: </a:t>
            </a:r>
            <a:r>
              <a:rPr lang="en-US" sz="1400">
                <a:solidFill>
                  <a:schemeClr val="tx1"/>
                </a:solidFill>
                <a:latin typeface="Arial" panose="020B0604020202020204" pitchFamily="34" charset="0"/>
                <a:cs typeface="Arial" panose="020B0604020202020204" pitchFamily="34" charset="0"/>
              </a:rPr>
              <a:t>Schedule review meetings with DVC teams to share early insights, gather feedback, and ensure alignment on progress and findings.</a:t>
            </a:r>
          </a:p>
        </p:txBody>
      </p:sp>
      <p:sp>
        <p:nvSpPr>
          <p:cNvPr id="29" name="Freeform 3">
            <a:extLst>
              <a:ext uri="{FF2B5EF4-FFF2-40B4-BE49-F238E27FC236}">
                <a16:creationId xmlns:a16="http://schemas.microsoft.com/office/drawing/2014/main" id="{B009D7E0-850C-042F-C353-5BAF14DE6D0B}"/>
              </a:ext>
            </a:extLst>
          </p:cNvPr>
          <p:cNvSpPr>
            <a:spLocks/>
          </p:cNvSpPr>
          <p:nvPr/>
        </p:nvSpPr>
        <p:spPr bwMode="gray">
          <a:xfrm>
            <a:off x="644751" y="4437088"/>
            <a:ext cx="10812791" cy="768096"/>
          </a:xfrm>
          <a:prstGeom prst="roundRect">
            <a:avLst>
              <a:gd name="adj" fmla="val 17371"/>
            </a:avLst>
          </a:prstGeom>
          <a:solidFill>
            <a:schemeClr val="accent1">
              <a:lumMod val="20000"/>
              <a:lumOff val="80000"/>
            </a:schemeClr>
          </a:solidFill>
          <a:ln w="9525">
            <a:noFill/>
          </a:ln>
          <a:effectLst/>
        </p:spPr>
        <p:style>
          <a:lnRef idx="3">
            <a:schemeClr val="lt1"/>
          </a:lnRef>
          <a:fillRef idx="1">
            <a:schemeClr val="accent6"/>
          </a:fillRef>
          <a:effectRef idx="1">
            <a:schemeClr val="accent6"/>
          </a:effectRef>
          <a:fontRef idx="minor">
            <a:schemeClr val="lt1"/>
          </a:fontRef>
        </p:style>
        <p:txBody>
          <a:bodyPr wrap="square" lIns="612000" tIns="68580" rIns="68580" bIns="68580" rtlCol="0" anchor="ctr"/>
          <a:lstStyle/>
          <a:p>
            <a:pPr algn="just"/>
            <a:r>
              <a:rPr lang="en-US" sz="1400" b="1">
                <a:solidFill>
                  <a:schemeClr val="tx1"/>
                </a:solidFill>
                <a:latin typeface="Arial" panose="020B0604020202020204" pitchFamily="34" charset="0"/>
                <a:cs typeface="Arial" panose="020B0604020202020204" pitchFamily="34" charset="0"/>
              </a:rPr>
              <a:t>Finalization of the survey approach, sampling plan and questionnaire: </a:t>
            </a:r>
            <a:r>
              <a:rPr lang="en-US" sz="1400">
                <a:solidFill>
                  <a:schemeClr val="tx1"/>
                </a:solidFill>
                <a:latin typeface="Arial" panose="020B0604020202020204" pitchFamily="34" charset="0"/>
                <a:cs typeface="Arial" panose="020B0604020202020204" pitchFamily="34" charset="0"/>
              </a:rPr>
              <a:t>Refine the survey approach, sampling strategy, and questionnaire design to ensure precise data collection and reliable insights for stakeholder engagement.</a:t>
            </a:r>
          </a:p>
        </p:txBody>
      </p:sp>
      <p:grpSp>
        <p:nvGrpSpPr>
          <p:cNvPr id="43" name="Graphic 1100">
            <a:extLst>
              <a:ext uri="{FF2B5EF4-FFF2-40B4-BE49-F238E27FC236}">
                <a16:creationId xmlns:a16="http://schemas.microsoft.com/office/drawing/2014/main" id="{017CA5CA-1D68-4D66-1D3B-61FCAFEB2D5B}"/>
              </a:ext>
            </a:extLst>
          </p:cNvPr>
          <p:cNvGrpSpPr/>
          <p:nvPr/>
        </p:nvGrpSpPr>
        <p:grpSpPr>
          <a:xfrm>
            <a:off x="761593" y="1617197"/>
            <a:ext cx="411480" cy="411480"/>
            <a:chOff x="8841755" y="4797250"/>
            <a:chExt cx="362309" cy="361971"/>
          </a:xfrm>
          <a:solidFill>
            <a:schemeClr val="accent3">
              <a:lumMod val="50000"/>
            </a:schemeClr>
          </a:solidFill>
        </p:grpSpPr>
        <p:sp>
          <p:nvSpPr>
            <p:cNvPr id="44" name="Graphic 1100">
              <a:extLst>
                <a:ext uri="{FF2B5EF4-FFF2-40B4-BE49-F238E27FC236}">
                  <a16:creationId xmlns:a16="http://schemas.microsoft.com/office/drawing/2014/main" id="{16209C48-23CD-E802-C1C6-F46F054B5A53}"/>
                </a:ext>
              </a:extLst>
            </p:cNvPr>
            <p:cNvSpPr/>
            <p:nvPr/>
          </p:nvSpPr>
          <p:spPr>
            <a:xfrm>
              <a:off x="8841755" y="4797250"/>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348565 h 361971"/>
                <a:gd name="connsiteX7" fmla="*/ 12780 w 362309"/>
                <a:gd name="connsiteY7" fmla="*/ 180667 h 361971"/>
                <a:gd name="connsiteX8" fmla="*/ 180836 w 362309"/>
                <a:gd name="connsiteY8" fmla="*/ 12129 h 361971"/>
                <a:gd name="connsiteX9" fmla="*/ 349530 w 362309"/>
                <a:gd name="connsiteY9" fmla="*/ 180028 h 361971"/>
                <a:gd name="connsiteX10" fmla="*/ 349530 w 362309"/>
                <a:gd name="connsiteY10" fmla="*/ 180028 h 361971"/>
                <a:gd name="connsiteX11" fmla="*/ 181474 w 362309"/>
                <a:gd name="connsiteY11"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2309" h="361971">
                  <a:moveTo>
                    <a:pt x="181474" y="0"/>
                  </a:moveTo>
                  <a:cubicBezTo>
                    <a:pt x="81153" y="0"/>
                    <a:pt x="0" y="81077"/>
                    <a:pt x="0" y="180667"/>
                  </a:cubicBezTo>
                  <a:cubicBezTo>
                    <a:pt x="0" y="280895"/>
                    <a:pt x="81153" y="361972"/>
                    <a:pt x="180836" y="361972"/>
                  </a:cubicBezTo>
                  <a:cubicBezTo>
                    <a:pt x="281157" y="361972"/>
                    <a:pt x="362310" y="280895"/>
                    <a:pt x="362310" y="181305"/>
                  </a:cubicBezTo>
                  <a:cubicBezTo>
                    <a:pt x="362310" y="181305"/>
                    <a:pt x="362310" y="181305"/>
                    <a:pt x="362310" y="181305"/>
                  </a:cubicBezTo>
                  <a:cubicBezTo>
                    <a:pt x="362310" y="80438"/>
                    <a:pt x="281157" y="0"/>
                    <a:pt x="181474" y="0"/>
                  </a:cubicBezTo>
                  <a:close/>
                  <a:moveTo>
                    <a:pt x="181474" y="348565"/>
                  </a:moveTo>
                  <a:cubicBezTo>
                    <a:pt x="88181" y="348565"/>
                    <a:pt x="12780" y="273234"/>
                    <a:pt x="12780" y="180667"/>
                  </a:cubicBezTo>
                  <a:cubicBezTo>
                    <a:pt x="12780" y="87461"/>
                    <a:pt x="88181" y="12129"/>
                    <a:pt x="180836" y="12129"/>
                  </a:cubicBezTo>
                  <a:cubicBezTo>
                    <a:pt x="274128" y="12129"/>
                    <a:pt x="349530" y="87461"/>
                    <a:pt x="349530" y="180028"/>
                  </a:cubicBezTo>
                  <a:cubicBezTo>
                    <a:pt x="349530" y="180028"/>
                    <a:pt x="349530" y="180028"/>
                    <a:pt x="349530" y="180028"/>
                  </a:cubicBezTo>
                  <a:cubicBezTo>
                    <a:pt x="349530" y="273234"/>
                    <a:pt x="274128" y="348565"/>
                    <a:pt x="181474" y="348565"/>
                  </a:cubicBezTo>
                  <a:close/>
                </a:path>
              </a:pathLst>
            </a:custGeom>
            <a:grpFill/>
            <a:ln w="6390" cap="flat">
              <a:noFill/>
              <a:prstDash val="solid"/>
              <a:miter/>
            </a:ln>
          </p:spPr>
          <p:txBody>
            <a:bodyPr rtlCol="0" anchor="ctr"/>
            <a:lstStyle/>
            <a:p>
              <a:endParaRPr lang="en-US" sz="1400"/>
            </a:p>
          </p:txBody>
        </p:sp>
        <p:sp>
          <p:nvSpPr>
            <p:cNvPr id="45" name="Graphic 1100">
              <a:extLst>
                <a:ext uri="{FF2B5EF4-FFF2-40B4-BE49-F238E27FC236}">
                  <a16:creationId xmlns:a16="http://schemas.microsoft.com/office/drawing/2014/main" id="{0F0CDD21-B952-CA41-18B2-43AD27572670}"/>
                </a:ext>
              </a:extLst>
            </p:cNvPr>
            <p:cNvSpPr/>
            <p:nvPr/>
          </p:nvSpPr>
          <p:spPr>
            <a:xfrm>
              <a:off x="8943994" y="4869389"/>
              <a:ext cx="158470" cy="216417"/>
            </a:xfrm>
            <a:custGeom>
              <a:avLst/>
              <a:gdLst>
                <a:gd name="connsiteX0" fmla="*/ 156553 w 158470"/>
                <a:gd name="connsiteY0" fmla="*/ 52987 h 216417"/>
                <a:gd name="connsiteX1" fmla="*/ 105434 w 158470"/>
                <a:gd name="connsiteY1" fmla="*/ 1915 h 216417"/>
                <a:gd name="connsiteX2" fmla="*/ 103517 w 158470"/>
                <a:gd name="connsiteY2" fmla="*/ 638 h 216417"/>
                <a:gd name="connsiteX3" fmla="*/ 100961 w 158470"/>
                <a:gd name="connsiteY3" fmla="*/ 0 h 216417"/>
                <a:gd name="connsiteX4" fmla="*/ 6390 w 158470"/>
                <a:gd name="connsiteY4" fmla="*/ 0 h 216417"/>
                <a:gd name="connsiteX5" fmla="*/ 0 w 158470"/>
                <a:gd name="connsiteY5" fmla="*/ 6384 h 216417"/>
                <a:gd name="connsiteX6" fmla="*/ 0 w 158470"/>
                <a:gd name="connsiteY6" fmla="*/ 210033 h 216417"/>
                <a:gd name="connsiteX7" fmla="*/ 6390 w 158470"/>
                <a:gd name="connsiteY7" fmla="*/ 216417 h 216417"/>
                <a:gd name="connsiteX8" fmla="*/ 152081 w 158470"/>
                <a:gd name="connsiteY8" fmla="*/ 216417 h 216417"/>
                <a:gd name="connsiteX9" fmla="*/ 158471 w 158470"/>
                <a:gd name="connsiteY9" fmla="*/ 210033 h 216417"/>
                <a:gd name="connsiteX10" fmla="*/ 158471 w 158470"/>
                <a:gd name="connsiteY10" fmla="*/ 57456 h 216417"/>
                <a:gd name="connsiteX11" fmla="*/ 157832 w 158470"/>
                <a:gd name="connsiteY11" fmla="*/ 54902 h 216417"/>
                <a:gd name="connsiteX12" fmla="*/ 156553 w 158470"/>
                <a:gd name="connsiteY12" fmla="*/ 52987 h 216417"/>
                <a:gd name="connsiteX13" fmla="*/ 107351 w 158470"/>
                <a:gd name="connsiteY13" fmla="*/ 22344 h 216417"/>
                <a:gd name="connsiteX14" fmla="*/ 136745 w 158470"/>
                <a:gd name="connsiteY14" fmla="*/ 51710 h 216417"/>
                <a:gd name="connsiteX15" fmla="*/ 107351 w 158470"/>
                <a:gd name="connsiteY15" fmla="*/ 51710 h 216417"/>
                <a:gd name="connsiteX16" fmla="*/ 107351 w 158470"/>
                <a:gd name="connsiteY16" fmla="*/ 22344 h 216417"/>
                <a:gd name="connsiteX17" fmla="*/ 12780 w 158470"/>
                <a:gd name="connsiteY17" fmla="*/ 204287 h 216417"/>
                <a:gd name="connsiteX18" fmla="*/ 12780 w 158470"/>
                <a:gd name="connsiteY18" fmla="*/ 13406 h 216417"/>
                <a:gd name="connsiteX19" fmla="*/ 94571 w 158470"/>
                <a:gd name="connsiteY19" fmla="*/ 13406 h 216417"/>
                <a:gd name="connsiteX20" fmla="*/ 94571 w 158470"/>
                <a:gd name="connsiteY20" fmla="*/ 58094 h 216417"/>
                <a:gd name="connsiteX21" fmla="*/ 100961 w 158470"/>
                <a:gd name="connsiteY21" fmla="*/ 64478 h 216417"/>
                <a:gd name="connsiteX22" fmla="*/ 145691 w 158470"/>
                <a:gd name="connsiteY22" fmla="*/ 64478 h 216417"/>
                <a:gd name="connsiteX23" fmla="*/ 145691 w 158470"/>
                <a:gd name="connsiteY23" fmla="*/ 204287 h 216417"/>
                <a:gd name="connsiteX24" fmla="*/ 12780 w 158470"/>
                <a:gd name="connsiteY24" fmla="*/ 204287 h 216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58470" h="216417">
                  <a:moveTo>
                    <a:pt x="156553" y="52987"/>
                  </a:moveTo>
                  <a:lnTo>
                    <a:pt x="105434" y="1915"/>
                  </a:lnTo>
                  <a:cubicBezTo>
                    <a:pt x="104795" y="1277"/>
                    <a:pt x="104156" y="638"/>
                    <a:pt x="103517" y="638"/>
                  </a:cubicBezTo>
                  <a:cubicBezTo>
                    <a:pt x="102879" y="0"/>
                    <a:pt x="102239" y="0"/>
                    <a:pt x="100961" y="0"/>
                  </a:cubicBezTo>
                  <a:lnTo>
                    <a:pt x="6390" y="0"/>
                  </a:lnTo>
                  <a:cubicBezTo>
                    <a:pt x="2556" y="0"/>
                    <a:pt x="0" y="2554"/>
                    <a:pt x="0" y="6384"/>
                  </a:cubicBezTo>
                  <a:lnTo>
                    <a:pt x="0" y="210033"/>
                  </a:lnTo>
                  <a:cubicBezTo>
                    <a:pt x="0" y="213863"/>
                    <a:pt x="2556" y="216417"/>
                    <a:pt x="6390" y="216417"/>
                  </a:cubicBezTo>
                  <a:lnTo>
                    <a:pt x="152081" y="216417"/>
                  </a:lnTo>
                  <a:cubicBezTo>
                    <a:pt x="155915" y="216417"/>
                    <a:pt x="158471" y="213863"/>
                    <a:pt x="158471" y="210033"/>
                  </a:cubicBezTo>
                  <a:lnTo>
                    <a:pt x="158471" y="57456"/>
                  </a:lnTo>
                  <a:cubicBezTo>
                    <a:pt x="158471" y="56818"/>
                    <a:pt x="158471" y="55541"/>
                    <a:pt x="157832" y="54902"/>
                  </a:cubicBezTo>
                  <a:cubicBezTo>
                    <a:pt x="157193" y="54264"/>
                    <a:pt x="157193" y="53626"/>
                    <a:pt x="156553" y="52987"/>
                  </a:cubicBezTo>
                  <a:close/>
                  <a:moveTo>
                    <a:pt x="107351" y="22344"/>
                  </a:moveTo>
                  <a:lnTo>
                    <a:pt x="136745" y="51710"/>
                  </a:lnTo>
                  <a:lnTo>
                    <a:pt x="107351" y="51710"/>
                  </a:lnTo>
                  <a:lnTo>
                    <a:pt x="107351" y="22344"/>
                  </a:lnTo>
                  <a:close/>
                  <a:moveTo>
                    <a:pt x="12780" y="204287"/>
                  </a:moveTo>
                  <a:lnTo>
                    <a:pt x="12780" y="13406"/>
                  </a:lnTo>
                  <a:lnTo>
                    <a:pt x="94571" y="13406"/>
                  </a:lnTo>
                  <a:lnTo>
                    <a:pt x="94571" y="58094"/>
                  </a:lnTo>
                  <a:cubicBezTo>
                    <a:pt x="94571" y="61925"/>
                    <a:pt x="97128" y="64478"/>
                    <a:pt x="100961" y="64478"/>
                  </a:cubicBezTo>
                  <a:lnTo>
                    <a:pt x="145691" y="64478"/>
                  </a:lnTo>
                  <a:lnTo>
                    <a:pt x="145691" y="204287"/>
                  </a:lnTo>
                  <a:lnTo>
                    <a:pt x="12780" y="204287"/>
                  </a:lnTo>
                  <a:close/>
                </a:path>
              </a:pathLst>
            </a:custGeom>
            <a:grpFill/>
            <a:ln w="6390" cap="flat">
              <a:noFill/>
              <a:prstDash val="solid"/>
              <a:miter/>
            </a:ln>
          </p:spPr>
          <p:txBody>
            <a:bodyPr rtlCol="0" anchor="ctr"/>
            <a:lstStyle/>
            <a:p>
              <a:endParaRPr lang="en-US" sz="1400"/>
            </a:p>
          </p:txBody>
        </p:sp>
        <p:sp>
          <p:nvSpPr>
            <p:cNvPr id="46" name="Graphic 1100">
              <a:extLst>
                <a:ext uri="{FF2B5EF4-FFF2-40B4-BE49-F238E27FC236}">
                  <a16:creationId xmlns:a16="http://schemas.microsoft.com/office/drawing/2014/main" id="{EE2B8626-CC7E-D7E4-731A-3C633DD66EFD}"/>
                </a:ext>
              </a:extLst>
            </p:cNvPr>
            <p:cNvSpPr/>
            <p:nvPr/>
          </p:nvSpPr>
          <p:spPr>
            <a:xfrm>
              <a:off x="8972749" y="5044310"/>
              <a:ext cx="100322" cy="12767"/>
            </a:xfrm>
            <a:custGeom>
              <a:avLst/>
              <a:gdLst>
                <a:gd name="connsiteX0" fmla="*/ 93933 w 100322"/>
                <a:gd name="connsiteY0" fmla="*/ 0 h 12767"/>
                <a:gd name="connsiteX1" fmla="*/ 6390 w 100322"/>
                <a:gd name="connsiteY1" fmla="*/ 0 h 12767"/>
                <a:gd name="connsiteX2" fmla="*/ 0 w 100322"/>
                <a:gd name="connsiteY2" fmla="*/ 6384 h 12767"/>
                <a:gd name="connsiteX3" fmla="*/ 6390 w 100322"/>
                <a:gd name="connsiteY3" fmla="*/ 12768 h 12767"/>
                <a:gd name="connsiteX4" fmla="*/ 93933 w 100322"/>
                <a:gd name="connsiteY4" fmla="*/ 12768 h 12767"/>
                <a:gd name="connsiteX5" fmla="*/ 100322 w 100322"/>
                <a:gd name="connsiteY5" fmla="*/ 6384 h 12767"/>
                <a:gd name="connsiteX6" fmla="*/ 93933 w 100322"/>
                <a:gd name="connsiteY6" fmla="*/ 0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322" h="12767">
                  <a:moveTo>
                    <a:pt x="93933" y="0"/>
                  </a:moveTo>
                  <a:lnTo>
                    <a:pt x="6390" y="0"/>
                  </a:lnTo>
                  <a:cubicBezTo>
                    <a:pt x="2556" y="0"/>
                    <a:pt x="0" y="2553"/>
                    <a:pt x="0" y="6384"/>
                  </a:cubicBezTo>
                  <a:cubicBezTo>
                    <a:pt x="0" y="10214"/>
                    <a:pt x="2556" y="12768"/>
                    <a:pt x="6390" y="12768"/>
                  </a:cubicBezTo>
                  <a:lnTo>
                    <a:pt x="93933" y="12768"/>
                  </a:lnTo>
                  <a:cubicBezTo>
                    <a:pt x="97766" y="12768"/>
                    <a:pt x="100322" y="10214"/>
                    <a:pt x="100322" y="6384"/>
                  </a:cubicBezTo>
                  <a:cubicBezTo>
                    <a:pt x="100322" y="2553"/>
                    <a:pt x="97766" y="0"/>
                    <a:pt x="93933" y="0"/>
                  </a:cubicBezTo>
                  <a:close/>
                </a:path>
              </a:pathLst>
            </a:custGeom>
            <a:grpFill/>
            <a:ln w="6390" cap="flat">
              <a:noFill/>
              <a:prstDash val="solid"/>
              <a:miter/>
            </a:ln>
          </p:spPr>
          <p:txBody>
            <a:bodyPr rtlCol="0" anchor="ctr"/>
            <a:lstStyle/>
            <a:p>
              <a:endParaRPr lang="en-US" sz="1400"/>
            </a:p>
          </p:txBody>
        </p:sp>
        <p:sp>
          <p:nvSpPr>
            <p:cNvPr id="47" name="Graphic 1100">
              <a:extLst>
                <a:ext uri="{FF2B5EF4-FFF2-40B4-BE49-F238E27FC236}">
                  <a16:creationId xmlns:a16="http://schemas.microsoft.com/office/drawing/2014/main" id="{B6DE3947-B052-A07F-4973-FFBE06AE0D19}"/>
                </a:ext>
              </a:extLst>
            </p:cNvPr>
            <p:cNvSpPr/>
            <p:nvPr/>
          </p:nvSpPr>
          <p:spPr>
            <a:xfrm>
              <a:off x="8972749" y="5014944"/>
              <a:ext cx="100322" cy="12767"/>
            </a:xfrm>
            <a:custGeom>
              <a:avLst/>
              <a:gdLst>
                <a:gd name="connsiteX0" fmla="*/ 93933 w 100322"/>
                <a:gd name="connsiteY0" fmla="*/ 0 h 12767"/>
                <a:gd name="connsiteX1" fmla="*/ 6390 w 100322"/>
                <a:gd name="connsiteY1" fmla="*/ 0 h 12767"/>
                <a:gd name="connsiteX2" fmla="*/ 0 w 100322"/>
                <a:gd name="connsiteY2" fmla="*/ 6384 h 12767"/>
                <a:gd name="connsiteX3" fmla="*/ 6390 w 100322"/>
                <a:gd name="connsiteY3" fmla="*/ 12768 h 12767"/>
                <a:gd name="connsiteX4" fmla="*/ 93933 w 100322"/>
                <a:gd name="connsiteY4" fmla="*/ 12768 h 12767"/>
                <a:gd name="connsiteX5" fmla="*/ 100322 w 100322"/>
                <a:gd name="connsiteY5" fmla="*/ 6384 h 12767"/>
                <a:gd name="connsiteX6" fmla="*/ 93933 w 100322"/>
                <a:gd name="connsiteY6" fmla="*/ 0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322" h="12767">
                  <a:moveTo>
                    <a:pt x="93933" y="0"/>
                  </a:moveTo>
                  <a:lnTo>
                    <a:pt x="6390" y="0"/>
                  </a:lnTo>
                  <a:cubicBezTo>
                    <a:pt x="2556" y="0"/>
                    <a:pt x="0" y="2554"/>
                    <a:pt x="0" y="6384"/>
                  </a:cubicBezTo>
                  <a:cubicBezTo>
                    <a:pt x="0" y="10215"/>
                    <a:pt x="2556" y="12768"/>
                    <a:pt x="6390" y="12768"/>
                  </a:cubicBezTo>
                  <a:lnTo>
                    <a:pt x="93933" y="12768"/>
                  </a:lnTo>
                  <a:cubicBezTo>
                    <a:pt x="97766" y="12768"/>
                    <a:pt x="100322" y="10215"/>
                    <a:pt x="100322" y="6384"/>
                  </a:cubicBezTo>
                  <a:cubicBezTo>
                    <a:pt x="100322" y="2554"/>
                    <a:pt x="97766" y="0"/>
                    <a:pt x="93933" y="0"/>
                  </a:cubicBezTo>
                  <a:close/>
                </a:path>
              </a:pathLst>
            </a:custGeom>
            <a:grpFill/>
            <a:ln w="6390" cap="flat">
              <a:noFill/>
              <a:prstDash val="solid"/>
              <a:miter/>
            </a:ln>
          </p:spPr>
          <p:txBody>
            <a:bodyPr rtlCol="0" anchor="ctr"/>
            <a:lstStyle/>
            <a:p>
              <a:endParaRPr lang="en-US" sz="1400"/>
            </a:p>
          </p:txBody>
        </p:sp>
        <p:sp>
          <p:nvSpPr>
            <p:cNvPr id="48" name="Graphic 1100">
              <a:extLst>
                <a:ext uri="{FF2B5EF4-FFF2-40B4-BE49-F238E27FC236}">
                  <a16:creationId xmlns:a16="http://schemas.microsoft.com/office/drawing/2014/main" id="{640557E0-8D2F-35F3-50C6-81AD0D335DA7}"/>
                </a:ext>
              </a:extLst>
            </p:cNvPr>
            <p:cNvSpPr/>
            <p:nvPr/>
          </p:nvSpPr>
          <p:spPr>
            <a:xfrm>
              <a:off x="8972749" y="4986216"/>
              <a:ext cx="100322" cy="12767"/>
            </a:xfrm>
            <a:custGeom>
              <a:avLst/>
              <a:gdLst>
                <a:gd name="connsiteX0" fmla="*/ 93933 w 100322"/>
                <a:gd name="connsiteY0" fmla="*/ 0 h 12767"/>
                <a:gd name="connsiteX1" fmla="*/ 6390 w 100322"/>
                <a:gd name="connsiteY1" fmla="*/ 0 h 12767"/>
                <a:gd name="connsiteX2" fmla="*/ 0 w 100322"/>
                <a:gd name="connsiteY2" fmla="*/ 6384 h 12767"/>
                <a:gd name="connsiteX3" fmla="*/ 6390 w 100322"/>
                <a:gd name="connsiteY3" fmla="*/ 12768 h 12767"/>
                <a:gd name="connsiteX4" fmla="*/ 93933 w 100322"/>
                <a:gd name="connsiteY4" fmla="*/ 12768 h 12767"/>
                <a:gd name="connsiteX5" fmla="*/ 100322 w 100322"/>
                <a:gd name="connsiteY5" fmla="*/ 6384 h 12767"/>
                <a:gd name="connsiteX6" fmla="*/ 93933 w 100322"/>
                <a:gd name="connsiteY6" fmla="*/ 0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322" h="12767">
                  <a:moveTo>
                    <a:pt x="93933" y="0"/>
                  </a:moveTo>
                  <a:lnTo>
                    <a:pt x="6390" y="0"/>
                  </a:lnTo>
                  <a:cubicBezTo>
                    <a:pt x="2556" y="0"/>
                    <a:pt x="0" y="2554"/>
                    <a:pt x="0" y="6384"/>
                  </a:cubicBezTo>
                  <a:cubicBezTo>
                    <a:pt x="0" y="10215"/>
                    <a:pt x="2556" y="12768"/>
                    <a:pt x="6390" y="12768"/>
                  </a:cubicBezTo>
                  <a:lnTo>
                    <a:pt x="93933" y="12768"/>
                  </a:lnTo>
                  <a:cubicBezTo>
                    <a:pt x="97766" y="12768"/>
                    <a:pt x="100322" y="10215"/>
                    <a:pt x="100322" y="6384"/>
                  </a:cubicBezTo>
                  <a:cubicBezTo>
                    <a:pt x="100322" y="2554"/>
                    <a:pt x="97766" y="0"/>
                    <a:pt x="93933" y="0"/>
                  </a:cubicBezTo>
                  <a:close/>
                </a:path>
              </a:pathLst>
            </a:custGeom>
            <a:grpFill/>
            <a:ln w="6390" cap="flat">
              <a:noFill/>
              <a:prstDash val="solid"/>
              <a:miter/>
            </a:ln>
          </p:spPr>
          <p:txBody>
            <a:bodyPr rtlCol="0" anchor="ctr"/>
            <a:lstStyle/>
            <a:p>
              <a:endParaRPr lang="en-US" sz="1400"/>
            </a:p>
          </p:txBody>
        </p:sp>
        <p:sp>
          <p:nvSpPr>
            <p:cNvPr id="49" name="Graphic 1100">
              <a:extLst>
                <a:ext uri="{FF2B5EF4-FFF2-40B4-BE49-F238E27FC236}">
                  <a16:creationId xmlns:a16="http://schemas.microsoft.com/office/drawing/2014/main" id="{5F82DB6B-6079-5DEF-516B-2412D0D00A0A}"/>
                </a:ext>
              </a:extLst>
            </p:cNvPr>
            <p:cNvSpPr/>
            <p:nvPr/>
          </p:nvSpPr>
          <p:spPr>
            <a:xfrm>
              <a:off x="8972749" y="4956850"/>
              <a:ext cx="100322" cy="12767"/>
            </a:xfrm>
            <a:custGeom>
              <a:avLst/>
              <a:gdLst>
                <a:gd name="connsiteX0" fmla="*/ 93933 w 100322"/>
                <a:gd name="connsiteY0" fmla="*/ 0 h 12767"/>
                <a:gd name="connsiteX1" fmla="*/ 6390 w 100322"/>
                <a:gd name="connsiteY1" fmla="*/ 0 h 12767"/>
                <a:gd name="connsiteX2" fmla="*/ 0 w 100322"/>
                <a:gd name="connsiteY2" fmla="*/ 6384 h 12767"/>
                <a:gd name="connsiteX3" fmla="*/ 6390 w 100322"/>
                <a:gd name="connsiteY3" fmla="*/ 12768 h 12767"/>
                <a:gd name="connsiteX4" fmla="*/ 93933 w 100322"/>
                <a:gd name="connsiteY4" fmla="*/ 12768 h 12767"/>
                <a:gd name="connsiteX5" fmla="*/ 100322 w 100322"/>
                <a:gd name="connsiteY5" fmla="*/ 6384 h 12767"/>
                <a:gd name="connsiteX6" fmla="*/ 93933 w 100322"/>
                <a:gd name="connsiteY6" fmla="*/ 0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322" h="12767">
                  <a:moveTo>
                    <a:pt x="93933" y="0"/>
                  </a:moveTo>
                  <a:lnTo>
                    <a:pt x="6390" y="0"/>
                  </a:lnTo>
                  <a:cubicBezTo>
                    <a:pt x="2556" y="0"/>
                    <a:pt x="0" y="2553"/>
                    <a:pt x="0" y="6384"/>
                  </a:cubicBezTo>
                  <a:cubicBezTo>
                    <a:pt x="0" y="10214"/>
                    <a:pt x="2556" y="12768"/>
                    <a:pt x="6390" y="12768"/>
                  </a:cubicBezTo>
                  <a:lnTo>
                    <a:pt x="93933" y="12768"/>
                  </a:lnTo>
                  <a:cubicBezTo>
                    <a:pt x="97766" y="12768"/>
                    <a:pt x="100322" y="10214"/>
                    <a:pt x="100322" y="6384"/>
                  </a:cubicBezTo>
                  <a:cubicBezTo>
                    <a:pt x="100322" y="2553"/>
                    <a:pt x="97766" y="0"/>
                    <a:pt x="93933" y="0"/>
                  </a:cubicBezTo>
                  <a:close/>
                </a:path>
              </a:pathLst>
            </a:custGeom>
            <a:grpFill/>
            <a:ln w="6390" cap="flat">
              <a:noFill/>
              <a:prstDash val="solid"/>
              <a:miter/>
            </a:ln>
          </p:spPr>
          <p:txBody>
            <a:bodyPr rtlCol="0" anchor="ctr"/>
            <a:lstStyle/>
            <a:p>
              <a:endParaRPr lang="en-US" sz="1400"/>
            </a:p>
          </p:txBody>
        </p:sp>
      </p:grpSp>
      <p:grpSp>
        <p:nvGrpSpPr>
          <p:cNvPr id="50" name="Graphic 4">
            <a:extLst>
              <a:ext uri="{FF2B5EF4-FFF2-40B4-BE49-F238E27FC236}">
                <a16:creationId xmlns:a16="http://schemas.microsoft.com/office/drawing/2014/main" id="{6A2A0B37-8EE8-4E3A-AE0C-7CA45AFF853C}"/>
              </a:ext>
            </a:extLst>
          </p:cNvPr>
          <p:cNvGrpSpPr/>
          <p:nvPr/>
        </p:nvGrpSpPr>
        <p:grpSpPr>
          <a:xfrm>
            <a:off x="730558" y="2603922"/>
            <a:ext cx="411480" cy="411480"/>
            <a:chOff x="467743" y="4793256"/>
            <a:chExt cx="361670" cy="361971"/>
          </a:xfrm>
          <a:solidFill>
            <a:schemeClr val="accent3">
              <a:lumMod val="50000"/>
            </a:schemeClr>
          </a:solidFill>
        </p:grpSpPr>
        <p:sp>
          <p:nvSpPr>
            <p:cNvPr id="51" name="Graphic 4">
              <a:extLst>
                <a:ext uri="{FF2B5EF4-FFF2-40B4-BE49-F238E27FC236}">
                  <a16:creationId xmlns:a16="http://schemas.microsoft.com/office/drawing/2014/main" id="{4D64805D-C888-1A99-CDF5-A3F5658E3CED}"/>
                </a:ext>
              </a:extLst>
            </p:cNvPr>
            <p:cNvSpPr/>
            <p:nvPr/>
          </p:nvSpPr>
          <p:spPr>
            <a:xfrm>
              <a:off x="467743" y="4793256"/>
              <a:ext cx="361670" cy="361971"/>
            </a:xfrm>
            <a:custGeom>
              <a:avLst/>
              <a:gdLst>
                <a:gd name="connsiteX0" fmla="*/ 180835 w 361670"/>
                <a:gd name="connsiteY0" fmla="*/ 0 h 361971"/>
                <a:gd name="connsiteX1" fmla="*/ 0 w 361670"/>
                <a:gd name="connsiteY1" fmla="*/ 180667 h 361971"/>
                <a:gd name="connsiteX2" fmla="*/ 180835 w 361670"/>
                <a:gd name="connsiteY2" fmla="*/ 361972 h 361971"/>
                <a:gd name="connsiteX3" fmla="*/ 361670 w 361670"/>
                <a:gd name="connsiteY3" fmla="*/ 180667 h 361971"/>
                <a:gd name="connsiteX4" fmla="*/ 361670 w 361670"/>
                <a:gd name="connsiteY4" fmla="*/ 180667 h 361971"/>
                <a:gd name="connsiteX5" fmla="*/ 180835 w 361670"/>
                <a:gd name="connsiteY5" fmla="*/ 0 h 361971"/>
                <a:gd name="connsiteX6" fmla="*/ 180835 w 361670"/>
                <a:gd name="connsiteY6" fmla="*/ 0 h 361971"/>
                <a:gd name="connsiteX7" fmla="*/ 180835 w 361670"/>
                <a:gd name="connsiteY7" fmla="*/ 348565 h 361971"/>
                <a:gd name="connsiteX8" fmla="*/ 12780 w 361670"/>
                <a:gd name="connsiteY8" fmla="*/ 180667 h 361971"/>
                <a:gd name="connsiteX9" fmla="*/ 180835 w 361670"/>
                <a:gd name="connsiteY9" fmla="*/ 12129 h 361971"/>
                <a:gd name="connsiteX10" fmla="*/ 348891 w 361670"/>
                <a:gd name="connsiteY10" fmla="*/ 180667 h 361971"/>
                <a:gd name="connsiteX11" fmla="*/ 348891 w 361670"/>
                <a:gd name="connsiteY11" fmla="*/ 180667 h 361971"/>
                <a:gd name="connsiteX12" fmla="*/ 180835 w 361670"/>
                <a:gd name="connsiteY12"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1670" h="361971">
                  <a:moveTo>
                    <a:pt x="180835" y="0"/>
                  </a:moveTo>
                  <a:cubicBezTo>
                    <a:pt x="80513" y="0"/>
                    <a:pt x="0" y="81077"/>
                    <a:pt x="0" y="180667"/>
                  </a:cubicBezTo>
                  <a:cubicBezTo>
                    <a:pt x="0" y="280895"/>
                    <a:pt x="81152" y="361972"/>
                    <a:pt x="180835" y="361972"/>
                  </a:cubicBezTo>
                  <a:cubicBezTo>
                    <a:pt x="280518" y="361972"/>
                    <a:pt x="361670" y="280895"/>
                    <a:pt x="361670" y="180667"/>
                  </a:cubicBezTo>
                  <a:cubicBezTo>
                    <a:pt x="361670" y="180667"/>
                    <a:pt x="361670" y="180667"/>
                    <a:pt x="361670" y="180667"/>
                  </a:cubicBezTo>
                  <a:cubicBezTo>
                    <a:pt x="361670" y="80438"/>
                    <a:pt x="281157" y="0"/>
                    <a:pt x="180835" y="0"/>
                  </a:cubicBezTo>
                  <a:cubicBezTo>
                    <a:pt x="180835" y="0"/>
                    <a:pt x="180835" y="0"/>
                    <a:pt x="180835" y="0"/>
                  </a:cubicBezTo>
                  <a:close/>
                  <a:moveTo>
                    <a:pt x="180835" y="348565"/>
                  </a:moveTo>
                  <a:cubicBezTo>
                    <a:pt x="87542" y="348565"/>
                    <a:pt x="12780" y="273234"/>
                    <a:pt x="12780" y="180667"/>
                  </a:cubicBezTo>
                  <a:cubicBezTo>
                    <a:pt x="12780" y="87461"/>
                    <a:pt x="88181" y="12129"/>
                    <a:pt x="180835" y="12129"/>
                  </a:cubicBezTo>
                  <a:cubicBezTo>
                    <a:pt x="273489" y="12129"/>
                    <a:pt x="348891" y="87461"/>
                    <a:pt x="348891" y="180667"/>
                  </a:cubicBezTo>
                  <a:lnTo>
                    <a:pt x="348891" y="180667"/>
                  </a:lnTo>
                  <a:cubicBezTo>
                    <a:pt x="348891" y="273234"/>
                    <a:pt x="273489" y="348565"/>
                    <a:pt x="180835" y="348565"/>
                  </a:cubicBezTo>
                  <a:close/>
                </a:path>
              </a:pathLst>
            </a:custGeom>
            <a:grpFill/>
            <a:ln w="6390" cap="flat">
              <a:noFill/>
              <a:prstDash val="solid"/>
              <a:miter/>
            </a:ln>
          </p:spPr>
          <p:txBody>
            <a:bodyPr rtlCol="0" anchor="ctr"/>
            <a:lstStyle/>
            <a:p>
              <a:endParaRPr lang="en-US" sz="1400"/>
            </a:p>
          </p:txBody>
        </p:sp>
        <p:sp>
          <p:nvSpPr>
            <p:cNvPr id="52" name="Graphic 4">
              <a:extLst>
                <a:ext uri="{FF2B5EF4-FFF2-40B4-BE49-F238E27FC236}">
                  <a16:creationId xmlns:a16="http://schemas.microsoft.com/office/drawing/2014/main" id="{5C89146E-F7F6-A978-F1C2-36E3FB683B8D}"/>
                </a:ext>
              </a:extLst>
            </p:cNvPr>
            <p:cNvSpPr/>
            <p:nvPr/>
          </p:nvSpPr>
          <p:spPr>
            <a:xfrm>
              <a:off x="540176" y="4865395"/>
              <a:ext cx="217670" cy="217055"/>
            </a:xfrm>
            <a:custGeom>
              <a:avLst/>
              <a:gdLst>
                <a:gd name="connsiteX0" fmla="*/ 210641 w 217670"/>
                <a:gd name="connsiteY0" fmla="*/ 24259 h 217055"/>
                <a:gd name="connsiteX1" fmla="*/ 192750 w 217670"/>
                <a:gd name="connsiteY1" fmla="*/ 24259 h 217055"/>
                <a:gd name="connsiteX2" fmla="*/ 192750 w 217670"/>
                <a:gd name="connsiteY2" fmla="*/ 6384 h 217055"/>
                <a:gd name="connsiteX3" fmla="*/ 186360 w 217670"/>
                <a:gd name="connsiteY3" fmla="*/ 0 h 217055"/>
                <a:gd name="connsiteX4" fmla="*/ 179970 w 217670"/>
                <a:gd name="connsiteY4" fmla="*/ 6384 h 217055"/>
                <a:gd name="connsiteX5" fmla="*/ 179970 w 217670"/>
                <a:gd name="connsiteY5" fmla="*/ 28090 h 217055"/>
                <a:gd name="connsiteX6" fmla="*/ 173580 w 217670"/>
                <a:gd name="connsiteY6" fmla="*/ 34474 h 217055"/>
                <a:gd name="connsiteX7" fmla="*/ 25972 w 217670"/>
                <a:gd name="connsiteY7" fmla="*/ 44050 h 217055"/>
                <a:gd name="connsiteX8" fmla="*/ 34279 w 217670"/>
                <a:gd name="connsiteY8" fmla="*/ 190243 h 217055"/>
                <a:gd name="connsiteX9" fmla="*/ 18304 w 217670"/>
                <a:gd name="connsiteY9" fmla="*/ 206203 h 217055"/>
                <a:gd name="connsiteX10" fmla="*/ 18304 w 217670"/>
                <a:gd name="connsiteY10" fmla="*/ 215140 h 217055"/>
                <a:gd name="connsiteX11" fmla="*/ 18304 w 217670"/>
                <a:gd name="connsiteY11" fmla="*/ 215140 h 217055"/>
                <a:gd name="connsiteX12" fmla="*/ 22777 w 217670"/>
                <a:gd name="connsiteY12" fmla="*/ 217055 h 217055"/>
                <a:gd name="connsiteX13" fmla="*/ 27250 w 217670"/>
                <a:gd name="connsiteY13" fmla="*/ 215140 h 217055"/>
                <a:gd name="connsiteX14" fmla="*/ 43864 w 217670"/>
                <a:gd name="connsiteY14" fmla="*/ 198542 h 217055"/>
                <a:gd name="connsiteX15" fmla="*/ 44503 w 217670"/>
                <a:gd name="connsiteY15" fmla="*/ 197265 h 217055"/>
                <a:gd name="connsiteX16" fmla="*/ 165273 w 217670"/>
                <a:gd name="connsiteY16" fmla="*/ 197265 h 217055"/>
                <a:gd name="connsiteX17" fmla="*/ 165912 w 217670"/>
                <a:gd name="connsiteY17" fmla="*/ 198542 h 217055"/>
                <a:gd name="connsiteX18" fmla="*/ 182526 w 217670"/>
                <a:gd name="connsiteY18" fmla="*/ 215140 h 217055"/>
                <a:gd name="connsiteX19" fmla="*/ 186999 w 217670"/>
                <a:gd name="connsiteY19" fmla="*/ 217055 h 217055"/>
                <a:gd name="connsiteX20" fmla="*/ 191472 w 217670"/>
                <a:gd name="connsiteY20" fmla="*/ 215140 h 217055"/>
                <a:gd name="connsiteX21" fmla="*/ 191472 w 217670"/>
                <a:gd name="connsiteY21" fmla="*/ 206203 h 217055"/>
                <a:gd name="connsiteX22" fmla="*/ 191472 w 217670"/>
                <a:gd name="connsiteY22" fmla="*/ 206203 h 217055"/>
                <a:gd name="connsiteX23" fmla="*/ 174858 w 217670"/>
                <a:gd name="connsiteY23" fmla="*/ 190243 h 217055"/>
                <a:gd name="connsiteX24" fmla="*/ 183165 w 217670"/>
                <a:gd name="connsiteY24" fmla="*/ 43411 h 217055"/>
                <a:gd name="connsiteX25" fmla="*/ 189555 w 217670"/>
                <a:gd name="connsiteY25" fmla="*/ 37027 h 217055"/>
                <a:gd name="connsiteX26" fmla="*/ 211280 w 217670"/>
                <a:gd name="connsiteY26" fmla="*/ 37027 h 217055"/>
                <a:gd name="connsiteX27" fmla="*/ 217670 w 217670"/>
                <a:gd name="connsiteY27" fmla="*/ 30643 h 217055"/>
                <a:gd name="connsiteX28" fmla="*/ 210641 w 217670"/>
                <a:gd name="connsiteY28" fmla="*/ 24259 h 217055"/>
                <a:gd name="connsiteX29" fmla="*/ 210641 w 217670"/>
                <a:gd name="connsiteY29" fmla="*/ 24259 h 217055"/>
                <a:gd name="connsiteX30" fmla="*/ 195945 w 217670"/>
                <a:gd name="connsiteY30" fmla="*/ 112358 h 217055"/>
                <a:gd name="connsiteX31" fmla="*/ 103929 w 217670"/>
                <a:gd name="connsiteY31" fmla="*/ 204926 h 217055"/>
                <a:gd name="connsiteX32" fmla="*/ 11275 w 217670"/>
                <a:gd name="connsiteY32" fmla="*/ 112997 h 217055"/>
                <a:gd name="connsiteX33" fmla="*/ 103290 w 217670"/>
                <a:gd name="connsiteY33" fmla="*/ 20429 h 217055"/>
                <a:gd name="connsiteX34" fmla="*/ 163995 w 217670"/>
                <a:gd name="connsiteY34" fmla="*/ 42773 h 217055"/>
                <a:gd name="connsiteX35" fmla="*/ 149937 w 217670"/>
                <a:gd name="connsiteY35" fmla="*/ 56818 h 217055"/>
                <a:gd name="connsiteX36" fmla="*/ 48337 w 217670"/>
                <a:gd name="connsiteY36" fmla="*/ 65755 h 217055"/>
                <a:gd name="connsiteX37" fmla="*/ 57283 w 217670"/>
                <a:gd name="connsiteY37" fmla="*/ 167260 h 217055"/>
                <a:gd name="connsiteX38" fmla="*/ 158883 w 217670"/>
                <a:gd name="connsiteY38" fmla="*/ 158323 h 217055"/>
                <a:gd name="connsiteX39" fmla="*/ 158883 w 217670"/>
                <a:gd name="connsiteY39" fmla="*/ 65755 h 217055"/>
                <a:gd name="connsiteX40" fmla="*/ 172941 w 217670"/>
                <a:gd name="connsiteY40" fmla="*/ 51710 h 217055"/>
                <a:gd name="connsiteX41" fmla="*/ 195945 w 217670"/>
                <a:gd name="connsiteY41" fmla="*/ 112358 h 217055"/>
                <a:gd name="connsiteX42" fmla="*/ 130767 w 217670"/>
                <a:gd name="connsiteY42" fmla="*/ 112358 h 217055"/>
                <a:gd name="connsiteX43" fmla="*/ 104568 w 217670"/>
                <a:gd name="connsiteY43" fmla="*/ 139171 h 217055"/>
                <a:gd name="connsiteX44" fmla="*/ 77731 w 217670"/>
                <a:gd name="connsiteY44" fmla="*/ 112997 h 217055"/>
                <a:gd name="connsiteX45" fmla="*/ 103929 w 217670"/>
                <a:gd name="connsiteY45" fmla="*/ 86184 h 217055"/>
                <a:gd name="connsiteX46" fmla="*/ 117987 w 217670"/>
                <a:gd name="connsiteY46" fmla="*/ 90014 h 217055"/>
                <a:gd name="connsiteX47" fmla="*/ 100095 w 217670"/>
                <a:gd name="connsiteY47" fmla="*/ 107889 h 217055"/>
                <a:gd name="connsiteX48" fmla="*/ 100095 w 217670"/>
                <a:gd name="connsiteY48" fmla="*/ 116827 h 217055"/>
                <a:gd name="connsiteX49" fmla="*/ 104568 w 217670"/>
                <a:gd name="connsiteY49" fmla="*/ 118742 h 217055"/>
                <a:gd name="connsiteX50" fmla="*/ 109041 w 217670"/>
                <a:gd name="connsiteY50" fmla="*/ 116827 h 217055"/>
                <a:gd name="connsiteX51" fmla="*/ 126933 w 217670"/>
                <a:gd name="connsiteY51" fmla="*/ 98952 h 217055"/>
                <a:gd name="connsiteX52" fmla="*/ 130767 w 217670"/>
                <a:gd name="connsiteY52" fmla="*/ 112358 h 217055"/>
                <a:gd name="connsiteX53" fmla="*/ 130767 w 217670"/>
                <a:gd name="connsiteY53" fmla="*/ 112358 h 217055"/>
                <a:gd name="connsiteX54" fmla="*/ 126933 w 217670"/>
                <a:gd name="connsiteY54" fmla="*/ 80438 h 217055"/>
                <a:gd name="connsiteX55" fmla="*/ 72619 w 217670"/>
                <a:gd name="connsiteY55" fmla="*/ 89376 h 217055"/>
                <a:gd name="connsiteX56" fmla="*/ 81565 w 217670"/>
                <a:gd name="connsiteY56" fmla="*/ 143640 h 217055"/>
                <a:gd name="connsiteX57" fmla="*/ 135879 w 217670"/>
                <a:gd name="connsiteY57" fmla="*/ 134702 h 217055"/>
                <a:gd name="connsiteX58" fmla="*/ 135879 w 217670"/>
                <a:gd name="connsiteY58" fmla="*/ 89376 h 217055"/>
                <a:gd name="connsiteX59" fmla="*/ 149937 w 217670"/>
                <a:gd name="connsiteY59" fmla="*/ 75331 h 217055"/>
                <a:gd name="connsiteX60" fmla="*/ 140991 w 217670"/>
                <a:gd name="connsiteY60" fmla="*/ 158323 h 217055"/>
                <a:gd name="connsiteX61" fmla="*/ 57922 w 217670"/>
                <a:gd name="connsiteY61" fmla="*/ 149385 h 217055"/>
                <a:gd name="connsiteX62" fmla="*/ 66868 w 217670"/>
                <a:gd name="connsiteY62" fmla="*/ 66394 h 217055"/>
                <a:gd name="connsiteX63" fmla="*/ 140991 w 217670"/>
                <a:gd name="connsiteY63" fmla="*/ 66394 h 217055"/>
                <a:gd name="connsiteX64" fmla="*/ 126933 w 217670"/>
                <a:gd name="connsiteY64" fmla="*/ 80438 h 217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217670" h="217055">
                  <a:moveTo>
                    <a:pt x="210641" y="24259"/>
                  </a:moveTo>
                  <a:lnTo>
                    <a:pt x="192750" y="24259"/>
                  </a:lnTo>
                  <a:lnTo>
                    <a:pt x="192750" y="6384"/>
                  </a:lnTo>
                  <a:cubicBezTo>
                    <a:pt x="192750" y="2554"/>
                    <a:pt x="190194" y="0"/>
                    <a:pt x="186360" y="0"/>
                  </a:cubicBezTo>
                  <a:cubicBezTo>
                    <a:pt x="182526" y="0"/>
                    <a:pt x="179970" y="2554"/>
                    <a:pt x="179970" y="6384"/>
                  </a:cubicBezTo>
                  <a:lnTo>
                    <a:pt x="179970" y="28090"/>
                  </a:lnTo>
                  <a:lnTo>
                    <a:pt x="173580" y="34474"/>
                  </a:lnTo>
                  <a:cubicBezTo>
                    <a:pt x="130128" y="-3830"/>
                    <a:pt x="64312" y="638"/>
                    <a:pt x="25972" y="44050"/>
                  </a:cubicBezTo>
                  <a:cubicBezTo>
                    <a:pt x="-11728" y="86822"/>
                    <a:pt x="-7894" y="151939"/>
                    <a:pt x="34279" y="190243"/>
                  </a:cubicBezTo>
                  <a:lnTo>
                    <a:pt x="18304" y="206203"/>
                  </a:lnTo>
                  <a:cubicBezTo>
                    <a:pt x="15748" y="208756"/>
                    <a:pt x="15748" y="212587"/>
                    <a:pt x="18304" y="215140"/>
                  </a:cubicBezTo>
                  <a:cubicBezTo>
                    <a:pt x="18304" y="215140"/>
                    <a:pt x="18304" y="215140"/>
                    <a:pt x="18304" y="215140"/>
                  </a:cubicBezTo>
                  <a:cubicBezTo>
                    <a:pt x="19582" y="216417"/>
                    <a:pt x="20860" y="217055"/>
                    <a:pt x="22777" y="217055"/>
                  </a:cubicBezTo>
                  <a:cubicBezTo>
                    <a:pt x="24694" y="217055"/>
                    <a:pt x="25972" y="216417"/>
                    <a:pt x="27250" y="215140"/>
                  </a:cubicBezTo>
                  <a:lnTo>
                    <a:pt x="43864" y="198542"/>
                  </a:lnTo>
                  <a:cubicBezTo>
                    <a:pt x="43864" y="198542"/>
                    <a:pt x="44503" y="197903"/>
                    <a:pt x="44503" y="197265"/>
                  </a:cubicBezTo>
                  <a:cubicBezTo>
                    <a:pt x="80926" y="222801"/>
                    <a:pt x="128850" y="222801"/>
                    <a:pt x="165273" y="197265"/>
                  </a:cubicBezTo>
                  <a:cubicBezTo>
                    <a:pt x="165273" y="197903"/>
                    <a:pt x="165912" y="197903"/>
                    <a:pt x="165912" y="198542"/>
                  </a:cubicBezTo>
                  <a:lnTo>
                    <a:pt x="182526" y="215140"/>
                  </a:lnTo>
                  <a:cubicBezTo>
                    <a:pt x="183804" y="216417"/>
                    <a:pt x="185082" y="217055"/>
                    <a:pt x="186999" y="217055"/>
                  </a:cubicBezTo>
                  <a:cubicBezTo>
                    <a:pt x="188916" y="217055"/>
                    <a:pt x="190194" y="216417"/>
                    <a:pt x="191472" y="215140"/>
                  </a:cubicBezTo>
                  <a:cubicBezTo>
                    <a:pt x="194028" y="212587"/>
                    <a:pt x="194028" y="208756"/>
                    <a:pt x="191472" y="206203"/>
                  </a:cubicBezTo>
                  <a:cubicBezTo>
                    <a:pt x="191472" y="206203"/>
                    <a:pt x="191472" y="206203"/>
                    <a:pt x="191472" y="206203"/>
                  </a:cubicBezTo>
                  <a:lnTo>
                    <a:pt x="174858" y="190243"/>
                  </a:lnTo>
                  <a:cubicBezTo>
                    <a:pt x="217670" y="151939"/>
                    <a:pt x="221504" y="86184"/>
                    <a:pt x="183165" y="43411"/>
                  </a:cubicBezTo>
                  <a:lnTo>
                    <a:pt x="189555" y="37027"/>
                  </a:lnTo>
                  <a:lnTo>
                    <a:pt x="211280" y="37027"/>
                  </a:lnTo>
                  <a:cubicBezTo>
                    <a:pt x="215114" y="37027"/>
                    <a:pt x="217670" y="34474"/>
                    <a:pt x="217670" y="30643"/>
                  </a:cubicBezTo>
                  <a:cubicBezTo>
                    <a:pt x="217670" y="26813"/>
                    <a:pt x="214475" y="24259"/>
                    <a:pt x="210641" y="24259"/>
                  </a:cubicBezTo>
                  <a:lnTo>
                    <a:pt x="210641" y="24259"/>
                  </a:lnTo>
                  <a:close/>
                  <a:moveTo>
                    <a:pt x="195945" y="112358"/>
                  </a:moveTo>
                  <a:cubicBezTo>
                    <a:pt x="195945" y="163430"/>
                    <a:pt x="155049" y="204926"/>
                    <a:pt x="103929" y="204926"/>
                  </a:cubicBezTo>
                  <a:cubicBezTo>
                    <a:pt x="52810" y="204926"/>
                    <a:pt x="11275" y="164068"/>
                    <a:pt x="11275" y="112997"/>
                  </a:cubicBezTo>
                  <a:cubicBezTo>
                    <a:pt x="11275" y="61925"/>
                    <a:pt x="52171" y="20429"/>
                    <a:pt x="103290" y="20429"/>
                  </a:cubicBezTo>
                  <a:cubicBezTo>
                    <a:pt x="125655" y="20429"/>
                    <a:pt x="147381" y="28090"/>
                    <a:pt x="163995" y="42773"/>
                  </a:cubicBezTo>
                  <a:lnTo>
                    <a:pt x="149937" y="56818"/>
                  </a:lnTo>
                  <a:cubicBezTo>
                    <a:pt x="119265" y="31282"/>
                    <a:pt x="73897" y="35112"/>
                    <a:pt x="48337" y="65755"/>
                  </a:cubicBezTo>
                  <a:cubicBezTo>
                    <a:pt x="22777" y="96398"/>
                    <a:pt x="26611" y="141724"/>
                    <a:pt x="57283" y="167260"/>
                  </a:cubicBezTo>
                  <a:cubicBezTo>
                    <a:pt x="87955" y="192796"/>
                    <a:pt x="133323" y="188966"/>
                    <a:pt x="158883" y="158323"/>
                  </a:cubicBezTo>
                  <a:cubicBezTo>
                    <a:pt x="181248" y="131510"/>
                    <a:pt x="181248" y="92568"/>
                    <a:pt x="158883" y="65755"/>
                  </a:cubicBezTo>
                  <a:lnTo>
                    <a:pt x="172941" y="51710"/>
                  </a:lnTo>
                  <a:cubicBezTo>
                    <a:pt x="188277" y="68947"/>
                    <a:pt x="195945" y="90653"/>
                    <a:pt x="195945" y="112358"/>
                  </a:cubicBezTo>
                  <a:close/>
                  <a:moveTo>
                    <a:pt x="130767" y="112358"/>
                  </a:moveTo>
                  <a:cubicBezTo>
                    <a:pt x="130767" y="127041"/>
                    <a:pt x="119265" y="139171"/>
                    <a:pt x="104568" y="139171"/>
                  </a:cubicBezTo>
                  <a:cubicBezTo>
                    <a:pt x="89872" y="139171"/>
                    <a:pt x="77731" y="127680"/>
                    <a:pt x="77731" y="112997"/>
                  </a:cubicBezTo>
                  <a:cubicBezTo>
                    <a:pt x="77731" y="98313"/>
                    <a:pt x="89233" y="86184"/>
                    <a:pt x="103929" y="86184"/>
                  </a:cubicBezTo>
                  <a:cubicBezTo>
                    <a:pt x="109041" y="86184"/>
                    <a:pt x="113514" y="87461"/>
                    <a:pt x="117987" y="90014"/>
                  </a:cubicBezTo>
                  <a:lnTo>
                    <a:pt x="100095" y="107889"/>
                  </a:lnTo>
                  <a:cubicBezTo>
                    <a:pt x="97540" y="110443"/>
                    <a:pt x="97540" y="114273"/>
                    <a:pt x="100095" y="116827"/>
                  </a:cubicBezTo>
                  <a:cubicBezTo>
                    <a:pt x="101373" y="118104"/>
                    <a:pt x="102651" y="118742"/>
                    <a:pt x="104568" y="118742"/>
                  </a:cubicBezTo>
                  <a:cubicBezTo>
                    <a:pt x="106485" y="118742"/>
                    <a:pt x="107763" y="118104"/>
                    <a:pt x="109041" y="116827"/>
                  </a:cubicBezTo>
                  <a:lnTo>
                    <a:pt x="126933" y="98952"/>
                  </a:lnTo>
                  <a:cubicBezTo>
                    <a:pt x="129489" y="103421"/>
                    <a:pt x="130767" y="107889"/>
                    <a:pt x="130767" y="112358"/>
                  </a:cubicBezTo>
                  <a:lnTo>
                    <a:pt x="130767" y="112358"/>
                  </a:lnTo>
                  <a:close/>
                  <a:moveTo>
                    <a:pt x="126933" y="80438"/>
                  </a:moveTo>
                  <a:cubicBezTo>
                    <a:pt x="109680" y="68309"/>
                    <a:pt x="84760" y="72139"/>
                    <a:pt x="72619" y="89376"/>
                  </a:cubicBezTo>
                  <a:cubicBezTo>
                    <a:pt x="60478" y="106613"/>
                    <a:pt x="64312" y="131510"/>
                    <a:pt x="81565" y="143640"/>
                  </a:cubicBezTo>
                  <a:cubicBezTo>
                    <a:pt x="98817" y="155769"/>
                    <a:pt x="123738" y="151939"/>
                    <a:pt x="135879" y="134702"/>
                  </a:cubicBezTo>
                  <a:cubicBezTo>
                    <a:pt x="145464" y="121296"/>
                    <a:pt x="145464" y="102782"/>
                    <a:pt x="135879" y="89376"/>
                  </a:cubicBezTo>
                  <a:lnTo>
                    <a:pt x="149937" y="75331"/>
                  </a:lnTo>
                  <a:cubicBezTo>
                    <a:pt x="170385" y="100867"/>
                    <a:pt x="166551" y="137894"/>
                    <a:pt x="140991" y="158323"/>
                  </a:cubicBezTo>
                  <a:cubicBezTo>
                    <a:pt x="115431" y="178752"/>
                    <a:pt x="78370" y="174921"/>
                    <a:pt x="57922" y="149385"/>
                  </a:cubicBezTo>
                  <a:cubicBezTo>
                    <a:pt x="37474" y="123849"/>
                    <a:pt x="41308" y="86822"/>
                    <a:pt x="66868" y="66394"/>
                  </a:cubicBezTo>
                  <a:cubicBezTo>
                    <a:pt x="88594" y="49157"/>
                    <a:pt x="119265" y="49157"/>
                    <a:pt x="140991" y="66394"/>
                  </a:cubicBezTo>
                  <a:lnTo>
                    <a:pt x="126933" y="80438"/>
                  </a:lnTo>
                  <a:close/>
                </a:path>
              </a:pathLst>
            </a:custGeom>
            <a:grpFill/>
            <a:ln w="6390" cap="flat">
              <a:noFill/>
              <a:prstDash val="solid"/>
              <a:miter/>
            </a:ln>
          </p:spPr>
          <p:txBody>
            <a:bodyPr rtlCol="0" anchor="ctr"/>
            <a:lstStyle/>
            <a:p>
              <a:endParaRPr lang="en-US" sz="1400"/>
            </a:p>
          </p:txBody>
        </p:sp>
      </p:grpSp>
      <p:grpSp>
        <p:nvGrpSpPr>
          <p:cNvPr id="53" name="Graphic 4">
            <a:extLst>
              <a:ext uri="{FF2B5EF4-FFF2-40B4-BE49-F238E27FC236}">
                <a16:creationId xmlns:a16="http://schemas.microsoft.com/office/drawing/2014/main" id="{34BD2FEB-934C-19AB-37EC-01BD556C2924}"/>
              </a:ext>
            </a:extLst>
          </p:cNvPr>
          <p:cNvGrpSpPr/>
          <p:nvPr/>
        </p:nvGrpSpPr>
        <p:grpSpPr>
          <a:xfrm>
            <a:off x="735903" y="3569516"/>
            <a:ext cx="411480" cy="411480"/>
            <a:chOff x="1515054" y="918179"/>
            <a:chExt cx="361670" cy="361333"/>
          </a:xfrm>
          <a:solidFill>
            <a:schemeClr val="accent3">
              <a:lumMod val="50000"/>
            </a:schemeClr>
          </a:solidFill>
        </p:grpSpPr>
        <p:sp>
          <p:nvSpPr>
            <p:cNvPr id="54" name="Graphic 4">
              <a:extLst>
                <a:ext uri="{FF2B5EF4-FFF2-40B4-BE49-F238E27FC236}">
                  <a16:creationId xmlns:a16="http://schemas.microsoft.com/office/drawing/2014/main" id="{D145D75A-956C-6453-9C96-081B26DB803F}"/>
                </a:ext>
              </a:extLst>
            </p:cNvPr>
            <p:cNvSpPr/>
            <p:nvPr/>
          </p:nvSpPr>
          <p:spPr>
            <a:xfrm>
              <a:off x="1515054" y="918179"/>
              <a:ext cx="361670" cy="361333"/>
            </a:xfrm>
            <a:custGeom>
              <a:avLst/>
              <a:gdLst>
                <a:gd name="connsiteX0" fmla="*/ 180835 w 361670"/>
                <a:gd name="connsiteY0" fmla="*/ 0 h 361333"/>
                <a:gd name="connsiteX1" fmla="*/ 0 w 361670"/>
                <a:gd name="connsiteY1" fmla="*/ 180667 h 361333"/>
                <a:gd name="connsiteX2" fmla="*/ 180835 w 361670"/>
                <a:gd name="connsiteY2" fmla="*/ 361333 h 361333"/>
                <a:gd name="connsiteX3" fmla="*/ 361670 w 361670"/>
                <a:gd name="connsiteY3" fmla="*/ 180667 h 361333"/>
                <a:gd name="connsiteX4" fmla="*/ 180835 w 361670"/>
                <a:gd name="connsiteY4" fmla="*/ 0 h 361333"/>
                <a:gd name="connsiteX5" fmla="*/ 180835 w 361670"/>
                <a:gd name="connsiteY5" fmla="*/ 349204 h 361333"/>
                <a:gd name="connsiteX6" fmla="*/ 12780 w 361670"/>
                <a:gd name="connsiteY6" fmla="*/ 181305 h 361333"/>
                <a:gd name="connsiteX7" fmla="*/ 180835 w 361670"/>
                <a:gd name="connsiteY7" fmla="*/ 13406 h 361333"/>
                <a:gd name="connsiteX8" fmla="*/ 348891 w 361670"/>
                <a:gd name="connsiteY8" fmla="*/ 181305 h 361333"/>
                <a:gd name="connsiteX9" fmla="*/ 180835 w 361670"/>
                <a:gd name="connsiteY9" fmla="*/ 349204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1670" h="361333">
                  <a:moveTo>
                    <a:pt x="180835" y="0"/>
                  </a:moveTo>
                  <a:cubicBezTo>
                    <a:pt x="80513" y="0"/>
                    <a:pt x="0" y="81077"/>
                    <a:pt x="0" y="180667"/>
                  </a:cubicBezTo>
                  <a:cubicBezTo>
                    <a:pt x="0" y="280257"/>
                    <a:pt x="81152" y="361333"/>
                    <a:pt x="180835" y="361333"/>
                  </a:cubicBezTo>
                  <a:cubicBezTo>
                    <a:pt x="281157" y="361333"/>
                    <a:pt x="361670" y="280257"/>
                    <a:pt x="361670" y="180667"/>
                  </a:cubicBezTo>
                  <a:cubicBezTo>
                    <a:pt x="361670" y="81077"/>
                    <a:pt x="280518" y="0"/>
                    <a:pt x="180835" y="0"/>
                  </a:cubicBezTo>
                  <a:close/>
                  <a:moveTo>
                    <a:pt x="180835" y="349204"/>
                  </a:moveTo>
                  <a:cubicBezTo>
                    <a:pt x="88181" y="349204"/>
                    <a:pt x="12780" y="273873"/>
                    <a:pt x="12780" y="181305"/>
                  </a:cubicBezTo>
                  <a:cubicBezTo>
                    <a:pt x="12780" y="88737"/>
                    <a:pt x="88181" y="13406"/>
                    <a:pt x="180835" y="13406"/>
                  </a:cubicBezTo>
                  <a:cubicBezTo>
                    <a:pt x="273489" y="13406"/>
                    <a:pt x="348891" y="88737"/>
                    <a:pt x="348891" y="181305"/>
                  </a:cubicBezTo>
                  <a:cubicBezTo>
                    <a:pt x="348891" y="273234"/>
                    <a:pt x="273489" y="349204"/>
                    <a:pt x="180835" y="349204"/>
                  </a:cubicBezTo>
                  <a:close/>
                </a:path>
              </a:pathLst>
            </a:custGeom>
            <a:grpFill/>
            <a:ln w="6390" cap="flat">
              <a:noFill/>
              <a:prstDash val="solid"/>
              <a:miter/>
            </a:ln>
          </p:spPr>
          <p:txBody>
            <a:bodyPr rtlCol="0" anchor="ctr"/>
            <a:lstStyle/>
            <a:p>
              <a:endParaRPr lang="en-US" sz="1400"/>
            </a:p>
          </p:txBody>
        </p:sp>
        <p:sp>
          <p:nvSpPr>
            <p:cNvPr id="55" name="Graphic 4">
              <a:extLst>
                <a:ext uri="{FF2B5EF4-FFF2-40B4-BE49-F238E27FC236}">
                  <a16:creationId xmlns:a16="http://schemas.microsoft.com/office/drawing/2014/main" id="{5899985D-8EEC-EFD2-729D-D01CA2DFED72}"/>
                </a:ext>
              </a:extLst>
            </p:cNvPr>
            <p:cNvSpPr/>
            <p:nvPr/>
          </p:nvSpPr>
          <p:spPr>
            <a:xfrm>
              <a:off x="1584704" y="995425"/>
              <a:ext cx="221756" cy="206202"/>
            </a:xfrm>
            <a:custGeom>
              <a:avLst/>
              <a:gdLst>
                <a:gd name="connsiteX0" fmla="*/ 194254 w 221756"/>
                <a:gd name="connsiteY0" fmla="*/ 46603 h 206202"/>
                <a:gd name="connsiteX1" fmla="*/ 146330 w 221756"/>
                <a:gd name="connsiteY1" fmla="*/ 15322 h 206202"/>
                <a:gd name="connsiteX2" fmla="*/ 107351 w 221756"/>
                <a:gd name="connsiteY2" fmla="*/ 7022 h 206202"/>
                <a:gd name="connsiteX3" fmla="*/ 83069 w 221756"/>
                <a:gd name="connsiteY3" fmla="*/ 0 h 206202"/>
                <a:gd name="connsiteX4" fmla="*/ 49842 w 221756"/>
                <a:gd name="connsiteY4" fmla="*/ 14683 h 206202"/>
                <a:gd name="connsiteX5" fmla="*/ 48564 w 221756"/>
                <a:gd name="connsiteY5" fmla="*/ 14683 h 206202"/>
                <a:gd name="connsiteX6" fmla="*/ 7029 w 221756"/>
                <a:gd name="connsiteY6" fmla="*/ 50433 h 206202"/>
                <a:gd name="connsiteX7" fmla="*/ 8307 w 221756"/>
                <a:gd name="connsiteY7" fmla="*/ 58094 h 206202"/>
                <a:gd name="connsiteX8" fmla="*/ 0 w 221756"/>
                <a:gd name="connsiteY8" fmla="*/ 79800 h 206202"/>
                <a:gd name="connsiteX9" fmla="*/ 38979 w 221756"/>
                <a:gd name="connsiteY9" fmla="*/ 115550 h 206202"/>
                <a:gd name="connsiteX10" fmla="*/ 51119 w 221756"/>
                <a:gd name="connsiteY10" fmla="*/ 128318 h 206202"/>
                <a:gd name="connsiteX11" fmla="*/ 74123 w 221756"/>
                <a:gd name="connsiteY11" fmla="*/ 201734 h 206202"/>
                <a:gd name="connsiteX12" fmla="*/ 80513 w 221756"/>
                <a:gd name="connsiteY12" fmla="*/ 206203 h 206202"/>
                <a:gd name="connsiteX13" fmla="*/ 80513 w 221756"/>
                <a:gd name="connsiteY13" fmla="*/ 206203 h 206202"/>
                <a:gd name="connsiteX14" fmla="*/ 86264 w 221756"/>
                <a:gd name="connsiteY14" fmla="*/ 201734 h 206202"/>
                <a:gd name="connsiteX15" fmla="*/ 105434 w 221756"/>
                <a:gd name="connsiteY15" fmla="*/ 135979 h 206202"/>
                <a:gd name="connsiteX16" fmla="*/ 128438 w 221756"/>
                <a:gd name="connsiteY16" fmla="*/ 132787 h 206202"/>
                <a:gd name="connsiteX17" fmla="*/ 145690 w 221756"/>
                <a:gd name="connsiteY17" fmla="*/ 135979 h 206202"/>
                <a:gd name="connsiteX18" fmla="*/ 182752 w 221756"/>
                <a:gd name="connsiteY18" fmla="*/ 115550 h 206202"/>
                <a:gd name="connsiteX19" fmla="*/ 221731 w 221756"/>
                <a:gd name="connsiteY19" fmla="*/ 79800 h 206202"/>
                <a:gd name="connsiteX20" fmla="*/ 194254 w 221756"/>
                <a:gd name="connsiteY20" fmla="*/ 46603 h 206202"/>
                <a:gd name="connsiteX21" fmla="*/ 180835 w 221756"/>
                <a:gd name="connsiteY21" fmla="*/ 103420 h 206202"/>
                <a:gd name="connsiteX22" fmla="*/ 180196 w 221756"/>
                <a:gd name="connsiteY22" fmla="*/ 103420 h 206202"/>
                <a:gd name="connsiteX23" fmla="*/ 179557 w 221756"/>
                <a:gd name="connsiteY23" fmla="*/ 103420 h 206202"/>
                <a:gd name="connsiteX24" fmla="*/ 173167 w 221756"/>
                <a:gd name="connsiteY24" fmla="*/ 107251 h 206202"/>
                <a:gd name="connsiteX25" fmla="*/ 145690 w 221756"/>
                <a:gd name="connsiteY25" fmla="*/ 123849 h 206202"/>
                <a:gd name="connsiteX26" fmla="*/ 130994 w 221756"/>
                <a:gd name="connsiteY26" fmla="*/ 120657 h 206202"/>
                <a:gd name="connsiteX27" fmla="*/ 125243 w 221756"/>
                <a:gd name="connsiteY27" fmla="*/ 120657 h 206202"/>
                <a:gd name="connsiteX28" fmla="*/ 102239 w 221756"/>
                <a:gd name="connsiteY28" fmla="*/ 123211 h 206202"/>
                <a:gd name="connsiteX29" fmla="*/ 94571 w 221756"/>
                <a:gd name="connsiteY29" fmla="*/ 127680 h 206202"/>
                <a:gd name="connsiteX30" fmla="*/ 79874 w 221756"/>
                <a:gd name="connsiteY30" fmla="*/ 178752 h 206202"/>
                <a:gd name="connsiteX31" fmla="*/ 61982 w 221756"/>
                <a:gd name="connsiteY31" fmla="*/ 123211 h 206202"/>
                <a:gd name="connsiteX32" fmla="*/ 59426 w 221756"/>
                <a:gd name="connsiteY32" fmla="*/ 119380 h 206202"/>
                <a:gd name="connsiteX33" fmla="*/ 48564 w 221756"/>
                <a:gd name="connsiteY33" fmla="*/ 107251 h 206202"/>
                <a:gd name="connsiteX34" fmla="*/ 42813 w 221756"/>
                <a:gd name="connsiteY34" fmla="*/ 103420 h 206202"/>
                <a:gd name="connsiteX35" fmla="*/ 42813 w 221756"/>
                <a:gd name="connsiteY35" fmla="*/ 103420 h 206202"/>
                <a:gd name="connsiteX36" fmla="*/ 42174 w 221756"/>
                <a:gd name="connsiteY36" fmla="*/ 103420 h 206202"/>
                <a:gd name="connsiteX37" fmla="*/ 41535 w 221756"/>
                <a:gd name="connsiteY37" fmla="*/ 103420 h 206202"/>
                <a:gd name="connsiteX38" fmla="*/ 12780 w 221756"/>
                <a:gd name="connsiteY38" fmla="*/ 80438 h 206202"/>
                <a:gd name="connsiteX39" fmla="*/ 19809 w 221756"/>
                <a:gd name="connsiteY39" fmla="*/ 65117 h 206202"/>
                <a:gd name="connsiteX40" fmla="*/ 21726 w 221756"/>
                <a:gd name="connsiteY40" fmla="*/ 58094 h 206202"/>
                <a:gd name="connsiteX41" fmla="*/ 20448 w 221756"/>
                <a:gd name="connsiteY41" fmla="*/ 51072 h 206202"/>
                <a:gd name="connsiteX42" fmla="*/ 49202 w 221756"/>
                <a:gd name="connsiteY42" fmla="*/ 28089 h 206202"/>
                <a:gd name="connsiteX43" fmla="*/ 53036 w 221756"/>
                <a:gd name="connsiteY43" fmla="*/ 28089 h 206202"/>
                <a:gd name="connsiteX44" fmla="*/ 58788 w 221756"/>
                <a:gd name="connsiteY44" fmla="*/ 25536 h 206202"/>
                <a:gd name="connsiteX45" fmla="*/ 83708 w 221756"/>
                <a:gd name="connsiteY45" fmla="*/ 13406 h 206202"/>
                <a:gd name="connsiteX46" fmla="*/ 102878 w 221756"/>
                <a:gd name="connsiteY46" fmla="*/ 19790 h 206202"/>
                <a:gd name="connsiteX47" fmla="*/ 108629 w 221756"/>
                <a:gd name="connsiteY47" fmla="*/ 21067 h 206202"/>
                <a:gd name="connsiteX48" fmla="*/ 140579 w 221756"/>
                <a:gd name="connsiteY48" fmla="*/ 28089 h 206202"/>
                <a:gd name="connsiteX49" fmla="*/ 146330 w 221756"/>
                <a:gd name="connsiteY49" fmla="*/ 30005 h 206202"/>
                <a:gd name="connsiteX50" fmla="*/ 182113 w 221756"/>
                <a:gd name="connsiteY50" fmla="*/ 52349 h 206202"/>
                <a:gd name="connsiteX51" fmla="*/ 182113 w 221756"/>
                <a:gd name="connsiteY51" fmla="*/ 52987 h 206202"/>
                <a:gd name="connsiteX52" fmla="*/ 187225 w 221756"/>
                <a:gd name="connsiteY52" fmla="*/ 59371 h 206202"/>
                <a:gd name="connsiteX53" fmla="*/ 209590 w 221756"/>
                <a:gd name="connsiteY53" fmla="*/ 81715 h 206202"/>
                <a:gd name="connsiteX54" fmla="*/ 180835 w 221756"/>
                <a:gd name="connsiteY54" fmla="*/ 103420 h 206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221756" h="206202">
                  <a:moveTo>
                    <a:pt x="194254" y="46603"/>
                  </a:moveTo>
                  <a:cubicBezTo>
                    <a:pt x="191698" y="26813"/>
                    <a:pt x="170611" y="12130"/>
                    <a:pt x="146330" y="15322"/>
                  </a:cubicBezTo>
                  <a:cubicBezTo>
                    <a:pt x="136106" y="7022"/>
                    <a:pt x="121409" y="3830"/>
                    <a:pt x="107351" y="7022"/>
                  </a:cubicBezTo>
                  <a:cubicBezTo>
                    <a:pt x="100322" y="2554"/>
                    <a:pt x="92015" y="0"/>
                    <a:pt x="83069" y="0"/>
                  </a:cubicBezTo>
                  <a:cubicBezTo>
                    <a:pt x="69650" y="0"/>
                    <a:pt x="57509" y="5746"/>
                    <a:pt x="49842" y="14683"/>
                  </a:cubicBezTo>
                  <a:cubicBezTo>
                    <a:pt x="49202" y="14683"/>
                    <a:pt x="48564" y="14683"/>
                    <a:pt x="48564" y="14683"/>
                  </a:cubicBezTo>
                  <a:cubicBezTo>
                    <a:pt x="25560" y="14683"/>
                    <a:pt x="7029" y="30643"/>
                    <a:pt x="7029" y="50433"/>
                  </a:cubicBezTo>
                  <a:cubicBezTo>
                    <a:pt x="7029" y="52987"/>
                    <a:pt x="7668" y="55541"/>
                    <a:pt x="8307" y="58094"/>
                  </a:cubicBezTo>
                  <a:cubicBezTo>
                    <a:pt x="2556" y="64478"/>
                    <a:pt x="0" y="72139"/>
                    <a:pt x="0" y="79800"/>
                  </a:cubicBezTo>
                  <a:cubicBezTo>
                    <a:pt x="0" y="98952"/>
                    <a:pt x="17253" y="114912"/>
                    <a:pt x="38979" y="115550"/>
                  </a:cubicBezTo>
                  <a:cubicBezTo>
                    <a:pt x="41535" y="120657"/>
                    <a:pt x="46008" y="125126"/>
                    <a:pt x="51119" y="128318"/>
                  </a:cubicBezTo>
                  <a:lnTo>
                    <a:pt x="74123" y="201734"/>
                  </a:lnTo>
                  <a:cubicBezTo>
                    <a:pt x="74762" y="204287"/>
                    <a:pt x="77318" y="206203"/>
                    <a:pt x="80513" y="206203"/>
                  </a:cubicBezTo>
                  <a:cubicBezTo>
                    <a:pt x="80513" y="206203"/>
                    <a:pt x="80513" y="206203"/>
                    <a:pt x="80513" y="206203"/>
                  </a:cubicBezTo>
                  <a:cubicBezTo>
                    <a:pt x="83069" y="206203"/>
                    <a:pt x="85625" y="204287"/>
                    <a:pt x="86264" y="201734"/>
                  </a:cubicBezTo>
                  <a:lnTo>
                    <a:pt x="105434" y="135979"/>
                  </a:lnTo>
                  <a:cubicBezTo>
                    <a:pt x="113102" y="136617"/>
                    <a:pt x="121409" y="135979"/>
                    <a:pt x="128438" y="132787"/>
                  </a:cubicBezTo>
                  <a:cubicBezTo>
                    <a:pt x="134189" y="134702"/>
                    <a:pt x="139940" y="135979"/>
                    <a:pt x="145690" y="135979"/>
                  </a:cubicBezTo>
                  <a:cubicBezTo>
                    <a:pt x="161665" y="135979"/>
                    <a:pt x="176362" y="127680"/>
                    <a:pt x="182752" y="115550"/>
                  </a:cubicBezTo>
                  <a:cubicBezTo>
                    <a:pt x="204478" y="114273"/>
                    <a:pt x="221731" y="98952"/>
                    <a:pt x="221731" y="79800"/>
                  </a:cubicBezTo>
                  <a:cubicBezTo>
                    <a:pt x="222370" y="65117"/>
                    <a:pt x="210868" y="51710"/>
                    <a:pt x="194254" y="46603"/>
                  </a:cubicBezTo>
                  <a:close/>
                  <a:moveTo>
                    <a:pt x="180835" y="103420"/>
                  </a:moveTo>
                  <a:lnTo>
                    <a:pt x="180196" y="103420"/>
                  </a:lnTo>
                  <a:cubicBezTo>
                    <a:pt x="180196" y="103420"/>
                    <a:pt x="179557" y="103420"/>
                    <a:pt x="179557" y="103420"/>
                  </a:cubicBezTo>
                  <a:cubicBezTo>
                    <a:pt x="177001" y="103420"/>
                    <a:pt x="174445" y="104697"/>
                    <a:pt x="173167" y="107251"/>
                  </a:cubicBezTo>
                  <a:cubicBezTo>
                    <a:pt x="169333" y="116827"/>
                    <a:pt x="158470" y="123849"/>
                    <a:pt x="145690" y="123849"/>
                  </a:cubicBezTo>
                  <a:cubicBezTo>
                    <a:pt x="140579" y="123849"/>
                    <a:pt x="135467" y="122572"/>
                    <a:pt x="130994" y="120657"/>
                  </a:cubicBezTo>
                  <a:cubicBezTo>
                    <a:pt x="129077" y="120019"/>
                    <a:pt x="127160" y="120019"/>
                    <a:pt x="125243" y="120657"/>
                  </a:cubicBezTo>
                  <a:cubicBezTo>
                    <a:pt x="118214" y="123849"/>
                    <a:pt x="110546" y="125126"/>
                    <a:pt x="102239" y="123211"/>
                  </a:cubicBezTo>
                  <a:cubicBezTo>
                    <a:pt x="99044" y="122572"/>
                    <a:pt x="95210" y="124488"/>
                    <a:pt x="94571" y="127680"/>
                  </a:cubicBezTo>
                  <a:lnTo>
                    <a:pt x="79874" y="178752"/>
                  </a:lnTo>
                  <a:lnTo>
                    <a:pt x="61982" y="123211"/>
                  </a:lnTo>
                  <a:cubicBezTo>
                    <a:pt x="61343" y="121934"/>
                    <a:pt x="60704" y="120657"/>
                    <a:pt x="59426" y="119380"/>
                  </a:cubicBezTo>
                  <a:cubicBezTo>
                    <a:pt x="54314" y="116188"/>
                    <a:pt x="50480" y="112358"/>
                    <a:pt x="48564" y="107251"/>
                  </a:cubicBezTo>
                  <a:cubicBezTo>
                    <a:pt x="47925" y="104697"/>
                    <a:pt x="45369" y="103420"/>
                    <a:pt x="42813" y="103420"/>
                  </a:cubicBezTo>
                  <a:cubicBezTo>
                    <a:pt x="42813" y="103420"/>
                    <a:pt x="42813" y="103420"/>
                    <a:pt x="42813" y="103420"/>
                  </a:cubicBezTo>
                  <a:cubicBezTo>
                    <a:pt x="42813" y="103420"/>
                    <a:pt x="42174" y="103420"/>
                    <a:pt x="42174" y="103420"/>
                  </a:cubicBezTo>
                  <a:lnTo>
                    <a:pt x="41535" y="103420"/>
                  </a:lnTo>
                  <a:cubicBezTo>
                    <a:pt x="25560" y="103420"/>
                    <a:pt x="12780" y="93206"/>
                    <a:pt x="12780" y="80438"/>
                  </a:cubicBezTo>
                  <a:cubicBezTo>
                    <a:pt x="12780" y="74693"/>
                    <a:pt x="15336" y="69585"/>
                    <a:pt x="19809" y="65117"/>
                  </a:cubicBezTo>
                  <a:cubicBezTo>
                    <a:pt x="21726" y="63201"/>
                    <a:pt x="22365" y="60648"/>
                    <a:pt x="21726" y="58094"/>
                  </a:cubicBezTo>
                  <a:cubicBezTo>
                    <a:pt x="21087" y="55541"/>
                    <a:pt x="20448" y="53625"/>
                    <a:pt x="20448" y="51072"/>
                  </a:cubicBezTo>
                  <a:cubicBezTo>
                    <a:pt x="20448" y="38304"/>
                    <a:pt x="33228" y="28089"/>
                    <a:pt x="49202" y="28089"/>
                  </a:cubicBezTo>
                  <a:cubicBezTo>
                    <a:pt x="50480" y="28089"/>
                    <a:pt x="51759" y="28089"/>
                    <a:pt x="53036" y="28089"/>
                  </a:cubicBezTo>
                  <a:cubicBezTo>
                    <a:pt x="55593" y="28089"/>
                    <a:pt x="57509" y="27451"/>
                    <a:pt x="58788" y="25536"/>
                  </a:cubicBezTo>
                  <a:cubicBezTo>
                    <a:pt x="63899" y="17875"/>
                    <a:pt x="73484" y="13406"/>
                    <a:pt x="83708" y="13406"/>
                  </a:cubicBezTo>
                  <a:cubicBezTo>
                    <a:pt x="90737" y="13406"/>
                    <a:pt x="97766" y="15322"/>
                    <a:pt x="102878" y="19790"/>
                  </a:cubicBezTo>
                  <a:cubicBezTo>
                    <a:pt x="104795" y="21067"/>
                    <a:pt x="106712" y="21067"/>
                    <a:pt x="108629" y="21067"/>
                  </a:cubicBezTo>
                  <a:cubicBezTo>
                    <a:pt x="120131" y="17237"/>
                    <a:pt x="132911" y="20429"/>
                    <a:pt x="140579" y="28089"/>
                  </a:cubicBezTo>
                  <a:cubicBezTo>
                    <a:pt x="141857" y="29366"/>
                    <a:pt x="144413" y="30005"/>
                    <a:pt x="146330" y="30005"/>
                  </a:cubicBezTo>
                  <a:cubicBezTo>
                    <a:pt x="165499" y="25536"/>
                    <a:pt x="182113" y="37665"/>
                    <a:pt x="182113" y="52349"/>
                  </a:cubicBezTo>
                  <a:cubicBezTo>
                    <a:pt x="182113" y="52349"/>
                    <a:pt x="182113" y="52987"/>
                    <a:pt x="182113" y="52987"/>
                  </a:cubicBezTo>
                  <a:cubicBezTo>
                    <a:pt x="182113" y="56179"/>
                    <a:pt x="184030" y="58733"/>
                    <a:pt x="187225" y="59371"/>
                  </a:cubicBezTo>
                  <a:cubicBezTo>
                    <a:pt x="200005" y="61925"/>
                    <a:pt x="209590" y="71501"/>
                    <a:pt x="209590" y="81715"/>
                  </a:cubicBezTo>
                  <a:cubicBezTo>
                    <a:pt x="209590" y="93206"/>
                    <a:pt x="196810" y="103420"/>
                    <a:pt x="180835" y="103420"/>
                  </a:cubicBezTo>
                  <a:close/>
                </a:path>
              </a:pathLst>
            </a:custGeom>
            <a:grpFill/>
            <a:ln w="6390" cap="flat">
              <a:noFill/>
              <a:prstDash val="solid"/>
              <a:miter/>
            </a:ln>
          </p:spPr>
          <p:txBody>
            <a:bodyPr rtlCol="0" anchor="ctr"/>
            <a:lstStyle/>
            <a:p>
              <a:endParaRPr lang="en-US" sz="1400"/>
            </a:p>
          </p:txBody>
        </p:sp>
      </p:grpSp>
      <p:sp>
        <p:nvSpPr>
          <p:cNvPr id="72" name="Freeform 3">
            <a:extLst>
              <a:ext uri="{FF2B5EF4-FFF2-40B4-BE49-F238E27FC236}">
                <a16:creationId xmlns:a16="http://schemas.microsoft.com/office/drawing/2014/main" id="{AB3C28F3-806D-F9CA-657A-C538F4C53AF0}"/>
              </a:ext>
            </a:extLst>
          </p:cNvPr>
          <p:cNvSpPr>
            <a:spLocks/>
          </p:cNvSpPr>
          <p:nvPr/>
        </p:nvSpPr>
        <p:spPr bwMode="gray">
          <a:xfrm>
            <a:off x="644751" y="5397220"/>
            <a:ext cx="10812791" cy="768096"/>
          </a:xfrm>
          <a:prstGeom prst="roundRect">
            <a:avLst>
              <a:gd name="adj" fmla="val 17371"/>
            </a:avLst>
          </a:prstGeom>
          <a:solidFill>
            <a:schemeClr val="accent1">
              <a:lumMod val="20000"/>
              <a:lumOff val="80000"/>
            </a:schemeClr>
          </a:solidFill>
          <a:ln w="9525">
            <a:noFill/>
          </a:ln>
          <a:effectLst/>
        </p:spPr>
        <p:style>
          <a:lnRef idx="3">
            <a:schemeClr val="lt1"/>
          </a:lnRef>
          <a:fillRef idx="1">
            <a:schemeClr val="accent6"/>
          </a:fillRef>
          <a:effectRef idx="1">
            <a:schemeClr val="accent6"/>
          </a:effectRef>
          <a:fontRef idx="minor">
            <a:schemeClr val="lt1"/>
          </a:fontRef>
        </p:style>
        <p:txBody>
          <a:bodyPr wrap="square" lIns="612000" tIns="68580" rIns="68580" bIns="68580" rtlCol="0" anchor="ctr"/>
          <a:lstStyle/>
          <a:p>
            <a:pPr algn="just"/>
            <a:r>
              <a:rPr lang="en-US" sz="1400" b="1">
                <a:solidFill>
                  <a:schemeClr val="tx1"/>
                </a:solidFill>
                <a:latin typeface="Arial" panose="020B0604020202020204" pitchFamily="34" charset="0"/>
                <a:cs typeface="Arial" panose="020B0604020202020204" pitchFamily="34" charset="0"/>
              </a:rPr>
              <a:t>Inception Report: </a:t>
            </a:r>
            <a:r>
              <a:rPr lang="en-US" sz="1400">
                <a:solidFill>
                  <a:schemeClr val="tx1"/>
                </a:solidFill>
                <a:latin typeface="Arial" panose="020B0604020202020204" pitchFamily="34" charset="0"/>
                <a:cs typeface="Arial" panose="020B0604020202020204" pitchFamily="34" charset="0"/>
              </a:rPr>
              <a:t>Submit the Inception Report within 30 days.</a:t>
            </a:r>
          </a:p>
        </p:txBody>
      </p:sp>
      <p:grpSp>
        <p:nvGrpSpPr>
          <p:cNvPr id="73" name="Graphic 4">
            <a:extLst>
              <a:ext uri="{FF2B5EF4-FFF2-40B4-BE49-F238E27FC236}">
                <a16:creationId xmlns:a16="http://schemas.microsoft.com/office/drawing/2014/main" id="{C6E99F7C-CA35-2828-6700-07B4538F9F67}"/>
              </a:ext>
            </a:extLst>
          </p:cNvPr>
          <p:cNvGrpSpPr/>
          <p:nvPr/>
        </p:nvGrpSpPr>
        <p:grpSpPr>
          <a:xfrm>
            <a:off x="752592" y="5533576"/>
            <a:ext cx="411480" cy="411480"/>
            <a:chOff x="467743" y="2855717"/>
            <a:chExt cx="361670" cy="362610"/>
          </a:xfrm>
          <a:solidFill>
            <a:schemeClr val="accent3">
              <a:lumMod val="50000"/>
            </a:schemeClr>
          </a:solidFill>
        </p:grpSpPr>
        <p:sp>
          <p:nvSpPr>
            <p:cNvPr id="74" name="Graphic 4">
              <a:extLst>
                <a:ext uri="{FF2B5EF4-FFF2-40B4-BE49-F238E27FC236}">
                  <a16:creationId xmlns:a16="http://schemas.microsoft.com/office/drawing/2014/main" id="{B6D7DC40-C16E-8D9C-3319-72FEE1724716}"/>
                </a:ext>
              </a:extLst>
            </p:cNvPr>
            <p:cNvSpPr/>
            <p:nvPr/>
          </p:nvSpPr>
          <p:spPr>
            <a:xfrm>
              <a:off x="467743" y="2855717"/>
              <a:ext cx="361670" cy="362610"/>
            </a:xfrm>
            <a:custGeom>
              <a:avLst/>
              <a:gdLst>
                <a:gd name="connsiteX0" fmla="*/ 180835 w 361670"/>
                <a:gd name="connsiteY0" fmla="*/ 0 h 362610"/>
                <a:gd name="connsiteX1" fmla="*/ 0 w 361670"/>
                <a:gd name="connsiteY1" fmla="*/ 181305 h 362610"/>
                <a:gd name="connsiteX2" fmla="*/ 180835 w 361670"/>
                <a:gd name="connsiteY2" fmla="*/ 362610 h 362610"/>
                <a:gd name="connsiteX3" fmla="*/ 361670 w 361670"/>
                <a:gd name="connsiteY3" fmla="*/ 181305 h 362610"/>
                <a:gd name="connsiteX4" fmla="*/ 361670 w 361670"/>
                <a:gd name="connsiteY4" fmla="*/ 181305 h 362610"/>
                <a:gd name="connsiteX5" fmla="*/ 180835 w 361670"/>
                <a:gd name="connsiteY5" fmla="*/ 0 h 362610"/>
                <a:gd name="connsiteX6" fmla="*/ 180835 w 361670"/>
                <a:gd name="connsiteY6" fmla="*/ 0 h 362610"/>
                <a:gd name="connsiteX7" fmla="*/ 180835 w 361670"/>
                <a:gd name="connsiteY7" fmla="*/ 349204 h 362610"/>
                <a:gd name="connsiteX8" fmla="*/ 12780 w 361670"/>
                <a:gd name="connsiteY8" fmla="*/ 180667 h 362610"/>
                <a:gd name="connsiteX9" fmla="*/ 180835 w 361670"/>
                <a:gd name="connsiteY9" fmla="*/ 12130 h 362610"/>
                <a:gd name="connsiteX10" fmla="*/ 348891 w 361670"/>
                <a:gd name="connsiteY10" fmla="*/ 180667 h 362610"/>
                <a:gd name="connsiteX11" fmla="*/ 180835 w 361670"/>
                <a:gd name="connsiteY11" fmla="*/ 349204 h 362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1670" h="362610">
                  <a:moveTo>
                    <a:pt x="180835" y="0"/>
                  </a:moveTo>
                  <a:cubicBezTo>
                    <a:pt x="80513" y="0"/>
                    <a:pt x="0" y="81076"/>
                    <a:pt x="0" y="181305"/>
                  </a:cubicBezTo>
                  <a:cubicBezTo>
                    <a:pt x="0" y="281533"/>
                    <a:pt x="81152" y="362610"/>
                    <a:pt x="180835" y="362610"/>
                  </a:cubicBezTo>
                  <a:cubicBezTo>
                    <a:pt x="280518" y="362610"/>
                    <a:pt x="361670" y="281533"/>
                    <a:pt x="361670" y="181305"/>
                  </a:cubicBezTo>
                  <a:cubicBezTo>
                    <a:pt x="361670" y="181305"/>
                    <a:pt x="361670" y="181305"/>
                    <a:pt x="361670" y="181305"/>
                  </a:cubicBezTo>
                  <a:cubicBezTo>
                    <a:pt x="361670" y="80438"/>
                    <a:pt x="281157" y="0"/>
                    <a:pt x="180835" y="0"/>
                  </a:cubicBezTo>
                  <a:cubicBezTo>
                    <a:pt x="180835" y="0"/>
                    <a:pt x="180835" y="0"/>
                    <a:pt x="180835" y="0"/>
                  </a:cubicBezTo>
                  <a:close/>
                  <a:moveTo>
                    <a:pt x="180835" y="349204"/>
                  </a:moveTo>
                  <a:cubicBezTo>
                    <a:pt x="87542" y="349204"/>
                    <a:pt x="12780" y="273873"/>
                    <a:pt x="12780" y="180667"/>
                  </a:cubicBezTo>
                  <a:cubicBezTo>
                    <a:pt x="12780" y="87460"/>
                    <a:pt x="88181" y="12130"/>
                    <a:pt x="180835" y="12130"/>
                  </a:cubicBezTo>
                  <a:cubicBezTo>
                    <a:pt x="273489" y="12130"/>
                    <a:pt x="348891" y="87460"/>
                    <a:pt x="348891" y="180667"/>
                  </a:cubicBezTo>
                  <a:cubicBezTo>
                    <a:pt x="348891" y="273234"/>
                    <a:pt x="273489" y="348565"/>
                    <a:pt x="180835" y="349204"/>
                  </a:cubicBezTo>
                  <a:close/>
                </a:path>
              </a:pathLst>
            </a:custGeom>
            <a:grpFill/>
            <a:ln w="6390" cap="flat">
              <a:noFill/>
              <a:prstDash val="solid"/>
              <a:miter/>
            </a:ln>
          </p:spPr>
          <p:txBody>
            <a:bodyPr rtlCol="0" anchor="ctr"/>
            <a:lstStyle/>
            <a:p>
              <a:endParaRPr lang="en-US" sz="1400"/>
            </a:p>
          </p:txBody>
        </p:sp>
        <p:sp>
          <p:nvSpPr>
            <p:cNvPr id="75" name="Graphic 4">
              <a:extLst>
                <a:ext uri="{FF2B5EF4-FFF2-40B4-BE49-F238E27FC236}">
                  <a16:creationId xmlns:a16="http://schemas.microsoft.com/office/drawing/2014/main" id="{A84435DC-70EA-5DEF-8DB9-F5D04A9552D5}"/>
                </a:ext>
              </a:extLst>
            </p:cNvPr>
            <p:cNvSpPr/>
            <p:nvPr/>
          </p:nvSpPr>
          <p:spPr>
            <a:xfrm>
              <a:off x="561675" y="2985951"/>
              <a:ext cx="115657" cy="159599"/>
            </a:xfrm>
            <a:custGeom>
              <a:avLst/>
              <a:gdLst>
                <a:gd name="connsiteX0" fmla="*/ 108629 w 115657"/>
                <a:gd name="connsiteY0" fmla="*/ 0 h 159599"/>
                <a:gd name="connsiteX1" fmla="*/ 6390 w 115657"/>
                <a:gd name="connsiteY1" fmla="*/ 0 h 159599"/>
                <a:gd name="connsiteX2" fmla="*/ 0 w 115657"/>
                <a:gd name="connsiteY2" fmla="*/ 6384 h 159599"/>
                <a:gd name="connsiteX3" fmla="*/ 0 w 115657"/>
                <a:gd name="connsiteY3" fmla="*/ 153216 h 159599"/>
                <a:gd name="connsiteX4" fmla="*/ 6390 w 115657"/>
                <a:gd name="connsiteY4" fmla="*/ 159600 h 159599"/>
                <a:gd name="connsiteX5" fmla="*/ 109268 w 115657"/>
                <a:gd name="connsiteY5" fmla="*/ 159600 h 159599"/>
                <a:gd name="connsiteX6" fmla="*/ 115658 w 115657"/>
                <a:gd name="connsiteY6" fmla="*/ 153216 h 159599"/>
                <a:gd name="connsiteX7" fmla="*/ 115658 w 115657"/>
                <a:gd name="connsiteY7" fmla="*/ 6384 h 159599"/>
                <a:gd name="connsiteX8" fmla="*/ 108629 w 115657"/>
                <a:gd name="connsiteY8" fmla="*/ 0 h 159599"/>
                <a:gd name="connsiteX9" fmla="*/ 102239 w 115657"/>
                <a:gd name="connsiteY9" fmla="*/ 146832 h 159599"/>
                <a:gd name="connsiteX10" fmla="*/ 12780 w 115657"/>
                <a:gd name="connsiteY10" fmla="*/ 146832 h 159599"/>
                <a:gd name="connsiteX11" fmla="*/ 12780 w 115657"/>
                <a:gd name="connsiteY11" fmla="*/ 12768 h 159599"/>
                <a:gd name="connsiteX12" fmla="*/ 102878 w 115657"/>
                <a:gd name="connsiteY12" fmla="*/ 12768 h 159599"/>
                <a:gd name="connsiteX13" fmla="*/ 102878 w 115657"/>
                <a:gd name="connsiteY13" fmla="*/ 146832 h 15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5657" h="159599">
                  <a:moveTo>
                    <a:pt x="108629" y="0"/>
                  </a:moveTo>
                  <a:lnTo>
                    <a:pt x="6390" y="0"/>
                  </a:lnTo>
                  <a:cubicBezTo>
                    <a:pt x="2556" y="0"/>
                    <a:pt x="0" y="2554"/>
                    <a:pt x="0" y="6384"/>
                  </a:cubicBezTo>
                  <a:lnTo>
                    <a:pt x="0" y="153216"/>
                  </a:lnTo>
                  <a:cubicBezTo>
                    <a:pt x="0" y="157046"/>
                    <a:pt x="2556" y="159600"/>
                    <a:pt x="6390" y="159600"/>
                  </a:cubicBezTo>
                  <a:lnTo>
                    <a:pt x="109268" y="159600"/>
                  </a:lnTo>
                  <a:cubicBezTo>
                    <a:pt x="113102" y="159600"/>
                    <a:pt x="115658" y="157046"/>
                    <a:pt x="115658" y="153216"/>
                  </a:cubicBezTo>
                  <a:lnTo>
                    <a:pt x="115658" y="6384"/>
                  </a:lnTo>
                  <a:cubicBezTo>
                    <a:pt x="115019" y="3192"/>
                    <a:pt x="112463" y="0"/>
                    <a:pt x="108629" y="0"/>
                  </a:cubicBezTo>
                  <a:close/>
                  <a:moveTo>
                    <a:pt x="102239" y="146832"/>
                  </a:moveTo>
                  <a:lnTo>
                    <a:pt x="12780" y="146832"/>
                  </a:lnTo>
                  <a:lnTo>
                    <a:pt x="12780" y="12768"/>
                  </a:lnTo>
                  <a:lnTo>
                    <a:pt x="102878" y="12768"/>
                  </a:lnTo>
                  <a:lnTo>
                    <a:pt x="102878" y="146832"/>
                  </a:lnTo>
                  <a:close/>
                </a:path>
              </a:pathLst>
            </a:custGeom>
            <a:grpFill/>
            <a:ln w="6390" cap="flat">
              <a:noFill/>
              <a:prstDash val="solid"/>
              <a:miter/>
            </a:ln>
          </p:spPr>
          <p:txBody>
            <a:bodyPr rtlCol="0" anchor="ctr"/>
            <a:lstStyle/>
            <a:p>
              <a:endParaRPr lang="en-US" sz="1400"/>
            </a:p>
          </p:txBody>
        </p:sp>
        <p:sp>
          <p:nvSpPr>
            <p:cNvPr id="76" name="Graphic 4">
              <a:extLst>
                <a:ext uri="{FF2B5EF4-FFF2-40B4-BE49-F238E27FC236}">
                  <a16:creationId xmlns:a16="http://schemas.microsoft.com/office/drawing/2014/main" id="{C5280FFA-44F7-AC9E-8AE8-5E3ADF5B0891}"/>
                </a:ext>
              </a:extLst>
            </p:cNvPr>
            <p:cNvSpPr/>
            <p:nvPr/>
          </p:nvSpPr>
          <p:spPr>
            <a:xfrm>
              <a:off x="591069" y="2956584"/>
              <a:ext cx="115657" cy="159599"/>
            </a:xfrm>
            <a:custGeom>
              <a:avLst/>
              <a:gdLst>
                <a:gd name="connsiteX0" fmla="*/ 108629 w 115657"/>
                <a:gd name="connsiteY0" fmla="*/ 0 h 159599"/>
                <a:gd name="connsiteX1" fmla="*/ 6390 w 115657"/>
                <a:gd name="connsiteY1" fmla="*/ 0 h 159599"/>
                <a:gd name="connsiteX2" fmla="*/ 0 w 115657"/>
                <a:gd name="connsiteY2" fmla="*/ 6384 h 159599"/>
                <a:gd name="connsiteX3" fmla="*/ 6390 w 115657"/>
                <a:gd name="connsiteY3" fmla="*/ 12768 h 159599"/>
                <a:gd name="connsiteX4" fmla="*/ 102878 w 115657"/>
                <a:gd name="connsiteY4" fmla="*/ 12768 h 159599"/>
                <a:gd name="connsiteX5" fmla="*/ 102878 w 115657"/>
                <a:gd name="connsiteY5" fmla="*/ 153216 h 159599"/>
                <a:gd name="connsiteX6" fmla="*/ 109268 w 115657"/>
                <a:gd name="connsiteY6" fmla="*/ 159600 h 159599"/>
                <a:gd name="connsiteX7" fmla="*/ 115658 w 115657"/>
                <a:gd name="connsiteY7" fmla="*/ 153216 h 159599"/>
                <a:gd name="connsiteX8" fmla="*/ 115658 w 115657"/>
                <a:gd name="connsiteY8" fmla="*/ 6384 h 159599"/>
                <a:gd name="connsiteX9" fmla="*/ 108629 w 115657"/>
                <a:gd name="connsiteY9" fmla="*/ 0 h 15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5657" h="159599">
                  <a:moveTo>
                    <a:pt x="108629" y="0"/>
                  </a:moveTo>
                  <a:lnTo>
                    <a:pt x="6390" y="0"/>
                  </a:lnTo>
                  <a:cubicBezTo>
                    <a:pt x="2556" y="0"/>
                    <a:pt x="0" y="2554"/>
                    <a:pt x="0" y="6384"/>
                  </a:cubicBezTo>
                  <a:cubicBezTo>
                    <a:pt x="0" y="10214"/>
                    <a:pt x="2556" y="12768"/>
                    <a:pt x="6390" y="12768"/>
                  </a:cubicBezTo>
                  <a:lnTo>
                    <a:pt x="102878" y="12768"/>
                  </a:lnTo>
                  <a:lnTo>
                    <a:pt x="102878" y="153216"/>
                  </a:lnTo>
                  <a:cubicBezTo>
                    <a:pt x="102878" y="157046"/>
                    <a:pt x="105434" y="159600"/>
                    <a:pt x="109268" y="159600"/>
                  </a:cubicBezTo>
                  <a:cubicBezTo>
                    <a:pt x="113102" y="159600"/>
                    <a:pt x="115658" y="157046"/>
                    <a:pt x="115658" y="153216"/>
                  </a:cubicBezTo>
                  <a:lnTo>
                    <a:pt x="115658" y="6384"/>
                  </a:lnTo>
                  <a:cubicBezTo>
                    <a:pt x="115019" y="3192"/>
                    <a:pt x="112463" y="0"/>
                    <a:pt x="108629" y="0"/>
                  </a:cubicBezTo>
                  <a:close/>
                </a:path>
              </a:pathLst>
            </a:custGeom>
            <a:grpFill/>
            <a:ln w="6390" cap="flat">
              <a:noFill/>
              <a:prstDash val="solid"/>
              <a:miter/>
            </a:ln>
          </p:spPr>
          <p:txBody>
            <a:bodyPr rtlCol="0" anchor="ctr"/>
            <a:lstStyle/>
            <a:p>
              <a:endParaRPr lang="en-US" sz="1400"/>
            </a:p>
          </p:txBody>
        </p:sp>
        <p:sp>
          <p:nvSpPr>
            <p:cNvPr id="77" name="Graphic 4">
              <a:extLst>
                <a:ext uri="{FF2B5EF4-FFF2-40B4-BE49-F238E27FC236}">
                  <a16:creationId xmlns:a16="http://schemas.microsoft.com/office/drawing/2014/main" id="{A08FF0DD-8649-7234-8699-C25311F00FA5}"/>
                </a:ext>
              </a:extLst>
            </p:cNvPr>
            <p:cNvSpPr/>
            <p:nvPr/>
          </p:nvSpPr>
          <p:spPr>
            <a:xfrm>
              <a:off x="620462" y="2927218"/>
              <a:ext cx="115657" cy="159599"/>
            </a:xfrm>
            <a:custGeom>
              <a:avLst/>
              <a:gdLst>
                <a:gd name="connsiteX0" fmla="*/ 108629 w 115657"/>
                <a:gd name="connsiteY0" fmla="*/ 0 h 159599"/>
                <a:gd name="connsiteX1" fmla="*/ 6390 w 115657"/>
                <a:gd name="connsiteY1" fmla="*/ 0 h 159599"/>
                <a:gd name="connsiteX2" fmla="*/ 0 w 115657"/>
                <a:gd name="connsiteY2" fmla="*/ 6384 h 159599"/>
                <a:gd name="connsiteX3" fmla="*/ 6390 w 115657"/>
                <a:gd name="connsiteY3" fmla="*/ 12768 h 159599"/>
                <a:gd name="connsiteX4" fmla="*/ 102878 w 115657"/>
                <a:gd name="connsiteY4" fmla="*/ 12768 h 159599"/>
                <a:gd name="connsiteX5" fmla="*/ 102878 w 115657"/>
                <a:gd name="connsiteY5" fmla="*/ 153216 h 159599"/>
                <a:gd name="connsiteX6" fmla="*/ 109268 w 115657"/>
                <a:gd name="connsiteY6" fmla="*/ 159600 h 159599"/>
                <a:gd name="connsiteX7" fmla="*/ 115658 w 115657"/>
                <a:gd name="connsiteY7" fmla="*/ 153216 h 159599"/>
                <a:gd name="connsiteX8" fmla="*/ 115658 w 115657"/>
                <a:gd name="connsiteY8" fmla="*/ 6384 h 159599"/>
                <a:gd name="connsiteX9" fmla="*/ 108629 w 115657"/>
                <a:gd name="connsiteY9" fmla="*/ 0 h 15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5657" h="159599">
                  <a:moveTo>
                    <a:pt x="108629" y="0"/>
                  </a:moveTo>
                  <a:lnTo>
                    <a:pt x="6390" y="0"/>
                  </a:lnTo>
                  <a:cubicBezTo>
                    <a:pt x="2556" y="0"/>
                    <a:pt x="0" y="2554"/>
                    <a:pt x="0" y="6384"/>
                  </a:cubicBezTo>
                  <a:cubicBezTo>
                    <a:pt x="0" y="10214"/>
                    <a:pt x="2556" y="12768"/>
                    <a:pt x="6390" y="12768"/>
                  </a:cubicBezTo>
                  <a:lnTo>
                    <a:pt x="102878" y="12768"/>
                  </a:lnTo>
                  <a:lnTo>
                    <a:pt x="102878" y="153216"/>
                  </a:lnTo>
                  <a:cubicBezTo>
                    <a:pt x="102878" y="157046"/>
                    <a:pt x="105434" y="159600"/>
                    <a:pt x="109268" y="159600"/>
                  </a:cubicBezTo>
                  <a:cubicBezTo>
                    <a:pt x="113102" y="159600"/>
                    <a:pt x="115658" y="157046"/>
                    <a:pt x="115658" y="153216"/>
                  </a:cubicBezTo>
                  <a:lnTo>
                    <a:pt x="115658" y="6384"/>
                  </a:lnTo>
                  <a:cubicBezTo>
                    <a:pt x="115019" y="3192"/>
                    <a:pt x="112463" y="0"/>
                    <a:pt x="108629" y="0"/>
                  </a:cubicBezTo>
                  <a:close/>
                </a:path>
              </a:pathLst>
            </a:custGeom>
            <a:grpFill/>
            <a:ln w="6390" cap="flat">
              <a:noFill/>
              <a:prstDash val="solid"/>
              <a:miter/>
            </a:ln>
          </p:spPr>
          <p:txBody>
            <a:bodyPr rtlCol="0" anchor="ctr"/>
            <a:lstStyle/>
            <a:p>
              <a:endParaRPr lang="en-US" sz="1400"/>
            </a:p>
          </p:txBody>
        </p:sp>
        <p:sp>
          <p:nvSpPr>
            <p:cNvPr id="78" name="Graphic 4">
              <a:extLst>
                <a:ext uri="{FF2B5EF4-FFF2-40B4-BE49-F238E27FC236}">
                  <a16:creationId xmlns:a16="http://schemas.microsoft.com/office/drawing/2014/main" id="{C1BB0C8C-BA74-C411-3580-35536D6FC255}"/>
                </a:ext>
              </a:extLst>
            </p:cNvPr>
            <p:cNvSpPr/>
            <p:nvPr/>
          </p:nvSpPr>
          <p:spPr>
            <a:xfrm>
              <a:off x="583401" y="3103416"/>
              <a:ext cx="71567" cy="12767"/>
            </a:xfrm>
            <a:custGeom>
              <a:avLst/>
              <a:gdLst>
                <a:gd name="connsiteX0" fmla="*/ 6390 w 71567"/>
                <a:gd name="connsiteY0" fmla="*/ 12768 h 12767"/>
                <a:gd name="connsiteX1" fmla="*/ 65177 w 71567"/>
                <a:gd name="connsiteY1" fmla="*/ 12768 h 12767"/>
                <a:gd name="connsiteX2" fmla="*/ 71567 w 71567"/>
                <a:gd name="connsiteY2" fmla="*/ 6384 h 12767"/>
                <a:gd name="connsiteX3" fmla="*/ 65177 w 71567"/>
                <a:gd name="connsiteY3" fmla="*/ 0 h 12767"/>
                <a:gd name="connsiteX4" fmla="*/ 6390 w 71567"/>
                <a:gd name="connsiteY4" fmla="*/ 0 h 12767"/>
                <a:gd name="connsiteX5" fmla="*/ 0 w 71567"/>
                <a:gd name="connsiteY5" fmla="*/ 6384 h 12767"/>
                <a:gd name="connsiteX6" fmla="*/ 6390 w 71567"/>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567" h="12767">
                  <a:moveTo>
                    <a:pt x="6390" y="12768"/>
                  </a:moveTo>
                  <a:lnTo>
                    <a:pt x="65177" y="12768"/>
                  </a:lnTo>
                  <a:cubicBezTo>
                    <a:pt x="69011" y="12768"/>
                    <a:pt x="71567" y="10214"/>
                    <a:pt x="71567" y="6384"/>
                  </a:cubicBezTo>
                  <a:cubicBezTo>
                    <a:pt x="71567" y="2554"/>
                    <a:pt x="69011" y="0"/>
                    <a:pt x="65177" y="0"/>
                  </a:cubicBezTo>
                  <a:lnTo>
                    <a:pt x="6390" y="0"/>
                  </a:lnTo>
                  <a:cubicBezTo>
                    <a:pt x="2556" y="0"/>
                    <a:pt x="0" y="2554"/>
                    <a:pt x="0" y="6384"/>
                  </a:cubicBezTo>
                  <a:cubicBezTo>
                    <a:pt x="0" y="10214"/>
                    <a:pt x="3195" y="12768"/>
                    <a:pt x="6390" y="12768"/>
                  </a:cubicBezTo>
                  <a:close/>
                </a:path>
              </a:pathLst>
            </a:custGeom>
            <a:grpFill/>
            <a:ln w="6390" cap="flat">
              <a:noFill/>
              <a:prstDash val="solid"/>
              <a:miter/>
            </a:ln>
          </p:spPr>
          <p:txBody>
            <a:bodyPr rtlCol="0" anchor="ctr"/>
            <a:lstStyle/>
            <a:p>
              <a:endParaRPr lang="en-US" sz="1400"/>
            </a:p>
          </p:txBody>
        </p:sp>
        <p:sp>
          <p:nvSpPr>
            <p:cNvPr id="79" name="Graphic 4">
              <a:extLst>
                <a:ext uri="{FF2B5EF4-FFF2-40B4-BE49-F238E27FC236}">
                  <a16:creationId xmlns:a16="http://schemas.microsoft.com/office/drawing/2014/main" id="{B30B4800-0EE5-C71D-3C41-DA47136A1996}"/>
                </a:ext>
              </a:extLst>
            </p:cNvPr>
            <p:cNvSpPr/>
            <p:nvPr/>
          </p:nvSpPr>
          <p:spPr>
            <a:xfrm>
              <a:off x="583401" y="3074050"/>
              <a:ext cx="71567" cy="12767"/>
            </a:xfrm>
            <a:custGeom>
              <a:avLst/>
              <a:gdLst>
                <a:gd name="connsiteX0" fmla="*/ 6390 w 71567"/>
                <a:gd name="connsiteY0" fmla="*/ 12768 h 12767"/>
                <a:gd name="connsiteX1" fmla="*/ 65177 w 71567"/>
                <a:gd name="connsiteY1" fmla="*/ 12768 h 12767"/>
                <a:gd name="connsiteX2" fmla="*/ 71567 w 71567"/>
                <a:gd name="connsiteY2" fmla="*/ 6384 h 12767"/>
                <a:gd name="connsiteX3" fmla="*/ 65177 w 71567"/>
                <a:gd name="connsiteY3" fmla="*/ 0 h 12767"/>
                <a:gd name="connsiteX4" fmla="*/ 6390 w 71567"/>
                <a:gd name="connsiteY4" fmla="*/ 0 h 12767"/>
                <a:gd name="connsiteX5" fmla="*/ 0 w 71567"/>
                <a:gd name="connsiteY5" fmla="*/ 6384 h 12767"/>
                <a:gd name="connsiteX6" fmla="*/ 6390 w 71567"/>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567" h="12767">
                  <a:moveTo>
                    <a:pt x="6390" y="12768"/>
                  </a:moveTo>
                  <a:lnTo>
                    <a:pt x="65177" y="12768"/>
                  </a:lnTo>
                  <a:cubicBezTo>
                    <a:pt x="69011" y="12768"/>
                    <a:pt x="71567" y="10214"/>
                    <a:pt x="71567" y="6384"/>
                  </a:cubicBezTo>
                  <a:cubicBezTo>
                    <a:pt x="71567" y="2554"/>
                    <a:pt x="69011" y="0"/>
                    <a:pt x="65177" y="0"/>
                  </a:cubicBezTo>
                  <a:lnTo>
                    <a:pt x="6390" y="0"/>
                  </a:lnTo>
                  <a:cubicBezTo>
                    <a:pt x="2556" y="0"/>
                    <a:pt x="0" y="2554"/>
                    <a:pt x="0" y="6384"/>
                  </a:cubicBezTo>
                  <a:cubicBezTo>
                    <a:pt x="0" y="10214"/>
                    <a:pt x="3195" y="12768"/>
                    <a:pt x="6390" y="12768"/>
                  </a:cubicBezTo>
                  <a:close/>
                </a:path>
              </a:pathLst>
            </a:custGeom>
            <a:grpFill/>
            <a:ln w="6390" cap="flat">
              <a:noFill/>
              <a:prstDash val="solid"/>
              <a:miter/>
            </a:ln>
          </p:spPr>
          <p:txBody>
            <a:bodyPr rtlCol="0" anchor="ctr"/>
            <a:lstStyle/>
            <a:p>
              <a:endParaRPr lang="en-US" sz="1400"/>
            </a:p>
          </p:txBody>
        </p:sp>
        <p:sp>
          <p:nvSpPr>
            <p:cNvPr id="80" name="Graphic 4">
              <a:extLst>
                <a:ext uri="{FF2B5EF4-FFF2-40B4-BE49-F238E27FC236}">
                  <a16:creationId xmlns:a16="http://schemas.microsoft.com/office/drawing/2014/main" id="{98C240FB-528B-09EB-43C1-3FBAFA909E21}"/>
                </a:ext>
              </a:extLst>
            </p:cNvPr>
            <p:cNvSpPr/>
            <p:nvPr/>
          </p:nvSpPr>
          <p:spPr>
            <a:xfrm>
              <a:off x="583401" y="3044683"/>
              <a:ext cx="71567" cy="12767"/>
            </a:xfrm>
            <a:custGeom>
              <a:avLst/>
              <a:gdLst>
                <a:gd name="connsiteX0" fmla="*/ 6390 w 71567"/>
                <a:gd name="connsiteY0" fmla="*/ 12768 h 12767"/>
                <a:gd name="connsiteX1" fmla="*/ 65177 w 71567"/>
                <a:gd name="connsiteY1" fmla="*/ 12768 h 12767"/>
                <a:gd name="connsiteX2" fmla="*/ 71567 w 71567"/>
                <a:gd name="connsiteY2" fmla="*/ 6384 h 12767"/>
                <a:gd name="connsiteX3" fmla="*/ 65177 w 71567"/>
                <a:gd name="connsiteY3" fmla="*/ 0 h 12767"/>
                <a:gd name="connsiteX4" fmla="*/ 6390 w 71567"/>
                <a:gd name="connsiteY4" fmla="*/ 0 h 12767"/>
                <a:gd name="connsiteX5" fmla="*/ 0 w 71567"/>
                <a:gd name="connsiteY5" fmla="*/ 6384 h 12767"/>
                <a:gd name="connsiteX6" fmla="*/ 6390 w 71567"/>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567" h="12767">
                  <a:moveTo>
                    <a:pt x="6390" y="12768"/>
                  </a:moveTo>
                  <a:lnTo>
                    <a:pt x="65177" y="12768"/>
                  </a:lnTo>
                  <a:cubicBezTo>
                    <a:pt x="69011" y="12768"/>
                    <a:pt x="71567" y="10214"/>
                    <a:pt x="71567" y="6384"/>
                  </a:cubicBezTo>
                  <a:cubicBezTo>
                    <a:pt x="71567" y="2554"/>
                    <a:pt x="69011" y="0"/>
                    <a:pt x="65177" y="0"/>
                  </a:cubicBezTo>
                  <a:lnTo>
                    <a:pt x="6390" y="0"/>
                  </a:lnTo>
                  <a:cubicBezTo>
                    <a:pt x="2556" y="0"/>
                    <a:pt x="0" y="2554"/>
                    <a:pt x="0" y="6384"/>
                  </a:cubicBezTo>
                  <a:cubicBezTo>
                    <a:pt x="0" y="10214"/>
                    <a:pt x="3195" y="12768"/>
                    <a:pt x="6390" y="12768"/>
                  </a:cubicBezTo>
                  <a:close/>
                </a:path>
              </a:pathLst>
            </a:custGeom>
            <a:grpFill/>
            <a:ln w="6390" cap="flat">
              <a:noFill/>
              <a:prstDash val="solid"/>
              <a:miter/>
            </a:ln>
          </p:spPr>
          <p:txBody>
            <a:bodyPr rtlCol="0" anchor="ctr"/>
            <a:lstStyle/>
            <a:p>
              <a:endParaRPr lang="en-US" sz="1400"/>
            </a:p>
          </p:txBody>
        </p:sp>
        <p:sp>
          <p:nvSpPr>
            <p:cNvPr id="81" name="Graphic 4">
              <a:extLst>
                <a:ext uri="{FF2B5EF4-FFF2-40B4-BE49-F238E27FC236}">
                  <a16:creationId xmlns:a16="http://schemas.microsoft.com/office/drawing/2014/main" id="{366D50B3-6989-5F34-B220-AFA18C8552F7}"/>
                </a:ext>
              </a:extLst>
            </p:cNvPr>
            <p:cNvSpPr/>
            <p:nvPr/>
          </p:nvSpPr>
          <p:spPr>
            <a:xfrm>
              <a:off x="583401" y="3015317"/>
              <a:ext cx="71567" cy="12767"/>
            </a:xfrm>
            <a:custGeom>
              <a:avLst/>
              <a:gdLst>
                <a:gd name="connsiteX0" fmla="*/ 6390 w 71567"/>
                <a:gd name="connsiteY0" fmla="*/ 12768 h 12767"/>
                <a:gd name="connsiteX1" fmla="*/ 65177 w 71567"/>
                <a:gd name="connsiteY1" fmla="*/ 12768 h 12767"/>
                <a:gd name="connsiteX2" fmla="*/ 71567 w 71567"/>
                <a:gd name="connsiteY2" fmla="*/ 6384 h 12767"/>
                <a:gd name="connsiteX3" fmla="*/ 65177 w 71567"/>
                <a:gd name="connsiteY3" fmla="*/ 0 h 12767"/>
                <a:gd name="connsiteX4" fmla="*/ 6390 w 71567"/>
                <a:gd name="connsiteY4" fmla="*/ 0 h 12767"/>
                <a:gd name="connsiteX5" fmla="*/ 0 w 71567"/>
                <a:gd name="connsiteY5" fmla="*/ 6384 h 12767"/>
                <a:gd name="connsiteX6" fmla="*/ 6390 w 71567"/>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567" h="12767">
                  <a:moveTo>
                    <a:pt x="6390" y="12768"/>
                  </a:moveTo>
                  <a:lnTo>
                    <a:pt x="65177" y="12768"/>
                  </a:lnTo>
                  <a:cubicBezTo>
                    <a:pt x="69011" y="12768"/>
                    <a:pt x="71567" y="10214"/>
                    <a:pt x="71567" y="6384"/>
                  </a:cubicBezTo>
                  <a:cubicBezTo>
                    <a:pt x="71567" y="2554"/>
                    <a:pt x="69011" y="0"/>
                    <a:pt x="65177" y="0"/>
                  </a:cubicBezTo>
                  <a:lnTo>
                    <a:pt x="6390" y="0"/>
                  </a:lnTo>
                  <a:cubicBezTo>
                    <a:pt x="2556" y="0"/>
                    <a:pt x="0" y="2554"/>
                    <a:pt x="0" y="6384"/>
                  </a:cubicBezTo>
                  <a:cubicBezTo>
                    <a:pt x="0" y="10214"/>
                    <a:pt x="3195" y="12768"/>
                    <a:pt x="6390" y="12768"/>
                  </a:cubicBezTo>
                  <a:close/>
                </a:path>
              </a:pathLst>
            </a:custGeom>
            <a:grpFill/>
            <a:ln w="6390" cap="flat">
              <a:noFill/>
              <a:prstDash val="solid"/>
              <a:miter/>
            </a:ln>
          </p:spPr>
          <p:txBody>
            <a:bodyPr rtlCol="0" anchor="ctr"/>
            <a:lstStyle/>
            <a:p>
              <a:endParaRPr lang="en-US" sz="1400"/>
            </a:p>
          </p:txBody>
        </p:sp>
      </p:grpSp>
      <p:grpSp>
        <p:nvGrpSpPr>
          <p:cNvPr id="82" name="Graphic 4">
            <a:extLst>
              <a:ext uri="{FF2B5EF4-FFF2-40B4-BE49-F238E27FC236}">
                <a16:creationId xmlns:a16="http://schemas.microsoft.com/office/drawing/2014/main" id="{7F2583E1-7888-0D57-C4A0-C740FBA7DFC3}"/>
              </a:ext>
            </a:extLst>
          </p:cNvPr>
          <p:cNvGrpSpPr/>
          <p:nvPr/>
        </p:nvGrpSpPr>
        <p:grpSpPr>
          <a:xfrm>
            <a:off x="749237" y="4587303"/>
            <a:ext cx="411480" cy="411480"/>
            <a:chOff x="9887149" y="3339623"/>
            <a:chExt cx="361670" cy="361333"/>
          </a:xfrm>
          <a:solidFill>
            <a:schemeClr val="accent3">
              <a:lumMod val="50000"/>
            </a:schemeClr>
          </a:solidFill>
        </p:grpSpPr>
        <p:sp>
          <p:nvSpPr>
            <p:cNvPr id="83" name="Graphic 4">
              <a:extLst>
                <a:ext uri="{FF2B5EF4-FFF2-40B4-BE49-F238E27FC236}">
                  <a16:creationId xmlns:a16="http://schemas.microsoft.com/office/drawing/2014/main" id="{DB90E40E-454D-2F7D-9648-9E25558163C6}"/>
                </a:ext>
              </a:extLst>
            </p:cNvPr>
            <p:cNvSpPr/>
            <p:nvPr/>
          </p:nvSpPr>
          <p:spPr>
            <a:xfrm>
              <a:off x="9887149" y="3339623"/>
              <a:ext cx="361670" cy="361333"/>
            </a:xfrm>
            <a:custGeom>
              <a:avLst/>
              <a:gdLst>
                <a:gd name="connsiteX0" fmla="*/ 180835 w 361670"/>
                <a:gd name="connsiteY0" fmla="*/ 0 h 361333"/>
                <a:gd name="connsiteX1" fmla="*/ 0 w 361670"/>
                <a:gd name="connsiteY1" fmla="*/ 180667 h 361333"/>
                <a:gd name="connsiteX2" fmla="*/ 180835 w 361670"/>
                <a:gd name="connsiteY2" fmla="*/ 361333 h 361333"/>
                <a:gd name="connsiteX3" fmla="*/ 361670 w 361670"/>
                <a:gd name="connsiteY3" fmla="*/ 180667 h 361333"/>
                <a:gd name="connsiteX4" fmla="*/ 180835 w 361670"/>
                <a:gd name="connsiteY4" fmla="*/ 0 h 361333"/>
                <a:gd name="connsiteX5" fmla="*/ 180835 w 361670"/>
                <a:gd name="connsiteY5" fmla="*/ 349204 h 361333"/>
                <a:gd name="connsiteX6" fmla="*/ 12780 w 361670"/>
                <a:gd name="connsiteY6" fmla="*/ 181305 h 361333"/>
                <a:gd name="connsiteX7" fmla="*/ 180835 w 361670"/>
                <a:gd name="connsiteY7" fmla="*/ 13406 h 361333"/>
                <a:gd name="connsiteX8" fmla="*/ 348890 w 361670"/>
                <a:gd name="connsiteY8" fmla="*/ 181305 h 361333"/>
                <a:gd name="connsiteX9" fmla="*/ 180835 w 361670"/>
                <a:gd name="connsiteY9" fmla="*/ 349204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1670" h="361333">
                  <a:moveTo>
                    <a:pt x="180835" y="0"/>
                  </a:moveTo>
                  <a:cubicBezTo>
                    <a:pt x="80513" y="0"/>
                    <a:pt x="0" y="81077"/>
                    <a:pt x="0" y="180667"/>
                  </a:cubicBezTo>
                  <a:cubicBezTo>
                    <a:pt x="0" y="280895"/>
                    <a:pt x="81152" y="361333"/>
                    <a:pt x="180835" y="361333"/>
                  </a:cubicBezTo>
                  <a:cubicBezTo>
                    <a:pt x="281157" y="361333"/>
                    <a:pt x="361670" y="280257"/>
                    <a:pt x="361670" y="180667"/>
                  </a:cubicBezTo>
                  <a:cubicBezTo>
                    <a:pt x="361670" y="81077"/>
                    <a:pt x="281157" y="0"/>
                    <a:pt x="180835" y="0"/>
                  </a:cubicBezTo>
                  <a:close/>
                  <a:moveTo>
                    <a:pt x="180835" y="349204"/>
                  </a:moveTo>
                  <a:cubicBezTo>
                    <a:pt x="88181" y="349204"/>
                    <a:pt x="12780" y="273873"/>
                    <a:pt x="12780" y="181305"/>
                  </a:cubicBezTo>
                  <a:cubicBezTo>
                    <a:pt x="12780" y="88738"/>
                    <a:pt x="88181" y="13406"/>
                    <a:pt x="180835" y="13406"/>
                  </a:cubicBezTo>
                  <a:cubicBezTo>
                    <a:pt x="273489" y="13406"/>
                    <a:pt x="348890" y="88738"/>
                    <a:pt x="348890" y="181305"/>
                  </a:cubicBezTo>
                  <a:cubicBezTo>
                    <a:pt x="348890" y="273873"/>
                    <a:pt x="273489" y="349204"/>
                    <a:pt x="180835" y="349204"/>
                  </a:cubicBezTo>
                  <a:close/>
                </a:path>
              </a:pathLst>
            </a:custGeom>
            <a:grpFill/>
            <a:ln w="6390" cap="flat">
              <a:noFill/>
              <a:prstDash val="solid"/>
              <a:miter/>
            </a:ln>
          </p:spPr>
          <p:txBody>
            <a:bodyPr rtlCol="0" anchor="ctr"/>
            <a:lstStyle/>
            <a:p>
              <a:endParaRPr lang="en-US"/>
            </a:p>
          </p:txBody>
        </p:sp>
        <p:sp>
          <p:nvSpPr>
            <p:cNvPr id="84" name="Graphic 4">
              <a:extLst>
                <a:ext uri="{FF2B5EF4-FFF2-40B4-BE49-F238E27FC236}">
                  <a16:creationId xmlns:a16="http://schemas.microsoft.com/office/drawing/2014/main" id="{D35C2BC2-CC95-3C20-F13F-3EF103B5F866}"/>
                </a:ext>
              </a:extLst>
            </p:cNvPr>
            <p:cNvSpPr/>
            <p:nvPr/>
          </p:nvSpPr>
          <p:spPr>
            <a:xfrm>
              <a:off x="10001529" y="3454535"/>
              <a:ext cx="76679" cy="76607"/>
            </a:xfrm>
            <a:custGeom>
              <a:avLst/>
              <a:gdLst>
                <a:gd name="connsiteX0" fmla="*/ 70289 w 76679"/>
                <a:gd name="connsiteY0" fmla="*/ 31920 h 76607"/>
                <a:gd name="connsiteX1" fmla="*/ 44730 w 76679"/>
                <a:gd name="connsiteY1" fmla="*/ 31920 h 76607"/>
                <a:gd name="connsiteX2" fmla="*/ 44730 w 76679"/>
                <a:gd name="connsiteY2" fmla="*/ 6384 h 76607"/>
                <a:gd name="connsiteX3" fmla="*/ 38340 w 76679"/>
                <a:gd name="connsiteY3" fmla="*/ 0 h 76607"/>
                <a:gd name="connsiteX4" fmla="*/ 31950 w 76679"/>
                <a:gd name="connsiteY4" fmla="*/ 6384 h 76607"/>
                <a:gd name="connsiteX5" fmla="*/ 31950 w 76679"/>
                <a:gd name="connsiteY5" fmla="*/ 31920 h 76607"/>
                <a:gd name="connsiteX6" fmla="*/ 6390 w 76679"/>
                <a:gd name="connsiteY6" fmla="*/ 31920 h 76607"/>
                <a:gd name="connsiteX7" fmla="*/ 0 w 76679"/>
                <a:gd name="connsiteY7" fmla="*/ 38304 h 76607"/>
                <a:gd name="connsiteX8" fmla="*/ 6390 w 76679"/>
                <a:gd name="connsiteY8" fmla="*/ 44688 h 76607"/>
                <a:gd name="connsiteX9" fmla="*/ 31950 w 76679"/>
                <a:gd name="connsiteY9" fmla="*/ 44688 h 76607"/>
                <a:gd name="connsiteX10" fmla="*/ 31950 w 76679"/>
                <a:gd name="connsiteY10" fmla="*/ 70224 h 76607"/>
                <a:gd name="connsiteX11" fmla="*/ 38340 w 76679"/>
                <a:gd name="connsiteY11" fmla="*/ 76608 h 76607"/>
                <a:gd name="connsiteX12" fmla="*/ 44730 w 76679"/>
                <a:gd name="connsiteY12" fmla="*/ 70224 h 76607"/>
                <a:gd name="connsiteX13" fmla="*/ 44730 w 76679"/>
                <a:gd name="connsiteY13" fmla="*/ 44688 h 76607"/>
                <a:gd name="connsiteX14" fmla="*/ 70289 w 76679"/>
                <a:gd name="connsiteY14" fmla="*/ 44688 h 76607"/>
                <a:gd name="connsiteX15" fmla="*/ 76679 w 76679"/>
                <a:gd name="connsiteY15" fmla="*/ 38304 h 76607"/>
                <a:gd name="connsiteX16" fmla="*/ 70289 w 76679"/>
                <a:gd name="connsiteY16" fmla="*/ 31920 h 76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679" h="76607">
                  <a:moveTo>
                    <a:pt x="70289" y="31920"/>
                  </a:moveTo>
                  <a:lnTo>
                    <a:pt x="44730" y="31920"/>
                  </a:lnTo>
                  <a:lnTo>
                    <a:pt x="44730" y="6384"/>
                  </a:lnTo>
                  <a:cubicBezTo>
                    <a:pt x="44730" y="2554"/>
                    <a:pt x="42174" y="0"/>
                    <a:pt x="38340" y="0"/>
                  </a:cubicBezTo>
                  <a:cubicBezTo>
                    <a:pt x="34506" y="0"/>
                    <a:pt x="31950" y="2554"/>
                    <a:pt x="31950" y="6384"/>
                  </a:cubicBezTo>
                  <a:lnTo>
                    <a:pt x="31950" y="31920"/>
                  </a:lnTo>
                  <a:lnTo>
                    <a:pt x="6390" y="31920"/>
                  </a:lnTo>
                  <a:cubicBezTo>
                    <a:pt x="2556" y="31920"/>
                    <a:pt x="0" y="34474"/>
                    <a:pt x="0" y="38304"/>
                  </a:cubicBezTo>
                  <a:cubicBezTo>
                    <a:pt x="0" y="42134"/>
                    <a:pt x="2556" y="44688"/>
                    <a:pt x="6390" y="44688"/>
                  </a:cubicBezTo>
                  <a:lnTo>
                    <a:pt x="31950" y="44688"/>
                  </a:lnTo>
                  <a:lnTo>
                    <a:pt x="31950" y="70224"/>
                  </a:lnTo>
                  <a:cubicBezTo>
                    <a:pt x="31950" y="74054"/>
                    <a:pt x="34506" y="76608"/>
                    <a:pt x="38340" y="76608"/>
                  </a:cubicBezTo>
                  <a:cubicBezTo>
                    <a:pt x="42174" y="76608"/>
                    <a:pt x="44730" y="74054"/>
                    <a:pt x="44730" y="70224"/>
                  </a:cubicBezTo>
                  <a:lnTo>
                    <a:pt x="44730" y="44688"/>
                  </a:lnTo>
                  <a:lnTo>
                    <a:pt x="70289" y="44688"/>
                  </a:lnTo>
                  <a:cubicBezTo>
                    <a:pt x="74124" y="44688"/>
                    <a:pt x="76679" y="42134"/>
                    <a:pt x="76679" y="38304"/>
                  </a:cubicBezTo>
                  <a:cubicBezTo>
                    <a:pt x="76679" y="34474"/>
                    <a:pt x="74124" y="31920"/>
                    <a:pt x="70289" y="31920"/>
                  </a:cubicBezTo>
                  <a:close/>
                </a:path>
              </a:pathLst>
            </a:custGeom>
            <a:grpFill/>
            <a:ln w="6390" cap="flat">
              <a:noFill/>
              <a:prstDash val="solid"/>
              <a:miter/>
            </a:ln>
          </p:spPr>
          <p:txBody>
            <a:bodyPr rtlCol="0" anchor="ctr"/>
            <a:lstStyle/>
            <a:p>
              <a:endParaRPr lang="en-US"/>
            </a:p>
          </p:txBody>
        </p:sp>
        <p:sp>
          <p:nvSpPr>
            <p:cNvPr id="85" name="Graphic 4">
              <a:extLst>
                <a:ext uri="{FF2B5EF4-FFF2-40B4-BE49-F238E27FC236}">
                  <a16:creationId xmlns:a16="http://schemas.microsoft.com/office/drawing/2014/main" id="{A6395526-F562-0643-3B7F-C9480421F09B}"/>
                </a:ext>
              </a:extLst>
            </p:cNvPr>
            <p:cNvSpPr/>
            <p:nvPr/>
          </p:nvSpPr>
          <p:spPr>
            <a:xfrm>
              <a:off x="9961911" y="3415593"/>
              <a:ext cx="211506" cy="211309"/>
            </a:xfrm>
            <a:custGeom>
              <a:avLst/>
              <a:gdLst>
                <a:gd name="connsiteX0" fmla="*/ 137384 w 211506"/>
                <a:gd name="connsiteY0" fmla="*/ 127680 h 211309"/>
                <a:gd name="connsiteX1" fmla="*/ 155915 w 211506"/>
                <a:gd name="connsiteY1" fmla="*/ 77884 h 211309"/>
                <a:gd name="connsiteX2" fmla="*/ 77957 w 211506"/>
                <a:gd name="connsiteY2" fmla="*/ 0 h 211309"/>
                <a:gd name="connsiteX3" fmla="*/ 0 w 211506"/>
                <a:gd name="connsiteY3" fmla="*/ 77884 h 211309"/>
                <a:gd name="connsiteX4" fmla="*/ 77957 w 211506"/>
                <a:gd name="connsiteY4" fmla="*/ 155769 h 211309"/>
                <a:gd name="connsiteX5" fmla="*/ 128438 w 211506"/>
                <a:gd name="connsiteY5" fmla="*/ 137256 h 211309"/>
                <a:gd name="connsiteX6" fmla="*/ 200644 w 211506"/>
                <a:gd name="connsiteY6" fmla="*/ 209395 h 211309"/>
                <a:gd name="connsiteX7" fmla="*/ 205117 w 211506"/>
                <a:gd name="connsiteY7" fmla="*/ 211310 h 211309"/>
                <a:gd name="connsiteX8" fmla="*/ 209590 w 211506"/>
                <a:gd name="connsiteY8" fmla="*/ 209395 h 211309"/>
                <a:gd name="connsiteX9" fmla="*/ 209590 w 211506"/>
                <a:gd name="connsiteY9" fmla="*/ 200457 h 211309"/>
                <a:gd name="connsiteX10" fmla="*/ 137384 w 211506"/>
                <a:gd name="connsiteY10" fmla="*/ 127680 h 211309"/>
                <a:gd name="connsiteX11" fmla="*/ 13419 w 211506"/>
                <a:gd name="connsiteY11" fmla="*/ 77246 h 211309"/>
                <a:gd name="connsiteX12" fmla="*/ 78597 w 211506"/>
                <a:gd name="connsiteY12" fmla="*/ 12129 h 211309"/>
                <a:gd name="connsiteX13" fmla="*/ 143774 w 211506"/>
                <a:gd name="connsiteY13" fmla="*/ 77246 h 211309"/>
                <a:gd name="connsiteX14" fmla="*/ 78597 w 211506"/>
                <a:gd name="connsiteY14" fmla="*/ 142363 h 211309"/>
                <a:gd name="connsiteX15" fmla="*/ 13419 w 211506"/>
                <a:gd name="connsiteY15" fmla="*/ 77246 h 211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11506" h="211309">
                  <a:moveTo>
                    <a:pt x="137384" y="127680"/>
                  </a:moveTo>
                  <a:cubicBezTo>
                    <a:pt x="148886" y="114273"/>
                    <a:pt x="155915" y="96398"/>
                    <a:pt x="155915" y="77884"/>
                  </a:cubicBezTo>
                  <a:cubicBezTo>
                    <a:pt x="155915" y="35112"/>
                    <a:pt x="120770" y="0"/>
                    <a:pt x="77957" y="0"/>
                  </a:cubicBezTo>
                  <a:cubicBezTo>
                    <a:pt x="35145" y="0"/>
                    <a:pt x="0" y="35112"/>
                    <a:pt x="0" y="77884"/>
                  </a:cubicBezTo>
                  <a:cubicBezTo>
                    <a:pt x="0" y="120657"/>
                    <a:pt x="35145" y="155769"/>
                    <a:pt x="77957" y="155769"/>
                  </a:cubicBezTo>
                  <a:cubicBezTo>
                    <a:pt x="97127" y="155769"/>
                    <a:pt x="114380" y="148747"/>
                    <a:pt x="128438" y="137256"/>
                  </a:cubicBezTo>
                  <a:lnTo>
                    <a:pt x="200644" y="209395"/>
                  </a:lnTo>
                  <a:cubicBezTo>
                    <a:pt x="201922" y="210671"/>
                    <a:pt x="203839" y="211310"/>
                    <a:pt x="205117" y="211310"/>
                  </a:cubicBezTo>
                  <a:cubicBezTo>
                    <a:pt x="206395" y="211310"/>
                    <a:pt x="208312" y="210671"/>
                    <a:pt x="209590" y="209395"/>
                  </a:cubicBezTo>
                  <a:cubicBezTo>
                    <a:pt x="212146" y="206841"/>
                    <a:pt x="212146" y="203011"/>
                    <a:pt x="209590" y="200457"/>
                  </a:cubicBezTo>
                  <a:lnTo>
                    <a:pt x="137384" y="127680"/>
                  </a:lnTo>
                  <a:close/>
                  <a:moveTo>
                    <a:pt x="13419" y="77246"/>
                  </a:moveTo>
                  <a:cubicBezTo>
                    <a:pt x="13419" y="41496"/>
                    <a:pt x="42812" y="12129"/>
                    <a:pt x="78597" y="12129"/>
                  </a:cubicBezTo>
                  <a:cubicBezTo>
                    <a:pt x="114380" y="12129"/>
                    <a:pt x="143774" y="41496"/>
                    <a:pt x="143774" y="77246"/>
                  </a:cubicBezTo>
                  <a:cubicBezTo>
                    <a:pt x="143774" y="112996"/>
                    <a:pt x="114380" y="142363"/>
                    <a:pt x="78597" y="142363"/>
                  </a:cubicBezTo>
                  <a:cubicBezTo>
                    <a:pt x="42812" y="142363"/>
                    <a:pt x="13419" y="112996"/>
                    <a:pt x="13419" y="77246"/>
                  </a:cubicBezTo>
                  <a:close/>
                </a:path>
              </a:pathLst>
            </a:custGeom>
            <a:grpFill/>
            <a:ln w="6390" cap="flat">
              <a:noFill/>
              <a:prstDash val="solid"/>
              <a:miter/>
            </a:ln>
          </p:spPr>
          <p:txBody>
            <a:bodyPr rtlCol="0" anchor="ctr"/>
            <a:lstStyle/>
            <a:p>
              <a:endParaRPr lang="en-US"/>
            </a:p>
          </p:txBody>
        </p:sp>
      </p:grpSp>
    </p:spTree>
    <p:extLst>
      <p:ext uri="{BB962C8B-B14F-4D97-AF65-F5344CB8AC3E}">
        <p14:creationId xmlns:p14="http://schemas.microsoft.com/office/powerpoint/2010/main" val="3486595903"/>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85E75AA5-7793-42EB-A8A1-2973E74D2021}"/>
              </a:ext>
            </a:extLst>
          </p:cNvPr>
          <p:cNvGraphicFramePr>
            <a:graphicFrameLocks noChangeAspect="1"/>
          </p:cNvGraphicFramePr>
          <p:nvPr>
            <p:custDataLst>
              <p:tags r:id="rId1"/>
            </p:custDataLst>
            <p:extLst>
              <p:ext uri="{D42A27DB-BD31-4B8C-83A1-F6EECF244321}">
                <p14:modId xmlns:p14="http://schemas.microsoft.com/office/powerpoint/2010/main" val="37514378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10" name="Object 9" hidden="1">
                        <a:extLst>
                          <a:ext uri="{FF2B5EF4-FFF2-40B4-BE49-F238E27FC236}">
                            <a16:creationId xmlns:a16="http://schemas.microsoft.com/office/drawing/2014/main" id="{85E75AA5-7793-42EB-A8A1-2973E74D202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
          <p:cNvSpPr>
            <a:spLocks noGrp="1"/>
          </p:cNvSpPr>
          <p:nvPr>
            <p:ph type="body" sz="quarter" idx="13"/>
          </p:nvPr>
        </p:nvSpPr>
        <p:spPr>
          <a:xfrm>
            <a:off x="514664" y="651599"/>
            <a:ext cx="11456571" cy="283824"/>
          </a:xfrm>
        </p:spPr>
        <p:txBody>
          <a:bodyPr/>
          <a:lstStyle/>
          <a:p>
            <a:pPr algn="just"/>
            <a:r>
              <a:rPr lang="en-US" sz="1400">
                <a:solidFill>
                  <a:schemeClr val="tx1">
                    <a:lumMod val="65000"/>
                    <a:lumOff val="35000"/>
                  </a:schemeClr>
                </a:solidFill>
                <a:latin typeface="Arial" panose="020B0604020202020204" pitchFamily="34" charset="0"/>
                <a:cs typeface="Arial" panose="020B0604020202020204" pitchFamily="34" charset="0"/>
              </a:rPr>
              <a:t>Collaboration, data access, and timely feedback for seamless execution</a:t>
            </a:r>
          </a:p>
        </p:txBody>
      </p:sp>
      <p:sp>
        <p:nvSpPr>
          <p:cNvPr id="6" name="Title 5"/>
          <p:cNvSpPr>
            <a:spLocks noGrp="1"/>
          </p:cNvSpPr>
          <p:nvPr>
            <p:ph type="title"/>
          </p:nvPr>
        </p:nvSpPr>
        <p:spPr/>
        <p:txBody>
          <a:bodyPr vert="horz"/>
          <a:lstStyle/>
          <a:p>
            <a:r>
              <a:rPr lang="en-US" sz="2000" b="1">
                <a:latin typeface="Arial" panose="020B0604020202020204" pitchFamily="34" charset="0"/>
                <a:cs typeface="Arial" panose="020B0604020202020204" pitchFamily="34" charset="0"/>
              </a:rPr>
              <a:t>Deloitte’s Key Requests for Survey Success</a:t>
            </a:r>
          </a:p>
        </p:txBody>
      </p:sp>
      <p:cxnSp>
        <p:nvCxnSpPr>
          <p:cNvPr id="42" name="Straight Connector 41">
            <a:extLst>
              <a:ext uri="{FF2B5EF4-FFF2-40B4-BE49-F238E27FC236}">
                <a16:creationId xmlns:a16="http://schemas.microsoft.com/office/drawing/2014/main" id="{C3307A9C-FA80-4775-B35A-1A643EF2A1BC}"/>
              </a:ext>
            </a:extLst>
          </p:cNvPr>
          <p:cNvCxnSpPr/>
          <p:nvPr/>
        </p:nvCxnSpPr>
        <p:spPr>
          <a:xfrm flipV="1">
            <a:off x="514664" y="910950"/>
            <a:ext cx="111960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8B2CCF8A-C73D-54F8-AADF-55C5E7CBC582}"/>
              </a:ext>
            </a:extLst>
          </p:cNvPr>
          <p:cNvCxnSpPr>
            <a:cxnSpLocks/>
          </p:cNvCxnSpPr>
          <p:nvPr/>
        </p:nvCxnSpPr>
        <p:spPr>
          <a:xfrm>
            <a:off x="559453" y="1354642"/>
            <a:ext cx="1071814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D2602E27-7CCF-078D-11F6-EFC8E89849D4}"/>
              </a:ext>
            </a:extLst>
          </p:cNvPr>
          <p:cNvSpPr txBox="1"/>
          <p:nvPr/>
        </p:nvSpPr>
        <p:spPr>
          <a:xfrm>
            <a:off x="4022071" y="1246920"/>
            <a:ext cx="3826749" cy="215444"/>
          </a:xfrm>
          <a:prstGeom prst="rect">
            <a:avLst/>
          </a:prstGeom>
          <a:solidFill>
            <a:schemeClr val="bg1"/>
          </a:solid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GB" sz="1400" b="1" i="0" u="none" strike="noStrike" kern="1200" cap="none" spc="0" normalizeH="0" baseline="0" noProof="0">
                <a:ln>
                  <a:noFill/>
                </a:ln>
                <a:solidFill>
                  <a:srgbClr val="313131"/>
                </a:solidFill>
                <a:effectLst/>
                <a:uLnTx/>
                <a:uFillTx/>
                <a:latin typeface="Arial" panose="020B0604020202020204" pitchFamily="34" charset="0"/>
                <a:cs typeface="Arial" panose="020B0604020202020204" pitchFamily="34" charset="0"/>
              </a:rPr>
              <a:t>Key requests</a:t>
            </a:r>
          </a:p>
        </p:txBody>
      </p:sp>
      <p:grpSp>
        <p:nvGrpSpPr>
          <p:cNvPr id="5" name="组合 746">
            <a:extLst>
              <a:ext uri="{FF2B5EF4-FFF2-40B4-BE49-F238E27FC236}">
                <a16:creationId xmlns:a16="http://schemas.microsoft.com/office/drawing/2014/main" id="{16FD34D1-BE99-8BFC-FA41-6A12B5DAA8E4}"/>
              </a:ext>
            </a:extLst>
          </p:cNvPr>
          <p:cNvGrpSpPr/>
          <p:nvPr/>
        </p:nvGrpSpPr>
        <p:grpSpPr>
          <a:xfrm>
            <a:off x="536945" y="1920186"/>
            <a:ext cx="5391683" cy="922672"/>
            <a:chOff x="1371600" y="2181225"/>
            <a:chExt cx="3716338" cy="574675"/>
          </a:xfrm>
        </p:grpSpPr>
        <p:sp>
          <p:nvSpPr>
            <p:cNvPr id="7" name="Freeform 5">
              <a:extLst>
                <a:ext uri="{FF2B5EF4-FFF2-40B4-BE49-F238E27FC236}">
                  <a16:creationId xmlns:a16="http://schemas.microsoft.com/office/drawing/2014/main" id="{EFACE7DA-A687-700F-E1AE-E99576B73342}"/>
                </a:ext>
              </a:extLst>
            </p:cNvPr>
            <p:cNvSpPr>
              <a:spLocks/>
            </p:cNvSpPr>
            <p:nvPr/>
          </p:nvSpPr>
          <p:spPr bwMode="auto">
            <a:xfrm>
              <a:off x="1371600" y="2181225"/>
              <a:ext cx="3522663" cy="574675"/>
            </a:xfrm>
            <a:custGeom>
              <a:avLst/>
              <a:gdLst>
                <a:gd name="T0" fmla="*/ 2164 w 2219"/>
                <a:gd name="T1" fmla="*/ 0 h 362"/>
                <a:gd name="T2" fmla="*/ 1880 w 2219"/>
                <a:gd name="T3" fmla="*/ 362 h 362"/>
                <a:gd name="T4" fmla="*/ 1809 w 2219"/>
                <a:gd name="T5" fmla="*/ 362 h 362"/>
                <a:gd name="T6" fmla="*/ 2093 w 2219"/>
                <a:gd name="T7" fmla="*/ 0 h 362"/>
                <a:gd name="T8" fmla="*/ 285 w 2219"/>
                <a:gd name="T9" fmla="*/ 0 h 362"/>
                <a:gd name="T10" fmla="*/ 0 w 2219"/>
                <a:gd name="T11" fmla="*/ 362 h 362"/>
                <a:gd name="T12" fmla="*/ 1934 w 2219"/>
                <a:gd name="T13" fmla="*/ 362 h 362"/>
                <a:gd name="T14" fmla="*/ 2219 w 2219"/>
                <a:gd name="T15" fmla="*/ 0 h 362"/>
                <a:gd name="T16" fmla="*/ 2164 w 2219"/>
                <a:gd name="T17" fmla="*/ 0 h 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19" h="362">
                  <a:moveTo>
                    <a:pt x="2164" y="0"/>
                  </a:moveTo>
                  <a:lnTo>
                    <a:pt x="1880" y="362"/>
                  </a:lnTo>
                  <a:lnTo>
                    <a:pt x="1809" y="362"/>
                  </a:lnTo>
                  <a:lnTo>
                    <a:pt x="2093" y="0"/>
                  </a:lnTo>
                  <a:lnTo>
                    <a:pt x="285" y="0"/>
                  </a:lnTo>
                  <a:lnTo>
                    <a:pt x="0" y="362"/>
                  </a:lnTo>
                  <a:lnTo>
                    <a:pt x="1934" y="362"/>
                  </a:lnTo>
                  <a:lnTo>
                    <a:pt x="2219" y="0"/>
                  </a:lnTo>
                  <a:lnTo>
                    <a:pt x="2164" y="0"/>
                  </a:ln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00">
                <a:latin typeface="Arial" panose="020B0604020202020204" pitchFamily="34" charset="0"/>
                <a:cs typeface="Arial" panose="020B0604020202020204" pitchFamily="34" charset="0"/>
              </a:endParaRPr>
            </a:p>
          </p:txBody>
        </p:sp>
        <p:sp>
          <p:nvSpPr>
            <p:cNvPr id="8" name="Freeform 6">
              <a:extLst>
                <a:ext uri="{FF2B5EF4-FFF2-40B4-BE49-F238E27FC236}">
                  <a16:creationId xmlns:a16="http://schemas.microsoft.com/office/drawing/2014/main" id="{64BB022F-4E9F-50BB-66B2-EDEC204E218F}"/>
                </a:ext>
              </a:extLst>
            </p:cNvPr>
            <p:cNvSpPr>
              <a:spLocks/>
            </p:cNvSpPr>
            <p:nvPr/>
          </p:nvSpPr>
          <p:spPr bwMode="auto">
            <a:xfrm>
              <a:off x="4549775" y="2181225"/>
              <a:ext cx="538163" cy="574675"/>
            </a:xfrm>
            <a:custGeom>
              <a:avLst/>
              <a:gdLst>
                <a:gd name="T0" fmla="*/ 284 w 339"/>
                <a:gd name="T1" fmla="*/ 0 h 362"/>
                <a:gd name="T2" fmla="*/ 0 w 339"/>
                <a:gd name="T3" fmla="*/ 362 h 362"/>
                <a:gd name="T4" fmla="*/ 54 w 339"/>
                <a:gd name="T5" fmla="*/ 362 h 362"/>
                <a:gd name="T6" fmla="*/ 339 w 339"/>
                <a:gd name="T7" fmla="*/ 0 h 362"/>
                <a:gd name="T8" fmla="*/ 284 w 339"/>
                <a:gd name="T9" fmla="*/ 0 h 362"/>
              </a:gdLst>
              <a:ahLst/>
              <a:cxnLst>
                <a:cxn ang="0">
                  <a:pos x="T0" y="T1"/>
                </a:cxn>
                <a:cxn ang="0">
                  <a:pos x="T2" y="T3"/>
                </a:cxn>
                <a:cxn ang="0">
                  <a:pos x="T4" y="T5"/>
                </a:cxn>
                <a:cxn ang="0">
                  <a:pos x="T6" y="T7"/>
                </a:cxn>
                <a:cxn ang="0">
                  <a:pos x="T8" y="T9"/>
                </a:cxn>
              </a:cxnLst>
              <a:rect l="0" t="0" r="r" b="b"/>
              <a:pathLst>
                <a:path w="339" h="362">
                  <a:moveTo>
                    <a:pt x="284" y="0"/>
                  </a:moveTo>
                  <a:lnTo>
                    <a:pt x="0" y="362"/>
                  </a:lnTo>
                  <a:lnTo>
                    <a:pt x="54" y="362"/>
                  </a:lnTo>
                  <a:lnTo>
                    <a:pt x="339" y="0"/>
                  </a:lnTo>
                  <a:lnTo>
                    <a:pt x="284" y="0"/>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sz="1300">
                <a:latin typeface="Arial" panose="020B0604020202020204" pitchFamily="34" charset="0"/>
                <a:cs typeface="Arial" panose="020B0604020202020204" pitchFamily="34" charset="0"/>
              </a:endParaRPr>
            </a:p>
          </p:txBody>
        </p:sp>
      </p:grpSp>
      <p:sp>
        <p:nvSpPr>
          <p:cNvPr id="9" name="íṥ1íḑé">
            <a:extLst>
              <a:ext uri="{FF2B5EF4-FFF2-40B4-BE49-F238E27FC236}">
                <a16:creationId xmlns:a16="http://schemas.microsoft.com/office/drawing/2014/main" id="{CBCB8E37-4472-2E59-96FA-BDF9B804B0BA}"/>
              </a:ext>
            </a:extLst>
          </p:cNvPr>
          <p:cNvSpPr/>
          <p:nvPr/>
        </p:nvSpPr>
        <p:spPr bwMode="auto">
          <a:xfrm>
            <a:off x="2144980" y="1947275"/>
            <a:ext cx="2746550" cy="868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lvl="0" algn="just"/>
            <a:r>
              <a:rPr lang="en-US" altLang="zh-CN" sz="1300">
                <a:solidFill>
                  <a:srgbClr val="FFFFFF"/>
                </a:solidFill>
                <a:latin typeface="Arial" panose="020B0604020202020204" pitchFamily="34" charset="0"/>
                <a:ea typeface="Verdana" panose="020B0604030504040204" pitchFamily="34" charset="0"/>
                <a:cs typeface="Arial" panose="020B0604020202020204" pitchFamily="34" charset="0"/>
              </a:rPr>
              <a:t>Request to appoint a nodal person and counterpart team – Commercial and Distribution Team. Also, one overall POC. </a:t>
            </a:r>
          </a:p>
        </p:txBody>
      </p:sp>
      <p:sp>
        <p:nvSpPr>
          <p:cNvPr id="11" name="ïṣľíḍe">
            <a:extLst>
              <a:ext uri="{FF2B5EF4-FFF2-40B4-BE49-F238E27FC236}">
                <a16:creationId xmlns:a16="http://schemas.microsoft.com/office/drawing/2014/main" id="{70594856-6983-16D5-9CC2-D8D4F4904C3B}"/>
              </a:ext>
            </a:extLst>
          </p:cNvPr>
          <p:cNvSpPr txBox="1"/>
          <p:nvPr/>
        </p:nvSpPr>
        <p:spPr bwMode="auto">
          <a:xfrm>
            <a:off x="2198424" y="1588644"/>
            <a:ext cx="2254125" cy="44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lvl="0"/>
            <a:r>
              <a:rPr lang="en-US" altLang="zh-CN" sz="1300" b="1">
                <a:solidFill>
                  <a:schemeClr val="accent3"/>
                </a:solidFill>
                <a:latin typeface="Arial" panose="020B0604020202020204" pitchFamily="34" charset="0"/>
                <a:ea typeface="Verdana" panose="020B0604030504040204" pitchFamily="34" charset="0"/>
                <a:cs typeface="Arial" panose="020B0604020202020204" pitchFamily="34" charset="0"/>
              </a:rPr>
              <a:t>Counterpart Team and Nodal Person</a:t>
            </a:r>
          </a:p>
        </p:txBody>
      </p:sp>
      <p:sp>
        <p:nvSpPr>
          <p:cNvPr id="12" name="椭圆 787">
            <a:extLst>
              <a:ext uri="{FF2B5EF4-FFF2-40B4-BE49-F238E27FC236}">
                <a16:creationId xmlns:a16="http://schemas.microsoft.com/office/drawing/2014/main" id="{52E3D18A-D8F6-12F3-E502-BA87EC9934BE}"/>
              </a:ext>
            </a:extLst>
          </p:cNvPr>
          <p:cNvSpPr/>
          <p:nvPr/>
        </p:nvSpPr>
        <p:spPr bwMode="gray">
          <a:xfrm>
            <a:off x="661485" y="1570086"/>
            <a:ext cx="1455966" cy="1455966"/>
          </a:xfrm>
          <a:prstGeom prst="ellipse">
            <a:avLst/>
          </a:prstGeom>
          <a:solidFill>
            <a:schemeClr val="accent1"/>
          </a:solidFill>
          <a:ln w="63500" algn="ctr">
            <a:noFill/>
            <a:miter lim="800000"/>
            <a:headEnd/>
            <a:tailEnd/>
          </a:ln>
        </p:spPr>
        <p:txBody>
          <a:bodyPr wrap="square" lIns="88900" tIns="88900" rIns="88900" bIns="88900" rtlCol="0" anchor="ctr"/>
          <a:lstStyle/>
          <a:p>
            <a:pPr algn="ctr">
              <a:buFont typeface="Wingdings 2" pitchFamily="18" charset="2"/>
              <a:buNone/>
            </a:pPr>
            <a:endParaRPr lang="en-US" sz="1300" b="1">
              <a:solidFill>
                <a:schemeClr val="bg1"/>
              </a:solidFill>
              <a:latin typeface="Arial" panose="020B0604020202020204" pitchFamily="34" charset="0"/>
              <a:cs typeface="Arial" panose="020B0604020202020204" pitchFamily="34" charset="0"/>
            </a:endParaRPr>
          </a:p>
        </p:txBody>
      </p:sp>
      <p:grpSp>
        <p:nvGrpSpPr>
          <p:cNvPr id="13" name="Group 12">
            <a:extLst>
              <a:ext uri="{FF2B5EF4-FFF2-40B4-BE49-F238E27FC236}">
                <a16:creationId xmlns:a16="http://schemas.microsoft.com/office/drawing/2014/main" id="{9E4DD949-1F05-F533-4015-C10A89D0723A}"/>
              </a:ext>
            </a:extLst>
          </p:cNvPr>
          <p:cNvGrpSpPr/>
          <p:nvPr/>
        </p:nvGrpSpPr>
        <p:grpSpPr>
          <a:xfrm>
            <a:off x="6413144" y="1920186"/>
            <a:ext cx="5350964" cy="922672"/>
            <a:chOff x="8003869" y="1743316"/>
            <a:chExt cx="3716338" cy="922672"/>
          </a:xfrm>
        </p:grpSpPr>
        <p:sp>
          <p:nvSpPr>
            <p:cNvPr id="14" name="Freeform 5">
              <a:extLst>
                <a:ext uri="{FF2B5EF4-FFF2-40B4-BE49-F238E27FC236}">
                  <a16:creationId xmlns:a16="http://schemas.microsoft.com/office/drawing/2014/main" id="{656EDC82-0385-17B0-2122-11A4AF512B6E}"/>
                </a:ext>
              </a:extLst>
            </p:cNvPr>
            <p:cNvSpPr>
              <a:spLocks/>
            </p:cNvSpPr>
            <p:nvPr/>
          </p:nvSpPr>
          <p:spPr bwMode="auto">
            <a:xfrm>
              <a:off x="8003869" y="1743316"/>
              <a:ext cx="3522663" cy="922672"/>
            </a:xfrm>
            <a:custGeom>
              <a:avLst/>
              <a:gdLst>
                <a:gd name="T0" fmla="*/ 2164 w 2219"/>
                <a:gd name="T1" fmla="*/ 0 h 362"/>
                <a:gd name="T2" fmla="*/ 1880 w 2219"/>
                <a:gd name="T3" fmla="*/ 362 h 362"/>
                <a:gd name="T4" fmla="*/ 1809 w 2219"/>
                <a:gd name="T5" fmla="*/ 362 h 362"/>
                <a:gd name="T6" fmla="*/ 2093 w 2219"/>
                <a:gd name="T7" fmla="*/ 0 h 362"/>
                <a:gd name="T8" fmla="*/ 285 w 2219"/>
                <a:gd name="T9" fmla="*/ 0 h 362"/>
                <a:gd name="T10" fmla="*/ 0 w 2219"/>
                <a:gd name="T11" fmla="*/ 362 h 362"/>
                <a:gd name="T12" fmla="*/ 1934 w 2219"/>
                <a:gd name="T13" fmla="*/ 362 h 362"/>
                <a:gd name="T14" fmla="*/ 2219 w 2219"/>
                <a:gd name="T15" fmla="*/ 0 h 362"/>
                <a:gd name="T16" fmla="*/ 2164 w 2219"/>
                <a:gd name="T17" fmla="*/ 0 h 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19" h="362">
                  <a:moveTo>
                    <a:pt x="2164" y="0"/>
                  </a:moveTo>
                  <a:lnTo>
                    <a:pt x="1880" y="362"/>
                  </a:lnTo>
                  <a:lnTo>
                    <a:pt x="1809" y="362"/>
                  </a:lnTo>
                  <a:lnTo>
                    <a:pt x="2093" y="0"/>
                  </a:lnTo>
                  <a:lnTo>
                    <a:pt x="285" y="0"/>
                  </a:lnTo>
                  <a:lnTo>
                    <a:pt x="0" y="362"/>
                  </a:lnTo>
                  <a:lnTo>
                    <a:pt x="1934" y="362"/>
                  </a:lnTo>
                  <a:lnTo>
                    <a:pt x="2219" y="0"/>
                  </a:lnTo>
                  <a:lnTo>
                    <a:pt x="2164" y="0"/>
                  </a:lnTo>
                  <a:close/>
                </a:path>
              </a:pathLst>
            </a:custGeom>
            <a:solidFill>
              <a:srgbClr val="43B02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00">
                <a:latin typeface="Arial" panose="020B0604020202020204" pitchFamily="34" charset="0"/>
                <a:cs typeface="Arial" panose="020B0604020202020204" pitchFamily="34" charset="0"/>
              </a:endParaRPr>
            </a:p>
          </p:txBody>
        </p:sp>
        <p:sp>
          <p:nvSpPr>
            <p:cNvPr id="15" name="Freeform 6">
              <a:extLst>
                <a:ext uri="{FF2B5EF4-FFF2-40B4-BE49-F238E27FC236}">
                  <a16:creationId xmlns:a16="http://schemas.microsoft.com/office/drawing/2014/main" id="{A56BD8DC-7AF4-703E-7ED4-2864FEA171E1}"/>
                </a:ext>
              </a:extLst>
            </p:cNvPr>
            <p:cNvSpPr>
              <a:spLocks/>
            </p:cNvSpPr>
            <p:nvPr/>
          </p:nvSpPr>
          <p:spPr bwMode="auto">
            <a:xfrm>
              <a:off x="11182044" y="1743316"/>
              <a:ext cx="538163" cy="922672"/>
            </a:xfrm>
            <a:custGeom>
              <a:avLst/>
              <a:gdLst>
                <a:gd name="T0" fmla="*/ 284 w 339"/>
                <a:gd name="T1" fmla="*/ 0 h 362"/>
                <a:gd name="T2" fmla="*/ 0 w 339"/>
                <a:gd name="T3" fmla="*/ 362 h 362"/>
                <a:gd name="T4" fmla="*/ 54 w 339"/>
                <a:gd name="T5" fmla="*/ 362 h 362"/>
                <a:gd name="T6" fmla="*/ 339 w 339"/>
                <a:gd name="T7" fmla="*/ 0 h 362"/>
                <a:gd name="T8" fmla="*/ 284 w 339"/>
                <a:gd name="T9" fmla="*/ 0 h 362"/>
              </a:gdLst>
              <a:ahLst/>
              <a:cxnLst>
                <a:cxn ang="0">
                  <a:pos x="T0" y="T1"/>
                </a:cxn>
                <a:cxn ang="0">
                  <a:pos x="T2" y="T3"/>
                </a:cxn>
                <a:cxn ang="0">
                  <a:pos x="T4" y="T5"/>
                </a:cxn>
                <a:cxn ang="0">
                  <a:pos x="T6" y="T7"/>
                </a:cxn>
                <a:cxn ang="0">
                  <a:pos x="T8" y="T9"/>
                </a:cxn>
              </a:cxnLst>
              <a:rect l="0" t="0" r="r" b="b"/>
              <a:pathLst>
                <a:path w="339" h="362">
                  <a:moveTo>
                    <a:pt x="284" y="0"/>
                  </a:moveTo>
                  <a:lnTo>
                    <a:pt x="0" y="362"/>
                  </a:lnTo>
                  <a:lnTo>
                    <a:pt x="54" y="362"/>
                  </a:lnTo>
                  <a:lnTo>
                    <a:pt x="339" y="0"/>
                  </a:lnTo>
                  <a:lnTo>
                    <a:pt x="284" y="0"/>
                  </a:lnTo>
                  <a:close/>
                </a:path>
              </a:pathLst>
            </a:custGeom>
            <a:solidFill>
              <a:srgbClr val="86BC25"/>
            </a:solidFill>
            <a:ln>
              <a:noFill/>
            </a:ln>
          </p:spPr>
          <p:txBody>
            <a:bodyPr vert="horz" wrap="square" lIns="91440" tIns="45720" rIns="91440" bIns="45720" numCol="1" anchor="t" anchorCtr="0" compatLnSpc="1">
              <a:prstTxWarp prst="textNoShape">
                <a:avLst/>
              </a:prstTxWarp>
            </a:bodyPr>
            <a:lstStyle/>
            <a:p>
              <a:endParaRPr lang="en-US" sz="1300">
                <a:latin typeface="Arial" panose="020B0604020202020204" pitchFamily="34" charset="0"/>
                <a:cs typeface="Arial" panose="020B0604020202020204" pitchFamily="34" charset="0"/>
              </a:endParaRPr>
            </a:p>
          </p:txBody>
        </p:sp>
      </p:grpSp>
      <p:sp>
        <p:nvSpPr>
          <p:cNvPr id="16" name="íṥ1íḑé">
            <a:extLst>
              <a:ext uri="{FF2B5EF4-FFF2-40B4-BE49-F238E27FC236}">
                <a16:creationId xmlns:a16="http://schemas.microsoft.com/office/drawing/2014/main" id="{687D3D11-7075-870F-069E-0E0B1808C487}"/>
              </a:ext>
            </a:extLst>
          </p:cNvPr>
          <p:cNvSpPr/>
          <p:nvPr/>
        </p:nvSpPr>
        <p:spPr bwMode="auto">
          <a:xfrm>
            <a:off x="8099356" y="1932782"/>
            <a:ext cx="2710158" cy="868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lvl="0" algn="just"/>
            <a:r>
              <a:rPr lang="en-US" altLang="zh-CN" sz="1300">
                <a:latin typeface="Arial" panose="020B0604020202020204" pitchFamily="34" charset="0"/>
                <a:ea typeface="Verdana" panose="020B0604030504040204" pitchFamily="34" charset="0"/>
                <a:cs typeface="Arial" panose="020B0604020202020204" pitchFamily="34" charset="0"/>
              </a:rPr>
              <a:t>Request to provide all data and documents required for assessment. IRL will be shared. </a:t>
            </a:r>
          </a:p>
        </p:txBody>
      </p:sp>
      <p:sp>
        <p:nvSpPr>
          <p:cNvPr id="17" name="ïṣľíḍe">
            <a:extLst>
              <a:ext uri="{FF2B5EF4-FFF2-40B4-BE49-F238E27FC236}">
                <a16:creationId xmlns:a16="http://schemas.microsoft.com/office/drawing/2014/main" id="{3ECE6B01-7157-A6D3-9F1A-3F644951DE2B}"/>
              </a:ext>
            </a:extLst>
          </p:cNvPr>
          <p:cNvSpPr txBox="1"/>
          <p:nvPr/>
        </p:nvSpPr>
        <p:spPr bwMode="auto">
          <a:xfrm>
            <a:off x="8102137" y="1608488"/>
            <a:ext cx="2254125" cy="44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lvl="0"/>
            <a:r>
              <a:rPr lang="en-US" altLang="zh-CN" sz="1300" b="1">
                <a:solidFill>
                  <a:srgbClr val="2C5234"/>
                </a:solidFill>
                <a:latin typeface="Arial" panose="020B0604020202020204" pitchFamily="34" charset="0"/>
                <a:ea typeface="Verdana" panose="020B0604030504040204" pitchFamily="34" charset="0"/>
                <a:cs typeface="Arial" panose="020B0604020202020204" pitchFamily="34" charset="0"/>
              </a:rPr>
              <a:t>Data and Documents</a:t>
            </a:r>
          </a:p>
        </p:txBody>
      </p:sp>
      <p:sp>
        <p:nvSpPr>
          <p:cNvPr id="18" name="椭圆 788">
            <a:extLst>
              <a:ext uri="{FF2B5EF4-FFF2-40B4-BE49-F238E27FC236}">
                <a16:creationId xmlns:a16="http://schemas.microsoft.com/office/drawing/2014/main" id="{275BBDDD-8BCE-89CB-D6A0-38E1388B48DA}"/>
              </a:ext>
            </a:extLst>
          </p:cNvPr>
          <p:cNvSpPr/>
          <p:nvPr/>
        </p:nvSpPr>
        <p:spPr bwMode="gray">
          <a:xfrm>
            <a:off x="6534903" y="1570086"/>
            <a:ext cx="1455966" cy="1455966"/>
          </a:xfrm>
          <a:prstGeom prst="ellipse">
            <a:avLst/>
          </a:prstGeom>
          <a:solidFill>
            <a:schemeClr val="accent1"/>
          </a:solidFill>
          <a:ln w="63500" algn="ctr">
            <a:noFill/>
            <a:miter lim="800000"/>
            <a:headEnd/>
            <a:tailEnd/>
          </a:ln>
        </p:spPr>
        <p:txBody>
          <a:bodyPr wrap="square" lIns="88900" tIns="88900" rIns="88900" bIns="88900" rtlCol="0" anchor="ctr"/>
          <a:lstStyle/>
          <a:p>
            <a:pPr algn="ctr">
              <a:buFont typeface="Wingdings 2" pitchFamily="18" charset="2"/>
              <a:buNone/>
            </a:pPr>
            <a:endParaRPr lang="en-US" sz="1300" b="1">
              <a:solidFill>
                <a:schemeClr val="bg1"/>
              </a:solidFill>
              <a:latin typeface="Arial" panose="020B0604020202020204" pitchFamily="34" charset="0"/>
              <a:cs typeface="Arial" panose="020B0604020202020204" pitchFamily="34" charset="0"/>
            </a:endParaRPr>
          </a:p>
        </p:txBody>
      </p:sp>
      <p:grpSp>
        <p:nvGrpSpPr>
          <p:cNvPr id="19" name="Group 18">
            <a:extLst>
              <a:ext uri="{FF2B5EF4-FFF2-40B4-BE49-F238E27FC236}">
                <a16:creationId xmlns:a16="http://schemas.microsoft.com/office/drawing/2014/main" id="{D57B54EF-D552-B793-E4C1-A85FC7982551}"/>
              </a:ext>
            </a:extLst>
          </p:cNvPr>
          <p:cNvGrpSpPr/>
          <p:nvPr/>
        </p:nvGrpSpPr>
        <p:grpSpPr>
          <a:xfrm>
            <a:off x="501650" y="3720090"/>
            <a:ext cx="5350964" cy="922672"/>
            <a:chOff x="8001088" y="3883590"/>
            <a:chExt cx="3716338" cy="922672"/>
          </a:xfrm>
          <a:solidFill>
            <a:schemeClr val="accent6"/>
          </a:solidFill>
        </p:grpSpPr>
        <p:sp>
          <p:nvSpPr>
            <p:cNvPr id="20" name="Freeform 5">
              <a:extLst>
                <a:ext uri="{FF2B5EF4-FFF2-40B4-BE49-F238E27FC236}">
                  <a16:creationId xmlns:a16="http://schemas.microsoft.com/office/drawing/2014/main" id="{8C90C299-0DFF-124A-5088-A695BE4E8742}"/>
                </a:ext>
              </a:extLst>
            </p:cNvPr>
            <p:cNvSpPr>
              <a:spLocks/>
            </p:cNvSpPr>
            <p:nvPr/>
          </p:nvSpPr>
          <p:spPr bwMode="auto">
            <a:xfrm>
              <a:off x="8001088" y="3883590"/>
              <a:ext cx="3522663" cy="922672"/>
            </a:xfrm>
            <a:custGeom>
              <a:avLst/>
              <a:gdLst>
                <a:gd name="T0" fmla="*/ 2164 w 2219"/>
                <a:gd name="T1" fmla="*/ 0 h 362"/>
                <a:gd name="T2" fmla="*/ 1880 w 2219"/>
                <a:gd name="T3" fmla="*/ 362 h 362"/>
                <a:gd name="T4" fmla="*/ 1809 w 2219"/>
                <a:gd name="T5" fmla="*/ 362 h 362"/>
                <a:gd name="T6" fmla="*/ 2093 w 2219"/>
                <a:gd name="T7" fmla="*/ 0 h 362"/>
                <a:gd name="T8" fmla="*/ 285 w 2219"/>
                <a:gd name="T9" fmla="*/ 0 h 362"/>
                <a:gd name="T10" fmla="*/ 0 w 2219"/>
                <a:gd name="T11" fmla="*/ 362 h 362"/>
                <a:gd name="T12" fmla="*/ 1934 w 2219"/>
                <a:gd name="T13" fmla="*/ 362 h 362"/>
                <a:gd name="T14" fmla="*/ 2219 w 2219"/>
                <a:gd name="T15" fmla="*/ 0 h 362"/>
                <a:gd name="T16" fmla="*/ 2164 w 2219"/>
                <a:gd name="T17" fmla="*/ 0 h 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19" h="362">
                  <a:moveTo>
                    <a:pt x="2164" y="0"/>
                  </a:moveTo>
                  <a:lnTo>
                    <a:pt x="1880" y="362"/>
                  </a:lnTo>
                  <a:lnTo>
                    <a:pt x="1809" y="362"/>
                  </a:lnTo>
                  <a:lnTo>
                    <a:pt x="2093" y="0"/>
                  </a:lnTo>
                  <a:lnTo>
                    <a:pt x="285" y="0"/>
                  </a:lnTo>
                  <a:lnTo>
                    <a:pt x="0" y="362"/>
                  </a:lnTo>
                  <a:lnTo>
                    <a:pt x="1934" y="362"/>
                  </a:lnTo>
                  <a:lnTo>
                    <a:pt x="2219" y="0"/>
                  </a:lnTo>
                  <a:lnTo>
                    <a:pt x="2164" y="0"/>
                  </a:ln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00">
                <a:latin typeface="Arial" panose="020B0604020202020204" pitchFamily="34" charset="0"/>
                <a:cs typeface="Arial" panose="020B0604020202020204" pitchFamily="34" charset="0"/>
              </a:endParaRPr>
            </a:p>
          </p:txBody>
        </p:sp>
        <p:sp>
          <p:nvSpPr>
            <p:cNvPr id="21" name="Freeform 6">
              <a:extLst>
                <a:ext uri="{FF2B5EF4-FFF2-40B4-BE49-F238E27FC236}">
                  <a16:creationId xmlns:a16="http://schemas.microsoft.com/office/drawing/2014/main" id="{F1125915-F516-A28E-C48E-74830468FC7C}"/>
                </a:ext>
              </a:extLst>
            </p:cNvPr>
            <p:cNvSpPr>
              <a:spLocks/>
            </p:cNvSpPr>
            <p:nvPr/>
          </p:nvSpPr>
          <p:spPr bwMode="auto">
            <a:xfrm>
              <a:off x="11179263" y="3883590"/>
              <a:ext cx="538163" cy="922672"/>
            </a:xfrm>
            <a:custGeom>
              <a:avLst/>
              <a:gdLst>
                <a:gd name="T0" fmla="*/ 284 w 339"/>
                <a:gd name="T1" fmla="*/ 0 h 362"/>
                <a:gd name="T2" fmla="*/ 0 w 339"/>
                <a:gd name="T3" fmla="*/ 362 h 362"/>
                <a:gd name="T4" fmla="*/ 54 w 339"/>
                <a:gd name="T5" fmla="*/ 362 h 362"/>
                <a:gd name="T6" fmla="*/ 339 w 339"/>
                <a:gd name="T7" fmla="*/ 0 h 362"/>
                <a:gd name="T8" fmla="*/ 284 w 339"/>
                <a:gd name="T9" fmla="*/ 0 h 362"/>
              </a:gdLst>
              <a:ahLst/>
              <a:cxnLst>
                <a:cxn ang="0">
                  <a:pos x="T0" y="T1"/>
                </a:cxn>
                <a:cxn ang="0">
                  <a:pos x="T2" y="T3"/>
                </a:cxn>
                <a:cxn ang="0">
                  <a:pos x="T4" y="T5"/>
                </a:cxn>
                <a:cxn ang="0">
                  <a:pos x="T6" y="T7"/>
                </a:cxn>
                <a:cxn ang="0">
                  <a:pos x="T8" y="T9"/>
                </a:cxn>
              </a:cxnLst>
              <a:rect l="0" t="0" r="r" b="b"/>
              <a:pathLst>
                <a:path w="339" h="362">
                  <a:moveTo>
                    <a:pt x="284" y="0"/>
                  </a:moveTo>
                  <a:lnTo>
                    <a:pt x="0" y="362"/>
                  </a:lnTo>
                  <a:lnTo>
                    <a:pt x="54" y="362"/>
                  </a:lnTo>
                  <a:lnTo>
                    <a:pt x="339" y="0"/>
                  </a:lnTo>
                  <a:lnTo>
                    <a:pt x="284" y="0"/>
                  </a:lnTo>
                  <a:close/>
                </a:path>
              </a:pathLst>
            </a:custGeom>
            <a:solidFill>
              <a:schemeClr val="accent5">
                <a:lumMod val="75000"/>
              </a:schemeClr>
            </a:solidFill>
            <a:ln>
              <a:noFill/>
            </a:ln>
          </p:spPr>
          <p:txBody>
            <a:bodyPr vert="horz" wrap="square" lIns="91440" tIns="45720" rIns="91440" bIns="45720" numCol="1" anchor="t" anchorCtr="0" compatLnSpc="1">
              <a:prstTxWarp prst="textNoShape">
                <a:avLst/>
              </a:prstTxWarp>
            </a:bodyPr>
            <a:lstStyle/>
            <a:p>
              <a:endParaRPr lang="en-US" sz="1300">
                <a:latin typeface="Arial" panose="020B0604020202020204" pitchFamily="34" charset="0"/>
                <a:cs typeface="Arial" panose="020B0604020202020204" pitchFamily="34" charset="0"/>
              </a:endParaRPr>
            </a:p>
          </p:txBody>
        </p:sp>
      </p:grpSp>
      <p:sp>
        <p:nvSpPr>
          <p:cNvPr id="22" name="íṥ1íḑé">
            <a:extLst>
              <a:ext uri="{FF2B5EF4-FFF2-40B4-BE49-F238E27FC236}">
                <a16:creationId xmlns:a16="http://schemas.microsoft.com/office/drawing/2014/main" id="{B497AFBA-48D7-F28B-03E8-6C1E633E762A}"/>
              </a:ext>
            </a:extLst>
          </p:cNvPr>
          <p:cNvSpPr/>
          <p:nvPr/>
        </p:nvSpPr>
        <p:spPr bwMode="auto">
          <a:xfrm>
            <a:off x="2190643" y="3720090"/>
            <a:ext cx="2802906" cy="868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lvl="0"/>
            <a:r>
              <a:rPr lang="en-US" altLang="zh-CN" sz="1300">
                <a:solidFill>
                  <a:schemeClr val="bg1"/>
                </a:solidFill>
                <a:latin typeface="Arial" panose="020B0604020202020204" pitchFamily="34" charset="0"/>
                <a:ea typeface="Verdana" panose="020B0604030504040204" pitchFamily="34" charset="0"/>
                <a:cs typeface="Arial" panose="020B0604020202020204" pitchFamily="34" charset="0"/>
              </a:rPr>
              <a:t>Request to provide timely feedback and sign off for our deliverables</a:t>
            </a:r>
          </a:p>
        </p:txBody>
      </p:sp>
      <p:sp>
        <p:nvSpPr>
          <p:cNvPr id="23" name="ïṣľíḍe">
            <a:extLst>
              <a:ext uri="{FF2B5EF4-FFF2-40B4-BE49-F238E27FC236}">
                <a16:creationId xmlns:a16="http://schemas.microsoft.com/office/drawing/2014/main" id="{EE835D95-1114-AEE3-F425-50FD4780F316}"/>
              </a:ext>
            </a:extLst>
          </p:cNvPr>
          <p:cNvSpPr txBox="1"/>
          <p:nvPr/>
        </p:nvSpPr>
        <p:spPr bwMode="auto">
          <a:xfrm>
            <a:off x="2190643" y="3408392"/>
            <a:ext cx="2254125" cy="44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lvl="0"/>
            <a:r>
              <a:rPr lang="en-US" altLang="zh-CN" sz="1300" b="1">
                <a:solidFill>
                  <a:srgbClr val="007CB0"/>
                </a:solidFill>
                <a:latin typeface="Arial" panose="020B0604020202020204" pitchFamily="34" charset="0"/>
                <a:ea typeface="Verdana" panose="020B0604030504040204" pitchFamily="34" charset="0"/>
                <a:cs typeface="Arial" panose="020B0604020202020204" pitchFamily="34" charset="0"/>
              </a:rPr>
              <a:t>Timely Review and Feedback</a:t>
            </a:r>
          </a:p>
        </p:txBody>
      </p:sp>
      <p:sp>
        <p:nvSpPr>
          <p:cNvPr id="24" name="椭圆 806">
            <a:extLst>
              <a:ext uri="{FF2B5EF4-FFF2-40B4-BE49-F238E27FC236}">
                <a16:creationId xmlns:a16="http://schemas.microsoft.com/office/drawing/2014/main" id="{5ED26CCD-05BB-E995-0A9B-9B8437651565}"/>
              </a:ext>
            </a:extLst>
          </p:cNvPr>
          <p:cNvSpPr/>
          <p:nvPr/>
        </p:nvSpPr>
        <p:spPr bwMode="gray">
          <a:xfrm>
            <a:off x="612441" y="3297594"/>
            <a:ext cx="1455966" cy="1455966"/>
          </a:xfrm>
          <a:prstGeom prst="ellipse">
            <a:avLst/>
          </a:prstGeom>
          <a:solidFill>
            <a:schemeClr val="accent1"/>
          </a:solidFill>
          <a:ln w="63500" algn="ctr">
            <a:noFill/>
            <a:miter lim="800000"/>
            <a:headEnd/>
            <a:tailEnd/>
          </a:ln>
        </p:spPr>
        <p:txBody>
          <a:bodyPr wrap="square" lIns="88900" tIns="88900" rIns="88900" bIns="88900" rtlCol="0" anchor="ctr"/>
          <a:lstStyle/>
          <a:p>
            <a:pPr algn="ctr">
              <a:buFont typeface="Wingdings 2" pitchFamily="18" charset="2"/>
              <a:buNone/>
            </a:pPr>
            <a:endParaRPr lang="en-US" sz="1300" b="1">
              <a:solidFill>
                <a:schemeClr val="bg1"/>
              </a:solidFill>
              <a:latin typeface="Arial" panose="020B0604020202020204" pitchFamily="34" charset="0"/>
              <a:cs typeface="Arial" panose="020B0604020202020204" pitchFamily="34" charset="0"/>
            </a:endParaRPr>
          </a:p>
        </p:txBody>
      </p:sp>
      <p:grpSp>
        <p:nvGrpSpPr>
          <p:cNvPr id="31" name="Group 192">
            <a:extLst>
              <a:ext uri="{FF2B5EF4-FFF2-40B4-BE49-F238E27FC236}">
                <a16:creationId xmlns:a16="http://schemas.microsoft.com/office/drawing/2014/main" id="{E4CF6344-553B-F42C-09B6-877BCE3CCCFC}"/>
              </a:ext>
            </a:extLst>
          </p:cNvPr>
          <p:cNvGrpSpPr>
            <a:grpSpLocks noChangeAspect="1"/>
          </p:cNvGrpSpPr>
          <p:nvPr/>
        </p:nvGrpSpPr>
        <p:grpSpPr bwMode="auto">
          <a:xfrm>
            <a:off x="1032346" y="1963582"/>
            <a:ext cx="720000" cy="720000"/>
            <a:chOff x="378" y="713"/>
            <a:chExt cx="340" cy="340"/>
          </a:xfrm>
          <a:solidFill>
            <a:schemeClr val="bg1"/>
          </a:solidFill>
        </p:grpSpPr>
        <p:sp>
          <p:nvSpPr>
            <p:cNvPr id="32" name="Freeform 193">
              <a:extLst>
                <a:ext uri="{FF2B5EF4-FFF2-40B4-BE49-F238E27FC236}">
                  <a16:creationId xmlns:a16="http://schemas.microsoft.com/office/drawing/2014/main" id="{5EA7CDE7-E59C-322E-6234-E64A7FDF8167}"/>
                </a:ext>
              </a:extLst>
            </p:cNvPr>
            <p:cNvSpPr>
              <a:spLocks noEditPoints="1"/>
            </p:cNvSpPr>
            <p:nvPr/>
          </p:nvSpPr>
          <p:spPr bwMode="auto">
            <a:xfrm>
              <a:off x="378" y="713"/>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3" name="Freeform 194">
              <a:extLst>
                <a:ext uri="{FF2B5EF4-FFF2-40B4-BE49-F238E27FC236}">
                  <a16:creationId xmlns:a16="http://schemas.microsoft.com/office/drawing/2014/main" id="{07933E02-2D5E-22DC-E9C8-988A3CB063CD}"/>
                </a:ext>
              </a:extLst>
            </p:cNvPr>
            <p:cNvSpPr>
              <a:spLocks noEditPoints="1"/>
            </p:cNvSpPr>
            <p:nvPr/>
          </p:nvSpPr>
          <p:spPr bwMode="auto">
            <a:xfrm>
              <a:off x="442" y="812"/>
              <a:ext cx="212" cy="157"/>
            </a:xfrm>
            <a:custGeom>
              <a:avLst/>
              <a:gdLst>
                <a:gd name="T0" fmla="*/ 309 w 320"/>
                <a:gd name="T1" fmla="*/ 21 h 236"/>
                <a:gd name="T2" fmla="*/ 309 w 320"/>
                <a:gd name="T3" fmla="*/ 0 h 236"/>
                <a:gd name="T4" fmla="*/ 288 w 320"/>
                <a:gd name="T5" fmla="*/ 11 h 236"/>
                <a:gd name="T6" fmla="*/ 247 w 320"/>
                <a:gd name="T7" fmla="*/ 32 h 236"/>
                <a:gd name="T8" fmla="*/ 165 w 320"/>
                <a:gd name="T9" fmla="*/ 12 h 236"/>
                <a:gd name="T10" fmla="*/ 128 w 320"/>
                <a:gd name="T11" fmla="*/ 32 h 236"/>
                <a:gd name="T12" fmla="*/ 32 w 320"/>
                <a:gd name="T13" fmla="*/ 11 h 236"/>
                <a:gd name="T14" fmla="*/ 10 w 320"/>
                <a:gd name="T15" fmla="*/ 0 h 236"/>
                <a:gd name="T16" fmla="*/ 10 w 320"/>
                <a:gd name="T17" fmla="*/ 21 h 236"/>
                <a:gd name="T18" fmla="*/ 0 w 320"/>
                <a:gd name="T19" fmla="*/ 181 h 236"/>
                <a:gd name="T20" fmla="*/ 21 w 320"/>
                <a:gd name="T21" fmla="*/ 192 h 236"/>
                <a:gd name="T22" fmla="*/ 32 w 320"/>
                <a:gd name="T23" fmla="*/ 171 h 236"/>
                <a:gd name="T24" fmla="*/ 76 w 320"/>
                <a:gd name="T25" fmla="*/ 219 h 236"/>
                <a:gd name="T26" fmla="*/ 121 w 320"/>
                <a:gd name="T27" fmla="*/ 232 h 236"/>
                <a:gd name="T28" fmla="*/ 154 w 320"/>
                <a:gd name="T29" fmla="*/ 235 h 236"/>
                <a:gd name="T30" fmla="*/ 181 w 320"/>
                <a:gd name="T31" fmla="*/ 221 h 236"/>
                <a:gd name="T32" fmla="*/ 222 w 320"/>
                <a:gd name="T33" fmla="*/ 227 h 236"/>
                <a:gd name="T34" fmla="*/ 242 w 320"/>
                <a:gd name="T35" fmla="*/ 210 h 236"/>
                <a:gd name="T36" fmla="*/ 275 w 320"/>
                <a:gd name="T37" fmla="*/ 185 h 236"/>
                <a:gd name="T38" fmla="*/ 288 w 320"/>
                <a:gd name="T39" fmla="*/ 171 h 236"/>
                <a:gd name="T40" fmla="*/ 298 w 320"/>
                <a:gd name="T41" fmla="*/ 192 h 236"/>
                <a:gd name="T42" fmla="*/ 320 w 320"/>
                <a:gd name="T43" fmla="*/ 181 h 236"/>
                <a:gd name="T44" fmla="*/ 254 w 320"/>
                <a:gd name="T45" fmla="*/ 179 h 236"/>
                <a:gd name="T46" fmla="*/ 239 w 320"/>
                <a:gd name="T47" fmla="*/ 188 h 236"/>
                <a:gd name="T48" fmla="*/ 232 w 320"/>
                <a:gd name="T49" fmla="*/ 183 h 236"/>
                <a:gd name="T50" fmla="*/ 198 w 320"/>
                <a:gd name="T51" fmla="*/ 125 h 236"/>
                <a:gd name="T52" fmla="*/ 179 w 320"/>
                <a:gd name="T53" fmla="*/ 135 h 236"/>
                <a:gd name="T54" fmla="*/ 214 w 320"/>
                <a:gd name="T55" fmla="*/ 194 h 236"/>
                <a:gd name="T56" fmla="*/ 194 w 320"/>
                <a:gd name="T57" fmla="*/ 204 h 236"/>
                <a:gd name="T58" fmla="*/ 147 w 320"/>
                <a:gd name="T59" fmla="*/ 147 h 236"/>
                <a:gd name="T60" fmla="*/ 164 w 320"/>
                <a:gd name="T61" fmla="*/ 196 h 236"/>
                <a:gd name="T62" fmla="*/ 160 w 320"/>
                <a:gd name="T63" fmla="*/ 212 h 236"/>
                <a:gd name="T64" fmla="*/ 143 w 320"/>
                <a:gd name="T65" fmla="*/ 208 h 236"/>
                <a:gd name="T66" fmla="*/ 132 w 320"/>
                <a:gd name="T67" fmla="*/ 188 h 236"/>
                <a:gd name="T68" fmla="*/ 124 w 320"/>
                <a:gd name="T69" fmla="*/ 176 h 236"/>
                <a:gd name="T70" fmla="*/ 106 w 320"/>
                <a:gd name="T71" fmla="*/ 188 h 236"/>
                <a:gd name="T72" fmla="*/ 111 w 320"/>
                <a:gd name="T73" fmla="*/ 214 h 236"/>
                <a:gd name="T74" fmla="*/ 62 w 320"/>
                <a:gd name="T75" fmla="*/ 155 h 236"/>
                <a:gd name="T76" fmla="*/ 32 w 320"/>
                <a:gd name="T77" fmla="*/ 149 h 236"/>
                <a:gd name="T78" fmla="*/ 88 w 320"/>
                <a:gd name="T79" fmla="*/ 53 h 236"/>
                <a:gd name="T80" fmla="*/ 64 w 320"/>
                <a:gd name="T81" fmla="*/ 85 h 236"/>
                <a:gd name="T82" fmla="*/ 97 w 320"/>
                <a:gd name="T83" fmla="*/ 117 h 236"/>
                <a:gd name="T84" fmla="*/ 253 w 320"/>
                <a:gd name="T85" fmla="*/ 170 h 236"/>
                <a:gd name="T86" fmla="*/ 288 w 320"/>
                <a:gd name="T87" fmla="*/ 149 h 236"/>
                <a:gd name="T88" fmla="*/ 265 w 320"/>
                <a:gd name="T89" fmla="*/ 150 h 236"/>
                <a:gd name="T90" fmla="*/ 215 w 320"/>
                <a:gd name="T91" fmla="*/ 76 h 236"/>
                <a:gd name="T92" fmla="*/ 88 w 320"/>
                <a:gd name="T93" fmla="*/ 95 h 236"/>
                <a:gd name="T94" fmla="*/ 90 w 320"/>
                <a:gd name="T95" fmla="*/ 77 h 236"/>
                <a:gd name="T96" fmla="*/ 242 w 320"/>
                <a:gd name="T97" fmla="*/ 53 h 236"/>
                <a:gd name="T98" fmla="*/ 288 w 320"/>
                <a:gd name="T99" fmla="*/ 53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0" h="236">
                  <a:moveTo>
                    <a:pt x="309" y="171"/>
                  </a:moveTo>
                  <a:cubicBezTo>
                    <a:pt x="309" y="21"/>
                    <a:pt x="309" y="21"/>
                    <a:pt x="309" y="21"/>
                  </a:cubicBezTo>
                  <a:cubicBezTo>
                    <a:pt x="315" y="21"/>
                    <a:pt x="320" y="17"/>
                    <a:pt x="320" y="11"/>
                  </a:cubicBezTo>
                  <a:cubicBezTo>
                    <a:pt x="320" y="5"/>
                    <a:pt x="315" y="0"/>
                    <a:pt x="309" y="0"/>
                  </a:cubicBezTo>
                  <a:cubicBezTo>
                    <a:pt x="298" y="0"/>
                    <a:pt x="298" y="0"/>
                    <a:pt x="298" y="0"/>
                  </a:cubicBezTo>
                  <a:cubicBezTo>
                    <a:pt x="292" y="0"/>
                    <a:pt x="288" y="5"/>
                    <a:pt x="288" y="11"/>
                  </a:cubicBezTo>
                  <a:cubicBezTo>
                    <a:pt x="288" y="32"/>
                    <a:pt x="288" y="32"/>
                    <a:pt x="288" y="32"/>
                  </a:cubicBezTo>
                  <a:cubicBezTo>
                    <a:pt x="247" y="32"/>
                    <a:pt x="247" y="32"/>
                    <a:pt x="247" y="32"/>
                  </a:cubicBezTo>
                  <a:cubicBezTo>
                    <a:pt x="173" y="11"/>
                    <a:pt x="173" y="11"/>
                    <a:pt x="173" y="11"/>
                  </a:cubicBezTo>
                  <a:cubicBezTo>
                    <a:pt x="171" y="10"/>
                    <a:pt x="168" y="11"/>
                    <a:pt x="165" y="12"/>
                  </a:cubicBezTo>
                  <a:cubicBezTo>
                    <a:pt x="128" y="32"/>
                    <a:pt x="128" y="32"/>
                    <a:pt x="128" y="32"/>
                  </a:cubicBezTo>
                  <a:cubicBezTo>
                    <a:pt x="128" y="32"/>
                    <a:pt x="128" y="32"/>
                    <a:pt x="128" y="32"/>
                  </a:cubicBezTo>
                  <a:cubicBezTo>
                    <a:pt x="32" y="32"/>
                    <a:pt x="32" y="32"/>
                    <a:pt x="32" y="32"/>
                  </a:cubicBezTo>
                  <a:cubicBezTo>
                    <a:pt x="32" y="11"/>
                    <a:pt x="32" y="11"/>
                    <a:pt x="32" y="11"/>
                  </a:cubicBezTo>
                  <a:cubicBezTo>
                    <a:pt x="32" y="5"/>
                    <a:pt x="27" y="0"/>
                    <a:pt x="21" y="0"/>
                  </a:cubicBezTo>
                  <a:cubicBezTo>
                    <a:pt x="10" y="0"/>
                    <a:pt x="10" y="0"/>
                    <a:pt x="10" y="0"/>
                  </a:cubicBezTo>
                  <a:cubicBezTo>
                    <a:pt x="4" y="0"/>
                    <a:pt x="0" y="5"/>
                    <a:pt x="0" y="11"/>
                  </a:cubicBezTo>
                  <a:cubicBezTo>
                    <a:pt x="0" y="17"/>
                    <a:pt x="4" y="21"/>
                    <a:pt x="10" y="21"/>
                  </a:cubicBezTo>
                  <a:cubicBezTo>
                    <a:pt x="10" y="171"/>
                    <a:pt x="10" y="171"/>
                    <a:pt x="10" y="171"/>
                  </a:cubicBezTo>
                  <a:cubicBezTo>
                    <a:pt x="4" y="171"/>
                    <a:pt x="0" y="175"/>
                    <a:pt x="0" y="181"/>
                  </a:cubicBezTo>
                  <a:cubicBezTo>
                    <a:pt x="0" y="187"/>
                    <a:pt x="4" y="192"/>
                    <a:pt x="10" y="192"/>
                  </a:cubicBezTo>
                  <a:cubicBezTo>
                    <a:pt x="21" y="192"/>
                    <a:pt x="21" y="192"/>
                    <a:pt x="21" y="192"/>
                  </a:cubicBezTo>
                  <a:cubicBezTo>
                    <a:pt x="27" y="192"/>
                    <a:pt x="32" y="187"/>
                    <a:pt x="32" y="181"/>
                  </a:cubicBezTo>
                  <a:cubicBezTo>
                    <a:pt x="32" y="171"/>
                    <a:pt x="32" y="171"/>
                    <a:pt x="32" y="171"/>
                  </a:cubicBezTo>
                  <a:cubicBezTo>
                    <a:pt x="47" y="171"/>
                    <a:pt x="47" y="171"/>
                    <a:pt x="47" y="171"/>
                  </a:cubicBezTo>
                  <a:cubicBezTo>
                    <a:pt x="76" y="219"/>
                    <a:pt x="76" y="219"/>
                    <a:pt x="76" y="219"/>
                  </a:cubicBezTo>
                  <a:cubicBezTo>
                    <a:pt x="82" y="230"/>
                    <a:pt x="94" y="236"/>
                    <a:pt x="106" y="236"/>
                  </a:cubicBezTo>
                  <a:cubicBezTo>
                    <a:pt x="111" y="236"/>
                    <a:pt x="116" y="235"/>
                    <a:pt x="121" y="232"/>
                  </a:cubicBezTo>
                  <a:cubicBezTo>
                    <a:pt x="125" y="230"/>
                    <a:pt x="128" y="227"/>
                    <a:pt x="130" y="225"/>
                  </a:cubicBezTo>
                  <a:cubicBezTo>
                    <a:pt x="136" y="231"/>
                    <a:pt x="145" y="235"/>
                    <a:pt x="154" y="235"/>
                  </a:cubicBezTo>
                  <a:cubicBezTo>
                    <a:pt x="160" y="235"/>
                    <a:pt x="165" y="233"/>
                    <a:pt x="171" y="230"/>
                  </a:cubicBezTo>
                  <a:cubicBezTo>
                    <a:pt x="175" y="228"/>
                    <a:pt x="178" y="225"/>
                    <a:pt x="181" y="221"/>
                  </a:cubicBezTo>
                  <a:cubicBezTo>
                    <a:pt x="187" y="228"/>
                    <a:pt x="196" y="232"/>
                    <a:pt x="205" y="232"/>
                  </a:cubicBezTo>
                  <a:cubicBezTo>
                    <a:pt x="211" y="232"/>
                    <a:pt x="217" y="231"/>
                    <a:pt x="222" y="227"/>
                  </a:cubicBezTo>
                  <a:cubicBezTo>
                    <a:pt x="229" y="223"/>
                    <a:pt x="234" y="216"/>
                    <a:pt x="236" y="209"/>
                  </a:cubicBezTo>
                  <a:cubicBezTo>
                    <a:pt x="238" y="209"/>
                    <a:pt x="240" y="210"/>
                    <a:pt x="242" y="210"/>
                  </a:cubicBezTo>
                  <a:cubicBezTo>
                    <a:pt x="248" y="210"/>
                    <a:pt x="254" y="208"/>
                    <a:pt x="259" y="205"/>
                  </a:cubicBezTo>
                  <a:cubicBezTo>
                    <a:pt x="267" y="201"/>
                    <a:pt x="272" y="193"/>
                    <a:pt x="275" y="185"/>
                  </a:cubicBezTo>
                  <a:cubicBezTo>
                    <a:pt x="276" y="180"/>
                    <a:pt x="276" y="175"/>
                    <a:pt x="275" y="171"/>
                  </a:cubicBezTo>
                  <a:cubicBezTo>
                    <a:pt x="288" y="171"/>
                    <a:pt x="288" y="171"/>
                    <a:pt x="288" y="171"/>
                  </a:cubicBezTo>
                  <a:cubicBezTo>
                    <a:pt x="288" y="181"/>
                    <a:pt x="288" y="181"/>
                    <a:pt x="288" y="181"/>
                  </a:cubicBezTo>
                  <a:cubicBezTo>
                    <a:pt x="288" y="187"/>
                    <a:pt x="292" y="192"/>
                    <a:pt x="298" y="192"/>
                  </a:cubicBezTo>
                  <a:cubicBezTo>
                    <a:pt x="309" y="192"/>
                    <a:pt x="309" y="192"/>
                    <a:pt x="309" y="192"/>
                  </a:cubicBezTo>
                  <a:cubicBezTo>
                    <a:pt x="315" y="192"/>
                    <a:pt x="320" y="187"/>
                    <a:pt x="320" y="181"/>
                  </a:cubicBezTo>
                  <a:cubicBezTo>
                    <a:pt x="320" y="175"/>
                    <a:pt x="315" y="171"/>
                    <a:pt x="309" y="171"/>
                  </a:cubicBezTo>
                  <a:close/>
                  <a:moveTo>
                    <a:pt x="254" y="179"/>
                  </a:moveTo>
                  <a:cubicBezTo>
                    <a:pt x="253" y="183"/>
                    <a:pt x="251" y="185"/>
                    <a:pt x="248" y="187"/>
                  </a:cubicBezTo>
                  <a:cubicBezTo>
                    <a:pt x="246" y="188"/>
                    <a:pt x="242" y="189"/>
                    <a:pt x="239" y="188"/>
                  </a:cubicBezTo>
                  <a:cubicBezTo>
                    <a:pt x="236" y="187"/>
                    <a:pt x="234" y="185"/>
                    <a:pt x="232" y="183"/>
                  </a:cubicBezTo>
                  <a:cubicBezTo>
                    <a:pt x="232" y="183"/>
                    <a:pt x="232" y="183"/>
                    <a:pt x="232" y="183"/>
                  </a:cubicBezTo>
                  <a:cubicBezTo>
                    <a:pt x="232" y="183"/>
                    <a:pt x="232" y="183"/>
                    <a:pt x="232" y="182"/>
                  </a:cubicBezTo>
                  <a:cubicBezTo>
                    <a:pt x="198" y="125"/>
                    <a:pt x="198" y="125"/>
                    <a:pt x="198" y="125"/>
                  </a:cubicBezTo>
                  <a:cubicBezTo>
                    <a:pt x="195" y="119"/>
                    <a:pt x="188" y="118"/>
                    <a:pt x="183" y="121"/>
                  </a:cubicBezTo>
                  <a:cubicBezTo>
                    <a:pt x="178" y="124"/>
                    <a:pt x="176" y="130"/>
                    <a:pt x="179" y="135"/>
                  </a:cubicBezTo>
                  <a:cubicBezTo>
                    <a:pt x="214" y="194"/>
                    <a:pt x="214" y="194"/>
                    <a:pt x="214" y="194"/>
                  </a:cubicBezTo>
                  <a:cubicBezTo>
                    <a:pt x="214" y="194"/>
                    <a:pt x="214" y="194"/>
                    <a:pt x="214" y="194"/>
                  </a:cubicBezTo>
                  <a:cubicBezTo>
                    <a:pt x="217" y="199"/>
                    <a:pt x="217" y="206"/>
                    <a:pt x="211" y="209"/>
                  </a:cubicBezTo>
                  <a:cubicBezTo>
                    <a:pt x="205" y="212"/>
                    <a:pt x="198" y="210"/>
                    <a:pt x="194" y="204"/>
                  </a:cubicBezTo>
                  <a:cubicBezTo>
                    <a:pt x="162" y="151"/>
                    <a:pt x="162" y="151"/>
                    <a:pt x="162" y="151"/>
                  </a:cubicBezTo>
                  <a:cubicBezTo>
                    <a:pt x="159" y="146"/>
                    <a:pt x="153" y="144"/>
                    <a:pt x="147" y="147"/>
                  </a:cubicBezTo>
                  <a:cubicBezTo>
                    <a:pt x="142" y="150"/>
                    <a:pt x="141" y="157"/>
                    <a:pt x="144" y="162"/>
                  </a:cubicBezTo>
                  <a:cubicBezTo>
                    <a:pt x="164" y="196"/>
                    <a:pt x="164" y="196"/>
                    <a:pt x="164" y="196"/>
                  </a:cubicBezTo>
                  <a:cubicBezTo>
                    <a:pt x="166" y="198"/>
                    <a:pt x="166" y="201"/>
                    <a:pt x="165" y="204"/>
                  </a:cubicBezTo>
                  <a:cubicBezTo>
                    <a:pt x="165" y="207"/>
                    <a:pt x="163" y="210"/>
                    <a:pt x="160" y="212"/>
                  </a:cubicBezTo>
                  <a:cubicBezTo>
                    <a:pt x="154" y="215"/>
                    <a:pt x="147" y="213"/>
                    <a:pt x="143" y="208"/>
                  </a:cubicBezTo>
                  <a:cubicBezTo>
                    <a:pt x="143" y="208"/>
                    <a:pt x="143" y="208"/>
                    <a:pt x="143" y="208"/>
                  </a:cubicBezTo>
                  <a:cubicBezTo>
                    <a:pt x="132" y="188"/>
                    <a:pt x="132" y="188"/>
                    <a:pt x="132" y="188"/>
                  </a:cubicBezTo>
                  <a:cubicBezTo>
                    <a:pt x="132" y="188"/>
                    <a:pt x="132" y="188"/>
                    <a:pt x="132" y="188"/>
                  </a:cubicBezTo>
                  <a:cubicBezTo>
                    <a:pt x="132" y="188"/>
                    <a:pt x="132" y="188"/>
                    <a:pt x="132" y="188"/>
                  </a:cubicBezTo>
                  <a:cubicBezTo>
                    <a:pt x="124" y="176"/>
                    <a:pt x="124" y="176"/>
                    <a:pt x="124" y="176"/>
                  </a:cubicBezTo>
                  <a:cubicBezTo>
                    <a:pt x="121" y="171"/>
                    <a:pt x="114" y="170"/>
                    <a:pt x="110" y="173"/>
                  </a:cubicBezTo>
                  <a:cubicBezTo>
                    <a:pt x="105" y="176"/>
                    <a:pt x="103" y="183"/>
                    <a:pt x="106" y="188"/>
                  </a:cubicBezTo>
                  <a:cubicBezTo>
                    <a:pt x="114" y="199"/>
                    <a:pt x="114" y="199"/>
                    <a:pt x="114" y="199"/>
                  </a:cubicBezTo>
                  <a:cubicBezTo>
                    <a:pt x="115" y="201"/>
                    <a:pt x="118" y="209"/>
                    <a:pt x="111" y="214"/>
                  </a:cubicBezTo>
                  <a:cubicBezTo>
                    <a:pt x="105" y="217"/>
                    <a:pt x="97" y="213"/>
                    <a:pt x="94" y="208"/>
                  </a:cubicBezTo>
                  <a:cubicBezTo>
                    <a:pt x="62" y="155"/>
                    <a:pt x="62" y="155"/>
                    <a:pt x="62" y="155"/>
                  </a:cubicBezTo>
                  <a:cubicBezTo>
                    <a:pt x="60" y="151"/>
                    <a:pt x="57" y="149"/>
                    <a:pt x="53" y="149"/>
                  </a:cubicBezTo>
                  <a:cubicBezTo>
                    <a:pt x="32" y="149"/>
                    <a:pt x="32" y="149"/>
                    <a:pt x="32" y="149"/>
                  </a:cubicBezTo>
                  <a:cubicBezTo>
                    <a:pt x="32" y="53"/>
                    <a:pt x="32" y="53"/>
                    <a:pt x="32" y="53"/>
                  </a:cubicBezTo>
                  <a:cubicBezTo>
                    <a:pt x="88" y="53"/>
                    <a:pt x="88" y="53"/>
                    <a:pt x="88" y="53"/>
                  </a:cubicBezTo>
                  <a:cubicBezTo>
                    <a:pt x="80" y="58"/>
                    <a:pt x="80" y="58"/>
                    <a:pt x="80" y="58"/>
                  </a:cubicBezTo>
                  <a:cubicBezTo>
                    <a:pt x="70" y="64"/>
                    <a:pt x="64" y="74"/>
                    <a:pt x="64" y="85"/>
                  </a:cubicBezTo>
                  <a:cubicBezTo>
                    <a:pt x="64" y="95"/>
                    <a:pt x="68" y="105"/>
                    <a:pt x="74" y="111"/>
                  </a:cubicBezTo>
                  <a:cubicBezTo>
                    <a:pt x="81" y="116"/>
                    <a:pt x="89" y="118"/>
                    <a:pt x="97" y="117"/>
                  </a:cubicBezTo>
                  <a:cubicBezTo>
                    <a:pt x="211" y="98"/>
                    <a:pt x="211" y="98"/>
                    <a:pt x="211" y="98"/>
                  </a:cubicBezTo>
                  <a:cubicBezTo>
                    <a:pt x="253" y="170"/>
                    <a:pt x="253" y="170"/>
                    <a:pt x="253" y="170"/>
                  </a:cubicBezTo>
                  <a:cubicBezTo>
                    <a:pt x="254" y="173"/>
                    <a:pt x="255" y="176"/>
                    <a:pt x="254" y="179"/>
                  </a:cubicBezTo>
                  <a:close/>
                  <a:moveTo>
                    <a:pt x="288" y="149"/>
                  </a:moveTo>
                  <a:cubicBezTo>
                    <a:pt x="266" y="149"/>
                    <a:pt x="266" y="149"/>
                    <a:pt x="266" y="149"/>
                  </a:cubicBezTo>
                  <a:cubicBezTo>
                    <a:pt x="266" y="149"/>
                    <a:pt x="266" y="150"/>
                    <a:pt x="265" y="150"/>
                  </a:cubicBezTo>
                  <a:cubicBezTo>
                    <a:pt x="226" y="81"/>
                    <a:pt x="226" y="81"/>
                    <a:pt x="226" y="81"/>
                  </a:cubicBezTo>
                  <a:cubicBezTo>
                    <a:pt x="224" y="77"/>
                    <a:pt x="220" y="75"/>
                    <a:pt x="215" y="76"/>
                  </a:cubicBezTo>
                  <a:cubicBezTo>
                    <a:pt x="94" y="96"/>
                    <a:pt x="94" y="96"/>
                    <a:pt x="94" y="96"/>
                  </a:cubicBezTo>
                  <a:cubicBezTo>
                    <a:pt x="91" y="97"/>
                    <a:pt x="89" y="96"/>
                    <a:pt x="88" y="95"/>
                  </a:cubicBezTo>
                  <a:cubicBezTo>
                    <a:pt x="86" y="93"/>
                    <a:pt x="85" y="89"/>
                    <a:pt x="85" y="85"/>
                  </a:cubicBezTo>
                  <a:cubicBezTo>
                    <a:pt x="85" y="80"/>
                    <a:pt x="88" y="78"/>
                    <a:pt x="90" y="77"/>
                  </a:cubicBezTo>
                  <a:cubicBezTo>
                    <a:pt x="172" y="33"/>
                    <a:pt x="172" y="33"/>
                    <a:pt x="172" y="33"/>
                  </a:cubicBezTo>
                  <a:cubicBezTo>
                    <a:pt x="242" y="53"/>
                    <a:pt x="242" y="53"/>
                    <a:pt x="242" y="53"/>
                  </a:cubicBezTo>
                  <a:cubicBezTo>
                    <a:pt x="243" y="53"/>
                    <a:pt x="244" y="53"/>
                    <a:pt x="245" y="53"/>
                  </a:cubicBezTo>
                  <a:cubicBezTo>
                    <a:pt x="288" y="53"/>
                    <a:pt x="288" y="53"/>
                    <a:pt x="288" y="53"/>
                  </a:cubicBezTo>
                  <a:lnTo>
                    <a:pt x="288" y="14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grpSp>
        <p:nvGrpSpPr>
          <p:cNvPr id="34" name="Group 795">
            <a:extLst>
              <a:ext uri="{FF2B5EF4-FFF2-40B4-BE49-F238E27FC236}">
                <a16:creationId xmlns:a16="http://schemas.microsoft.com/office/drawing/2014/main" id="{87DD5578-259A-5074-B374-C3CF8127F90F}"/>
              </a:ext>
            </a:extLst>
          </p:cNvPr>
          <p:cNvGrpSpPr>
            <a:grpSpLocks noChangeAspect="1"/>
          </p:cNvGrpSpPr>
          <p:nvPr/>
        </p:nvGrpSpPr>
        <p:grpSpPr bwMode="auto">
          <a:xfrm>
            <a:off x="6889136" y="1955775"/>
            <a:ext cx="720002" cy="720000"/>
            <a:chOff x="7361" y="3009"/>
            <a:chExt cx="340" cy="340"/>
          </a:xfrm>
          <a:solidFill>
            <a:schemeClr val="bg1"/>
          </a:solidFill>
        </p:grpSpPr>
        <p:sp>
          <p:nvSpPr>
            <p:cNvPr id="35" name="Freeform 796">
              <a:extLst>
                <a:ext uri="{FF2B5EF4-FFF2-40B4-BE49-F238E27FC236}">
                  <a16:creationId xmlns:a16="http://schemas.microsoft.com/office/drawing/2014/main" id="{A7ECC827-C72B-035C-37A0-AAC6A75577E1}"/>
                </a:ext>
              </a:extLst>
            </p:cNvPr>
            <p:cNvSpPr>
              <a:spLocks noEditPoints="1"/>
            </p:cNvSpPr>
            <p:nvPr/>
          </p:nvSpPr>
          <p:spPr bwMode="auto">
            <a:xfrm>
              <a:off x="7431" y="3129"/>
              <a:ext cx="57" cy="142"/>
            </a:xfrm>
            <a:custGeom>
              <a:avLst/>
              <a:gdLst>
                <a:gd name="T0" fmla="*/ 54 w 86"/>
                <a:gd name="T1" fmla="*/ 0 h 213"/>
                <a:gd name="T2" fmla="*/ 32 w 86"/>
                <a:gd name="T3" fmla="*/ 0 h 213"/>
                <a:gd name="T4" fmla="*/ 22 w 86"/>
                <a:gd name="T5" fmla="*/ 9 h 213"/>
                <a:gd name="T6" fmla="*/ 1 w 86"/>
                <a:gd name="T7" fmla="*/ 115 h 213"/>
                <a:gd name="T8" fmla="*/ 3 w 86"/>
                <a:gd name="T9" fmla="*/ 124 h 213"/>
                <a:gd name="T10" fmla="*/ 11 w 86"/>
                <a:gd name="T11" fmla="*/ 128 h 213"/>
                <a:gd name="T12" fmla="*/ 11 w 86"/>
                <a:gd name="T13" fmla="*/ 203 h 213"/>
                <a:gd name="T14" fmla="*/ 22 w 86"/>
                <a:gd name="T15" fmla="*/ 213 h 213"/>
                <a:gd name="T16" fmla="*/ 32 w 86"/>
                <a:gd name="T17" fmla="*/ 203 h 213"/>
                <a:gd name="T18" fmla="*/ 32 w 86"/>
                <a:gd name="T19" fmla="*/ 128 h 213"/>
                <a:gd name="T20" fmla="*/ 54 w 86"/>
                <a:gd name="T21" fmla="*/ 128 h 213"/>
                <a:gd name="T22" fmla="*/ 54 w 86"/>
                <a:gd name="T23" fmla="*/ 203 h 213"/>
                <a:gd name="T24" fmla="*/ 64 w 86"/>
                <a:gd name="T25" fmla="*/ 213 h 213"/>
                <a:gd name="T26" fmla="*/ 75 w 86"/>
                <a:gd name="T27" fmla="*/ 203 h 213"/>
                <a:gd name="T28" fmla="*/ 75 w 86"/>
                <a:gd name="T29" fmla="*/ 128 h 213"/>
                <a:gd name="T30" fmla="*/ 83 w 86"/>
                <a:gd name="T31" fmla="*/ 124 h 213"/>
                <a:gd name="T32" fmla="*/ 85 w 86"/>
                <a:gd name="T33" fmla="*/ 115 h 213"/>
                <a:gd name="T34" fmla="*/ 64 w 86"/>
                <a:gd name="T35" fmla="*/ 9 h 213"/>
                <a:gd name="T36" fmla="*/ 54 w 86"/>
                <a:gd name="T37" fmla="*/ 0 h 213"/>
                <a:gd name="T38" fmla="*/ 41 w 86"/>
                <a:gd name="T39" fmla="*/ 21 h 213"/>
                <a:gd name="T40" fmla="*/ 45 w 86"/>
                <a:gd name="T41" fmla="*/ 21 h 213"/>
                <a:gd name="T42" fmla="*/ 62 w 86"/>
                <a:gd name="T43" fmla="*/ 107 h 213"/>
                <a:gd name="T44" fmla="*/ 24 w 86"/>
                <a:gd name="T45" fmla="*/ 107 h 213"/>
                <a:gd name="T46" fmla="*/ 41 w 86"/>
                <a:gd name="T47" fmla="*/ 21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6" h="213">
                  <a:moveTo>
                    <a:pt x="54" y="0"/>
                  </a:moveTo>
                  <a:cubicBezTo>
                    <a:pt x="32" y="0"/>
                    <a:pt x="32" y="0"/>
                    <a:pt x="32" y="0"/>
                  </a:cubicBezTo>
                  <a:cubicBezTo>
                    <a:pt x="27" y="0"/>
                    <a:pt x="23" y="4"/>
                    <a:pt x="22" y="9"/>
                  </a:cubicBezTo>
                  <a:cubicBezTo>
                    <a:pt x="1" y="115"/>
                    <a:pt x="1" y="115"/>
                    <a:pt x="1" y="115"/>
                  </a:cubicBezTo>
                  <a:cubicBezTo>
                    <a:pt x="0" y="118"/>
                    <a:pt x="1" y="122"/>
                    <a:pt x="3" y="124"/>
                  </a:cubicBezTo>
                  <a:cubicBezTo>
                    <a:pt x="5" y="127"/>
                    <a:pt x="8" y="128"/>
                    <a:pt x="11" y="128"/>
                  </a:cubicBezTo>
                  <a:cubicBezTo>
                    <a:pt x="11" y="203"/>
                    <a:pt x="11" y="203"/>
                    <a:pt x="11" y="203"/>
                  </a:cubicBezTo>
                  <a:cubicBezTo>
                    <a:pt x="11" y="209"/>
                    <a:pt x="16" y="213"/>
                    <a:pt x="22" y="213"/>
                  </a:cubicBezTo>
                  <a:cubicBezTo>
                    <a:pt x="28" y="213"/>
                    <a:pt x="32" y="209"/>
                    <a:pt x="32" y="203"/>
                  </a:cubicBezTo>
                  <a:cubicBezTo>
                    <a:pt x="32" y="128"/>
                    <a:pt x="32" y="128"/>
                    <a:pt x="32" y="128"/>
                  </a:cubicBezTo>
                  <a:cubicBezTo>
                    <a:pt x="54" y="128"/>
                    <a:pt x="54" y="128"/>
                    <a:pt x="54" y="128"/>
                  </a:cubicBezTo>
                  <a:cubicBezTo>
                    <a:pt x="54" y="203"/>
                    <a:pt x="54" y="203"/>
                    <a:pt x="54" y="203"/>
                  </a:cubicBezTo>
                  <a:cubicBezTo>
                    <a:pt x="54" y="209"/>
                    <a:pt x="58" y="213"/>
                    <a:pt x="64" y="213"/>
                  </a:cubicBezTo>
                  <a:cubicBezTo>
                    <a:pt x="70" y="213"/>
                    <a:pt x="75" y="209"/>
                    <a:pt x="75" y="203"/>
                  </a:cubicBezTo>
                  <a:cubicBezTo>
                    <a:pt x="75" y="128"/>
                    <a:pt x="75" y="128"/>
                    <a:pt x="75" y="128"/>
                  </a:cubicBezTo>
                  <a:cubicBezTo>
                    <a:pt x="78" y="128"/>
                    <a:pt x="81" y="127"/>
                    <a:pt x="83" y="124"/>
                  </a:cubicBezTo>
                  <a:cubicBezTo>
                    <a:pt x="85" y="122"/>
                    <a:pt x="86" y="118"/>
                    <a:pt x="85" y="115"/>
                  </a:cubicBezTo>
                  <a:cubicBezTo>
                    <a:pt x="64" y="9"/>
                    <a:pt x="64" y="9"/>
                    <a:pt x="64" y="9"/>
                  </a:cubicBezTo>
                  <a:cubicBezTo>
                    <a:pt x="63" y="4"/>
                    <a:pt x="59" y="0"/>
                    <a:pt x="54" y="0"/>
                  </a:cubicBezTo>
                  <a:close/>
                  <a:moveTo>
                    <a:pt x="41" y="21"/>
                  </a:moveTo>
                  <a:cubicBezTo>
                    <a:pt x="45" y="21"/>
                    <a:pt x="45" y="21"/>
                    <a:pt x="45" y="21"/>
                  </a:cubicBezTo>
                  <a:cubicBezTo>
                    <a:pt x="62" y="107"/>
                    <a:pt x="62" y="107"/>
                    <a:pt x="62" y="107"/>
                  </a:cubicBezTo>
                  <a:cubicBezTo>
                    <a:pt x="24" y="107"/>
                    <a:pt x="24" y="107"/>
                    <a:pt x="24" y="107"/>
                  </a:cubicBezTo>
                  <a:lnTo>
                    <a:pt x="41" y="2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6" name="Freeform 797">
              <a:extLst>
                <a:ext uri="{FF2B5EF4-FFF2-40B4-BE49-F238E27FC236}">
                  <a16:creationId xmlns:a16="http://schemas.microsoft.com/office/drawing/2014/main" id="{87CE055C-14DF-A883-7907-BD2AF2F7185A}"/>
                </a:ext>
              </a:extLst>
            </p:cNvPr>
            <p:cNvSpPr>
              <a:spLocks noEditPoints="1"/>
            </p:cNvSpPr>
            <p:nvPr/>
          </p:nvSpPr>
          <p:spPr bwMode="auto">
            <a:xfrm>
              <a:off x="7439" y="3073"/>
              <a:ext cx="42" cy="42"/>
            </a:xfrm>
            <a:custGeom>
              <a:avLst/>
              <a:gdLst>
                <a:gd name="T0" fmla="*/ 32 w 64"/>
                <a:gd name="T1" fmla="*/ 64 h 64"/>
                <a:gd name="T2" fmla="*/ 64 w 64"/>
                <a:gd name="T3" fmla="*/ 32 h 64"/>
                <a:gd name="T4" fmla="*/ 32 w 64"/>
                <a:gd name="T5" fmla="*/ 0 h 64"/>
                <a:gd name="T6" fmla="*/ 0 w 64"/>
                <a:gd name="T7" fmla="*/ 32 h 64"/>
                <a:gd name="T8" fmla="*/ 32 w 64"/>
                <a:gd name="T9" fmla="*/ 64 h 64"/>
                <a:gd name="T10" fmla="*/ 32 w 64"/>
                <a:gd name="T11" fmla="*/ 21 h 64"/>
                <a:gd name="T12" fmla="*/ 43 w 64"/>
                <a:gd name="T13" fmla="*/ 32 h 64"/>
                <a:gd name="T14" fmla="*/ 32 w 64"/>
                <a:gd name="T15" fmla="*/ 42 h 64"/>
                <a:gd name="T16" fmla="*/ 21 w 64"/>
                <a:gd name="T17" fmla="*/ 32 h 64"/>
                <a:gd name="T18" fmla="*/ 32 w 64"/>
                <a:gd name="T19" fmla="*/ 2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64">
                  <a:moveTo>
                    <a:pt x="32" y="64"/>
                  </a:moveTo>
                  <a:cubicBezTo>
                    <a:pt x="50" y="64"/>
                    <a:pt x="64" y="49"/>
                    <a:pt x="64" y="32"/>
                  </a:cubicBezTo>
                  <a:cubicBezTo>
                    <a:pt x="64" y="14"/>
                    <a:pt x="50" y="0"/>
                    <a:pt x="32" y="0"/>
                  </a:cubicBezTo>
                  <a:cubicBezTo>
                    <a:pt x="14" y="0"/>
                    <a:pt x="0" y="14"/>
                    <a:pt x="0" y="32"/>
                  </a:cubicBezTo>
                  <a:cubicBezTo>
                    <a:pt x="0" y="49"/>
                    <a:pt x="14" y="64"/>
                    <a:pt x="32" y="64"/>
                  </a:cubicBezTo>
                  <a:close/>
                  <a:moveTo>
                    <a:pt x="32" y="21"/>
                  </a:moveTo>
                  <a:cubicBezTo>
                    <a:pt x="38" y="21"/>
                    <a:pt x="43" y="26"/>
                    <a:pt x="43" y="32"/>
                  </a:cubicBezTo>
                  <a:cubicBezTo>
                    <a:pt x="43" y="38"/>
                    <a:pt x="38" y="42"/>
                    <a:pt x="32" y="42"/>
                  </a:cubicBezTo>
                  <a:cubicBezTo>
                    <a:pt x="26" y="42"/>
                    <a:pt x="21" y="38"/>
                    <a:pt x="21" y="32"/>
                  </a:cubicBezTo>
                  <a:cubicBezTo>
                    <a:pt x="21" y="26"/>
                    <a:pt x="26" y="21"/>
                    <a:pt x="32" y="2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7" name="Freeform 798">
              <a:extLst>
                <a:ext uri="{FF2B5EF4-FFF2-40B4-BE49-F238E27FC236}">
                  <a16:creationId xmlns:a16="http://schemas.microsoft.com/office/drawing/2014/main" id="{F529F290-5E37-A41A-AE5A-5A25A08FBD37}"/>
                </a:ext>
              </a:extLst>
            </p:cNvPr>
            <p:cNvSpPr>
              <a:spLocks noEditPoints="1"/>
            </p:cNvSpPr>
            <p:nvPr/>
          </p:nvSpPr>
          <p:spPr bwMode="auto">
            <a:xfrm>
              <a:off x="7502" y="3129"/>
              <a:ext cx="58" cy="142"/>
            </a:xfrm>
            <a:custGeom>
              <a:avLst/>
              <a:gdLst>
                <a:gd name="T0" fmla="*/ 53 w 86"/>
                <a:gd name="T1" fmla="*/ 0 h 213"/>
                <a:gd name="T2" fmla="*/ 32 w 86"/>
                <a:gd name="T3" fmla="*/ 0 h 213"/>
                <a:gd name="T4" fmla="*/ 22 w 86"/>
                <a:gd name="T5" fmla="*/ 9 h 213"/>
                <a:gd name="T6" fmla="*/ 0 w 86"/>
                <a:gd name="T7" fmla="*/ 115 h 213"/>
                <a:gd name="T8" fmla="*/ 2 w 86"/>
                <a:gd name="T9" fmla="*/ 124 h 213"/>
                <a:gd name="T10" fmla="*/ 11 w 86"/>
                <a:gd name="T11" fmla="*/ 128 h 213"/>
                <a:gd name="T12" fmla="*/ 11 w 86"/>
                <a:gd name="T13" fmla="*/ 203 h 213"/>
                <a:gd name="T14" fmla="*/ 21 w 86"/>
                <a:gd name="T15" fmla="*/ 213 h 213"/>
                <a:gd name="T16" fmla="*/ 32 w 86"/>
                <a:gd name="T17" fmla="*/ 203 h 213"/>
                <a:gd name="T18" fmla="*/ 32 w 86"/>
                <a:gd name="T19" fmla="*/ 128 h 213"/>
                <a:gd name="T20" fmla="*/ 53 w 86"/>
                <a:gd name="T21" fmla="*/ 128 h 213"/>
                <a:gd name="T22" fmla="*/ 53 w 86"/>
                <a:gd name="T23" fmla="*/ 203 h 213"/>
                <a:gd name="T24" fmla="*/ 64 w 86"/>
                <a:gd name="T25" fmla="*/ 213 h 213"/>
                <a:gd name="T26" fmla="*/ 75 w 86"/>
                <a:gd name="T27" fmla="*/ 203 h 213"/>
                <a:gd name="T28" fmla="*/ 75 w 86"/>
                <a:gd name="T29" fmla="*/ 128 h 213"/>
                <a:gd name="T30" fmla="*/ 83 w 86"/>
                <a:gd name="T31" fmla="*/ 124 h 213"/>
                <a:gd name="T32" fmla="*/ 85 w 86"/>
                <a:gd name="T33" fmla="*/ 115 h 213"/>
                <a:gd name="T34" fmla="*/ 64 w 86"/>
                <a:gd name="T35" fmla="*/ 9 h 213"/>
                <a:gd name="T36" fmla="*/ 53 w 86"/>
                <a:gd name="T37" fmla="*/ 0 h 213"/>
                <a:gd name="T38" fmla="*/ 41 w 86"/>
                <a:gd name="T39" fmla="*/ 21 h 213"/>
                <a:gd name="T40" fmla="*/ 45 w 86"/>
                <a:gd name="T41" fmla="*/ 21 h 213"/>
                <a:gd name="T42" fmla="*/ 62 w 86"/>
                <a:gd name="T43" fmla="*/ 107 h 213"/>
                <a:gd name="T44" fmla="*/ 24 w 86"/>
                <a:gd name="T45" fmla="*/ 107 h 213"/>
                <a:gd name="T46" fmla="*/ 41 w 86"/>
                <a:gd name="T47" fmla="*/ 21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6" h="213">
                  <a:moveTo>
                    <a:pt x="53" y="0"/>
                  </a:moveTo>
                  <a:cubicBezTo>
                    <a:pt x="32" y="0"/>
                    <a:pt x="32" y="0"/>
                    <a:pt x="32" y="0"/>
                  </a:cubicBezTo>
                  <a:cubicBezTo>
                    <a:pt x="27" y="0"/>
                    <a:pt x="23" y="4"/>
                    <a:pt x="22" y="9"/>
                  </a:cubicBezTo>
                  <a:cubicBezTo>
                    <a:pt x="0" y="115"/>
                    <a:pt x="0" y="115"/>
                    <a:pt x="0" y="115"/>
                  </a:cubicBezTo>
                  <a:cubicBezTo>
                    <a:pt x="0" y="118"/>
                    <a:pt x="0" y="122"/>
                    <a:pt x="2" y="124"/>
                  </a:cubicBezTo>
                  <a:cubicBezTo>
                    <a:pt x="4" y="127"/>
                    <a:pt x="7" y="128"/>
                    <a:pt x="11" y="128"/>
                  </a:cubicBezTo>
                  <a:cubicBezTo>
                    <a:pt x="11" y="203"/>
                    <a:pt x="11" y="203"/>
                    <a:pt x="11" y="203"/>
                  </a:cubicBezTo>
                  <a:cubicBezTo>
                    <a:pt x="11" y="209"/>
                    <a:pt x="15" y="213"/>
                    <a:pt x="21" y="213"/>
                  </a:cubicBezTo>
                  <a:cubicBezTo>
                    <a:pt x="27" y="213"/>
                    <a:pt x="32" y="209"/>
                    <a:pt x="32" y="203"/>
                  </a:cubicBezTo>
                  <a:cubicBezTo>
                    <a:pt x="32" y="128"/>
                    <a:pt x="32" y="128"/>
                    <a:pt x="32" y="128"/>
                  </a:cubicBezTo>
                  <a:cubicBezTo>
                    <a:pt x="53" y="128"/>
                    <a:pt x="53" y="128"/>
                    <a:pt x="53" y="128"/>
                  </a:cubicBezTo>
                  <a:cubicBezTo>
                    <a:pt x="53" y="203"/>
                    <a:pt x="53" y="203"/>
                    <a:pt x="53" y="203"/>
                  </a:cubicBezTo>
                  <a:cubicBezTo>
                    <a:pt x="53" y="209"/>
                    <a:pt x="58" y="213"/>
                    <a:pt x="64" y="213"/>
                  </a:cubicBezTo>
                  <a:cubicBezTo>
                    <a:pt x="70" y="213"/>
                    <a:pt x="75" y="209"/>
                    <a:pt x="75" y="203"/>
                  </a:cubicBezTo>
                  <a:cubicBezTo>
                    <a:pt x="75" y="128"/>
                    <a:pt x="75" y="128"/>
                    <a:pt x="75" y="128"/>
                  </a:cubicBezTo>
                  <a:cubicBezTo>
                    <a:pt x="78" y="128"/>
                    <a:pt x="81" y="127"/>
                    <a:pt x="83" y="124"/>
                  </a:cubicBezTo>
                  <a:cubicBezTo>
                    <a:pt x="85" y="122"/>
                    <a:pt x="86" y="118"/>
                    <a:pt x="85" y="115"/>
                  </a:cubicBezTo>
                  <a:cubicBezTo>
                    <a:pt x="64" y="9"/>
                    <a:pt x="64" y="9"/>
                    <a:pt x="64" y="9"/>
                  </a:cubicBezTo>
                  <a:cubicBezTo>
                    <a:pt x="63" y="4"/>
                    <a:pt x="58" y="0"/>
                    <a:pt x="53" y="0"/>
                  </a:cubicBezTo>
                  <a:close/>
                  <a:moveTo>
                    <a:pt x="41" y="21"/>
                  </a:moveTo>
                  <a:cubicBezTo>
                    <a:pt x="45" y="21"/>
                    <a:pt x="45" y="21"/>
                    <a:pt x="45" y="21"/>
                  </a:cubicBezTo>
                  <a:cubicBezTo>
                    <a:pt x="62" y="107"/>
                    <a:pt x="62" y="107"/>
                    <a:pt x="62" y="107"/>
                  </a:cubicBezTo>
                  <a:cubicBezTo>
                    <a:pt x="24" y="107"/>
                    <a:pt x="24" y="107"/>
                    <a:pt x="24" y="107"/>
                  </a:cubicBezTo>
                  <a:lnTo>
                    <a:pt x="41" y="2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8" name="Freeform 799">
              <a:extLst>
                <a:ext uri="{FF2B5EF4-FFF2-40B4-BE49-F238E27FC236}">
                  <a16:creationId xmlns:a16="http://schemas.microsoft.com/office/drawing/2014/main" id="{E88344C5-357A-D513-894D-7BA9D94C753F}"/>
                </a:ext>
              </a:extLst>
            </p:cNvPr>
            <p:cNvSpPr>
              <a:spLocks noEditPoints="1"/>
            </p:cNvSpPr>
            <p:nvPr/>
          </p:nvSpPr>
          <p:spPr bwMode="auto">
            <a:xfrm>
              <a:off x="7510" y="3073"/>
              <a:ext cx="42" cy="42"/>
            </a:xfrm>
            <a:custGeom>
              <a:avLst/>
              <a:gdLst>
                <a:gd name="T0" fmla="*/ 32 w 64"/>
                <a:gd name="T1" fmla="*/ 64 h 64"/>
                <a:gd name="T2" fmla="*/ 64 w 64"/>
                <a:gd name="T3" fmla="*/ 32 h 64"/>
                <a:gd name="T4" fmla="*/ 32 w 64"/>
                <a:gd name="T5" fmla="*/ 0 h 64"/>
                <a:gd name="T6" fmla="*/ 0 w 64"/>
                <a:gd name="T7" fmla="*/ 32 h 64"/>
                <a:gd name="T8" fmla="*/ 32 w 64"/>
                <a:gd name="T9" fmla="*/ 64 h 64"/>
                <a:gd name="T10" fmla="*/ 32 w 64"/>
                <a:gd name="T11" fmla="*/ 21 h 64"/>
                <a:gd name="T12" fmla="*/ 42 w 64"/>
                <a:gd name="T13" fmla="*/ 32 h 64"/>
                <a:gd name="T14" fmla="*/ 32 w 64"/>
                <a:gd name="T15" fmla="*/ 42 h 64"/>
                <a:gd name="T16" fmla="*/ 21 w 64"/>
                <a:gd name="T17" fmla="*/ 32 h 64"/>
                <a:gd name="T18" fmla="*/ 32 w 64"/>
                <a:gd name="T19" fmla="*/ 2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64">
                  <a:moveTo>
                    <a:pt x="32" y="64"/>
                  </a:moveTo>
                  <a:cubicBezTo>
                    <a:pt x="49" y="64"/>
                    <a:pt x="64" y="49"/>
                    <a:pt x="64" y="32"/>
                  </a:cubicBezTo>
                  <a:cubicBezTo>
                    <a:pt x="64" y="14"/>
                    <a:pt x="49" y="0"/>
                    <a:pt x="32" y="0"/>
                  </a:cubicBezTo>
                  <a:cubicBezTo>
                    <a:pt x="14" y="0"/>
                    <a:pt x="0" y="14"/>
                    <a:pt x="0" y="32"/>
                  </a:cubicBezTo>
                  <a:cubicBezTo>
                    <a:pt x="0" y="49"/>
                    <a:pt x="14" y="64"/>
                    <a:pt x="32" y="64"/>
                  </a:cubicBezTo>
                  <a:close/>
                  <a:moveTo>
                    <a:pt x="32" y="21"/>
                  </a:moveTo>
                  <a:cubicBezTo>
                    <a:pt x="38" y="21"/>
                    <a:pt x="42" y="26"/>
                    <a:pt x="42" y="32"/>
                  </a:cubicBezTo>
                  <a:cubicBezTo>
                    <a:pt x="42" y="38"/>
                    <a:pt x="38" y="42"/>
                    <a:pt x="32" y="42"/>
                  </a:cubicBezTo>
                  <a:cubicBezTo>
                    <a:pt x="26" y="42"/>
                    <a:pt x="21" y="38"/>
                    <a:pt x="21" y="32"/>
                  </a:cubicBezTo>
                  <a:cubicBezTo>
                    <a:pt x="21" y="26"/>
                    <a:pt x="26" y="21"/>
                    <a:pt x="32" y="2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9" name="Freeform 800">
              <a:extLst>
                <a:ext uri="{FF2B5EF4-FFF2-40B4-BE49-F238E27FC236}">
                  <a16:creationId xmlns:a16="http://schemas.microsoft.com/office/drawing/2014/main" id="{8B27F2AA-9395-617C-B2D9-B7B305E0F57B}"/>
                </a:ext>
              </a:extLst>
            </p:cNvPr>
            <p:cNvSpPr>
              <a:spLocks noEditPoints="1"/>
            </p:cNvSpPr>
            <p:nvPr/>
          </p:nvSpPr>
          <p:spPr bwMode="auto">
            <a:xfrm>
              <a:off x="7573" y="3129"/>
              <a:ext cx="57" cy="142"/>
            </a:xfrm>
            <a:custGeom>
              <a:avLst/>
              <a:gdLst>
                <a:gd name="T0" fmla="*/ 74 w 85"/>
                <a:gd name="T1" fmla="*/ 0 h 213"/>
                <a:gd name="T2" fmla="*/ 10 w 85"/>
                <a:gd name="T3" fmla="*/ 0 h 213"/>
                <a:gd name="T4" fmla="*/ 0 w 85"/>
                <a:gd name="T5" fmla="*/ 11 h 213"/>
                <a:gd name="T6" fmla="*/ 0 w 85"/>
                <a:gd name="T7" fmla="*/ 96 h 213"/>
                <a:gd name="T8" fmla="*/ 10 w 85"/>
                <a:gd name="T9" fmla="*/ 107 h 213"/>
                <a:gd name="T10" fmla="*/ 10 w 85"/>
                <a:gd name="T11" fmla="*/ 203 h 213"/>
                <a:gd name="T12" fmla="*/ 21 w 85"/>
                <a:gd name="T13" fmla="*/ 213 h 213"/>
                <a:gd name="T14" fmla="*/ 32 w 85"/>
                <a:gd name="T15" fmla="*/ 203 h 213"/>
                <a:gd name="T16" fmla="*/ 32 w 85"/>
                <a:gd name="T17" fmla="*/ 107 h 213"/>
                <a:gd name="T18" fmla="*/ 53 w 85"/>
                <a:gd name="T19" fmla="*/ 107 h 213"/>
                <a:gd name="T20" fmla="*/ 53 w 85"/>
                <a:gd name="T21" fmla="*/ 203 h 213"/>
                <a:gd name="T22" fmla="*/ 64 w 85"/>
                <a:gd name="T23" fmla="*/ 213 h 213"/>
                <a:gd name="T24" fmla="*/ 74 w 85"/>
                <a:gd name="T25" fmla="*/ 203 h 213"/>
                <a:gd name="T26" fmla="*/ 74 w 85"/>
                <a:gd name="T27" fmla="*/ 107 h 213"/>
                <a:gd name="T28" fmla="*/ 85 w 85"/>
                <a:gd name="T29" fmla="*/ 96 h 213"/>
                <a:gd name="T30" fmla="*/ 85 w 85"/>
                <a:gd name="T31" fmla="*/ 11 h 213"/>
                <a:gd name="T32" fmla="*/ 74 w 85"/>
                <a:gd name="T33" fmla="*/ 0 h 213"/>
                <a:gd name="T34" fmla="*/ 21 w 85"/>
                <a:gd name="T35" fmla="*/ 21 h 213"/>
                <a:gd name="T36" fmla="*/ 64 w 85"/>
                <a:gd name="T37" fmla="*/ 21 h 213"/>
                <a:gd name="T38" fmla="*/ 64 w 85"/>
                <a:gd name="T39" fmla="*/ 85 h 213"/>
                <a:gd name="T40" fmla="*/ 21 w 85"/>
                <a:gd name="T41" fmla="*/ 85 h 213"/>
                <a:gd name="T42" fmla="*/ 21 w 85"/>
                <a:gd name="T43" fmla="*/ 21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5" h="213">
                  <a:moveTo>
                    <a:pt x="74" y="0"/>
                  </a:moveTo>
                  <a:cubicBezTo>
                    <a:pt x="10" y="0"/>
                    <a:pt x="10" y="0"/>
                    <a:pt x="10" y="0"/>
                  </a:cubicBezTo>
                  <a:cubicBezTo>
                    <a:pt x="4" y="0"/>
                    <a:pt x="0" y="5"/>
                    <a:pt x="0" y="11"/>
                  </a:cubicBezTo>
                  <a:cubicBezTo>
                    <a:pt x="0" y="96"/>
                    <a:pt x="0" y="96"/>
                    <a:pt x="0" y="96"/>
                  </a:cubicBezTo>
                  <a:cubicBezTo>
                    <a:pt x="0" y="102"/>
                    <a:pt x="4" y="107"/>
                    <a:pt x="10" y="107"/>
                  </a:cubicBezTo>
                  <a:cubicBezTo>
                    <a:pt x="10" y="203"/>
                    <a:pt x="10" y="203"/>
                    <a:pt x="10" y="203"/>
                  </a:cubicBezTo>
                  <a:cubicBezTo>
                    <a:pt x="10" y="209"/>
                    <a:pt x="15" y="213"/>
                    <a:pt x="21" y="213"/>
                  </a:cubicBezTo>
                  <a:cubicBezTo>
                    <a:pt x="27" y="213"/>
                    <a:pt x="32" y="209"/>
                    <a:pt x="32" y="203"/>
                  </a:cubicBezTo>
                  <a:cubicBezTo>
                    <a:pt x="32" y="107"/>
                    <a:pt x="32" y="107"/>
                    <a:pt x="32" y="107"/>
                  </a:cubicBezTo>
                  <a:cubicBezTo>
                    <a:pt x="53" y="107"/>
                    <a:pt x="53" y="107"/>
                    <a:pt x="53" y="107"/>
                  </a:cubicBezTo>
                  <a:cubicBezTo>
                    <a:pt x="53" y="203"/>
                    <a:pt x="53" y="203"/>
                    <a:pt x="53" y="203"/>
                  </a:cubicBezTo>
                  <a:cubicBezTo>
                    <a:pt x="53" y="209"/>
                    <a:pt x="58" y="213"/>
                    <a:pt x="64" y="213"/>
                  </a:cubicBezTo>
                  <a:cubicBezTo>
                    <a:pt x="70" y="213"/>
                    <a:pt x="74" y="209"/>
                    <a:pt x="74" y="203"/>
                  </a:cubicBezTo>
                  <a:cubicBezTo>
                    <a:pt x="74" y="107"/>
                    <a:pt x="74" y="107"/>
                    <a:pt x="74" y="107"/>
                  </a:cubicBezTo>
                  <a:cubicBezTo>
                    <a:pt x="80" y="107"/>
                    <a:pt x="85" y="102"/>
                    <a:pt x="85" y="96"/>
                  </a:cubicBezTo>
                  <a:cubicBezTo>
                    <a:pt x="85" y="11"/>
                    <a:pt x="85" y="11"/>
                    <a:pt x="85" y="11"/>
                  </a:cubicBezTo>
                  <a:cubicBezTo>
                    <a:pt x="85" y="5"/>
                    <a:pt x="80" y="0"/>
                    <a:pt x="74" y="0"/>
                  </a:cubicBezTo>
                  <a:close/>
                  <a:moveTo>
                    <a:pt x="21" y="21"/>
                  </a:moveTo>
                  <a:cubicBezTo>
                    <a:pt x="64" y="21"/>
                    <a:pt x="64" y="21"/>
                    <a:pt x="64" y="21"/>
                  </a:cubicBezTo>
                  <a:cubicBezTo>
                    <a:pt x="64" y="85"/>
                    <a:pt x="64" y="85"/>
                    <a:pt x="64" y="85"/>
                  </a:cubicBezTo>
                  <a:cubicBezTo>
                    <a:pt x="21" y="85"/>
                    <a:pt x="21" y="85"/>
                    <a:pt x="21" y="85"/>
                  </a:cubicBezTo>
                  <a:lnTo>
                    <a:pt x="21" y="2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0" name="Freeform 801">
              <a:extLst>
                <a:ext uri="{FF2B5EF4-FFF2-40B4-BE49-F238E27FC236}">
                  <a16:creationId xmlns:a16="http://schemas.microsoft.com/office/drawing/2014/main" id="{4B89734F-5B45-61B5-C06D-C5E92B48F116}"/>
                </a:ext>
              </a:extLst>
            </p:cNvPr>
            <p:cNvSpPr>
              <a:spLocks noEditPoints="1"/>
            </p:cNvSpPr>
            <p:nvPr/>
          </p:nvSpPr>
          <p:spPr bwMode="auto">
            <a:xfrm>
              <a:off x="7580" y="3073"/>
              <a:ext cx="43" cy="42"/>
            </a:xfrm>
            <a:custGeom>
              <a:avLst/>
              <a:gdLst>
                <a:gd name="T0" fmla="*/ 32 w 64"/>
                <a:gd name="T1" fmla="*/ 64 h 64"/>
                <a:gd name="T2" fmla="*/ 64 w 64"/>
                <a:gd name="T3" fmla="*/ 32 h 64"/>
                <a:gd name="T4" fmla="*/ 32 w 64"/>
                <a:gd name="T5" fmla="*/ 0 h 64"/>
                <a:gd name="T6" fmla="*/ 0 w 64"/>
                <a:gd name="T7" fmla="*/ 32 h 64"/>
                <a:gd name="T8" fmla="*/ 32 w 64"/>
                <a:gd name="T9" fmla="*/ 64 h 64"/>
                <a:gd name="T10" fmla="*/ 32 w 64"/>
                <a:gd name="T11" fmla="*/ 21 h 64"/>
                <a:gd name="T12" fmla="*/ 43 w 64"/>
                <a:gd name="T13" fmla="*/ 32 h 64"/>
                <a:gd name="T14" fmla="*/ 32 w 64"/>
                <a:gd name="T15" fmla="*/ 42 h 64"/>
                <a:gd name="T16" fmla="*/ 22 w 64"/>
                <a:gd name="T17" fmla="*/ 32 h 64"/>
                <a:gd name="T18" fmla="*/ 32 w 64"/>
                <a:gd name="T19" fmla="*/ 2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64">
                  <a:moveTo>
                    <a:pt x="32" y="64"/>
                  </a:moveTo>
                  <a:cubicBezTo>
                    <a:pt x="50" y="64"/>
                    <a:pt x="64" y="49"/>
                    <a:pt x="64" y="32"/>
                  </a:cubicBezTo>
                  <a:cubicBezTo>
                    <a:pt x="64" y="14"/>
                    <a:pt x="50" y="0"/>
                    <a:pt x="32" y="0"/>
                  </a:cubicBezTo>
                  <a:cubicBezTo>
                    <a:pt x="15" y="0"/>
                    <a:pt x="0" y="14"/>
                    <a:pt x="0" y="32"/>
                  </a:cubicBezTo>
                  <a:cubicBezTo>
                    <a:pt x="0" y="49"/>
                    <a:pt x="15" y="64"/>
                    <a:pt x="32" y="64"/>
                  </a:cubicBezTo>
                  <a:close/>
                  <a:moveTo>
                    <a:pt x="32" y="21"/>
                  </a:moveTo>
                  <a:cubicBezTo>
                    <a:pt x="38" y="21"/>
                    <a:pt x="43" y="26"/>
                    <a:pt x="43" y="32"/>
                  </a:cubicBezTo>
                  <a:cubicBezTo>
                    <a:pt x="43" y="38"/>
                    <a:pt x="38" y="42"/>
                    <a:pt x="32" y="42"/>
                  </a:cubicBezTo>
                  <a:cubicBezTo>
                    <a:pt x="26" y="42"/>
                    <a:pt x="22" y="38"/>
                    <a:pt x="22" y="32"/>
                  </a:cubicBezTo>
                  <a:cubicBezTo>
                    <a:pt x="22" y="26"/>
                    <a:pt x="26" y="21"/>
                    <a:pt x="32" y="2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1" name="Freeform 802">
              <a:extLst>
                <a:ext uri="{FF2B5EF4-FFF2-40B4-BE49-F238E27FC236}">
                  <a16:creationId xmlns:a16="http://schemas.microsoft.com/office/drawing/2014/main" id="{0C573F26-183C-23FF-2819-36D3EDB81D14}"/>
                </a:ext>
              </a:extLst>
            </p:cNvPr>
            <p:cNvSpPr>
              <a:spLocks noEditPoints="1"/>
            </p:cNvSpPr>
            <p:nvPr/>
          </p:nvSpPr>
          <p:spPr bwMode="auto">
            <a:xfrm>
              <a:off x="7361" y="3009"/>
              <a:ext cx="340" cy="34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256 w 512"/>
                <a:gd name="T11" fmla="*/ 490 h 512"/>
                <a:gd name="T12" fmla="*/ 21 w 512"/>
                <a:gd name="T13" fmla="*/ 256 h 512"/>
                <a:gd name="T14" fmla="*/ 256 w 512"/>
                <a:gd name="T15" fmla="*/ 21 h 512"/>
                <a:gd name="T16" fmla="*/ 490 w 512"/>
                <a:gd name="T17" fmla="*/ 256 h 512"/>
                <a:gd name="T18" fmla="*/ 256 w 512"/>
                <a:gd name="T19" fmla="*/ 49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90"/>
                  </a:moveTo>
                  <a:cubicBezTo>
                    <a:pt x="126" y="490"/>
                    <a:pt x="21" y="385"/>
                    <a:pt x="21" y="256"/>
                  </a:cubicBezTo>
                  <a:cubicBezTo>
                    <a:pt x="21" y="126"/>
                    <a:pt x="126" y="21"/>
                    <a:pt x="256" y="21"/>
                  </a:cubicBezTo>
                  <a:cubicBezTo>
                    <a:pt x="385" y="21"/>
                    <a:pt x="490" y="126"/>
                    <a:pt x="490" y="256"/>
                  </a:cubicBezTo>
                  <a:cubicBezTo>
                    <a:pt x="490" y="385"/>
                    <a:pt x="385" y="490"/>
                    <a:pt x="256" y="49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grpSp>
        <p:nvGrpSpPr>
          <p:cNvPr id="46" name="Group 235">
            <a:extLst>
              <a:ext uri="{FF2B5EF4-FFF2-40B4-BE49-F238E27FC236}">
                <a16:creationId xmlns:a16="http://schemas.microsoft.com/office/drawing/2014/main" id="{C0F4D832-457D-6BCA-962E-475996481CD2}"/>
              </a:ext>
            </a:extLst>
          </p:cNvPr>
          <p:cNvGrpSpPr>
            <a:grpSpLocks noChangeAspect="1"/>
          </p:cNvGrpSpPr>
          <p:nvPr/>
        </p:nvGrpSpPr>
        <p:grpSpPr bwMode="auto">
          <a:xfrm>
            <a:off x="992985" y="3655892"/>
            <a:ext cx="722376" cy="722376"/>
            <a:chOff x="4264" y="792"/>
            <a:chExt cx="340" cy="340"/>
          </a:xfrm>
          <a:solidFill>
            <a:schemeClr val="bg1"/>
          </a:solidFill>
        </p:grpSpPr>
        <p:sp>
          <p:nvSpPr>
            <p:cNvPr id="47" name="Freeform 236">
              <a:extLst>
                <a:ext uri="{FF2B5EF4-FFF2-40B4-BE49-F238E27FC236}">
                  <a16:creationId xmlns:a16="http://schemas.microsoft.com/office/drawing/2014/main" id="{7D574B1C-13A4-AA70-6576-8CB1E7472608}"/>
                </a:ext>
              </a:extLst>
            </p:cNvPr>
            <p:cNvSpPr>
              <a:spLocks noEditPoints="1"/>
            </p:cNvSpPr>
            <p:nvPr/>
          </p:nvSpPr>
          <p:spPr bwMode="auto">
            <a:xfrm>
              <a:off x="4264" y="792"/>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00">
                <a:latin typeface="Arial" panose="020B0604020202020204" pitchFamily="34" charset="0"/>
                <a:cs typeface="Arial" panose="020B0604020202020204" pitchFamily="34" charset="0"/>
              </a:endParaRPr>
            </a:p>
          </p:txBody>
        </p:sp>
        <p:sp>
          <p:nvSpPr>
            <p:cNvPr id="48" name="Freeform 237">
              <a:extLst>
                <a:ext uri="{FF2B5EF4-FFF2-40B4-BE49-F238E27FC236}">
                  <a16:creationId xmlns:a16="http://schemas.microsoft.com/office/drawing/2014/main" id="{0B4D6669-2F1C-2572-0C76-59A83788244E}"/>
                </a:ext>
              </a:extLst>
            </p:cNvPr>
            <p:cNvSpPr>
              <a:spLocks noEditPoints="1"/>
            </p:cNvSpPr>
            <p:nvPr/>
          </p:nvSpPr>
          <p:spPr bwMode="auto">
            <a:xfrm>
              <a:off x="4328" y="884"/>
              <a:ext cx="127" cy="113"/>
            </a:xfrm>
            <a:custGeom>
              <a:avLst/>
              <a:gdLst>
                <a:gd name="T0" fmla="*/ 192 w 192"/>
                <a:gd name="T1" fmla="*/ 118 h 171"/>
                <a:gd name="T2" fmla="*/ 192 w 192"/>
                <a:gd name="T3" fmla="*/ 11 h 171"/>
                <a:gd name="T4" fmla="*/ 181 w 192"/>
                <a:gd name="T5" fmla="*/ 0 h 171"/>
                <a:gd name="T6" fmla="*/ 10 w 192"/>
                <a:gd name="T7" fmla="*/ 0 h 171"/>
                <a:gd name="T8" fmla="*/ 0 w 192"/>
                <a:gd name="T9" fmla="*/ 11 h 171"/>
                <a:gd name="T10" fmla="*/ 0 w 192"/>
                <a:gd name="T11" fmla="*/ 118 h 171"/>
                <a:gd name="T12" fmla="*/ 10 w 192"/>
                <a:gd name="T13" fmla="*/ 128 h 171"/>
                <a:gd name="T14" fmla="*/ 32 w 192"/>
                <a:gd name="T15" fmla="*/ 128 h 171"/>
                <a:gd name="T16" fmla="*/ 32 w 192"/>
                <a:gd name="T17" fmla="*/ 160 h 171"/>
                <a:gd name="T18" fmla="*/ 38 w 192"/>
                <a:gd name="T19" fmla="*/ 170 h 171"/>
                <a:gd name="T20" fmla="*/ 42 w 192"/>
                <a:gd name="T21" fmla="*/ 171 h 171"/>
                <a:gd name="T22" fmla="*/ 50 w 192"/>
                <a:gd name="T23" fmla="*/ 168 h 171"/>
                <a:gd name="T24" fmla="*/ 89 w 192"/>
                <a:gd name="T25" fmla="*/ 128 h 171"/>
                <a:gd name="T26" fmla="*/ 181 w 192"/>
                <a:gd name="T27" fmla="*/ 128 h 171"/>
                <a:gd name="T28" fmla="*/ 192 w 192"/>
                <a:gd name="T29" fmla="*/ 118 h 171"/>
                <a:gd name="T30" fmla="*/ 170 w 192"/>
                <a:gd name="T31" fmla="*/ 107 h 171"/>
                <a:gd name="T32" fmla="*/ 85 w 192"/>
                <a:gd name="T33" fmla="*/ 107 h 171"/>
                <a:gd name="T34" fmla="*/ 77 w 192"/>
                <a:gd name="T35" fmla="*/ 110 h 171"/>
                <a:gd name="T36" fmla="*/ 53 w 192"/>
                <a:gd name="T37" fmla="*/ 135 h 171"/>
                <a:gd name="T38" fmla="*/ 53 w 192"/>
                <a:gd name="T39" fmla="*/ 118 h 171"/>
                <a:gd name="T40" fmla="*/ 42 w 192"/>
                <a:gd name="T41" fmla="*/ 107 h 171"/>
                <a:gd name="T42" fmla="*/ 21 w 192"/>
                <a:gd name="T43" fmla="*/ 107 h 171"/>
                <a:gd name="T44" fmla="*/ 21 w 192"/>
                <a:gd name="T45" fmla="*/ 22 h 171"/>
                <a:gd name="T46" fmla="*/ 170 w 192"/>
                <a:gd name="T47" fmla="*/ 22 h 171"/>
                <a:gd name="T48" fmla="*/ 170 w 192"/>
                <a:gd name="T49" fmla="*/ 10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2" h="171">
                  <a:moveTo>
                    <a:pt x="192" y="118"/>
                  </a:moveTo>
                  <a:cubicBezTo>
                    <a:pt x="192" y="11"/>
                    <a:pt x="192" y="11"/>
                    <a:pt x="192" y="11"/>
                  </a:cubicBezTo>
                  <a:cubicBezTo>
                    <a:pt x="192" y="5"/>
                    <a:pt x="187" y="0"/>
                    <a:pt x="181" y="0"/>
                  </a:cubicBezTo>
                  <a:cubicBezTo>
                    <a:pt x="10" y="0"/>
                    <a:pt x="10" y="0"/>
                    <a:pt x="10" y="0"/>
                  </a:cubicBezTo>
                  <a:cubicBezTo>
                    <a:pt x="4" y="0"/>
                    <a:pt x="0" y="5"/>
                    <a:pt x="0" y="11"/>
                  </a:cubicBezTo>
                  <a:cubicBezTo>
                    <a:pt x="0" y="118"/>
                    <a:pt x="0" y="118"/>
                    <a:pt x="0" y="118"/>
                  </a:cubicBezTo>
                  <a:cubicBezTo>
                    <a:pt x="0" y="124"/>
                    <a:pt x="4" y="128"/>
                    <a:pt x="10" y="128"/>
                  </a:cubicBezTo>
                  <a:cubicBezTo>
                    <a:pt x="32" y="128"/>
                    <a:pt x="32" y="128"/>
                    <a:pt x="32" y="128"/>
                  </a:cubicBezTo>
                  <a:cubicBezTo>
                    <a:pt x="32" y="160"/>
                    <a:pt x="32" y="160"/>
                    <a:pt x="32" y="160"/>
                  </a:cubicBezTo>
                  <a:cubicBezTo>
                    <a:pt x="32" y="165"/>
                    <a:pt x="34" y="169"/>
                    <a:pt x="38" y="170"/>
                  </a:cubicBezTo>
                  <a:cubicBezTo>
                    <a:pt x="40" y="171"/>
                    <a:pt x="41" y="171"/>
                    <a:pt x="42" y="171"/>
                  </a:cubicBezTo>
                  <a:cubicBezTo>
                    <a:pt x="45" y="171"/>
                    <a:pt x="48" y="170"/>
                    <a:pt x="50" y="168"/>
                  </a:cubicBezTo>
                  <a:cubicBezTo>
                    <a:pt x="89" y="128"/>
                    <a:pt x="89" y="128"/>
                    <a:pt x="89" y="128"/>
                  </a:cubicBezTo>
                  <a:cubicBezTo>
                    <a:pt x="181" y="128"/>
                    <a:pt x="181" y="128"/>
                    <a:pt x="181" y="128"/>
                  </a:cubicBezTo>
                  <a:cubicBezTo>
                    <a:pt x="187" y="128"/>
                    <a:pt x="192" y="124"/>
                    <a:pt x="192" y="118"/>
                  </a:cubicBezTo>
                  <a:close/>
                  <a:moveTo>
                    <a:pt x="170" y="107"/>
                  </a:moveTo>
                  <a:cubicBezTo>
                    <a:pt x="85" y="107"/>
                    <a:pt x="85" y="107"/>
                    <a:pt x="85" y="107"/>
                  </a:cubicBezTo>
                  <a:cubicBezTo>
                    <a:pt x="82" y="107"/>
                    <a:pt x="79" y="108"/>
                    <a:pt x="77" y="110"/>
                  </a:cubicBezTo>
                  <a:cubicBezTo>
                    <a:pt x="53" y="135"/>
                    <a:pt x="53" y="135"/>
                    <a:pt x="53" y="135"/>
                  </a:cubicBezTo>
                  <a:cubicBezTo>
                    <a:pt x="53" y="118"/>
                    <a:pt x="53" y="118"/>
                    <a:pt x="53" y="118"/>
                  </a:cubicBezTo>
                  <a:cubicBezTo>
                    <a:pt x="53" y="112"/>
                    <a:pt x="48" y="107"/>
                    <a:pt x="42" y="107"/>
                  </a:cubicBezTo>
                  <a:cubicBezTo>
                    <a:pt x="21" y="107"/>
                    <a:pt x="21" y="107"/>
                    <a:pt x="21" y="107"/>
                  </a:cubicBezTo>
                  <a:cubicBezTo>
                    <a:pt x="21" y="22"/>
                    <a:pt x="21" y="22"/>
                    <a:pt x="21" y="22"/>
                  </a:cubicBezTo>
                  <a:cubicBezTo>
                    <a:pt x="170" y="22"/>
                    <a:pt x="170" y="22"/>
                    <a:pt x="170" y="22"/>
                  </a:cubicBezTo>
                  <a:lnTo>
                    <a:pt x="170" y="10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00">
                <a:latin typeface="Arial" panose="020B0604020202020204" pitchFamily="34" charset="0"/>
                <a:cs typeface="Arial" panose="020B0604020202020204" pitchFamily="34" charset="0"/>
              </a:endParaRPr>
            </a:p>
          </p:txBody>
        </p:sp>
        <p:sp>
          <p:nvSpPr>
            <p:cNvPr id="49" name="Freeform 238">
              <a:extLst>
                <a:ext uri="{FF2B5EF4-FFF2-40B4-BE49-F238E27FC236}">
                  <a16:creationId xmlns:a16="http://schemas.microsoft.com/office/drawing/2014/main" id="{96FD10F3-3CCC-DBA9-AD74-9685C390DB48}"/>
                </a:ext>
              </a:extLst>
            </p:cNvPr>
            <p:cNvSpPr>
              <a:spLocks/>
            </p:cNvSpPr>
            <p:nvPr/>
          </p:nvSpPr>
          <p:spPr bwMode="auto">
            <a:xfrm>
              <a:off x="4413" y="941"/>
              <a:ext cx="127" cy="127"/>
            </a:xfrm>
            <a:custGeom>
              <a:avLst/>
              <a:gdLst>
                <a:gd name="T0" fmla="*/ 181 w 192"/>
                <a:gd name="T1" fmla="*/ 0 h 192"/>
                <a:gd name="T2" fmla="*/ 96 w 192"/>
                <a:gd name="T3" fmla="*/ 0 h 192"/>
                <a:gd name="T4" fmla="*/ 85 w 192"/>
                <a:gd name="T5" fmla="*/ 10 h 192"/>
                <a:gd name="T6" fmla="*/ 96 w 192"/>
                <a:gd name="T7" fmla="*/ 21 h 192"/>
                <a:gd name="T8" fmla="*/ 170 w 192"/>
                <a:gd name="T9" fmla="*/ 21 h 192"/>
                <a:gd name="T10" fmla="*/ 170 w 192"/>
                <a:gd name="T11" fmla="*/ 128 h 192"/>
                <a:gd name="T12" fmla="*/ 138 w 192"/>
                <a:gd name="T13" fmla="*/ 128 h 192"/>
                <a:gd name="T14" fmla="*/ 128 w 192"/>
                <a:gd name="T15" fmla="*/ 138 h 192"/>
                <a:gd name="T16" fmla="*/ 128 w 192"/>
                <a:gd name="T17" fmla="*/ 155 h 192"/>
                <a:gd name="T18" fmla="*/ 103 w 192"/>
                <a:gd name="T19" fmla="*/ 131 h 192"/>
                <a:gd name="T20" fmla="*/ 96 w 192"/>
                <a:gd name="T21" fmla="*/ 128 h 192"/>
                <a:gd name="T22" fmla="*/ 21 w 192"/>
                <a:gd name="T23" fmla="*/ 128 h 192"/>
                <a:gd name="T24" fmla="*/ 21 w 192"/>
                <a:gd name="T25" fmla="*/ 74 h 192"/>
                <a:gd name="T26" fmla="*/ 10 w 192"/>
                <a:gd name="T27" fmla="*/ 64 h 192"/>
                <a:gd name="T28" fmla="*/ 0 w 192"/>
                <a:gd name="T29" fmla="*/ 74 h 192"/>
                <a:gd name="T30" fmla="*/ 0 w 192"/>
                <a:gd name="T31" fmla="*/ 138 h 192"/>
                <a:gd name="T32" fmla="*/ 10 w 192"/>
                <a:gd name="T33" fmla="*/ 149 h 192"/>
                <a:gd name="T34" fmla="*/ 91 w 192"/>
                <a:gd name="T35" fmla="*/ 149 h 192"/>
                <a:gd name="T36" fmla="*/ 131 w 192"/>
                <a:gd name="T37" fmla="*/ 189 h 192"/>
                <a:gd name="T38" fmla="*/ 138 w 192"/>
                <a:gd name="T39" fmla="*/ 192 h 192"/>
                <a:gd name="T40" fmla="*/ 142 w 192"/>
                <a:gd name="T41" fmla="*/ 191 h 192"/>
                <a:gd name="T42" fmla="*/ 149 w 192"/>
                <a:gd name="T43" fmla="*/ 181 h 192"/>
                <a:gd name="T44" fmla="*/ 149 w 192"/>
                <a:gd name="T45" fmla="*/ 149 h 192"/>
                <a:gd name="T46" fmla="*/ 181 w 192"/>
                <a:gd name="T47" fmla="*/ 149 h 192"/>
                <a:gd name="T48" fmla="*/ 192 w 192"/>
                <a:gd name="T49" fmla="*/ 138 h 192"/>
                <a:gd name="T50" fmla="*/ 192 w 192"/>
                <a:gd name="T51" fmla="*/ 10 h 192"/>
                <a:gd name="T52" fmla="*/ 181 w 192"/>
                <a:gd name="T53" fmla="*/ 0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92" h="192">
                  <a:moveTo>
                    <a:pt x="181" y="0"/>
                  </a:moveTo>
                  <a:cubicBezTo>
                    <a:pt x="96" y="0"/>
                    <a:pt x="96" y="0"/>
                    <a:pt x="96" y="0"/>
                  </a:cubicBezTo>
                  <a:cubicBezTo>
                    <a:pt x="90" y="0"/>
                    <a:pt x="85" y="4"/>
                    <a:pt x="85" y="10"/>
                  </a:cubicBezTo>
                  <a:cubicBezTo>
                    <a:pt x="85" y="16"/>
                    <a:pt x="90" y="21"/>
                    <a:pt x="96" y="21"/>
                  </a:cubicBezTo>
                  <a:cubicBezTo>
                    <a:pt x="170" y="21"/>
                    <a:pt x="170" y="21"/>
                    <a:pt x="170" y="21"/>
                  </a:cubicBezTo>
                  <a:cubicBezTo>
                    <a:pt x="170" y="128"/>
                    <a:pt x="170" y="128"/>
                    <a:pt x="170" y="128"/>
                  </a:cubicBezTo>
                  <a:cubicBezTo>
                    <a:pt x="138" y="128"/>
                    <a:pt x="138" y="128"/>
                    <a:pt x="138" y="128"/>
                  </a:cubicBezTo>
                  <a:cubicBezTo>
                    <a:pt x="132" y="128"/>
                    <a:pt x="128" y="132"/>
                    <a:pt x="128" y="138"/>
                  </a:cubicBezTo>
                  <a:cubicBezTo>
                    <a:pt x="128" y="155"/>
                    <a:pt x="128" y="155"/>
                    <a:pt x="128" y="155"/>
                  </a:cubicBezTo>
                  <a:cubicBezTo>
                    <a:pt x="103" y="131"/>
                    <a:pt x="103" y="131"/>
                    <a:pt x="103" y="131"/>
                  </a:cubicBezTo>
                  <a:cubicBezTo>
                    <a:pt x="101" y="129"/>
                    <a:pt x="98" y="128"/>
                    <a:pt x="96" y="128"/>
                  </a:cubicBezTo>
                  <a:cubicBezTo>
                    <a:pt x="21" y="128"/>
                    <a:pt x="21" y="128"/>
                    <a:pt x="21" y="128"/>
                  </a:cubicBezTo>
                  <a:cubicBezTo>
                    <a:pt x="21" y="74"/>
                    <a:pt x="21" y="74"/>
                    <a:pt x="21" y="74"/>
                  </a:cubicBezTo>
                  <a:cubicBezTo>
                    <a:pt x="21" y="68"/>
                    <a:pt x="16" y="64"/>
                    <a:pt x="10" y="64"/>
                  </a:cubicBezTo>
                  <a:cubicBezTo>
                    <a:pt x="4" y="64"/>
                    <a:pt x="0" y="68"/>
                    <a:pt x="0" y="74"/>
                  </a:cubicBezTo>
                  <a:cubicBezTo>
                    <a:pt x="0" y="138"/>
                    <a:pt x="0" y="138"/>
                    <a:pt x="0" y="138"/>
                  </a:cubicBezTo>
                  <a:cubicBezTo>
                    <a:pt x="0" y="144"/>
                    <a:pt x="4" y="149"/>
                    <a:pt x="10" y="149"/>
                  </a:cubicBezTo>
                  <a:cubicBezTo>
                    <a:pt x="91" y="149"/>
                    <a:pt x="91" y="149"/>
                    <a:pt x="91" y="149"/>
                  </a:cubicBezTo>
                  <a:cubicBezTo>
                    <a:pt x="131" y="189"/>
                    <a:pt x="131" y="189"/>
                    <a:pt x="131" y="189"/>
                  </a:cubicBezTo>
                  <a:cubicBezTo>
                    <a:pt x="133" y="191"/>
                    <a:pt x="136" y="192"/>
                    <a:pt x="138" y="192"/>
                  </a:cubicBezTo>
                  <a:cubicBezTo>
                    <a:pt x="140" y="192"/>
                    <a:pt x="141" y="191"/>
                    <a:pt x="142" y="191"/>
                  </a:cubicBezTo>
                  <a:cubicBezTo>
                    <a:pt x="146" y="189"/>
                    <a:pt x="149" y="185"/>
                    <a:pt x="149" y="181"/>
                  </a:cubicBezTo>
                  <a:cubicBezTo>
                    <a:pt x="149" y="149"/>
                    <a:pt x="149" y="149"/>
                    <a:pt x="149" y="149"/>
                  </a:cubicBezTo>
                  <a:cubicBezTo>
                    <a:pt x="181" y="149"/>
                    <a:pt x="181" y="149"/>
                    <a:pt x="181" y="149"/>
                  </a:cubicBezTo>
                  <a:cubicBezTo>
                    <a:pt x="187" y="149"/>
                    <a:pt x="192" y="144"/>
                    <a:pt x="192" y="138"/>
                  </a:cubicBezTo>
                  <a:cubicBezTo>
                    <a:pt x="192" y="10"/>
                    <a:pt x="192" y="10"/>
                    <a:pt x="192" y="10"/>
                  </a:cubicBezTo>
                  <a:cubicBezTo>
                    <a:pt x="192" y="4"/>
                    <a:pt x="187" y="0"/>
                    <a:pt x="181"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00">
                <a:latin typeface="Arial" panose="020B0604020202020204" pitchFamily="34" charset="0"/>
                <a:cs typeface="Arial" panose="020B0604020202020204" pitchFamily="34" charset="0"/>
              </a:endParaRPr>
            </a:p>
          </p:txBody>
        </p:sp>
      </p:grpSp>
      <p:grpSp>
        <p:nvGrpSpPr>
          <p:cNvPr id="50" name="组合 12">
            <a:extLst>
              <a:ext uri="{FF2B5EF4-FFF2-40B4-BE49-F238E27FC236}">
                <a16:creationId xmlns:a16="http://schemas.microsoft.com/office/drawing/2014/main" id="{671CB365-3B6A-0097-119F-7E219287E367}"/>
              </a:ext>
            </a:extLst>
          </p:cNvPr>
          <p:cNvGrpSpPr/>
          <p:nvPr/>
        </p:nvGrpSpPr>
        <p:grpSpPr>
          <a:xfrm>
            <a:off x="3237968" y="5611080"/>
            <a:ext cx="5381320" cy="922672"/>
            <a:chOff x="1371600" y="2181225"/>
            <a:chExt cx="3716338" cy="574675"/>
          </a:xfrm>
        </p:grpSpPr>
        <p:sp>
          <p:nvSpPr>
            <p:cNvPr id="51" name="Freeform 5">
              <a:extLst>
                <a:ext uri="{FF2B5EF4-FFF2-40B4-BE49-F238E27FC236}">
                  <a16:creationId xmlns:a16="http://schemas.microsoft.com/office/drawing/2014/main" id="{4789186F-056B-B596-7CAE-5BBE9EDD50CC}"/>
                </a:ext>
              </a:extLst>
            </p:cNvPr>
            <p:cNvSpPr>
              <a:spLocks/>
            </p:cNvSpPr>
            <p:nvPr/>
          </p:nvSpPr>
          <p:spPr bwMode="auto">
            <a:xfrm>
              <a:off x="1371600" y="2181225"/>
              <a:ext cx="3522663" cy="574675"/>
            </a:xfrm>
            <a:custGeom>
              <a:avLst/>
              <a:gdLst>
                <a:gd name="T0" fmla="*/ 2164 w 2219"/>
                <a:gd name="T1" fmla="*/ 0 h 362"/>
                <a:gd name="T2" fmla="*/ 1880 w 2219"/>
                <a:gd name="T3" fmla="*/ 362 h 362"/>
                <a:gd name="T4" fmla="*/ 1809 w 2219"/>
                <a:gd name="T5" fmla="*/ 362 h 362"/>
                <a:gd name="T6" fmla="*/ 2093 w 2219"/>
                <a:gd name="T7" fmla="*/ 0 h 362"/>
                <a:gd name="T8" fmla="*/ 285 w 2219"/>
                <a:gd name="T9" fmla="*/ 0 h 362"/>
                <a:gd name="T10" fmla="*/ 0 w 2219"/>
                <a:gd name="T11" fmla="*/ 362 h 362"/>
                <a:gd name="T12" fmla="*/ 1934 w 2219"/>
                <a:gd name="T13" fmla="*/ 362 h 362"/>
                <a:gd name="T14" fmla="*/ 2219 w 2219"/>
                <a:gd name="T15" fmla="*/ 0 h 362"/>
                <a:gd name="T16" fmla="*/ 2164 w 2219"/>
                <a:gd name="T17" fmla="*/ 0 h 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19" h="362">
                  <a:moveTo>
                    <a:pt x="2164" y="0"/>
                  </a:moveTo>
                  <a:lnTo>
                    <a:pt x="1880" y="362"/>
                  </a:lnTo>
                  <a:lnTo>
                    <a:pt x="1809" y="362"/>
                  </a:lnTo>
                  <a:lnTo>
                    <a:pt x="2093" y="0"/>
                  </a:lnTo>
                  <a:lnTo>
                    <a:pt x="285" y="0"/>
                  </a:lnTo>
                  <a:lnTo>
                    <a:pt x="0" y="362"/>
                  </a:lnTo>
                  <a:lnTo>
                    <a:pt x="1934" y="362"/>
                  </a:lnTo>
                  <a:lnTo>
                    <a:pt x="2219" y="0"/>
                  </a:lnTo>
                  <a:lnTo>
                    <a:pt x="2164" y="0"/>
                  </a:lnTo>
                  <a:close/>
                </a:path>
              </a:pathLst>
            </a:custGeom>
            <a:solidFill>
              <a:srgbClr val="5356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00">
                <a:latin typeface="Arial" panose="020B0604020202020204" pitchFamily="34" charset="0"/>
                <a:cs typeface="Arial" panose="020B0604020202020204" pitchFamily="34" charset="0"/>
              </a:endParaRPr>
            </a:p>
          </p:txBody>
        </p:sp>
        <p:sp>
          <p:nvSpPr>
            <p:cNvPr id="52" name="Freeform 6">
              <a:extLst>
                <a:ext uri="{FF2B5EF4-FFF2-40B4-BE49-F238E27FC236}">
                  <a16:creationId xmlns:a16="http://schemas.microsoft.com/office/drawing/2014/main" id="{4A0C7DCC-C7DB-FEB9-FC25-E47C4C6FF60F}"/>
                </a:ext>
              </a:extLst>
            </p:cNvPr>
            <p:cNvSpPr>
              <a:spLocks/>
            </p:cNvSpPr>
            <p:nvPr/>
          </p:nvSpPr>
          <p:spPr bwMode="auto">
            <a:xfrm>
              <a:off x="4549775" y="2181225"/>
              <a:ext cx="538163" cy="574675"/>
            </a:xfrm>
            <a:custGeom>
              <a:avLst/>
              <a:gdLst>
                <a:gd name="T0" fmla="*/ 284 w 339"/>
                <a:gd name="T1" fmla="*/ 0 h 362"/>
                <a:gd name="T2" fmla="*/ 0 w 339"/>
                <a:gd name="T3" fmla="*/ 362 h 362"/>
                <a:gd name="T4" fmla="*/ 54 w 339"/>
                <a:gd name="T5" fmla="*/ 362 h 362"/>
                <a:gd name="T6" fmla="*/ 339 w 339"/>
                <a:gd name="T7" fmla="*/ 0 h 362"/>
                <a:gd name="T8" fmla="*/ 284 w 339"/>
                <a:gd name="T9" fmla="*/ 0 h 362"/>
              </a:gdLst>
              <a:ahLst/>
              <a:cxnLst>
                <a:cxn ang="0">
                  <a:pos x="T0" y="T1"/>
                </a:cxn>
                <a:cxn ang="0">
                  <a:pos x="T2" y="T3"/>
                </a:cxn>
                <a:cxn ang="0">
                  <a:pos x="T4" y="T5"/>
                </a:cxn>
                <a:cxn ang="0">
                  <a:pos x="T6" y="T7"/>
                </a:cxn>
                <a:cxn ang="0">
                  <a:pos x="T8" y="T9"/>
                </a:cxn>
              </a:cxnLst>
              <a:rect l="0" t="0" r="r" b="b"/>
              <a:pathLst>
                <a:path w="339" h="362">
                  <a:moveTo>
                    <a:pt x="284" y="0"/>
                  </a:moveTo>
                  <a:lnTo>
                    <a:pt x="0" y="362"/>
                  </a:lnTo>
                  <a:lnTo>
                    <a:pt x="54" y="362"/>
                  </a:lnTo>
                  <a:lnTo>
                    <a:pt x="339" y="0"/>
                  </a:lnTo>
                  <a:lnTo>
                    <a:pt x="284" y="0"/>
                  </a:lnTo>
                  <a:close/>
                </a:path>
              </a:pathLst>
            </a:custGeom>
            <a:solidFill>
              <a:srgbClr val="75787B"/>
            </a:solidFill>
            <a:ln>
              <a:noFill/>
            </a:ln>
          </p:spPr>
          <p:txBody>
            <a:bodyPr vert="horz" wrap="square" lIns="91440" tIns="45720" rIns="91440" bIns="45720" numCol="1" anchor="t" anchorCtr="0" compatLnSpc="1">
              <a:prstTxWarp prst="textNoShape">
                <a:avLst/>
              </a:prstTxWarp>
            </a:bodyPr>
            <a:lstStyle/>
            <a:p>
              <a:endParaRPr lang="en-US" sz="1300">
                <a:latin typeface="Arial" panose="020B0604020202020204" pitchFamily="34" charset="0"/>
                <a:cs typeface="Arial" panose="020B0604020202020204" pitchFamily="34" charset="0"/>
              </a:endParaRPr>
            </a:p>
          </p:txBody>
        </p:sp>
      </p:grpSp>
      <p:sp>
        <p:nvSpPr>
          <p:cNvPr id="53" name="íṥ1íḑé">
            <a:extLst>
              <a:ext uri="{FF2B5EF4-FFF2-40B4-BE49-F238E27FC236}">
                <a16:creationId xmlns:a16="http://schemas.microsoft.com/office/drawing/2014/main" id="{6F67C0FC-581A-F2E0-2286-399E92833799}"/>
              </a:ext>
            </a:extLst>
          </p:cNvPr>
          <p:cNvSpPr/>
          <p:nvPr/>
        </p:nvSpPr>
        <p:spPr bwMode="auto">
          <a:xfrm>
            <a:off x="4902325" y="5611080"/>
            <a:ext cx="2744806" cy="930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lvl="0" algn="just"/>
            <a:r>
              <a:rPr lang="en-US" altLang="zh-CN" sz="1300">
                <a:solidFill>
                  <a:srgbClr val="FFFFFF"/>
                </a:solidFill>
                <a:latin typeface="Arial" panose="020B0604020202020204" pitchFamily="34" charset="0"/>
                <a:ea typeface="Verdana" panose="020B0604030504040204" pitchFamily="34" charset="0"/>
                <a:cs typeface="Arial" panose="020B0604020202020204" pitchFamily="34" charset="0"/>
              </a:rPr>
              <a:t>Point of Contact from Deloitte side</a:t>
            </a:r>
          </a:p>
          <a:p>
            <a:pPr lvl="0" algn="ctr"/>
            <a:r>
              <a:rPr lang="en-US" altLang="zh-CN" sz="1300">
                <a:solidFill>
                  <a:srgbClr val="FFFFFF"/>
                </a:solidFill>
                <a:latin typeface="Arial" panose="020B0604020202020204" pitchFamily="34" charset="0"/>
                <a:ea typeface="Verdana" panose="020B0604030504040204" pitchFamily="34" charset="0"/>
                <a:cs typeface="Arial" panose="020B0604020202020204" pitchFamily="34" charset="0"/>
              </a:rPr>
              <a:t>Adit Khiroria (akhiroria@deloitte.com)</a:t>
            </a:r>
          </a:p>
        </p:txBody>
      </p:sp>
      <p:sp>
        <p:nvSpPr>
          <p:cNvPr id="55" name="椭圆 807">
            <a:extLst>
              <a:ext uri="{FF2B5EF4-FFF2-40B4-BE49-F238E27FC236}">
                <a16:creationId xmlns:a16="http://schemas.microsoft.com/office/drawing/2014/main" id="{3E3E3A0F-5835-2D5A-1DFE-9ECF90E5360D}"/>
              </a:ext>
            </a:extLst>
          </p:cNvPr>
          <p:cNvSpPr/>
          <p:nvPr/>
        </p:nvSpPr>
        <p:spPr bwMode="gray">
          <a:xfrm>
            <a:off x="3362884" y="5188584"/>
            <a:ext cx="1455966" cy="1455966"/>
          </a:xfrm>
          <a:prstGeom prst="ellipse">
            <a:avLst/>
          </a:prstGeom>
          <a:solidFill>
            <a:schemeClr val="accent1"/>
          </a:solidFill>
          <a:ln w="63500" algn="ctr">
            <a:noFill/>
            <a:miter lim="800000"/>
            <a:headEnd/>
            <a:tailEnd/>
          </a:ln>
        </p:spPr>
        <p:txBody>
          <a:bodyPr wrap="square" lIns="88900" tIns="88900" rIns="88900" bIns="88900" rtlCol="0" anchor="ctr"/>
          <a:lstStyle/>
          <a:p>
            <a:pPr algn="ctr">
              <a:buFont typeface="Wingdings 2" pitchFamily="18" charset="2"/>
              <a:buNone/>
            </a:pPr>
            <a:endParaRPr lang="en-US" sz="1300" b="1">
              <a:solidFill>
                <a:schemeClr val="bg1"/>
              </a:solidFill>
              <a:latin typeface="Arial" panose="020B0604020202020204" pitchFamily="34" charset="0"/>
              <a:cs typeface="Arial" panose="020B0604020202020204" pitchFamily="34" charset="0"/>
            </a:endParaRPr>
          </a:p>
        </p:txBody>
      </p:sp>
      <p:grpSp>
        <p:nvGrpSpPr>
          <p:cNvPr id="56" name="Group 156">
            <a:extLst>
              <a:ext uri="{FF2B5EF4-FFF2-40B4-BE49-F238E27FC236}">
                <a16:creationId xmlns:a16="http://schemas.microsoft.com/office/drawing/2014/main" id="{53E5DB7C-7EE3-F6B9-54CC-F6A44968D068}"/>
              </a:ext>
            </a:extLst>
          </p:cNvPr>
          <p:cNvGrpSpPr>
            <a:grpSpLocks noChangeAspect="1"/>
          </p:cNvGrpSpPr>
          <p:nvPr/>
        </p:nvGrpSpPr>
        <p:grpSpPr bwMode="auto">
          <a:xfrm>
            <a:off x="3745454" y="5556567"/>
            <a:ext cx="720000" cy="720000"/>
            <a:chOff x="4259" y="394"/>
            <a:chExt cx="340" cy="340"/>
          </a:xfrm>
          <a:solidFill>
            <a:schemeClr val="bg1"/>
          </a:solidFill>
        </p:grpSpPr>
        <p:sp>
          <p:nvSpPr>
            <p:cNvPr id="57" name="Freeform 157">
              <a:extLst>
                <a:ext uri="{FF2B5EF4-FFF2-40B4-BE49-F238E27FC236}">
                  <a16:creationId xmlns:a16="http://schemas.microsoft.com/office/drawing/2014/main" id="{61590F31-5E6D-13D2-2726-21DA451D0FF7}"/>
                </a:ext>
              </a:extLst>
            </p:cNvPr>
            <p:cNvSpPr>
              <a:spLocks noEditPoints="1"/>
            </p:cNvSpPr>
            <p:nvPr/>
          </p:nvSpPr>
          <p:spPr bwMode="auto">
            <a:xfrm>
              <a:off x="4259" y="394"/>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58" name="Freeform 158">
              <a:extLst>
                <a:ext uri="{FF2B5EF4-FFF2-40B4-BE49-F238E27FC236}">
                  <a16:creationId xmlns:a16="http://schemas.microsoft.com/office/drawing/2014/main" id="{5C9ABCFF-B07D-210A-F867-B0BEE4A11472}"/>
                </a:ext>
              </a:extLst>
            </p:cNvPr>
            <p:cNvSpPr>
              <a:spLocks noEditPoints="1"/>
            </p:cNvSpPr>
            <p:nvPr/>
          </p:nvSpPr>
          <p:spPr bwMode="auto">
            <a:xfrm>
              <a:off x="4323" y="464"/>
              <a:ext cx="212" cy="206"/>
            </a:xfrm>
            <a:custGeom>
              <a:avLst/>
              <a:gdLst>
                <a:gd name="T0" fmla="*/ 254 w 320"/>
                <a:gd name="T1" fmla="*/ 161 h 310"/>
                <a:gd name="T2" fmla="*/ 244 w 320"/>
                <a:gd name="T3" fmla="*/ 160 h 310"/>
                <a:gd name="T4" fmla="*/ 198 w 320"/>
                <a:gd name="T5" fmla="*/ 179 h 310"/>
                <a:gd name="T6" fmla="*/ 192 w 320"/>
                <a:gd name="T7" fmla="*/ 189 h 310"/>
                <a:gd name="T8" fmla="*/ 192 w 320"/>
                <a:gd name="T9" fmla="*/ 235 h 310"/>
                <a:gd name="T10" fmla="*/ 196 w 320"/>
                <a:gd name="T11" fmla="*/ 244 h 310"/>
                <a:gd name="T12" fmla="*/ 202 w 320"/>
                <a:gd name="T13" fmla="*/ 246 h 310"/>
                <a:gd name="T14" fmla="*/ 207 w 320"/>
                <a:gd name="T15" fmla="*/ 245 h 310"/>
                <a:gd name="T16" fmla="*/ 252 w 320"/>
                <a:gd name="T17" fmla="*/ 225 h 310"/>
                <a:gd name="T18" fmla="*/ 259 w 320"/>
                <a:gd name="T19" fmla="*/ 215 h 310"/>
                <a:gd name="T20" fmla="*/ 259 w 320"/>
                <a:gd name="T21" fmla="*/ 169 h 310"/>
                <a:gd name="T22" fmla="*/ 254 w 320"/>
                <a:gd name="T23" fmla="*/ 161 h 310"/>
                <a:gd name="T24" fmla="*/ 238 w 320"/>
                <a:gd name="T25" fmla="*/ 208 h 310"/>
                <a:gd name="T26" fmla="*/ 213 w 320"/>
                <a:gd name="T27" fmla="*/ 219 h 310"/>
                <a:gd name="T28" fmla="*/ 213 w 320"/>
                <a:gd name="T29" fmla="*/ 196 h 310"/>
                <a:gd name="T30" fmla="*/ 238 w 320"/>
                <a:gd name="T31" fmla="*/ 186 h 310"/>
                <a:gd name="T32" fmla="*/ 238 w 320"/>
                <a:gd name="T33" fmla="*/ 208 h 310"/>
                <a:gd name="T34" fmla="*/ 313 w 320"/>
                <a:gd name="T35" fmla="*/ 65 h 310"/>
                <a:gd name="T36" fmla="*/ 164 w 320"/>
                <a:gd name="T37" fmla="*/ 1 h 310"/>
                <a:gd name="T38" fmla="*/ 155 w 320"/>
                <a:gd name="T39" fmla="*/ 1 h 310"/>
                <a:gd name="T40" fmla="*/ 6 w 320"/>
                <a:gd name="T41" fmla="*/ 65 h 310"/>
                <a:gd name="T42" fmla="*/ 6 w 320"/>
                <a:gd name="T43" fmla="*/ 65 h 310"/>
                <a:gd name="T44" fmla="*/ 6 w 320"/>
                <a:gd name="T45" fmla="*/ 65 h 310"/>
                <a:gd name="T46" fmla="*/ 6 w 320"/>
                <a:gd name="T47" fmla="*/ 65 h 310"/>
                <a:gd name="T48" fmla="*/ 0 w 320"/>
                <a:gd name="T49" fmla="*/ 75 h 310"/>
                <a:gd name="T50" fmla="*/ 0 w 320"/>
                <a:gd name="T51" fmla="*/ 224 h 310"/>
                <a:gd name="T52" fmla="*/ 6 w 320"/>
                <a:gd name="T53" fmla="*/ 234 h 310"/>
                <a:gd name="T54" fmla="*/ 155 w 320"/>
                <a:gd name="T55" fmla="*/ 309 h 310"/>
                <a:gd name="T56" fmla="*/ 160 w 320"/>
                <a:gd name="T57" fmla="*/ 310 h 310"/>
                <a:gd name="T58" fmla="*/ 160 w 320"/>
                <a:gd name="T59" fmla="*/ 310 h 310"/>
                <a:gd name="T60" fmla="*/ 160 w 320"/>
                <a:gd name="T61" fmla="*/ 310 h 310"/>
                <a:gd name="T62" fmla="*/ 160 w 320"/>
                <a:gd name="T63" fmla="*/ 310 h 310"/>
                <a:gd name="T64" fmla="*/ 163 w 320"/>
                <a:gd name="T65" fmla="*/ 309 h 310"/>
                <a:gd name="T66" fmla="*/ 164 w 320"/>
                <a:gd name="T67" fmla="*/ 309 h 310"/>
                <a:gd name="T68" fmla="*/ 313 w 320"/>
                <a:gd name="T69" fmla="*/ 245 h 310"/>
                <a:gd name="T70" fmla="*/ 320 w 320"/>
                <a:gd name="T71" fmla="*/ 235 h 310"/>
                <a:gd name="T72" fmla="*/ 320 w 320"/>
                <a:gd name="T73" fmla="*/ 75 h 310"/>
                <a:gd name="T74" fmla="*/ 313 w 320"/>
                <a:gd name="T75" fmla="*/ 65 h 310"/>
                <a:gd name="T76" fmla="*/ 160 w 320"/>
                <a:gd name="T77" fmla="*/ 127 h 310"/>
                <a:gd name="T78" fmla="*/ 112 w 320"/>
                <a:gd name="T79" fmla="*/ 107 h 310"/>
                <a:gd name="T80" fmla="*/ 234 w 320"/>
                <a:gd name="T81" fmla="*/ 55 h 310"/>
                <a:gd name="T82" fmla="*/ 282 w 320"/>
                <a:gd name="T83" fmla="*/ 75 h 310"/>
                <a:gd name="T84" fmla="*/ 160 w 320"/>
                <a:gd name="T85" fmla="*/ 127 h 310"/>
                <a:gd name="T86" fmla="*/ 160 w 320"/>
                <a:gd name="T87" fmla="*/ 23 h 310"/>
                <a:gd name="T88" fmla="*/ 207 w 320"/>
                <a:gd name="T89" fmla="*/ 43 h 310"/>
                <a:gd name="T90" fmla="*/ 85 w 320"/>
                <a:gd name="T91" fmla="*/ 95 h 310"/>
                <a:gd name="T92" fmla="*/ 37 w 320"/>
                <a:gd name="T93" fmla="*/ 75 h 310"/>
                <a:gd name="T94" fmla="*/ 160 w 320"/>
                <a:gd name="T95" fmla="*/ 23 h 310"/>
                <a:gd name="T96" fmla="*/ 21 w 320"/>
                <a:gd name="T97" fmla="*/ 218 h 310"/>
                <a:gd name="T98" fmla="*/ 21 w 320"/>
                <a:gd name="T99" fmla="*/ 91 h 310"/>
                <a:gd name="T100" fmla="*/ 149 w 320"/>
                <a:gd name="T101" fmla="*/ 146 h 310"/>
                <a:gd name="T102" fmla="*/ 149 w 320"/>
                <a:gd name="T103" fmla="*/ 282 h 310"/>
                <a:gd name="T104" fmla="*/ 21 w 320"/>
                <a:gd name="T105" fmla="*/ 218 h 310"/>
                <a:gd name="T106" fmla="*/ 170 w 320"/>
                <a:gd name="T107" fmla="*/ 283 h 310"/>
                <a:gd name="T108" fmla="*/ 170 w 320"/>
                <a:gd name="T109" fmla="*/ 146 h 310"/>
                <a:gd name="T110" fmla="*/ 298 w 320"/>
                <a:gd name="T111" fmla="*/ 91 h 310"/>
                <a:gd name="T112" fmla="*/ 298 w 320"/>
                <a:gd name="T113" fmla="*/ 228 h 310"/>
                <a:gd name="T114" fmla="*/ 170 w 320"/>
                <a:gd name="T115" fmla="*/ 283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20" h="310">
                  <a:moveTo>
                    <a:pt x="254" y="161"/>
                  </a:moveTo>
                  <a:cubicBezTo>
                    <a:pt x="251" y="159"/>
                    <a:pt x="247" y="158"/>
                    <a:pt x="244" y="160"/>
                  </a:cubicBezTo>
                  <a:cubicBezTo>
                    <a:pt x="198" y="179"/>
                    <a:pt x="198" y="179"/>
                    <a:pt x="198" y="179"/>
                  </a:cubicBezTo>
                  <a:cubicBezTo>
                    <a:pt x="194" y="181"/>
                    <a:pt x="192" y="185"/>
                    <a:pt x="192" y="189"/>
                  </a:cubicBezTo>
                  <a:cubicBezTo>
                    <a:pt x="192" y="235"/>
                    <a:pt x="192" y="235"/>
                    <a:pt x="192" y="235"/>
                  </a:cubicBezTo>
                  <a:cubicBezTo>
                    <a:pt x="192" y="239"/>
                    <a:pt x="193" y="242"/>
                    <a:pt x="196" y="244"/>
                  </a:cubicBezTo>
                  <a:cubicBezTo>
                    <a:pt x="198" y="245"/>
                    <a:pt x="200" y="246"/>
                    <a:pt x="202" y="246"/>
                  </a:cubicBezTo>
                  <a:cubicBezTo>
                    <a:pt x="204" y="246"/>
                    <a:pt x="205" y="245"/>
                    <a:pt x="207" y="245"/>
                  </a:cubicBezTo>
                  <a:cubicBezTo>
                    <a:pt x="252" y="225"/>
                    <a:pt x="252" y="225"/>
                    <a:pt x="252" y="225"/>
                  </a:cubicBezTo>
                  <a:cubicBezTo>
                    <a:pt x="256" y="223"/>
                    <a:pt x="259" y="220"/>
                    <a:pt x="259" y="215"/>
                  </a:cubicBezTo>
                  <a:cubicBezTo>
                    <a:pt x="259" y="169"/>
                    <a:pt x="259" y="169"/>
                    <a:pt x="259" y="169"/>
                  </a:cubicBezTo>
                  <a:cubicBezTo>
                    <a:pt x="259" y="166"/>
                    <a:pt x="257" y="163"/>
                    <a:pt x="254" y="161"/>
                  </a:cubicBezTo>
                  <a:close/>
                  <a:moveTo>
                    <a:pt x="238" y="208"/>
                  </a:moveTo>
                  <a:cubicBezTo>
                    <a:pt x="213" y="219"/>
                    <a:pt x="213" y="219"/>
                    <a:pt x="213" y="219"/>
                  </a:cubicBezTo>
                  <a:cubicBezTo>
                    <a:pt x="213" y="196"/>
                    <a:pt x="213" y="196"/>
                    <a:pt x="213" y="196"/>
                  </a:cubicBezTo>
                  <a:cubicBezTo>
                    <a:pt x="238" y="186"/>
                    <a:pt x="238" y="186"/>
                    <a:pt x="238" y="186"/>
                  </a:cubicBezTo>
                  <a:lnTo>
                    <a:pt x="238" y="208"/>
                  </a:lnTo>
                  <a:close/>
                  <a:moveTo>
                    <a:pt x="313" y="65"/>
                  </a:moveTo>
                  <a:cubicBezTo>
                    <a:pt x="164" y="1"/>
                    <a:pt x="164" y="1"/>
                    <a:pt x="164" y="1"/>
                  </a:cubicBezTo>
                  <a:cubicBezTo>
                    <a:pt x="161" y="0"/>
                    <a:pt x="158" y="0"/>
                    <a:pt x="155" y="1"/>
                  </a:cubicBezTo>
                  <a:cubicBezTo>
                    <a:pt x="6" y="65"/>
                    <a:pt x="6" y="65"/>
                    <a:pt x="6" y="65"/>
                  </a:cubicBezTo>
                  <a:cubicBezTo>
                    <a:pt x="6" y="65"/>
                    <a:pt x="6" y="65"/>
                    <a:pt x="6" y="65"/>
                  </a:cubicBezTo>
                  <a:cubicBezTo>
                    <a:pt x="6" y="65"/>
                    <a:pt x="6" y="65"/>
                    <a:pt x="6" y="65"/>
                  </a:cubicBezTo>
                  <a:cubicBezTo>
                    <a:pt x="6" y="65"/>
                    <a:pt x="6" y="65"/>
                    <a:pt x="6" y="65"/>
                  </a:cubicBezTo>
                  <a:cubicBezTo>
                    <a:pt x="2" y="67"/>
                    <a:pt x="0" y="71"/>
                    <a:pt x="0" y="75"/>
                  </a:cubicBezTo>
                  <a:cubicBezTo>
                    <a:pt x="0" y="224"/>
                    <a:pt x="0" y="224"/>
                    <a:pt x="0" y="224"/>
                  </a:cubicBezTo>
                  <a:cubicBezTo>
                    <a:pt x="0" y="228"/>
                    <a:pt x="2" y="232"/>
                    <a:pt x="6" y="234"/>
                  </a:cubicBezTo>
                  <a:cubicBezTo>
                    <a:pt x="155" y="309"/>
                    <a:pt x="155" y="309"/>
                    <a:pt x="155" y="309"/>
                  </a:cubicBezTo>
                  <a:cubicBezTo>
                    <a:pt x="156" y="309"/>
                    <a:pt x="158" y="310"/>
                    <a:pt x="160" y="310"/>
                  </a:cubicBezTo>
                  <a:cubicBezTo>
                    <a:pt x="160" y="310"/>
                    <a:pt x="160" y="310"/>
                    <a:pt x="160" y="310"/>
                  </a:cubicBezTo>
                  <a:cubicBezTo>
                    <a:pt x="160" y="310"/>
                    <a:pt x="160" y="310"/>
                    <a:pt x="160" y="310"/>
                  </a:cubicBezTo>
                  <a:cubicBezTo>
                    <a:pt x="160" y="310"/>
                    <a:pt x="160" y="310"/>
                    <a:pt x="160" y="310"/>
                  </a:cubicBezTo>
                  <a:cubicBezTo>
                    <a:pt x="161" y="310"/>
                    <a:pt x="162" y="309"/>
                    <a:pt x="163" y="309"/>
                  </a:cubicBezTo>
                  <a:cubicBezTo>
                    <a:pt x="164" y="309"/>
                    <a:pt x="164" y="309"/>
                    <a:pt x="164" y="309"/>
                  </a:cubicBezTo>
                  <a:cubicBezTo>
                    <a:pt x="313" y="245"/>
                    <a:pt x="313" y="245"/>
                    <a:pt x="313" y="245"/>
                  </a:cubicBezTo>
                  <a:cubicBezTo>
                    <a:pt x="317" y="243"/>
                    <a:pt x="320" y="239"/>
                    <a:pt x="320" y="235"/>
                  </a:cubicBezTo>
                  <a:cubicBezTo>
                    <a:pt x="320" y="75"/>
                    <a:pt x="320" y="75"/>
                    <a:pt x="320" y="75"/>
                  </a:cubicBezTo>
                  <a:cubicBezTo>
                    <a:pt x="320" y="71"/>
                    <a:pt x="317" y="67"/>
                    <a:pt x="313" y="65"/>
                  </a:cubicBezTo>
                  <a:close/>
                  <a:moveTo>
                    <a:pt x="160" y="127"/>
                  </a:moveTo>
                  <a:cubicBezTo>
                    <a:pt x="112" y="107"/>
                    <a:pt x="112" y="107"/>
                    <a:pt x="112" y="107"/>
                  </a:cubicBezTo>
                  <a:cubicBezTo>
                    <a:pt x="234" y="55"/>
                    <a:pt x="234" y="55"/>
                    <a:pt x="234" y="55"/>
                  </a:cubicBezTo>
                  <a:cubicBezTo>
                    <a:pt x="282" y="75"/>
                    <a:pt x="282" y="75"/>
                    <a:pt x="282" y="75"/>
                  </a:cubicBezTo>
                  <a:lnTo>
                    <a:pt x="160" y="127"/>
                  </a:lnTo>
                  <a:close/>
                  <a:moveTo>
                    <a:pt x="160" y="23"/>
                  </a:moveTo>
                  <a:cubicBezTo>
                    <a:pt x="207" y="43"/>
                    <a:pt x="207" y="43"/>
                    <a:pt x="207" y="43"/>
                  </a:cubicBezTo>
                  <a:cubicBezTo>
                    <a:pt x="85" y="95"/>
                    <a:pt x="85" y="95"/>
                    <a:pt x="85" y="95"/>
                  </a:cubicBezTo>
                  <a:cubicBezTo>
                    <a:pt x="37" y="75"/>
                    <a:pt x="37" y="75"/>
                    <a:pt x="37" y="75"/>
                  </a:cubicBezTo>
                  <a:lnTo>
                    <a:pt x="160" y="23"/>
                  </a:lnTo>
                  <a:close/>
                  <a:moveTo>
                    <a:pt x="21" y="218"/>
                  </a:moveTo>
                  <a:cubicBezTo>
                    <a:pt x="21" y="91"/>
                    <a:pt x="21" y="91"/>
                    <a:pt x="21" y="91"/>
                  </a:cubicBezTo>
                  <a:cubicBezTo>
                    <a:pt x="149" y="146"/>
                    <a:pt x="149" y="146"/>
                    <a:pt x="149" y="146"/>
                  </a:cubicBezTo>
                  <a:cubicBezTo>
                    <a:pt x="149" y="282"/>
                    <a:pt x="149" y="282"/>
                    <a:pt x="149" y="282"/>
                  </a:cubicBezTo>
                  <a:lnTo>
                    <a:pt x="21" y="218"/>
                  </a:lnTo>
                  <a:close/>
                  <a:moveTo>
                    <a:pt x="170" y="283"/>
                  </a:moveTo>
                  <a:cubicBezTo>
                    <a:pt x="170" y="146"/>
                    <a:pt x="170" y="146"/>
                    <a:pt x="170" y="146"/>
                  </a:cubicBezTo>
                  <a:cubicBezTo>
                    <a:pt x="298" y="91"/>
                    <a:pt x="298" y="91"/>
                    <a:pt x="298" y="91"/>
                  </a:cubicBezTo>
                  <a:cubicBezTo>
                    <a:pt x="298" y="117"/>
                    <a:pt x="298" y="228"/>
                    <a:pt x="298" y="228"/>
                  </a:cubicBezTo>
                  <a:lnTo>
                    <a:pt x="170" y="28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cxnSp>
        <p:nvCxnSpPr>
          <p:cNvPr id="59" name="Straight Connector 58">
            <a:extLst>
              <a:ext uri="{FF2B5EF4-FFF2-40B4-BE49-F238E27FC236}">
                <a16:creationId xmlns:a16="http://schemas.microsoft.com/office/drawing/2014/main" id="{3C9A1DB2-13C0-DAB4-1933-3D52D437829F}"/>
              </a:ext>
            </a:extLst>
          </p:cNvPr>
          <p:cNvCxnSpPr>
            <a:cxnSpLocks/>
          </p:cNvCxnSpPr>
          <p:nvPr/>
        </p:nvCxnSpPr>
        <p:spPr>
          <a:xfrm>
            <a:off x="620709" y="5037486"/>
            <a:ext cx="1071814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D9789AE8-1B02-8F8B-B6F7-C533C756DB57}"/>
              </a:ext>
            </a:extLst>
          </p:cNvPr>
          <p:cNvSpPr txBox="1"/>
          <p:nvPr/>
        </p:nvSpPr>
        <p:spPr>
          <a:xfrm>
            <a:off x="4083327" y="4929764"/>
            <a:ext cx="3826749" cy="215444"/>
          </a:xfrm>
          <a:prstGeom prst="rect">
            <a:avLst/>
          </a:prstGeom>
          <a:solidFill>
            <a:schemeClr val="bg1"/>
          </a:solid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400" b="1" i="0" u="none" strike="noStrike" kern="1200" cap="none" spc="0" normalizeH="0" baseline="0" noProof="0">
                <a:ln>
                  <a:noFill/>
                </a:ln>
                <a:solidFill>
                  <a:srgbClr val="313131"/>
                </a:solidFill>
                <a:effectLst/>
                <a:uLnTx/>
                <a:uFillTx/>
                <a:latin typeface="Arial" panose="020B0604020202020204" pitchFamily="34" charset="0"/>
                <a:cs typeface="Arial" panose="020B0604020202020204" pitchFamily="34" charset="0"/>
              </a:rPr>
              <a:t>Point of Contact from Deloitte</a:t>
            </a:r>
          </a:p>
        </p:txBody>
      </p:sp>
      <p:grpSp>
        <p:nvGrpSpPr>
          <p:cNvPr id="81" name="Group 80">
            <a:extLst>
              <a:ext uri="{FF2B5EF4-FFF2-40B4-BE49-F238E27FC236}">
                <a16:creationId xmlns:a16="http://schemas.microsoft.com/office/drawing/2014/main" id="{4C422753-ECFF-E66B-AC57-DAEF96D28F39}"/>
              </a:ext>
            </a:extLst>
          </p:cNvPr>
          <p:cNvGrpSpPr/>
          <p:nvPr/>
        </p:nvGrpSpPr>
        <p:grpSpPr>
          <a:xfrm>
            <a:off x="6413144" y="3764489"/>
            <a:ext cx="5350964" cy="922672"/>
            <a:chOff x="8001088" y="3883590"/>
            <a:chExt cx="3716338" cy="922672"/>
          </a:xfrm>
          <a:solidFill>
            <a:schemeClr val="accent6"/>
          </a:solidFill>
        </p:grpSpPr>
        <p:sp>
          <p:nvSpPr>
            <p:cNvPr id="82" name="Freeform 5">
              <a:extLst>
                <a:ext uri="{FF2B5EF4-FFF2-40B4-BE49-F238E27FC236}">
                  <a16:creationId xmlns:a16="http://schemas.microsoft.com/office/drawing/2014/main" id="{07E3D9F2-D4DF-9325-4321-DD5B1DDF6C36}"/>
                </a:ext>
              </a:extLst>
            </p:cNvPr>
            <p:cNvSpPr>
              <a:spLocks/>
            </p:cNvSpPr>
            <p:nvPr/>
          </p:nvSpPr>
          <p:spPr bwMode="auto">
            <a:xfrm>
              <a:off x="8001088" y="3883590"/>
              <a:ext cx="3522663" cy="922672"/>
            </a:xfrm>
            <a:custGeom>
              <a:avLst/>
              <a:gdLst>
                <a:gd name="T0" fmla="*/ 2164 w 2219"/>
                <a:gd name="T1" fmla="*/ 0 h 362"/>
                <a:gd name="T2" fmla="*/ 1880 w 2219"/>
                <a:gd name="T3" fmla="*/ 362 h 362"/>
                <a:gd name="T4" fmla="*/ 1809 w 2219"/>
                <a:gd name="T5" fmla="*/ 362 h 362"/>
                <a:gd name="T6" fmla="*/ 2093 w 2219"/>
                <a:gd name="T7" fmla="*/ 0 h 362"/>
                <a:gd name="T8" fmla="*/ 285 w 2219"/>
                <a:gd name="T9" fmla="*/ 0 h 362"/>
                <a:gd name="T10" fmla="*/ 0 w 2219"/>
                <a:gd name="T11" fmla="*/ 362 h 362"/>
                <a:gd name="T12" fmla="*/ 1934 w 2219"/>
                <a:gd name="T13" fmla="*/ 362 h 362"/>
                <a:gd name="T14" fmla="*/ 2219 w 2219"/>
                <a:gd name="T15" fmla="*/ 0 h 362"/>
                <a:gd name="T16" fmla="*/ 2164 w 2219"/>
                <a:gd name="T17" fmla="*/ 0 h 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19" h="362">
                  <a:moveTo>
                    <a:pt x="2164" y="0"/>
                  </a:moveTo>
                  <a:lnTo>
                    <a:pt x="1880" y="362"/>
                  </a:lnTo>
                  <a:lnTo>
                    <a:pt x="1809" y="362"/>
                  </a:lnTo>
                  <a:lnTo>
                    <a:pt x="2093" y="0"/>
                  </a:lnTo>
                  <a:lnTo>
                    <a:pt x="285" y="0"/>
                  </a:lnTo>
                  <a:lnTo>
                    <a:pt x="0" y="362"/>
                  </a:lnTo>
                  <a:lnTo>
                    <a:pt x="1934" y="362"/>
                  </a:lnTo>
                  <a:lnTo>
                    <a:pt x="2219" y="0"/>
                  </a:lnTo>
                  <a:lnTo>
                    <a:pt x="216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00">
                <a:latin typeface="Arial" panose="020B0604020202020204" pitchFamily="34" charset="0"/>
                <a:cs typeface="Arial" panose="020B0604020202020204" pitchFamily="34" charset="0"/>
              </a:endParaRPr>
            </a:p>
          </p:txBody>
        </p:sp>
        <p:sp>
          <p:nvSpPr>
            <p:cNvPr id="83" name="Freeform 6">
              <a:extLst>
                <a:ext uri="{FF2B5EF4-FFF2-40B4-BE49-F238E27FC236}">
                  <a16:creationId xmlns:a16="http://schemas.microsoft.com/office/drawing/2014/main" id="{DE3DCB68-9363-5ED2-215B-4A3AC59CCB94}"/>
                </a:ext>
              </a:extLst>
            </p:cNvPr>
            <p:cNvSpPr>
              <a:spLocks/>
            </p:cNvSpPr>
            <p:nvPr/>
          </p:nvSpPr>
          <p:spPr bwMode="auto">
            <a:xfrm>
              <a:off x="11179263" y="3883590"/>
              <a:ext cx="538163" cy="922672"/>
            </a:xfrm>
            <a:custGeom>
              <a:avLst/>
              <a:gdLst>
                <a:gd name="T0" fmla="*/ 284 w 339"/>
                <a:gd name="T1" fmla="*/ 0 h 362"/>
                <a:gd name="T2" fmla="*/ 0 w 339"/>
                <a:gd name="T3" fmla="*/ 362 h 362"/>
                <a:gd name="T4" fmla="*/ 54 w 339"/>
                <a:gd name="T5" fmla="*/ 362 h 362"/>
                <a:gd name="T6" fmla="*/ 339 w 339"/>
                <a:gd name="T7" fmla="*/ 0 h 362"/>
                <a:gd name="T8" fmla="*/ 284 w 339"/>
                <a:gd name="T9" fmla="*/ 0 h 362"/>
              </a:gdLst>
              <a:ahLst/>
              <a:cxnLst>
                <a:cxn ang="0">
                  <a:pos x="T0" y="T1"/>
                </a:cxn>
                <a:cxn ang="0">
                  <a:pos x="T2" y="T3"/>
                </a:cxn>
                <a:cxn ang="0">
                  <a:pos x="T4" y="T5"/>
                </a:cxn>
                <a:cxn ang="0">
                  <a:pos x="T6" y="T7"/>
                </a:cxn>
                <a:cxn ang="0">
                  <a:pos x="T8" y="T9"/>
                </a:cxn>
              </a:cxnLst>
              <a:rect l="0" t="0" r="r" b="b"/>
              <a:pathLst>
                <a:path w="339" h="362">
                  <a:moveTo>
                    <a:pt x="284" y="0"/>
                  </a:moveTo>
                  <a:lnTo>
                    <a:pt x="0" y="362"/>
                  </a:lnTo>
                  <a:lnTo>
                    <a:pt x="54" y="362"/>
                  </a:lnTo>
                  <a:lnTo>
                    <a:pt x="339" y="0"/>
                  </a:lnTo>
                  <a:lnTo>
                    <a:pt x="284" y="0"/>
                  </a:lnTo>
                  <a:close/>
                </a:path>
              </a:pathLst>
            </a:custGeom>
            <a:solidFill>
              <a:srgbClr val="005587"/>
            </a:solidFill>
            <a:ln>
              <a:noFill/>
            </a:ln>
          </p:spPr>
          <p:txBody>
            <a:bodyPr vert="horz" wrap="square" lIns="91440" tIns="45720" rIns="91440" bIns="45720" numCol="1" anchor="t" anchorCtr="0" compatLnSpc="1">
              <a:prstTxWarp prst="textNoShape">
                <a:avLst/>
              </a:prstTxWarp>
            </a:bodyPr>
            <a:lstStyle/>
            <a:p>
              <a:endParaRPr lang="en-US" sz="1300">
                <a:latin typeface="Arial" panose="020B0604020202020204" pitchFamily="34" charset="0"/>
                <a:cs typeface="Arial" panose="020B0604020202020204" pitchFamily="34" charset="0"/>
              </a:endParaRPr>
            </a:p>
          </p:txBody>
        </p:sp>
      </p:grpSp>
      <p:sp>
        <p:nvSpPr>
          <p:cNvPr id="84" name="íṥ1íḑé">
            <a:extLst>
              <a:ext uri="{FF2B5EF4-FFF2-40B4-BE49-F238E27FC236}">
                <a16:creationId xmlns:a16="http://schemas.microsoft.com/office/drawing/2014/main" id="{F8B5856B-42E9-D73E-4676-0438BA0639BD}"/>
              </a:ext>
            </a:extLst>
          </p:cNvPr>
          <p:cNvSpPr/>
          <p:nvPr/>
        </p:nvSpPr>
        <p:spPr bwMode="auto">
          <a:xfrm>
            <a:off x="8102137" y="3764489"/>
            <a:ext cx="2802906" cy="868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lvl="0" algn="just"/>
            <a:r>
              <a:rPr lang="en-US" altLang="zh-CN" sz="1300">
                <a:solidFill>
                  <a:srgbClr val="FFFFFF"/>
                </a:solidFill>
                <a:latin typeface="Arial" panose="020B0604020202020204" pitchFamily="34" charset="0"/>
                <a:ea typeface="Verdana" panose="020B0604030504040204" pitchFamily="34" charset="0"/>
                <a:cs typeface="Arial" panose="020B0604020202020204" pitchFamily="34" charset="0"/>
              </a:rPr>
              <a:t>Request for the customer connect and contact details along with a facilitation letter.</a:t>
            </a:r>
          </a:p>
        </p:txBody>
      </p:sp>
      <p:sp>
        <p:nvSpPr>
          <p:cNvPr id="85" name="ïṣľíḍe">
            <a:extLst>
              <a:ext uri="{FF2B5EF4-FFF2-40B4-BE49-F238E27FC236}">
                <a16:creationId xmlns:a16="http://schemas.microsoft.com/office/drawing/2014/main" id="{C829C3EA-E171-9462-D7A8-D4EB645B3418}"/>
              </a:ext>
            </a:extLst>
          </p:cNvPr>
          <p:cNvSpPr txBox="1"/>
          <p:nvPr/>
        </p:nvSpPr>
        <p:spPr bwMode="auto">
          <a:xfrm>
            <a:off x="8102137" y="3452791"/>
            <a:ext cx="3236719" cy="44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lvl="0"/>
            <a:r>
              <a:rPr lang="en-US" altLang="zh-CN" sz="1300" b="1">
                <a:solidFill>
                  <a:srgbClr val="007CB0"/>
                </a:solidFill>
                <a:latin typeface="Arial" panose="020B0604020202020204" pitchFamily="34" charset="0"/>
                <a:ea typeface="Verdana" panose="020B0604030504040204" pitchFamily="34" charset="0"/>
                <a:cs typeface="Arial" panose="020B0604020202020204" pitchFamily="34" charset="0"/>
              </a:rPr>
              <a:t>Request for Customer Connects / Contact</a:t>
            </a:r>
          </a:p>
        </p:txBody>
      </p:sp>
      <p:sp>
        <p:nvSpPr>
          <p:cNvPr id="86" name="椭圆 806">
            <a:extLst>
              <a:ext uri="{FF2B5EF4-FFF2-40B4-BE49-F238E27FC236}">
                <a16:creationId xmlns:a16="http://schemas.microsoft.com/office/drawing/2014/main" id="{F89571A0-D004-B35E-2DBD-10522027035D}"/>
              </a:ext>
            </a:extLst>
          </p:cNvPr>
          <p:cNvSpPr/>
          <p:nvPr/>
        </p:nvSpPr>
        <p:spPr bwMode="gray">
          <a:xfrm>
            <a:off x="6523935" y="3341993"/>
            <a:ext cx="1455966" cy="1455966"/>
          </a:xfrm>
          <a:prstGeom prst="ellipse">
            <a:avLst/>
          </a:prstGeom>
          <a:solidFill>
            <a:schemeClr val="accent1"/>
          </a:solidFill>
          <a:ln w="63500" algn="ctr">
            <a:noFill/>
            <a:miter lim="800000"/>
            <a:headEnd/>
            <a:tailEnd/>
          </a:ln>
        </p:spPr>
        <p:txBody>
          <a:bodyPr wrap="square" lIns="88900" tIns="88900" rIns="88900" bIns="88900" rtlCol="0" anchor="ctr"/>
          <a:lstStyle/>
          <a:p>
            <a:pPr algn="ctr">
              <a:buFont typeface="Wingdings 2" pitchFamily="18" charset="2"/>
              <a:buNone/>
            </a:pPr>
            <a:endParaRPr lang="en-US" sz="1300" b="1">
              <a:solidFill>
                <a:schemeClr val="bg1"/>
              </a:solidFill>
              <a:latin typeface="Arial" panose="020B0604020202020204" pitchFamily="34" charset="0"/>
              <a:cs typeface="Arial" panose="020B0604020202020204" pitchFamily="34" charset="0"/>
            </a:endParaRPr>
          </a:p>
        </p:txBody>
      </p:sp>
      <p:grpSp>
        <p:nvGrpSpPr>
          <p:cNvPr id="87" name="Group 235">
            <a:extLst>
              <a:ext uri="{FF2B5EF4-FFF2-40B4-BE49-F238E27FC236}">
                <a16:creationId xmlns:a16="http://schemas.microsoft.com/office/drawing/2014/main" id="{65E8E970-E5CF-592A-8CE9-3DA832013650}"/>
              </a:ext>
            </a:extLst>
          </p:cNvPr>
          <p:cNvGrpSpPr>
            <a:grpSpLocks noChangeAspect="1"/>
          </p:cNvGrpSpPr>
          <p:nvPr/>
        </p:nvGrpSpPr>
        <p:grpSpPr bwMode="auto">
          <a:xfrm>
            <a:off x="6904479" y="3700291"/>
            <a:ext cx="722376" cy="722376"/>
            <a:chOff x="4264" y="792"/>
            <a:chExt cx="340" cy="340"/>
          </a:xfrm>
          <a:solidFill>
            <a:schemeClr val="bg1"/>
          </a:solidFill>
        </p:grpSpPr>
        <p:sp>
          <p:nvSpPr>
            <p:cNvPr id="88" name="Freeform 236">
              <a:extLst>
                <a:ext uri="{FF2B5EF4-FFF2-40B4-BE49-F238E27FC236}">
                  <a16:creationId xmlns:a16="http://schemas.microsoft.com/office/drawing/2014/main" id="{160D950A-BBE5-764E-37AC-F4B9BC9A0871}"/>
                </a:ext>
              </a:extLst>
            </p:cNvPr>
            <p:cNvSpPr>
              <a:spLocks noEditPoints="1"/>
            </p:cNvSpPr>
            <p:nvPr/>
          </p:nvSpPr>
          <p:spPr bwMode="auto">
            <a:xfrm>
              <a:off x="4264" y="792"/>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00">
                <a:latin typeface="Arial" panose="020B0604020202020204" pitchFamily="34" charset="0"/>
                <a:cs typeface="Arial" panose="020B0604020202020204" pitchFamily="34" charset="0"/>
              </a:endParaRPr>
            </a:p>
          </p:txBody>
        </p:sp>
        <p:sp>
          <p:nvSpPr>
            <p:cNvPr id="89" name="Freeform 237">
              <a:extLst>
                <a:ext uri="{FF2B5EF4-FFF2-40B4-BE49-F238E27FC236}">
                  <a16:creationId xmlns:a16="http://schemas.microsoft.com/office/drawing/2014/main" id="{2DEE527C-FC16-61E9-32F9-4C1827B40BA4}"/>
                </a:ext>
              </a:extLst>
            </p:cNvPr>
            <p:cNvSpPr>
              <a:spLocks noEditPoints="1"/>
            </p:cNvSpPr>
            <p:nvPr/>
          </p:nvSpPr>
          <p:spPr bwMode="auto">
            <a:xfrm>
              <a:off x="4328" y="884"/>
              <a:ext cx="127" cy="113"/>
            </a:xfrm>
            <a:custGeom>
              <a:avLst/>
              <a:gdLst>
                <a:gd name="T0" fmla="*/ 192 w 192"/>
                <a:gd name="T1" fmla="*/ 118 h 171"/>
                <a:gd name="T2" fmla="*/ 192 w 192"/>
                <a:gd name="T3" fmla="*/ 11 h 171"/>
                <a:gd name="T4" fmla="*/ 181 w 192"/>
                <a:gd name="T5" fmla="*/ 0 h 171"/>
                <a:gd name="T6" fmla="*/ 10 w 192"/>
                <a:gd name="T7" fmla="*/ 0 h 171"/>
                <a:gd name="T8" fmla="*/ 0 w 192"/>
                <a:gd name="T9" fmla="*/ 11 h 171"/>
                <a:gd name="T10" fmla="*/ 0 w 192"/>
                <a:gd name="T11" fmla="*/ 118 h 171"/>
                <a:gd name="T12" fmla="*/ 10 w 192"/>
                <a:gd name="T13" fmla="*/ 128 h 171"/>
                <a:gd name="T14" fmla="*/ 32 w 192"/>
                <a:gd name="T15" fmla="*/ 128 h 171"/>
                <a:gd name="T16" fmla="*/ 32 w 192"/>
                <a:gd name="T17" fmla="*/ 160 h 171"/>
                <a:gd name="T18" fmla="*/ 38 w 192"/>
                <a:gd name="T19" fmla="*/ 170 h 171"/>
                <a:gd name="T20" fmla="*/ 42 w 192"/>
                <a:gd name="T21" fmla="*/ 171 h 171"/>
                <a:gd name="T22" fmla="*/ 50 w 192"/>
                <a:gd name="T23" fmla="*/ 168 h 171"/>
                <a:gd name="T24" fmla="*/ 89 w 192"/>
                <a:gd name="T25" fmla="*/ 128 h 171"/>
                <a:gd name="T26" fmla="*/ 181 w 192"/>
                <a:gd name="T27" fmla="*/ 128 h 171"/>
                <a:gd name="T28" fmla="*/ 192 w 192"/>
                <a:gd name="T29" fmla="*/ 118 h 171"/>
                <a:gd name="T30" fmla="*/ 170 w 192"/>
                <a:gd name="T31" fmla="*/ 107 h 171"/>
                <a:gd name="T32" fmla="*/ 85 w 192"/>
                <a:gd name="T33" fmla="*/ 107 h 171"/>
                <a:gd name="T34" fmla="*/ 77 w 192"/>
                <a:gd name="T35" fmla="*/ 110 h 171"/>
                <a:gd name="T36" fmla="*/ 53 w 192"/>
                <a:gd name="T37" fmla="*/ 135 h 171"/>
                <a:gd name="T38" fmla="*/ 53 w 192"/>
                <a:gd name="T39" fmla="*/ 118 h 171"/>
                <a:gd name="T40" fmla="*/ 42 w 192"/>
                <a:gd name="T41" fmla="*/ 107 h 171"/>
                <a:gd name="T42" fmla="*/ 21 w 192"/>
                <a:gd name="T43" fmla="*/ 107 h 171"/>
                <a:gd name="T44" fmla="*/ 21 w 192"/>
                <a:gd name="T45" fmla="*/ 22 h 171"/>
                <a:gd name="T46" fmla="*/ 170 w 192"/>
                <a:gd name="T47" fmla="*/ 22 h 171"/>
                <a:gd name="T48" fmla="*/ 170 w 192"/>
                <a:gd name="T49" fmla="*/ 10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2" h="171">
                  <a:moveTo>
                    <a:pt x="192" y="118"/>
                  </a:moveTo>
                  <a:cubicBezTo>
                    <a:pt x="192" y="11"/>
                    <a:pt x="192" y="11"/>
                    <a:pt x="192" y="11"/>
                  </a:cubicBezTo>
                  <a:cubicBezTo>
                    <a:pt x="192" y="5"/>
                    <a:pt x="187" y="0"/>
                    <a:pt x="181" y="0"/>
                  </a:cubicBezTo>
                  <a:cubicBezTo>
                    <a:pt x="10" y="0"/>
                    <a:pt x="10" y="0"/>
                    <a:pt x="10" y="0"/>
                  </a:cubicBezTo>
                  <a:cubicBezTo>
                    <a:pt x="4" y="0"/>
                    <a:pt x="0" y="5"/>
                    <a:pt x="0" y="11"/>
                  </a:cubicBezTo>
                  <a:cubicBezTo>
                    <a:pt x="0" y="118"/>
                    <a:pt x="0" y="118"/>
                    <a:pt x="0" y="118"/>
                  </a:cubicBezTo>
                  <a:cubicBezTo>
                    <a:pt x="0" y="124"/>
                    <a:pt x="4" y="128"/>
                    <a:pt x="10" y="128"/>
                  </a:cubicBezTo>
                  <a:cubicBezTo>
                    <a:pt x="32" y="128"/>
                    <a:pt x="32" y="128"/>
                    <a:pt x="32" y="128"/>
                  </a:cubicBezTo>
                  <a:cubicBezTo>
                    <a:pt x="32" y="160"/>
                    <a:pt x="32" y="160"/>
                    <a:pt x="32" y="160"/>
                  </a:cubicBezTo>
                  <a:cubicBezTo>
                    <a:pt x="32" y="165"/>
                    <a:pt x="34" y="169"/>
                    <a:pt x="38" y="170"/>
                  </a:cubicBezTo>
                  <a:cubicBezTo>
                    <a:pt x="40" y="171"/>
                    <a:pt x="41" y="171"/>
                    <a:pt x="42" y="171"/>
                  </a:cubicBezTo>
                  <a:cubicBezTo>
                    <a:pt x="45" y="171"/>
                    <a:pt x="48" y="170"/>
                    <a:pt x="50" y="168"/>
                  </a:cubicBezTo>
                  <a:cubicBezTo>
                    <a:pt x="89" y="128"/>
                    <a:pt x="89" y="128"/>
                    <a:pt x="89" y="128"/>
                  </a:cubicBezTo>
                  <a:cubicBezTo>
                    <a:pt x="181" y="128"/>
                    <a:pt x="181" y="128"/>
                    <a:pt x="181" y="128"/>
                  </a:cubicBezTo>
                  <a:cubicBezTo>
                    <a:pt x="187" y="128"/>
                    <a:pt x="192" y="124"/>
                    <a:pt x="192" y="118"/>
                  </a:cubicBezTo>
                  <a:close/>
                  <a:moveTo>
                    <a:pt x="170" y="107"/>
                  </a:moveTo>
                  <a:cubicBezTo>
                    <a:pt x="85" y="107"/>
                    <a:pt x="85" y="107"/>
                    <a:pt x="85" y="107"/>
                  </a:cubicBezTo>
                  <a:cubicBezTo>
                    <a:pt x="82" y="107"/>
                    <a:pt x="79" y="108"/>
                    <a:pt x="77" y="110"/>
                  </a:cubicBezTo>
                  <a:cubicBezTo>
                    <a:pt x="53" y="135"/>
                    <a:pt x="53" y="135"/>
                    <a:pt x="53" y="135"/>
                  </a:cubicBezTo>
                  <a:cubicBezTo>
                    <a:pt x="53" y="118"/>
                    <a:pt x="53" y="118"/>
                    <a:pt x="53" y="118"/>
                  </a:cubicBezTo>
                  <a:cubicBezTo>
                    <a:pt x="53" y="112"/>
                    <a:pt x="48" y="107"/>
                    <a:pt x="42" y="107"/>
                  </a:cubicBezTo>
                  <a:cubicBezTo>
                    <a:pt x="21" y="107"/>
                    <a:pt x="21" y="107"/>
                    <a:pt x="21" y="107"/>
                  </a:cubicBezTo>
                  <a:cubicBezTo>
                    <a:pt x="21" y="22"/>
                    <a:pt x="21" y="22"/>
                    <a:pt x="21" y="22"/>
                  </a:cubicBezTo>
                  <a:cubicBezTo>
                    <a:pt x="170" y="22"/>
                    <a:pt x="170" y="22"/>
                    <a:pt x="170" y="22"/>
                  </a:cubicBezTo>
                  <a:lnTo>
                    <a:pt x="170" y="10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00">
                <a:latin typeface="Arial" panose="020B0604020202020204" pitchFamily="34" charset="0"/>
                <a:cs typeface="Arial" panose="020B0604020202020204" pitchFamily="34" charset="0"/>
              </a:endParaRPr>
            </a:p>
          </p:txBody>
        </p:sp>
        <p:sp>
          <p:nvSpPr>
            <p:cNvPr id="90" name="Freeform 238">
              <a:extLst>
                <a:ext uri="{FF2B5EF4-FFF2-40B4-BE49-F238E27FC236}">
                  <a16:creationId xmlns:a16="http://schemas.microsoft.com/office/drawing/2014/main" id="{676EEF86-B789-91D2-1CE9-0F037A88E3F0}"/>
                </a:ext>
              </a:extLst>
            </p:cNvPr>
            <p:cNvSpPr>
              <a:spLocks/>
            </p:cNvSpPr>
            <p:nvPr/>
          </p:nvSpPr>
          <p:spPr bwMode="auto">
            <a:xfrm>
              <a:off x="4413" y="941"/>
              <a:ext cx="127" cy="127"/>
            </a:xfrm>
            <a:custGeom>
              <a:avLst/>
              <a:gdLst>
                <a:gd name="T0" fmla="*/ 181 w 192"/>
                <a:gd name="T1" fmla="*/ 0 h 192"/>
                <a:gd name="T2" fmla="*/ 96 w 192"/>
                <a:gd name="T3" fmla="*/ 0 h 192"/>
                <a:gd name="T4" fmla="*/ 85 w 192"/>
                <a:gd name="T5" fmla="*/ 10 h 192"/>
                <a:gd name="T6" fmla="*/ 96 w 192"/>
                <a:gd name="T7" fmla="*/ 21 h 192"/>
                <a:gd name="T8" fmla="*/ 170 w 192"/>
                <a:gd name="T9" fmla="*/ 21 h 192"/>
                <a:gd name="T10" fmla="*/ 170 w 192"/>
                <a:gd name="T11" fmla="*/ 128 h 192"/>
                <a:gd name="T12" fmla="*/ 138 w 192"/>
                <a:gd name="T13" fmla="*/ 128 h 192"/>
                <a:gd name="T14" fmla="*/ 128 w 192"/>
                <a:gd name="T15" fmla="*/ 138 h 192"/>
                <a:gd name="T16" fmla="*/ 128 w 192"/>
                <a:gd name="T17" fmla="*/ 155 h 192"/>
                <a:gd name="T18" fmla="*/ 103 w 192"/>
                <a:gd name="T19" fmla="*/ 131 h 192"/>
                <a:gd name="T20" fmla="*/ 96 w 192"/>
                <a:gd name="T21" fmla="*/ 128 h 192"/>
                <a:gd name="T22" fmla="*/ 21 w 192"/>
                <a:gd name="T23" fmla="*/ 128 h 192"/>
                <a:gd name="T24" fmla="*/ 21 w 192"/>
                <a:gd name="T25" fmla="*/ 74 h 192"/>
                <a:gd name="T26" fmla="*/ 10 w 192"/>
                <a:gd name="T27" fmla="*/ 64 h 192"/>
                <a:gd name="T28" fmla="*/ 0 w 192"/>
                <a:gd name="T29" fmla="*/ 74 h 192"/>
                <a:gd name="T30" fmla="*/ 0 w 192"/>
                <a:gd name="T31" fmla="*/ 138 h 192"/>
                <a:gd name="T32" fmla="*/ 10 w 192"/>
                <a:gd name="T33" fmla="*/ 149 h 192"/>
                <a:gd name="T34" fmla="*/ 91 w 192"/>
                <a:gd name="T35" fmla="*/ 149 h 192"/>
                <a:gd name="T36" fmla="*/ 131 w 192"/>
                <a:gd name="T37" fmla="*/ 189 h 192"/>
                <a:gd name="T38" fmla="*/ 138 w 192"/>
                <a:gd name="T39" fmla="*/ 192 h 192"/>
                <a:gd name="T40" fmla="*/ 142 w 192"/>
                <a:gd name="T41" fmla="*/ 191 h 192"/>
                <a:gd name="T42" fmla="*/ 149 w 192"/>
                <a:gd name="T43" fmla="*/ 181 h 192"/>
                <a:gd name="T44" fmla="*/ 149 w 192"/>
                <a:gd name="T45" fmla="*/ 149 h 192"/>
                <a:gd name="T46" fmla="*/ 181 w 192"/>
                <a:gd name="T47" fmla="*/ 149 h 192"/>
                <a:gd name="T48" fmla="*/ 192 w 192"/>
                <a:gd name="T49" fmla="*/ 138 h 192"/>
                <a:gd name="T50" fmla="*/ 192 w 192"/>
                <a:gd name="T51" fmla="*/ 10 h 192"/>
                <a:gd name="T52" fmla="*/ 181 w 192"/>
                <a:gd name="T53" fmla="*/ 0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92" h="192">
                  <a:moveTo>
                    <a:pt x="181" y="0"/>
                  </a:moveTo>
                  <a:cubicBezTo>
                    <a:pt x="96" y="0"/>
                    <a:pt x="96" y="0"/>
                    <a:pt x="96" y="0"/>
                  </a:cubicBezTo>
                  <a:cubicBezTo>
                    <a:pt x="90" y="0"/>
                    <a:pt x="85" y="4"/>
                    <a:pt x="85" y="10"/>
                  </a:cubicBezTo>
                  <a:cubicBezTo>
                    <a:pt x="85" y="16"/>
                    <a:pt x="90" y="21"/>
                    <a:pt x="96" y="21"/>
                  </a:cubicBezTo>
                  <a:cubicBezTo>
                    <a:pt x="170" y="21"/>
                    <a:pt x="170" y="21"/>
                    <a:pt x="170" y="21"/>
                  </a:cubicBezTo>
                  <a:cubicBezTo>
                    <a:pt x="170" y="128"/>
                    <a:pt x="170" y="128"/>
                    <a:pt x="170" y="128"/>
                  </a:cubicBezTo>
                  <a:cubicBezTo>
                    <a:pt x="138" y="128"/>
                    <a:pt x="138" y="128"/>
                    <a:pt x="138" y="128"/>
                  </a:cubicBezTo>
                  <a:cubicBezTo>
                    <a:pt x="132" y="128"/>
                    <a:pt x="128" y="132"/>
                    <a:pt x="128" y="138"/>
                  </a:cubicBezTo>
                  <a:cubicBezTo>
                    <a:pt x="128" y="155"/>
                    <a:pt x="128" y="155"/>
                    <a:pt x="128" y="155"/>
                  </a:cubicBezTo>
                  <a:cubicBezTo>
                    <a:pt x="103" y="131"/>
                    <a:pt x="103" y="131"/>
                    <a:pt x="103" y="131"/>
                  </a:cubicBezTo>
                  <a:cubicBezTo>
                    <a:pt x="101" y="129"/>
                    <a:pt x="98" y="128"/>
                    <a:pt x="96" y="128"/>
                  </a:cubicBezTo>
                  <a:cubicBezTo>
                    <a:pt x="21" y="128"/>
                    <a:pt x="21" y="128"/>
                    <a:pt x="21" y="128"/>
                  </a:cubicBezTo>
                  <a:cubicBezTo>
                    <a:pt x="21" y="74"/>
                    <a:pt x="21" y="74"/>
                    <a:pt x="21" y="74"/>
                  </a:cubicBezTo>
                  <a:cubicBezTo>
                    <a:pt x="21" y="68"/>
                    <a:pt x="16" y="64"/>
                    <a:pt x="10" y="64"/>
                  </a:cubicBezTo>
                  <a:cubicBezTo>
                    <a:pt x="4" y="64"/>
                    <a:pt x="0" y="68"/>
                    <a:pt x="0" y="74"/>
                  </a:cubicBezTo>
                  <a:cubicBezTo>
                    <a:pt x="0" y="138"/>
                    <a:pt x="0" y="138"/>
                    <a:pt x="0" y="138"/>
                  </a:cubicBezTo>
                  <a:cubicBezTo>
                    <a:pt x="0" y="144"/>
                    <a:pt x="4" y="149"/>
                    <a:pt x="10" y="149"/>
                  </a:cubicBezTo>
                  <a:cubicBezTo>
                    <a:pt x="91" y="149"/>
                    <a:pt x="91" y="149"/>
                    <a:pt x="91" y="149"/>
                  </a:cubicBezTo>
                  <a:cubicBezTo>
                    <a:pt x="131" y="189"/>
                    <a:pt x="131" y="189"/>
                    <a:pt x="131" y="189"/>
                  </a:cubicBezTo>
                  <a:cubicBezTo>
                    <a:pt x="133" y="191"/>
                    <a:pt x="136" y="192"/>
                    <a:pt x="138" y="192"/>
                  </a:cubicBezTo>
                  <a:cubicBezTo>
                    <a:pt x="140" y="192"/>
                    <a:pt x="141" y="191"/>
                    <a:pt x="142" y="191"/>
                  </a:cubicBezTo>
                  <a:cubicBezTo>
                    <a:pt x="146" y="189"/>
                    <a:pt x="149" y="185"/>
                    <a:pt x="149" y="181"/>
                  </a:cubicBezTo>
                  <a:cubicBezTo>
                    <a:pt x="149" y="149"/>
                    <a:pt x="149" y="149"/>
                    <a:pt x="149" y="149"/>
                  </a:cubicBezTo>
                  <a:cubicBezTo>
                    <a:pt x="181" y="149"/>
                    <a:pt x="181" y="149"/>
                    <a:pt x="181" y="149"/>
                  </a:cubicBezTo>
                  <a:cubicBezTo>
                    <a:pt x="187" y="149"/>
                    <a:pt x="192" y="144"/>
                    <a:pt x="192" y="138"/>
                  </a:cubicBezTo>
                  <a:cubicBezTo>
                    <a:pt x="192" y="10"/>
                    <a:pt x="192" y="10"/>
                    <a:pt x="192" y="10"/>
                  </a:cubicBezTo>
                  <a:cubicBezTo>
                    <a:pt x="192" y="4"/>
                    <a:pt x="187" y="0"/>
                    <a:pt x="181"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0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3063834027"/>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85E75AA5-7793-42EB-A8A1-2973E74D202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10" name="Object 9" hidden="1">
                        <a:extLst>
                          <a:ext uri="{FF2B5EF4-FFF2-40B4-BE49-F238E27FC236}">
                            <a16:creationId xmlns:a16="http://schemas.microsoft.com/office/drawing/2014/main" id="{85E75AA5-7793-42EB-A8A1-2973E74D202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le 5"/>
          <p:cNvSpPr>
            <a:spLocks noGrp="1"/>
          </p:cNvSpPr>
          <p:nvPr>
            <p:ph type="title"/>
          </p:nvPr>
        </p:nvSpPr>
        <p:spPr/>
        <p:txBody>
          <a:bodyPr vert="horz"/>
          <a:lstStyle/>
          <a:p>
            <a:r>
              <a:rPr lang="en-US" sz="2000" b="1">
                <a:latin typeface="Arial" panose="020B0604020202020204" pitchFamily="34" charset="0"/>
                <a:cs typeface="Arial" panose="020B0604020202020204" pitchFamily="34" charset="0"/>
              </a:rPr>
              <a:t>Preliminary Information Requirement List (IRL) for the engagement</a:t>
            </a:r>
          </a:p>
        </p:txBody>
      </p:sp>
      <p:cxnSp>
        <p:nvCxnSpPr>
          <p:cNvPr id="42" name="Straight Connector 41">
            <a:extLst>
              <a:ext uri="{FF2B5EF4-FFF2-40B4-BE49-F238E27FC236}">
                <a16:creationId xmlns:a16="http://schemas.microsoft.com/office/drawing/2014/main" id="{C3307A9C-FA80-4775-B35A-1A643EF2A1BC}"/>
              </a:ext>
            </a:extLst>
          </p:cNvPr>
          <p:cNvCxnSpPr/>
          <p:nvPr/>
        </p:nvCxnSpPr>
        <p:spPr>
          <a:xfrm flipV="1">
            <a:off x="514664" y="910950"/>
            <a:ext cx="111960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8CC2BBDD-CDBA-86AA-CEC5-6F614333747A}"/>
              </a:ext>
            </a:extLst>
          </p:cNvPr>
          <p:cNvSpPr/>
          <p:nvPr/>
        </p:nvSpPr>
        <p:spPr bwMode="gray">
          <a:xfrm>
            <a:off x="501650" y="968027"/>
            <a:ext cx="2960159" cy="5187238"/>
          </a:xfrm>
          <a:prstGeom prst="rect">
            <a:avLst/>
          </a:prstGeom>
          <a:solidFill>
            <a:schemeClr val="bg1"/>
          </a:solidFill>
          <a:ln w="19050" algn="ctr">
            <a:noFill/>
            <a:miter lim="800000"/>
            <a:headEnd/>
            <a:tailEnd/>
          </a:ln>
          <a:effectLst>
            <a:outerShdw blurRad="50800" dist="38100" dir="5400000" algn="t" rotWithShape="0">
              <a:prstClr val="black">
                <a:alpha val="40000"/>
              </a:prstClr>
            </a:outerShdw>
          </a:effectLst>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0" cap="none" spc="0" normalizeH="0" baseline="0" noProof="0">
              <a:ln>
                <a:noFill/>
              </a:ln>
              <a:solidFill>
                <a:prstClr val="white"/>
              </a:solidFill>
              <a:effectLst/>
              <a:uLnTx/>
              <a:uFillTx/>
              <a:latin typeface="Calibri"/>
              <a:ea typeface="+mn-ea"/>
              <a:cs typeface="+mn-cs"/>
            </a:endParaRPr>
          </a:p>
        </p:txBody>
      </p:sp>
      <p:sp>
        <p:nvSpPr>
          <p:cNvPr id="51" name="Rectangle 50">
            <a:extLst>
              <a:ext uri="{FF2B5EF4-FFF2-40B4-BE49-F238E27FC236}">
                <a16:creationId xmlns:a16="http://schemas.microsoft.com/office/drawing/2014/main" id="{F776D4DF-A6AB-813A-7C0F-9F69EDFA8B2A}"/>
              </a:ext>
            </a:extLst>
          </p:cNvPr>
          <p:cNvSpPr/>
          <p:nvPr/>
        </p:nvSpPr>
        <p:spPr bwMode="gray">
          <a:xfrm>
            <a:off x="634668" y="1090037"/>
            <a:ext cx="2742474" cy="361971"/>
          </a:xfrm>
          <a:prstGeom prst="rect">
            <a:avLst/>
          </a:prstGeom>
          <a:solidFill>
            <a:schemeClr val="tx2"/>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Arial" panose="020B0604020202020204" pitchFamily="34" charset="0"/>
                <a:ea typeface="Verdana" panose="020B0604030504040204" pitchFamily="34" charset="0"/>
                <a:cs typeface="Arial" panose="020B0604020202020204" pitchFamily="34" charset="0"/>
              </a:rPr>
              <a:t> </a:t>
            </a:r>
            <a:r>
              <a:rPr lang="en-US" sz="1400">
                <a:solidFill>
                  <a:prstClr val="white"/>
                </a:solidFill>
                <a:latin typeface="Arial" panose="020B0604020202020204" pitchFamily="34" charset="0"/>
                <a:ea typeface="Verdana" panose="020B0604030504040204" pitchFamily="34" charset="0"/>
                <a:cs typeface="Arial" panose="020B0604020202020204" pitchFamily="34" charset="0"/>
              </a:rPr>
              <a:t>Area</a:t>
            </a:r>
            <a:endParaRPr kumimoji="0" lang="en-GB" sz="1600" b="0" i="0" u="none" strike="noStrike" kern="1200" cap="none" spc="0" normalizeH="0" baseline="0" noProof="0">
              <a:ln>
                <a:noFill/>
              </a:ln>
              <a:solidFill>
                <a:prstClr val="white"/>
              </a:solidFill>
              <a:effectLst/>
              <a:uLnTx/>
              <a:uFillTx/>
              <a:latin typeface="Arial" panose="020B0604020202020204" pitchFamily="34" charset="0"/>
              <a:ea typeface="Verdana" panose="020B0604030504040204" pitchFamily="34" charset="0"/>
              <a:cs typeface="Arial" panose="020B0604020202020204" pitchFamily="34" charset="0"/>
            </a:endParaRPr>
          </a:p>
        </p:txBody>
      </p:sp>
      <p:grpSp>
        <p:nvGrpSpPr>
          <p:cNvPr id="52" name="Graphic 4">
            <a:extLst>
              <a:ext uri="{FF2B5EF4-FFF2-40B4-BE49-F238E27FC236}">
                <a16:creationId xmlns:a16="http://schemas.microsoft.com/office/drawing/2014/main" id="{CF5C7FBF-26DB-38F6-17ED-FA2435DEA5CA}"/>
              </a:ext>
            </a:extLst>
          </p:cNvPr>
          <p:cNvGrpSpPr/>
          <p:nvPr/>
        </p:nvGrpSpPr>
        <p:grpSpPr>
          <a:xfrm>
            <a:off x="753047" y="1130707"/>
            <a:ext cx="274317" cy="274324"/>
            <a:chOff x="5099808" y="3339623"/>
            <a:chExt cx="361670" cy="361333"/>
          </a:xfrm>
          <a:solidFill>
            <a:schemeClr val="bg1"/>
          </a:solidFill>
        </p:grpSpPr>
        <p:sp>
          <p:nvSpPr>
            <p:cNvPr id="53" name="Graphic 4">
              <a:extLst>
                <a:ext uri="{FF2B5EF4-FFF2-40B4-BE49-F238E27FC236}">
                  <a16:creationId xmlns:a16="http://schemas.microsoft.com/office/drawing/2014/main" id="{49B67B9C-A389-860E-1849-DEDF5F6E19EE}"/>
                </a:ext>
              </a:extLst>
            </p:cNvPr>
            <p:cNvSpPr/>
            <p:nvPr/>
          </p:nvSpPr>
          <p:spPr>
            <a:xfrm>
              <a:off x="5292784" y="3533696"/>
              <a:ext cx="24920" cy="25535"/>
            </a:xfrm>
            <a:custGeom>
              <a:avLst/>
              <a:gdLst>
                <a:gd name="connsiteX0" fmla="*/ 24921 w 24920"/>
                <a:gd name="connsiteY0" fmla="*/ 0 h 25535"/>
                <a:gd name="connsiteX1" fmla="*/ 0 w 24920"/>
                <a:gd name="connsiteY1" fmla="*/ 25536 h 25535"/>
                <a:gd name="connsiteX2" fmla="*/ 24921 w 24920"/>
                <a:gd name="connsiteY2" fmla="*/ 25536 h 25535"/>
              </a:gdLst>
              <a:ahLst/>
              <a:cxnLst>
                <a:cxn ang="0">
                  <a:pos x="connsiteX0" y="connsiteY0"/>
                </a:cxn>
                <a:cxn ang="0">
                  <a:pos x="connsiteX1" y="connsiteY1"/>
                </a:cxn>
                <a:cxn ang="0">
                  <a:pos x="connsiteX2" y="connsiteY2"/>
                </a:cxn>
              </a:cxnLst>
              <a:rect l="l" t="t" r="r" b="b"/>
              <a:pathLst>
                <a:path w="24920" h="25535">
                  <a:moveTo>
                    <a:pt x="24921" y="0"/>
                  </a:moveTo>
                  <a:lnTo>
                    <a:pt x="0" y="25536"/>
                  </a:lnTo>
                  <a:lnTo>
                    <a:pt x="24921" y="25536"/>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54" name="Graphic 4">
              <a:extLst>
                <a:ext uri="{FF2B5EF4-FFF2-40B4-BE49-F238E27FC236}">
                  <a16:creationId xmlns:a16="http://schemas.microsoft.com/office/drawing/2014/main" id="{36F5A7F0-F57A-18B0-8BC4-B5399C50C212}"/>
                </a:ext>
              </a:extLst>
            </p:cNvPr>
            <p:cNvSpPr/>
            <p:nvPr/>
          </p:nvSpPr>
          <p:spPr>
            <a:xfrm>
              <a:off x="5242943" y="3482625"/>
              <a:ext cx="24920" cy="24259"/>
            </a:xfrm>
            <a:custGeom>
              <a:avLst/>
              <a:gdLst>
                <a:gd name="connsiteX0" fmla="*/ 0 w 24920"/>
                <a:gd name="connsiteY0" fmla="*/ 24259 h 24259"/>
                <a:gd name="connsiteX1" fmla="*/ 24921 w 24920"/>
                <a:gd name="connsiteY1" fmla="*/ 0 h 24259"/>
                <a:gd name="connsiteX2" fmla="*/ 0 w 24920"/>
                <a:gd name="connsiteY2" fmla="*/ 0 h 24259"/>
              </a:gdLst>
              <a:ahLst/>
              <a:cxnLst>
                <a:cxn ang="0">
                  <a:pos x="connsiteX0" y="connsiteY0"/>
                </a:cxn>
                <a:cxn ang="0">
                  <a:pos x="connsiteX1" y="connsiteY1"/>
                </a:cxn>
                <a:cxn ang="0">
                  <a:pos x="connsiteX2" y="connsiteY2"/>
                </a:cxn>
              </a:cxnLst>
              <a:rect l="l" t="t" r="r" b="b"/>
              <a:pathLst>
                <a:path w="24920" h="24259">
                  <a:moveTo>
                    <a:pt x="0" y="24259"/>
                  </a:moveTo>
                  <a:lnTo>
                    <a:pt x="24921" y="0"/>
                  </a:lnTo>
                  <a:lnTo>
                    <a:pt x="0" y="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55" name="Graphic 4">
              <a:extLst>
                <a:ext uri="{FF2B5EF4-FFF2-40B4-BE49-F238E27FC236}">
                  <a16:creationId xmlns:a16="http://schemas.microsoft.com/office/drawing/2014/main" id="{45D8A8E5-3F3C-D768-49FA-1F134A5E9C7C}"/>
                </a:ext>
              </a:extLst>
            </p:cNvPr>
            <p:cNvSpPr/>
            <p:nvPr/>
          </p:nvSpPr>
          <p:spPr>
            <a:xfrm>
              <a:off x="5242943" y="3482625"/>
              <a:ext cx="66455" cy="67031"/>
            </a:xfrm>
            <a:custGeom>
              <a:avLst/>
              <a:gdLst>
                <a:gd name="connsiteX0" fmla="*/ 42813 w 66455"/>
                <a:gd name="connsiteY0" fmla="*/ 0 h 67031"/>
                <a:gd name="connsiteX1" fmla="*/ 0 w 66455"/>
                <a:gd name="connsiteY1" fmla="*/ 42134 h 67031"/>
                <a:gd name="connsiteX2" fmla="*/ 0 w 66455"/>
                <a:gd name="connsiteY2" fmla="*/ 67032 h 67031"/>
                <a:gd name="connsiteX3" fmla="*/ 66456 w 66455"/>
                <a:gd name="connsiteY3" fmla="*/ 0 h 67031"/>
              </a:gdLst>
              <a:ahLst/>
              <a:cxnLst>
                <a:cxn ang="0">
                  <a:pos x="connsiteX0" y="connsiteY0"/>
                </a:cxn>
                <a:cxn ang="0">
                  <a:pos x="connsiteX1" y="connsiteY1"/>
                </a:cxn>
                <a:cxn ang="0">
                  <a:pos x="connsiteX2" y="connsiteY2"/>
                </a:cxn>
                <a:cxn ang="0">
                  <a:pos x="connsiteX3" y="connsiteY3"/>
                </a:cxn>
              </a:cxnLst>
              <a:rect l="l" t="t" r="r" b="b"/>
              <a:pathLst>
                <a:path w="66455" h="67031">
                  <a:moveTo>
                    <a:pt x="42813" y="0"/>
                  </a:moveTo>
                  <a:lnTo>
                    <a:pt x="0" y="42134"/>
                  </a:lnTo>
                  <a:lnTo>
                    <a:pt x="0" y="67032"/>
                  </a:lnTo>
                  <a:lnTo>
                    <a:pt x="66456" y="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56" name="Graphic 4">
              <a:extLst>
                <a:ext uri="{FF2B5EF4-FFF2-40B4-BE49-F238E27FC236}">
                  <a16:creationId xmlns:a16="http://schemas.microsoft.com/office/drawing/2014/main" id="{3F080AB6-47F9-1349-D974-176D9635EBDD}"/>
                </a:ext>
              </a:extLst>
            </p:cNvPr>
            <p:cNvSpPr/>
            <p:nvPr/>
          </p:nvSpPr>
          <p:spPr>
            <a:xfrm>
              <a:off x="5251250" y="3492201"/>
              <a:ext cx="66455" cy="67031"/>
            </a:xfrm>
            <a:custGeom>
              <a:avLst/>
              <a:gdLst>
                <a:gd name="connsiteX0" fmla="*/ 66456 w 66455"/>
                <a:gd name="connsiteY0" fmla="*/ 23620 h 67031"/>
                <a:gd name="connsiteX1" fmla="*/ 66456 w 66455"/>
                <a:gd name="connsiteY1" fmla="*/ 0 h 67031"/>
                <a:gd name="connsiteX2" fmla="*/ 0 w 66455"/>
                <a:gd name="connsiteY2" fmla="*/ 67032 h 67031"/>
                <a:gd name="connsiteX3" fmla="*/ 23004 w 66455"/>
                <a:gd name="connsiteY3" fmla="*/ 67032 h 67031"/>
              </a:gdLst>
              <a:ahLst/>
              <a:cxnLst>
                <a:cxn ang="0">
                  <a:pos x="connsiteX0" y="connsiteY0"/>
                </a:cxn>
                <a:cxn ang="0">
                  <a:pos x="connsiteX1" y="connsiteY1"/>
                </a:cxn>
                <a:cxn ang="0">
                  <a:pos x="connsiteX2" y="connsiteY2"/>
                </a:cxn>
                <a:cxn ang="0">
                  <a:pos x="connsiteX3" y="connsiteY3"/>
                </a:cxn>
              </a:cxnLst>
              <a:rect l="l" t="t" r="r" b="b"/>
              <a:pathLst>
                <a:path w="66455" h="67031">
                  <a:moveTo>
                    <a:pt x="66456" y="23620"/>
                  </a:moveTo>
                  <a:lnTo>
                    <a:pt x="66456" y="0"/>
                  </a:lnTo>
                  <a:lnTo>
                    <a:pt x="0" y="67032"/>
                  </a:lnTo>
                  <a:lnTo>
                    <a:pt x="23004" y="67032"/>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57" name="Graphic 4">
              <a:extLst>
                <a:ext uri="{FF2B5EF4-FFF2-40B4-BE49-F238E27FC236}">
                  <a16:creationId xmlns:a16="http://schemas.microsoft.com/office/drawing/2014/main" id="{4A87DD23-0A18-73A3-0F53-186DE7729AD1}"/>
                </a:ext>
              </a:extLst>
            </p:cNvPr>
            <p:cNvSpPr/>
            <p:nvPr/>
          </p:nvSpPr>
          <p:spPr>
            <a:xfrm>
              <a:off x="5099808" y="3339623"/>
              <a:ext cx="361670" cy="361333"/>
            </a:xfrm>
            <a:custGeom>
              <a:avLst/>
              <a:gdLst>
                <a:gd name="connsiteX0" fmla="*/ 180836 w 361670"/>
                <a:gd name="connsiteY0" fmla="*/ 0 h 361333"/>
                <a:gd name="connsiteX1" fmla="*/ 0 w 361670"/>
                <a:gd name="connsiteY1" fmla="*/ 180667 h 361333"/>
                <a:gd name="connsiteX2" fmla="*/ 180836 w 361670"/>
                <a:gd name="connsiteY2" fmla="*/ 361333 h 361333"/>
                <a:gd name="connsiteX3" fmla="*/ 361671 w 361670"/>
                <a:gd name="connsiteY3" fmla="*/ 180667 h 361333"/>
                <a:gd name="connsiteX4" fmla="*/ 180836 w 361670"/>
                <a:gd name="connsiteY4" fmla="*/ 0 h 361333"/>
                <a:gd name="connsiteX5" fmla="*/ 276045 w 361670"/>
                <a:gd name="connsiteY5" fmla="*/ 269404 h 361333"/>
                <a:gd name="connsiteX6" fmla="*/ 269655 w 361670"/>
                <a:gd name="connsiteY6" fmla="*/ 275788 h 361333"/>
                <a:gd name="connsiteX7" fmla="*/ 136745 w 361670"/>
                <a:gd name="connsiteY7" fmla="*/ 275788 h 361333"/>
                <a:gd name="connsiteX8" fmla="*/ 130355 w 361670"/>
                <a:gd name="connsiteY8" fmla="*/ 269404 h 361333"/>
                <a:gd name="connsiteX9" fmla="*/ 130355 w 361670"/>
                <a:gd name="connsiteY9" fmla="*/ 232377 h 361333"/>
                <a:gd name="connsiteX10" fmla="*/ 91376 w 361670"/>
                <a:gd name="connsiteY10" fmla="*/ 232377 h 361333"/>
                <a:gd name="connsiteX11" fmla="*/ 84986 w 361670"/>
                <a:gd name="connsiteY11" fmla="*/ 225993 h 361333"/>
                <a:gd name="connsiteX12" fmla="*/ 84986 w 361670"/>
                <a:gd name="connsiteY12" fmla="*/ 93206 h 361333"/>
                <a:gd name="connsiteX13" fmla="*/ 91376 w 361670"/>
                <a:gd name="connsiteY13" fmla="*/ 86822 h 361333"/>
                <a:gd name="connsiteX14" fmla="*/ 224287 w 361670"/>
                <a:gd name="connsiteY14" fmla="*/ 86822 h 361333"/>
                <a:gd name="connsiteX15" fmla="*/ 230677 w 361670"/>
                <a:gd name="connsiteY15" fmla="*/ 93206 h 361333"/>
                <a:gd name="connsiteX16" fmla="*/ 230677 w 361670"/>
                <a:gd name="connsiteY16" fmla="*/ 130233 h 361333"/>
                <a:gd name="connsiteX17" fmla="*/ 269655 w 361670"/>
                <a:gd name="connsiteY17" fmla="*/ 130233 h 361333"/>
                <a:gd name="connsiteX18" fmla="*/ 276045 w 361670"/>
                <a:gd name="connsiteY18" fmla="*/ 136617 h 361333"/>
                <a:gd name="connsiteX19" fmla="*/ 276045 w 361670"/>
                <a:gd name="connsiteY19" fmla="*/ 269404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61670" h="361333">
                  <a:moveTo>
                    <a:pt x="180836" y="0"/>
                  </a:moveTo>
                  <a:cubicBezTo>
                    <a:pt x="80513" y="0"/>
                    <a:pt x="0" y="81077"/>
                    <a:pt x="0" y="180667"/>
                  </a:cubicBezTo>
                  <a:cubicBezTo>
                    <a:pt x="0" y="280895"/>
                    <a:pt x="81152" y="361333"/>
                    <a:pt x="180836" y="361333"/>
                  </a:cubicBezTo>
                  <a:cubicBezTo>
                    <a:pt x="281157" y="361333"/>
                    <a:pt x="361671" y="280257"/>
                    <a:pt x="361671" y="180667"/>
                  </a:cubicBezTo>
                  <a:cubicBezTo>
                    <a:pt x="361671" y="81077"/>
                    <a:pt x="280518" y="0"/>
                    <a:pt x="180836" y="0"/>
                  </a:cubicBezTo>
                  <a:close/>
                  <a:moveTo>
                    <a:pt x="276045" y="269404"/>
                  </a:moveTo>
                  <a:cubicBezTo>
                    <a:pt x="276045" y="273234"/>
                    <a:pt x="273490" y="275788"/>
                    <a:pt x="269655" y="275788"/>
                  </a:cubicBezTo>
                  <a:lnTo>
                    <a:pt x="136745" y="275788"/>
                  </a:lnTo>
                  <a:cubicBezTo>
                    <a:pt x="132911" y="275788"/>
                    <a:pt x="130355" y="273234"/>
                    <a:pt x="130355" y="269404"/>
                  </a:cubicBezTo>
                  <a:lnTo>
                    <a:pt x="130355" y="232377"/>
                  </a:lnTo>
                  <a:lnTo>
                    <a:pt x="91376" y="232377"/>
                  </a:lnTo>
                  <a:cubicBezTo>
                    <a:pt x="87542" y="232377"/>
                    <a:pt x="84986" y="229823"/>
                    <a:pt x="84986" y="225993"/>
                  </a:cubicBezTo>
                  <a:lnTo>
                    <a:pt x="84986" y="93206"/>
                  </a:lnTo>
                  <a:cubicBezTo>
                    <a:pt x="84986" y="89376"/>
                    <a:pt x="87542" y="86822"/>
                    <a:pt x="91376" y="86822"/>
                  </a:cubicBezTo>
                  <a:lnTo>
                    <a:pt x="224287" y="86822"/>
                  </a:lnTo>
                  <a:cubicBezTo>
                    <a:pt x="228121" y="86822"/>
                    <a:pt x="230677" y="89376"/>
                    <a:pt x="230677" y="93206"/>
                  </a:cubicBezTo>
                  <a:lnTo>
                    <a:pt x="230677" y="130233"/>
                  </a:lnTo>
                  <a:lnTo>
                    <a:pt x="269655" y="130233"/>
                  </a:lnTo>
                  <a:cubicBezTo>
                    <a:pt x="273490" y="130233"/>
                    <a:pt x="276045" y="132787"/>
                    <a:pt x="276045" y="136617"/>
                  </a:cubicBezTo>
                  <a:lnTo>
                    <a:pt x="276045" y="26940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58" name="Graphic 4">
              <a:extLst>
                <a:ext uri="{FF2B5EF4-FFF2-40B4-BE49-F238E27FC236}">
                  <a16:creationId xmlns:a16="http://schemas.microsoft.com/office/drawing/2014/main" id="{49AF5D59-4C2E-BC01-D349-6119EDBB8FB2}"/>
                </a:ext>
              </a:extLst>
            </p:cNvPr>
            <p:cNvSpPr/>
            <p:nvPr/>
          </p:nvSpPr>
          <p:spPr>
            <a:xfrm>
              <a:off x="5197574" y="3439213"/>
              <a:ext cx="120130" cy="120019"/>
            </a:xfrm>
            <a:custGeom>
              <a:avLst/>
              <a:gdLst>
                <a:gd name="connsiteX0" fmla="*/ 38978 w 120130"/>
                <a:gd name="connsiteY0" fmla="*/ 30643 h 120019"/>
                <a:gd name="connsiteX1" fmla="*/ 120131 w 120130"/>
                <a:gd name="connsiteY1" fmla="*/ 30643 h 120019"/>
                <a:gd name="connsiteX2" fmla="*/ 120131 w 120130"/>
                <a:gd name="connsiteY2" fmla="*/ 0 h 120019"/>
                <a:gd name="connsiteX3" fmla="*/ 0 w 120130"/>
                <a:gd name="connsiteY3" fmla="*/ 0 h 120019"/>
                <a:gd name="connsiteX4" fmla="*/ 0 w 120130"/>
                <a:gd name="connsiteY4" fmla="*/ 120019 h 120019"/>
                <a:gd name="connsiteX5" fmla="*/ 32589 w 120130"/>
                <a:gd name="connsiteY5" fmla="*/ 120019 h 120019"/>
                <a:gd name="connsiteX6" fmla="*/ 32589 w 120130"/>
                <a:gd name="connsiteY6" fmla="*/ 37027 h 120019"/>
                <a:gd name="connsiteX7" fmla="*/ 38978 w 120130"/>
                <a:gd name="connsiteY7" fmla="*/ 30643 h 120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0130" h="120019">
                  <a:moveTo>
                    <a:pt x="38978" y="30643"/>
                  </a:moveTo>
                  <a:lnTo>
                    <a:pt x="120131" y="30643"/>
                  </a:lnTo>
                  <a:lnTo>
                    <a:pt x="120131" y="0"/>
                  </a:lnTo>
                  <a:lnTo>
                    <a:pt x="0" y="0"/>
                  </a:lnTo>
                  <a:lnTo>
                    <a:pt x="0" y="120019"/>
                  </a:lnTo>
                  <a:lnTo>
                    <a:pt x="32589" y="120019"/>
                  </a:lnTo>
                  <a:lnTo>
                    <a:pt x="32589" y="37027"/>
                  </a:lnTo>
                  <a:cubicBezTo>
                    <a:pt x="32589" y="33197"/>
                    <a:pt x="35145" y="30643"/>
                    <a:pt x="38978" y="30643"/>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59" name="Graphic 4">
              <a:extLst>
                <a:ext uri="{FF2B5EF4-FFF2-40B4-BE49-F238E27FC236}">
                  <a16:creationId xmlns:a16="http://schemas.microsoft.com/office/drawing/2014/main" id="{69BDBE1A-0C70-9160-DD66-382957B5F7E5}"/>
                </a:ext>
              </a:extLst>
            </p:cNvPr>
            <p:cNvSpPr/>
            <p:nvPr/>
          </p:nvSpPr>
          <p:spPr>
            <a:xfrm>
              <a:off x="5242943" y="3482625"/>
              <a:ext cx="120130" cy="120018"/>
            </a:xfrm>
            <a:custGeom>
              <a:avLst/>
              <a:gdLst>
                <a:gd name="connsiteX0" fmla="*/ 87542 w 120130"/>
                <a:gd name="connsiteY0" fmla="*/ 82992 h 120018"/>
                <a:gd name="connsiteX1" fmla="*/ 81152 w 120130"/>
                <a:gd name="connsiteY1" fmla="*/ 89376 h 120018"/>
                <a:gd name="connsiteX2" fmla="*/ 0 w 120130"/>
                <a:gd name="connsiteY2" fmla="*/ 89376 h 120018"/>
                <a:gd name="connsiteX3" fmla="*/ 0 w 120130"/>
                <a:gd name="connsiteY3" fmla="*/ 120019 h 120018"/>
                <a:gd name="connsiteX4" fmla="*/ 120131 w 120130"/>
                <a:gd name="connsiteY4" fmla="*/ 120019 h 120018"/>
                <a:gd name="connsiteX5" fmla="*/ 120131 w 120130"/>
                <a:gd name="connsiteY5" fmla="*/ 0 h 120018"/>
                <a:gd name="connsiteX6" fmla="*/ 87542 w 120130"/>
                <a:gd name="connsiteY6" fmla="*/ 0 h 120018"/>
                <a:gd name="connsiteX7" fmla="*/ 87542 w 120130"/>
                <a:gd name="connsiteY7" fmla="*/ 82992 h 120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0130" h="120018">
                  <a:moveTo>
                    <a:pt x="87542" y="82992"/>
                  </a:moveTo>
                  <a:cubicBezTo>
                    <a:pt x="87542" y="86822"/>
                    <a:pt x="84986" y="89376"/>
                    <a:pt x="81152" y="89376"/>
                  </a:cubicBezTo>
                  <a:lnTo>
                    <a:pt x="0" y="89376"/>
                  </a:lnTo>
                  <a:lnTo>
                    <a:pt x="0" y="120019"/>
                  </a:lnTo>
                  <a:lnTo>
                    <a:pt x="120131" y="120019"/>
                  </a:lnTo>
                  <a:lnTo>
                    <a:pt x="120131" y="0"/>
                  </a:lnTo>
                  <a:lnTo>
                    <a:pt x="87542" y="0"/>
                  </a:lnTo>
                  <a:lnTo>
                    <a:pt x="87542" y="82992"/>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sp>
        <p:nvSpPr>
          <p:cNvPr id="60" name="Rectangle 59">
            <a:extLst>
              <a:ext uri="{FF2B5EF4-FFF2-40B4-BE49-F238E27FC236}">
                <a16:creationId xmlns:a16="http://schemas.microsoft.com/office/drawing/2014/main" id="{E76A91B9-9D22-FA3C-C134-CD835BD0C5C9}"/>
              </a:ext>
            </a:extLst>
          </p:cNvPr>
          <p:cNvSpPr/>
          <p:nvPr/>
        </p:nvSpPr>
        <p:spPr bwMode="gray">
          <a:xfrm>
            <a:off x="3570374" y="967357"/>
            <a:ext cx="8140290" cy="5187238"/>
          </a:xfrm>
          <a:prstGeom prst="rect">
            <a:avLst/>
          </a:prstGeom>
          <a:solidFill>
            <a:schemeClr val="bg1"/>
          </a:solidFill>
          <a:ln w="19050" algn="ctr">
            <a:noFill/>
            <a:miter lim="800000"/>
            <a:headEnd/>
            <a:tailEnd/>
          </a:ln>
          <a:effectLst>
            <a:outerShdw blurRad="50800" dist="38100" dir="5400000" algn="t" rotWithShape="0">
              <a:prstClr val="black">
                <a:alpha val="40000"/>
              </a:prstClr>
            </a:outerShdw>
          </a:effectLst>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000" b="1" i="0" u="none" strike="noStrike" kern="0" cap="none" spc="0" normalizeH="0" baseline="0" noProof="0">
              <a:ln>
                <a:noFill/>
              </a:ln>
              <a:solidFill>
                <a:prstClr val="white"/>
              </a:solidFill>
              <a:effectLst/>
              <a:uLnTx/>
              <a:uFillTx/>
              <a:latin typeface="Calibri"/>
              <a:ea typeface="+mn-ea"/>
              <a:cs typeface="+mn-cs"/>
            </a:endParaRPr>
          </a:p>
        </p:txBody>
      </p:sp>
      <p:sp>
        <p:nvSpPr>
          <p:cNvPr id="61" name="Rectangle 60">
            <a:extLst>
              <a:ext uri="{FF2B5EF4-FFF2-40B4-BE49-F238E27FC236}">
                <a16:creationId xmlns:a16="http://schemas.microsoft.com/office/drawing/2014/main" id="{C7878CAA-FE50-A4DE-5D8A-817E7ECA5F9E}"/>
              </a:ext>
            </a:extLst>
          </p:cNvPr>
          <p:cNvSpPr/>
          <p:nvPr/>
        </p:nvSpPr>
        <p:spPr bwMode="gray">
          <a:xfrm>
            <a:off x="3801056" y="1073250"/>
            <a:ext cx="7737801" cy="339007"/>
          </a:xfrm>
          <a:prstGeom prst="rect">
            <a:avLst/>
          </a:prstGeom>
          <a:solidFill>
            <a:schemeClr val="accent4"/>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Arial" panose="020B0604020202020204" pitchFamily="34" charset="0"/>
                <a:ea typeface="Verdana" panose="020B0604030504040204" pitchFamily="34" charset="0"/>
                <a:cs typeface="Arial" panose="020B0604020202020204" pitchFamily="34" charset="0"/>
              </a:rPr>
              <a:t> </a:t>
            </a:r>
            <a:r>
              <a:rPr kumimoji="0" lang="en-US" sz="1400" b="0" i="0" u="none" strike="noStrike" kern="1200" cap="none" spc="0" normalizeH="0" baseline="0" noProof="0">
                <a:ln>
                  <a:noFill/>
                </a:ln>
                <a:solidFill>
                  <a:prstClr val="white"/>
                </a:solidFill>
                <a:effectLst/>
                <a:uLnTx/>
                <a:uFillTx/>
                <a:latin typeface="Arial" panose="020B0604020202020204" pitchFamily="34" charset="0"/>
                <a:ea typeface="Verdana" panose="020B0604030504040204" pitchFamily="34" charset="0"/>
                <a:cs typeface="Arial" panose="020B0604020202020204" pitchFamily="34" charset="0"/>
              </a:rPr>
              <a:t>Information Required</a:t>
            </a:r>
            <a:endParaRPr kumimoji="0" lang="en-GB" sz="1400" b="0" i="0" u="none" strike="noStrike" kern="1200" cap="none" spc="0" normalizeH="0" baseline="0" noProof="0">
              <a:ln>
                <a:noFill/>
              </a:ln>
              <a:solidFill>
                <a:prstClr val="white"/>
              </a:solidFill>
              <a:effectLst/>
              <a:uLnTx/>
              <a:uFillTx/>
              <a:latin typeface="Arial" panose="020B0604020202020204" pitchFamily="34" charset="0"/>
              <a:ea typeface="Verdana" panose="020B0604030504040204" pitchFamily="34" charset="0"/>
              <a:cs typeface="Arial" panose="020B0604020202020204" pitchFamily="34" charset="0"/>
            </a:endParaRPr>
          </a:p>
        </p:txBody>
      </p:sp>
      <p:grpSp>
        <p:nvGrpSpPr>
          <p:cNvPr id="62" name="Group 61">
            <a:extLst>
              <a:ext uri="{FF2B5EF4-FFF2-40B4-BE49-F238E27FC236}">
                <a16:creationId xmlns:a16="http://schemas.microsoft.com/office/drawing/2014/main" id="{969A87D5-35D8-532C-16B6-8CC830E9FD08}"/>
              </a:ext>
            </a:extLst>
          </p:cNvPr>
          <p:cNvGrpSpPr/>
          <p:nvPr/>
        </p:nvGrpSpPr>
        <p:grpSpPr>
          <a:xfrm>
            <a:off x="5547910" y="1127573"/>
            <a:ext cx="274286" cy="274292"/>
            <a:chOff x="8258262" y="1851625"/>
            <a:chExt cx="313568" cy="313273"/>
          </a:xfrm>
          <a:solidFill>
            <a:schemeClr val="bg1"/>
          </a:solidFill>
        </p:grpSpPr>
        <p:sp>
          <p:nvSpPr>
            <p:cNvPr id="63" name="Graphic 4">
              <a:extLst>
                <a:ext uri="{FF2B5EF4-FFF2-40B4-BE49-F238E27FC236}">
                  <a16:creationId xmlns:a16="http://schemas.microsoft.com/office/drawing/2014/main" id="{ACA38FB3-9F54-BE11-7EFC-7C781D96FCDF}"/>
                </a:ext>
              </a:extLst>
            </p:cNvPr>
            <p:cNvSpPr/>
            <p:nvPr/>
          </p:nvSpPr>
          <p:spPr>
            <a:xfrm>
              <a:off x="8391541" y="2078154"/>
              <a:ext cx="4423" cy="4420"/>
            </a:xfrm>
            <a:custGeom>
              <a:avLst/>
              <a:gdLst>
                <a:gd name="connsiteX0" fmla="*/ 2556 w 5111"/>
                <a:gd name="connsiteY0" fmla="*/ 5107 h 5107"/>
                <a:gd name="connsiteX1" fmla="*/ 5112 w 5111"/>
                <a:gd name="connsiteY1" fmla="*/ 2554 h 5107"/>
                <a:gd name="connsiteX2" fmla="*/ 2556 w 5111"/>
                <a:gd name="connsiteY2" fmla="*/ 0 h 5107"/>
                <a:gd name="connsiteX3" fmla="*/ 0 w 5111"/>
                <a:gd name="connsiteY3" fmla="*/ 2554 h 5107"/>
                <a:gd name="connsiteX4" fmla="*/ 2556 w 5111"/>
                <a:gd name="connsiteY4" fmla="*/ 5107 h 5107"/>
                <a:gd name="connsiteX5" fmla="*/ 2556 w 5111"/>
                <a:gd name="connsiteY5" fmla="*/ 5107 h 5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11" h="5107">
                  <a:moveTo>
                    <a:pt x="2556" y="5107"/>
                  </a:moveTo>
                  <a:cubicBezTo>
                    <a:pt x="3834" y="5107"/>
                    <a:pt x="5112" y="3830"/>
                    <a:pt x="5112" y="2554"/>
                  </a:cubicBezTo>
                  <a:cubicBezTo>
                    <a:pt x="5112" y="1277"/>
                    <a:pt x="3834" y="0"/>
                    <a:pt x="2556" y="0"/>
                  </a:cubicBezTo>
                  <a:cubicBezTo>
                    <a:pt x="1278" y="0"/>
                    <a:pt x="0" y="1277"/>
                    <a:pt x="0" y="2554"/>
                  </a:cubicBezTo>
                  <a:cubicBezTo>
                    <a:pt x="0" y="3830"/>
                    <a:pt x="1278" y="5107"/>
                    <a:pt x="2556" y="5107"/>
                  </a:cubicBezTo>
                  <a:lnTo>
                    <a:pt x="2556" y="5107"/>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4" name="Graphic 4">
              <a:extLst>
                <a:ext uri="{FF2B5EF4-FFF2-40B4-BE49-F238E27FC236}">
                  <a16:creationId xmlns:a16="http://schemas.microsoft.com/office/drawing/2014/main" id="{663FA049-3516-25A4-7AB2-7A1A8C742D52}"/>
                </a:ext>
              </a:extLst>
            </p:cNvPr>
            <p:cNvSpPr/>
            <p:nvPr/>
          </p:nvSpPr>
          <p:spPr>
            <a:xfrm>
              <a:off x="8403155" y="2005775"/>
              <a:ext cx="4568" cy="4420"/>
            </a:xfrm>
            <a:custGeom>
              <a:avLst/>
              <a:gdLst>
                <a:gd name="connsiteX0" fmla="*/ 2556 w 5278"/>
                <a:gd name="connsiteY0" fmla="*/ 0 h 5107"/>
                <a:gd name="connsiteX1" fmla="*/ 0 w 5278"/>
                <a:gd name="connsiteY1" fmla="*/ 2554 h 5107"/>
                <a:gd name="connsiteX2" fmla="*/ 2556 w 5278"/>
                <a:gd name="connsiteY2" fmla="*/ 5107 h 5107"/>
                <a:gd name="connsiteX3" fmla="*/ 5112 w 5278"/>
                <a:gd name="connsiteY3" fmla="*/ 2554 h 5107"/>
                <a:gd name="connsiteX4" fmla="*/ 2556 w 5278"/>
                <a:gd name="connsiteY4" fmla="*/ 0 h 5107"/>
                <a:gd name="connsiteX5" fmla="*/ 2556 w 5278"/>
                <a:gd name="connsiteY5" fmla="*/ 0 h 5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8" h="5107">
                  <a:moveTo>
                    <a:pt x="2556" y="0"/>
                  </a:moveTo>
                  <a:cubicBezTo>
                    <a:pt x="1278" y="0"/>
                    <a:pt x="0" y="1277"/>
                    <a:pt x="0" y="2554"/>
                  </a:cubicBezTo>
                  <a:cubicBezTo>
                    <a:pt x="0" y="3830"/>
                    <a:pt x="1278" y="5107"/>
                    <a:pt x="2556" y="5107"/>
                  </a:cubicBezTo>
                  <a:cubicBezTo>
                    <a:pt x="3834" y="5107"/>
                    <a:pt x="5112" y="3830"/>
                    <a:pt x="5112" y="2554"/>
                  </a:cubicBezTo>
                  <a:cubicBezTo>
                    <a:pt x="5751" y="1277"/>
                    <a:pt x="4473" y="0"/>
                    <a:pt x="2556" y="0"/>
                  </a:cubicBezTo>
                  <a:lnTo>
                    <a:pt x="2556" y="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5" name="Graphic 4">
              <a:extLst>
                <a:ext uri="{FF2B5EF4-FFF2-40B4-BE49-F238E27FC236}">
                  <a16:creationId xmlns:a16="http://schemas.microsoft.com/office/drawing/2014/main" id="{A37F5CC6-DB2E-B5AD-36D8-6613DC44A4D1}"/>
                </a:ext>
              </a:extLst>
            </p:cNvPr>
            <p:cNvSpPr/>
            <p:nvPr/>
          </p:nvSpPr>
          <p:spPr>
            <a:xfrm>
              <a:off x="8422920" y="2006328"/>
              <a:ext cx="4568" cy="4420"/>
            </a:xfrm>
            <a:custGeom>
              <a:avLst/>
              <a:gdLst>
                <a:gd name="connsiteX0" fmla="*/ 2722 w 5278"/>
                <a:gd name="connsiteY0" fmla="*/ 5107 h 5107"/>
                <a:gd name="connsiteX1" fmla="*/ 5278 w 5278"/>
                <a:gd name="connsiteY1" fmla="*/ 2554 h 5107"/>
                <a:gd name="connsiteX2" fmla="*/ 2722 w 5278"/>
                <a:gd name="connsiteY2" fmla="*/ 0 h 5107"/>
                <a:gd name="connsiteX3" fmla="*/ 2722 w 5278"/>
                <a:gd name="connsiteY3" fmla="*/ 0 h 5107"/>
                <a:gd name="connsiteX4" fmla="*/ 166 w 5278"/>
                <a:gd name="connsiteY4" fmla="*/ 2554 h 5107"/>
                <a:gd name="connsiteX5" fmla="*/ 2722 w 5278"/>
                <a:gd name="connsiteY5" fmla="*/ 5107 h 5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8" h="5107">
                  <a:moveTo>
                    <a:pt x="2722" y="5107"/>
                  </a:moveTo>
                  <a:cubicBezTo>
                    <a:pt x="4000" y="5107"/>
                    <a:pt x="5278" y="3830"/>
                    <a:pt x="5278" y="2554"/>
                  </a:cubicBezTo>
                  <a:cubicBezTo>
                    <a:pt x="5278" y="1277"/>
                    <a:pt x="4000" y="0"/>
                    <a:pt x="2722" y="0"/>
                  </a:cubicBezTo>
                  <a:lnTo>
                    <a:pt x="2722" y="0"/>
                  </a:lnTo>
                  <a:cubicBezTo>
                    <a:pt x="1444" y="0"/>
                    <a:pt x="166" y="1277"/>
                    <a:pt x="166" y="2554"/>
                  </a:cubicBezTo>
                  <a:cubicBezTo>
                    <a:pt x="-473" y="3830"/>
                    <a:pt x="805" y="5107"/>
                    <a:pt x="2722" y="5107"/>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6" name="Graphic 4">
              <a:extLst>
                <a:ext uri="{FF2B5EF4-FFF2-40B4-BE49-F238E27FC236}">
                  <a16:creationId xmlns:a16="http://schemas.microsoft.com/office/drawing/2014/main" id="{8EF247AE-2C33-5BD0-4570-647ADD304383}"/>
                </a:ext>
              </a:extLst>
            </p:cNvPr>
            <p:cNvSpPr/>
            <p:nvPr/>
          </p:nvSpPr>
          <p:spPr>
            <a:xfrm>
              <a:off x="8413110" y="2078154"/>
              <a:ext cx="4423" cy="4420"/>
            </a:xfrm>
            <a:custGeom>
              <a:avLst/>
              <a:gdLst>
                <a:gd name="connsiteX0" fmla="*/ 2556 w 5111"/>
                <a:gd name="connsiteY0" fmla="*/ 5107 h 5107"/>
                <a:gd name="connsiteX1" fmla="*/ 5112 w 5111"/>
                <a:gd name="connsiteY1" fmla="*/ 2554 h 5107"/>
                <a:gd name="connsiteX2" fmla="*/ 2556 w 5111"/>
                <a:gd name="connsiteY2" fmla="*/ 0 h 5107"/>
                <a:gd name="connsiteX3" fmla="*/ 0 w 5111"/>
                <a:gd name="connsiteY3" fmla="*/ 2554 h 5107"/>
                <a:gd name="connsiteX4" fmla="*/ 2556 w 5111"/>
                <a:gd name="connsiteY4" fmla="*/ 5107 h 5107"/>
                <a:gd name="connsiteX5" fmla="*/ 2556 w 5111"/>
                <a:gd name="connsiteY5" fmla="*/ 5107 h 5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11" h="5107">
                  <a:moveTo>
                    <a:pt x="2556" y="5107"/>
                  </a:moveTo>
                  <a:cubicBezTo>
                    <a:pt x="3834" y="5107"/>
                    <a:pt x="5112" y="3830"/>
                    <a:pt x="5112" y="2554"/>
                  </a:cubicBezTo>
                  <a:cubicBezTo>
                    <a:pt x="5112" y="1277"/>
                    <a:pt x="3834" y="0"/>
                    <a:pt x="2556" y="0"/>
                  </a:cubicBezTo>
                  <a:cubicBezTo>
                    <a:pt x="1278" y="0"/>
                    <a:pt x="0" y="1277"/>
                    <a:pt x="0" y="2554"/>
                  </a:cubicBezTo>
                  <a:cubicBezTo>
                    <a:pt x="0" y="3830"/>
                    <a:pt x="1278" y="5107"/>
                    <a:pt x="2556" y="5107"/>
                  </a:cubicBezTo>
                  <a:lnTo>
                    <a:pt x="2556" y="5107"/>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7" name="Graphic 4">
              <a:extLst>
                <a:ext uri="{FF2B5EF4-FFF2-40B4-BE49-F238E27FC236}">
                  <a16:creationId xmlns:a16="http://schemas.microsoft.com/office/drawing/2014/main" id="{23389830-09BE-A108-18CB-88134FF43468}"/>
                </a:ext>
              </a:extLst>
            </p:cNvPr>
            <p:cNvSpPr/>
            <p:nvPr/>
          </p:nvSpPr>
          <p:spPr>
            <a:xfrm>
              <a:off x="8434677" y="2078154"/>
              <a:ext cx="4424" cy="4420"/>
            </a:xfrm>
            <a:custGeom>
              <a:avLst/>
              <a:gdLst>
                <a:gd name="connsiteX0" fmla="*/ 2556 w 5112"/>
                <a:gd name="connsiteY0" fmla="*/ 5107 h 5107"/>
                <a:gd name="connsiteX1" fmla="*/ 5112 w 5112"/>
                <a:gd name="connsiteY1" fmla="*/ 2554 h 5107"/>
                <a:gd name="connsiteX2" fmla="*/ 2556 w 5112"/>
                <a:gd name="connsiteY2" fmla="*/ 0 h 5107"/>
                <a:gd name="connsiteX3" fmla="*/ 0 w 5112"/>
                <a:gd name="connsiteY3" fmla="*/ 2554 h 5107"/>
                <a:gd name="connsiteX4" fmla="*/ 2556 w 5112"/>
                <a:gd name="connsiteY4" fmla="*/ 5107 h 5107"/>
                <a:gd name="connsiteX5" fmla="*/ 2556 w 5112"/>
                <a:gd name="connsiteY5" fmla="*/ 5107 h 5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12" h="5107">
                  <a:moveTo>
                    <a:pt x="2556" y="5107"/>
                  </a:moveTo>
                  <a:cubicBezTo>
                    <a:pt x="3834" y="5107"/>
                    <a:pt x="5112" y="3830"/>
                    <a:pt x="5112" y="2554"/>
                  </a:cubicBezTo>
                  <a:cubicBezTo>
                    <a:pt x="5112" y="1277"/>
                    <a:pt x="3834" y="0"/>
                    <a:pt x="2556" y="0"/>
                  </a:cubicBezTo>
                  <a:cubicBezTo>
                    <a:pt x="1278" y="0"/>
                    <a:pt x="0" y="1277"/>
                    <a:pt x="0" y="2554"/>
                  </a:cubicBezTo>
                  <a:cubicBezTo>
                    <a:pt x="0" y="3830"/>
                    <a:pt x="1278" y="5107"/>
                    <a:pt x="2556" y="5107"/>
                  </a:cubicBezTo>
                  <a:lnTo>
                    <a:pt x="2556" y="5107"/>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8" name="Graphic 4">
              <a:extLst>
                <a:ext uri="{FF2B5EF4-FFF2-40B4-BE49-F238E27FC236}">
                  <a16:creationId xmlns:a16="http://schemas.microsoft.com/office/drawing/2014/main" id="{CC21EF63-E428-D7F4-4F11-3A5569FADD9B}"/>
                </a:ext>
              </a:extLst>
            </p:cNvPr>
            <p:cNvSpPr/>
            <p:nvPr/>
          </p:nvSpPr>
          <p:spPr>
            <a:xfrm>
              <a:off x="8376610" y="2061027"/>
              <a:ext cx="77423" cy="37571"/>
            </a:xfrm>
            <a:custGeom>
              <a:avLst/>
              <a:gdLst>
                <a:gd name="connsiteX0" fmla="*/ 0 w 89459"/>
                <a:gd name="connsiteY0" fmla="*/ 43411 h 43411"/>
                <a:gd name="connsiteX1" fmla="*/ 89459 w 89459"/>
                <a:gd name="connsiteY1" fmla="*/ 43411 h 43411"/>
                <a:gd name="connsiteX2" fmla="*/ 89459 w 89459"/>
                <a:gd name="connsiteY2" fmla="*/ 0 h 43411"/>
                <a:gd name="connsiteX3" fmla="*/ 0 w 89459"/>
                <a:gd name="connsiteY3" fmla="*/ 0 h 43411"/>
                <a:gd name="connsiteX4" fmla="*/ 0 w 89459"/>
                <a:gd name="connsiteY4" fmla="*/ 43411 h 43411"/>
                <a:gd name="connsiteX5" fmla="*/ 69650 w 89459"/>
                <a:gd name="connsiteY5" fmla="*/ 11491 h 43411"/>
                <a:gd name="connsiteX6" fmla="*/ 78596 w 89459"/>
                <a:gd name="connsiteY6" fmla="*/ 22344 h 43411"/>
                <a:gd name="connsiteX7" fmla="*/ 69650 w 89459"/>
                <a:gd name="connsiteY7" fmla="*/ 31281 h 43411"/>
                <a:gd name="connsiteX8" fmla="*/ 58788 w 89459"/>
                <a:gd name="connsiteY8" fmla="*/ 22344 h 43411"/>
                <a:gd name="connsiteX9" fmla="*/ 67733 w 89459"/>
                <a:gd name="connsiteY9" fmla="*/ 11491 h 43411"/>
                <a:gd name="connsiteX10" fmla="*/ 69650 w 89459"/>
                <a:gd name="connsiteY10" fmla="*/ 11491 h 43411"/>
                <a:gd name="connsiteX11" fmla="*/ 44730 w 89459"/>
                <a:gd name="connsiteY11" fmla="*/ 11491 h 43411"/>
                <a:gd name="connsiteX12" fmla="*/ 53675 w 89459"/>
                <a:gd name="connsiteY12" fmla="*/ 22344 h 43411"/>
                <a:gd name="connsiteX13" fmla="*/ 44730 w 89459"/>
                <a:gd name="connsiteY13" fmla="*/ 31281 h 43411"/>
                <a:gd name="connsiteX14" fmla="*/ 33867 w 89459"/>
                <a:gd name="connsiteY14" fmla="*/ 22344 h 43411"/>
                <a:gd name="connsiteX15" fmla="*/ 42813 w 89459"/>
                <a:gd name="connsiteY15" fmla="*/ 11491 h 43411"/>
                <a:gd name="connsiteX16" fmla="*/ 44730 w 89459"/>
                <a:gd name="connsiteY16" fmla="*/ 11491 h 43411"/>
                <a:gd name="connsiteX17" fmla="*/ 19809 w 89459"/>
                <a:gd name="connsiteY17" fmla="*/ 12130 h 43411"/>
                <a:gd name="connsiteX18" fmla="*/ 30033 w 89459"/>
                <a:gd name="connsiteY18" fmla="*/ 22344 h 43411"/>
                <a:gd name="connsiteX19" fmla="*/ 19809 w 89459"/>
                <a:gd name="connsiteY19" fmla="*/ 32558 h 43411"/>
                <a:gd name="connsiteX20" fmla="*/ 9585 w 89459"/>
                <a:gd name="connsiteY20" fmla="*/ 22344 h 43411"/>
                <a:gd name="connsiteX21" fmla="*/ 9585 w 89459"/>
                <a:gd name="connsiteY21" fmla="*/ 22344 h 43411"/>
                <a:gd name="connsiteX22" fmla="*/ 19809 w 89459"/>
                <a:gd name="connsiteY22" fmla="*/ 12130 h 43411"/>
                <a:gd name="connsiteX23" fmla="*/ 19809 w 89459"/>
                <a:gd name="connsiteY23" fmla="*/ 12130 h 43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9459" h="43411">
                  <a:moveTo>
                    <a:pt x="0" y="43411"/>
                  </a:moveTo>
                  <a:lnTo>
                    <a:pt x="89459" y="43411"/>
                  </a:lnTo>
                  <a:lnTo>
                    <a:pt x="89459" y="0"/>
                  </a:lnTo>
                  <a:lnTo>
                    <a:pt x="0" y="0"/>
                  </a:lnTo>
                  <a:lnTo>
                    <a:pt x="0" y="43411"/>
                  </a:lnTo>
                  <a:close/>
                  <a:moveTo>
                    <a:pt x="69650" y="11491"/>
                  </a:moveTo>
                  <a:cubicBezTo>
                    <a:pt x="75401" y="12130"/>
                    <a:pt x="79235" y="16598"/>
                    <a:pt x="78596" y="22344"/>
                  </a:cubicBezTo>
                  <a:cubicBezTo>
                    <a:pt x="77957" y="27451"/>
                    <a:pt x="74123" y="31281"/>
                    <a:pt x="69650" y="31281"/>
                  </a:cubicBezTo>
                  <a:cubicBezTo>
                    <a:pt x="63899" y="31920"/>
                    <a:pt x="59427" y="27451"/>
                    <a:pt x="58788" y="22344"/>
                  </a:cubicBezTo>
                  <a:cubicBezTo>
                    <a:pt x="58148" y="16598"/>
                    <a:pt x="62622" y="12130"/>
                    <a:pt x="67733" y="11491"/>
                  </a:cubicBezTo>
                  <a:cubicBezTo>
                    <a:pt x="68372" y="11491"/>
                    <a:pt x="69011" y="11491"/>
                    <a:pt x="69650" y="11491"/>
                  </a:cubicBezTo>
                  <a:close/>
                  <a:moveTo>
                    <a:pt x="44730" y="11491"/>
                  </a:moveTo>
                  <a:cubicBezTo>
                    <a:pt x="50480" y="12130"/>
                    <a:pt x="54314" y="16598"/>
                    <a:pt x="53675" y="22344"/>
                  </a:cubicBezTo>
                  <a:cubicBezTo>
                    <a:pt x="53037" y="27451"/>
                    <a:pt x="49203" y="31281"/>
                    <a:pt x="44730" y="31281"/>
                  </a:cubicBezTo>
                  <a:cubicBezTo>
                    <a:pt x="38979" y="31920"/>
                    <a:pt x="34506" y="27451"/>
                    <a:pt x="33867" y="22344"/>
                  </a:cubicBezTo>
                  <a:cubicBezTo>
                    <a:pt x="33228" y="16598"/>
                    <a:pt x="37701" y="12130"/>
                    <a:pt x="42813" y="11491"/>
                  </a:cubicBezTo>
                  <a:cubicBezTo>
                    <a:pt x="44091" y="11491"/>
                    <a:pt x="44091" y="11491"/>
                    <a:pt x="44730" y="11491"/>
                  </a:cubicBezTo>
                  <a:close/>
                  <a:moveTo>
                    <a:pt x="19809" y="12130"/>
                  </a:moveTo>
                  <a:cubicBezTo>
                    <a:pt x="25560" y="12130"/>
                    <a:pt x="30033" y="16598"/>
                    <a:pt x="30033" y="22344"/>
                  </a:cubicBezTo>
                  <a:cubicBezTo>
                    <a:pt x="30033" y="28089"/>
                    <a:pt x="25560" y="32558"/>
                    <a:pt x="19809" y="32558"/>
                  </a:cubicBezTo>
                  <a:cubicBezTo>
                    <a:pt x="14058" y="32558"/>
                    <a:pt x="9585" y="28089"/>
                    <a:pt x="9585" y="22344"/>
                  </a:cubicBezTo>
                  <a:cubicBezTo>
                    <a:pt x="9585" y="22344"/>
                    <a:pt x="9585" y="22344"/>
                    <a:pt x="9585" y="22344"/>
                  </a:cubicBezTo>
                  <a:cubicBezTo>
                    <a:pt x="9585" y="16598"/>
                    <a:pt x="14058" y="12130"/>
                    <a:pt x="19809" y="12130"/>
                  </a:cubicBezTo>
                  <a:cubicBezTo>
                    <a:pt x="19809" y="12130"/>
                    <a:pt x="19809" y="12130"/>
                    <a:pt x="19809" y="1213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9" name="Graphic 4">
              <a:extLst>
                <a:ext uri="{FF2B5EF4-FFF2-40B4-BE49-F238E27FC236}">
                  <a16:creationId xmlns:a16="http://schemas.microsoft.com/office/drawing/2014/main" id="{09C06580-5B65-429B-9493-DBD0AFF90E51}"/>
                </a:ext>
              </a:extLst>
            </p:cNvPr>
            <p:cNvSpPr/>
            <p:nvPr/>
          </p:nvSpPr>
          <p:spPr>
            <a:xfrm>
              <a:off x="8376610" y="1917373"/>
              <a:ext cx="77423" cy="37571"/>
            </a:xfrm>
            <a:custGeom>
              <a:avLst/>
              <a:gdLst>
                <a:gd name="connsiteX0" fmla="*/ 0 w 89459"/>
                <a:gd name="connsiteY0" fmla="*/ 43411 h 43411"/>
                <a:gd name="connsiteX1" fmla="*/ 89459 w 89459"/>
                <a:gd name="connsiteY1" fmla="*/ 43411 h 43411"/>
                <a:gd name="connsiteX2" fmla="*/ 89459 w 89459"/>
                <a:gd name="connsiteY2" fmla="*/ 0 h 43411"/>
                <a:gd name="connsiteX3" fmla="*/ 0 w 89459"/>
                <a:gd name="connsiteY3" fmla="*/ 0 h 43411"/>
                <a:gd name="connsiteX4" fmla="*/ 0 w 89459"/>
                <a:gd name="connsiteY4" fmla="*/ 43411 h 43411"/>
                <a:gd name="connsiteX5" fmla="*/ 44730 w 89459"/>
                <a:gd name="connsiteY5" fmla="*/ 11491 h 43411"/>
                <a:gd name="connsiteX6" fmla="*/ 54954 w 89459"/>
                <a:gd name="connsiteY6" fmla="*/ 21706 h 43411"/>
                <a:gd name="connsiteX7" fmla="*/ 44730 w 89459"/>
                <a:gd name="connsiteY7" fmla="*/ 31920 h 43411"/>
                <a:gd name="connsiteX8" fmla="*/ 34506 w 89459"/>
                <a:gd name="connsiteY8" fmla="*/ 21706 h 43411"/>
                <a:gd name="connsiteX9" fmla="*/ 44730 w 89459"/>
                <a:gd name="connsiteY9" fmla="*/ 11491 h 43411"/>
                <a:gd name="connsiteX10" fmla="*/ 44730 w 89459"/>
                <a:gd name="connsiteY10" fmla="*/ 11491 h 43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9459" h="43411">
                  <a:moveTo>
                    <a:pt x="0" y="43411"/>
                  </a:moveTo>
                  <a:lnTo>
                    <a:pt x="89459" y="43411"/>
                  </a:lnTo>
                  <a:lnTo>
                    <a:pt x="89459" y="0"/>
                  </a:lnTo>
                  <a:lnTo>
                    <a:pt x="0" y="0"/>
                  </a:lnTo>
                  <a:lnTo>
                    <a:pt x="0" y="43411"/>
                  </a:lnTo>
                  <a:close/>
                  <a:moveTo>
                    <a:pt x="44730" y="11491"/>
                  </a:moveTo>
                  <a:cubicBezTo>
                    <a:pt x="50480" y="11491"/>
                    <a:pt x="54954" y="15960"/>
                    <a:pt x="54954" y="21706"/>
                  </a:cubicBezTo>
                  <a:cubicBezTo>
                    <a:pt x="54954" y="27451"/>
                    <a:pt x="50480" y="31920"/>
                    <a:pt x="44730" y="31920"/>
                  </a:cubicBezTo>
                  <a:cubicBezTo>
                    <a:pt x="38979" y="31920"/>
                    <a:pt x="34506" y="27451"/>
                    <a:pt x="34506" y="21706"/>
                  </a:cubicBezTo>
                  <a:cubicBezTo>
                    <a:pt x="35145" y="15960"/>
                    <a:pt x="39618" y="11491"/>
                    <a:pt x="44730" y="11491"/>
                  </a:cubicBezTo>
                  <a:lnTo>
                    <a:pt x="44730" y="11491"/>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70" name="Graphic 4">
              <a:extLst>
                <a:ext uri="{FF2B5EF4-FFF2-40B4-BE49-F238E27FC236}">
                  <a16:creationId xmlns:a16="http://schemas.microsoft.com/office/drawing/2014/main" id="{175FD69E-81DC-8578-52FB-8FD055649F50}"/>
                </a:ext>
              </a:extLst>
            </p:cNvPr>
            <p:cNvSpPr/>
            <p:nvPr/>
          </p:nvSpPr>
          <p:spPr>
            <a:xfrm>
              <a:off x="8258262" y="1851625"/>
              <a:ext cx="313568" cy="313273"/>
            </a:xfrm>
            <a:custGeom>
              <a:avLst/>
              <a:gdLst>
                <a:gd name="connsiteX0" fmla="*/ 181474 w 362313"/>
                <a:gd name="connsiteY0" fmla="*/ 0 h 361971"/>
                <a:gd name="connsiteX1" fmla="*/ 0 w 362313"/>
                <a:gd name="connsiteY1" fmla="*/ 180667 h 361971"/>
                <a:gd name="connsiteX2" fmla="*/ 180835 w 362313"/>
                <a:gd name="connsiteY2" fmla="*/ 361972 h 361971"/>
                <a:gd name="connsiteX3" fmla="*/ 362310 w 362313"/>
                <a:gd name="connsiteY3" fmla="*/ 181305 h 361971"/>
                <a:gd name="connsiteX4" fmla="*/ 362310 w 362313"/>
                <a:gd name="connsiteY4" fmla="*/ 181305 h 361971"/>
                <a:gd name="connsiteX5" fmla="*/ 181474 w 362313"/>
                <a:gd name="connsiteY5" fmla="*/ 0 h 361971"/>
                <a:gd name="connsiteX6" fmla="*/ 288186 w 362313"/>
                <a:gd name="connsiteY6" fmla="*/ 255998 h 361971"/>
                <a:gd name="connsiteX7" fmla="*/ 274128 w 362313"/>
                <a:gd name="connsiteY7" fmla="*/ 270681 h 361971"/>
                <a:gd name="connsiteX8" fmla="*/ 264543 w 362313"/>
                <a:gd name="connsiteY8" fmla="*/ 270681 h 361971"/>
                <a:gd name="connsiteX9" fmla="*/ 266460 w 362313"/>
                <a:gd name="connsiteY9" fmla="*/ 272596 h 361971"/>
                <a:gd name="connsiteX10" fmla="*/ 266460 w 362313"/>
                <a:gd name="connsiteY10" fmla="*/ 281534 h 361971"/>
                <a:gd name="connsiteX11" fmla="*/ 257514 w 362313"/>
                <a:gd name="connsiteY11" fmla="*/ 281534 h 361971"/>
                <a:gd name="connsiteX12" fmla="*/ 244735 w 362313"/>
                <a:gd name="connsiteY12" fmla="*/ 268766 h 361971"/>
                <a:gd name="connsiteX13" fmla="*/ 242818 w 362313"/>
                <a:gd name="connsiteY13" fmla="*/ 264297 h 361971"/>
                <a:gd name="connsiteX14" fmla="*/ 244735 w 362313"/>
                <a:gd name="connsiteY14" fmla="*/ 259828 h 361971"/>
                <a:gd name="connsiteX15" fmla="*/ 257514 w 362313"/>
                <a:gd name="connsiteY15" fmla="*/ 247060 h 361971"/>
                <a:gd name="connsiteX16" fmla="*/ 266460 w 362313"/>
                <a:gd name="connsiteY16" fmla="*/ 246422 h 361971"/>
                <a:gd name="connsiteX17" fmla="*/ 267099 w 362313"/>
                <a:gd name="connsiteY17" fmla="*/ 255359 h 361971"/>
                <a:gd name="connsiteX18" fmla="*/ 266460 w 362313"/>
                <a:gd name="connsiteY18" fmla="*/ 255998 h 361971"/>
                <a:gd name="connsiteX19" fmla="*/ 264543 w 362313"/>
                <a:gd name="connsiteY19" fmla="*/ 257913 h 361971"/>
                <a:gd name="connsiteX20" fmla="*/ 274128 w 362313"/>
                <a:gd name="connsiteY20" fmla="*/ 257913 h 361971"/>
                <a:gd name="connsiteX21" fmla="*/ 276045 w 362313"/>
                <a:gd name="connsiteY21" fmla="*/ 256636 h 361971"/>
                <a:gd name="connsiteX22" fmla="*/ 276045 w 362313"/>
                <a:gd name="connsiteY22" fmla="*/ 256636 h 361971"/>
                <a:gd name="connsiteX23" fmla="*/ 276045 w 362313"/>
                <a:gd name="connsiteY23" fmla="*/ 106612 h 361971"/>
                <a:gd name="connsiteX24" fmla="*/ 274767 w 362313"/>
                <a:gd name="connsiteY24" fmla="*/ 104697 h 361971"/>
                <a:gd name="connsiteX25" fmla="*/ 274767 w 362313"/>
                <a:gd name="connsiteY25" fmla="*/ 104697 h 361971"/>
                <a:gd name="connsiteX26" fmla="*/ 239623 w 362313"/>
                <a:gd name="connsiteY26" fmla="*/ 104697 h 361971"/>
                <a:gd name="connsiteX27" fmla="*/ 239623 w 362313"/>
                <a:gd name="connsiteY27" fmla="*/ 126403 h 361971"/>
                <a:gd name="connsiteX28" fmla="*/ 233233 w 362313"/>
                <a:gd name="connsiteY28" fmla="*/ 132787 h 361971"/>
                <a:gd name="connsiteX29" fmla="*/ 188503 w 362313"/>
                <a:gd name="connsiteY29" fmla="*/ 132787 h 361971"/>
                <a:gd name="connsiteX30" fmla="*/ 188503 w 362313"/>
                <a:gd name="connsiteY30" fmla="*/ 146832 h 361971"/>
                <a:gd name="connsiteX31" fmla="*/ 233233 w 362313"/>
                <a:gd name="connsiteY31" fmla="*/ 146832 h 361971"/>
                <a:gd name="connsiteX32" fmla="*/ 239623 w 362313"/>
                <a:gd name="connsiteY32" fmla="*/ 153216 h 361971"/>
                <a:gd name="connsiteX33" fmla="*/ 239623 w 362313"/>
                <a:gd name="connsiteY33" fmla="*/ 209395 h 361971"/>
                <a:gd name="connsiteX34" fmla="*/ 233233 w 362313"/>
                <a:gd name="connsiteY34" fmla="*/ 215779 h 361971"/>
                <a:gd name="connsiteX35" fmla="*/ 188503 w 362313"/>
                <a:gd name="connsiteY35" fmla="*/ 215779 h 361971"/>
                <a:gd name="connsiteX36" fmla="*/ 188503 w 362313"/>
                <a:gd name="connsiteY36" fmla="*/ 229823 h 361971"/>
                <a:gd name="connsiteX37" fmla="*/ 233233 w 362313"/>
                <a:gd name="connsiteY37" fmla="*/ 229823 h 361971"/>
                <a:gd name="connsiteX38" fmla="*/ 239623 w 362313"/>
                <a:gd name="connsiteY38" fmla="*/ 236207 h 361971"/>
                <a:gd name="connsiteX39" fmla="*/ 239623 w 362313"/>
                <a:gd name="connsiteY39" fmla="*/ 292386 h 361971"/>
                <a:gd name="connsiteX40" fmla="*/ 233233 w 362313"/>
                <a:gd name="connsiteY40" fmla="*/ 298770 h 361971"/>
                <a:gd name="connsiteX41" fmla="*/ 130994 w 362313"/>
                <a:gd name="connsiteY41" fmla="*/ 298770 h 361971"/>
                <a:gd name="connsiteX42" fmla="*/ 124604 w 362313"/>
                <a:gd name="connsiteY42" fmla="*/ 292386 h 361971"/>
                <a:gd name="connsiteX43" fmla="*/ 124604 w 362313"/>
                <a:gd name="connsiteY43" fmla="*/ 270681 h 361971"/>
                <a:gd name="connsiteX44" fmla="*/ 90098 w 362313"/>
                <a:gd name="connsiteY44" fmla="*/ 270681 h 361971"/>
                <a:gd name="connsiteX45" fmla="*/ 75401 w 362313"/>
                <a:gd name="connsiteY45" fmla="*/ 255998 h 361971"/>
                <a:gd name="connsiteX46" fmla="*/ 75401 w 362313"/>
                <a:gd name="connsiteY46" fmla="*/ 255998 h 361971"/>
                <a:gd name="connsiteX47" fmla="*/ 75401 w 362313"/>
                <a:gd name="connsiteY47" fmla="*/ 105974 h 361971"/>
                <a:gd name="connsiteX48" fmla="*/ 90098 w 362313"/>
                <a:gd name="connsiteY48" fmla="*/ 91291 h 361971"/>
                <a:gd name="connsiteX49" fmla="*/ 90098 w 362313"/>
                <a:gd name="connsiteY49" fmla="*/ 91291 h 361971"/>
                <a:gd name="connsiteX50" fmla="*/ 99683 w 362313"/>
                <a:gd name="connsiteY50" fmla="*/ 91291 h 361971"/>
                <a:gd name="connsiteX51" fmla="*/ 97766 w 362313"/>
                <a:gd name="connsiteY51" fmla="*/ 89376 h 361971"/>
                <a:gd name="connsiteX52" fmla="*/ 97766 w 362313"/>
                <a:gd name="connsiteY52" fmla="*/ 80438 h 361971"/>
                <a:gd name="connsiteX53" fmla="*/ 106712 w 362313"/>
                <a:gd name="connsiteY53" fmla="*/ 80438 h 361971"/>
                <a:gd name="connsiteX54" fmla="*/ 106712 w 362313"/>
                <a:gd name="connsiteY54" fmla="*/ 80438 h 361971"/>
                <a:gd name="connsiteX55" fmla="*/ 119492 w 362313"/>
                <a:gd name="connsiteY55" fmla="*/ 93206 h 361971"/>
                <a:gd name="connsiteX56" fmla="*/ 119492 w 362313"/>
                <a:gd name="connsiteY56" fmla="*/ 102144 h 361971"/>
                <a:gd name="connsiteX57" fmla="*/ 119492 w 362313"/>
                <a:gd name="connsiteY57" fmla="*/ 102144 h 361971"/>
                <a:gd name="connsiteX58" fmla="*/ 106712 w 362313"/>
                <a:gd name="connsiteY58" fmla="*/ 114912 h 361971"/>
                <a:gd name="connsiteX59" fmla="*/ 102239 w 362313"/>
                <a:gd name="connsiteY59" fmla="*/ 116827 h 361971"/>
                <a:gd name="connsiteX60" fmla="*/ 97766 w 362313"/>
                <a:gd name="connsiteY60" fmla="*/ 114912 h 361971"/>
                <a:gd name="connsiteX61" fmla="*/ 97766 w 362313"/>
                <a:gd name="connsiteY61" fmla="*/ 105974 h 361971"/>
                <a:gd name="connsiteX62" fmla="*/ 99683 w 362313"/>
                <a:gd name="connsiteY62" fmla="*/ 104059 h 361971"/>
                <a:gd name="connsiteX63" fmla="*/ 90098 w 362313"/>
                <a:gd name="connsiteY63" fmla="*/ 104059 h 361971"/>
                <a:gd name="connsiteX64" fmla="*/ 88181 w 362313"/>
                <a:gd name="connsiteY64" fmla="*/ 105974 h 361971"/>
                <a:gd name="connsiteX65" fmla="*/ 88181 w 362313"/>
                <a:gd name="connsiteY65" fmla="*/ 105974 h 361971"/>
                <a:gd name="connsiteX66" fmla="*/ 88181 w 362313"/>
                <a:gd name="connsiteY66" fmla="*/ 255998 h 361971"/>
                <a:gd name="connsiteX67" fmla="*/ 90098 w 362313"/>
                <a:gd name="connsiteY67" fmla="*/ 257913 h 361971"/>
                <a:gd name="connsiteX68" fmla="*/ 90098 w 362313"/>
                <a:gd name="connsiteY68" fmla="*/ 257913 h 361971"/>
                <a:gd name="connsiteX69" fmla="*/ 124604 w 362313"/>
                <a:gd name="connsiteY69" fmla="*/ 257913 h 361971"/>
                <a:gd name="connsiteX70" fmla="*/ 124604 w 362313"/>
                <a:gd name="connsiteY70" fmla="*/ 236207 h 361971"/>
                <a:gd name="connsiteX71" fmla="*/ 130994 w 362313"/>
                <a:gd name="connsiteY71" fmla="*/ 229823 h 361971"/>
                <a:gd name="connsiteX72" fmla="*/ 175723 w 362313"/>
                <a:gd name="connsiteY72" fmla="*/ 229823 h 361971"/>
                <a:gd name="connsiteX73" fmla="*/ 175723 w 362313"/>
                <a:gd name="connsiteY73" fmla="*/ 215779 h 361971"/>
                <a:gd name="connsiteX74" fmla="*/ 130994 w 362313"/>
                <a:gd name="connsiteY74" fmla="*/ 215779 h 361971"/>
                <a:gd name="connsiteX75" fmla="*/ 124604 w 362313"/>
                <a:gd name="connsiteY75" fmla="*/ 209395 h 361971"/>
                <a:gd name="connsiteX76" fmla="*/ 124604 w 362313"/>
                <a:gd name="connsiteY76" fmla="*/ 153216 h 361971"/>
                <a:gd name="connsiteX77" fmla="*/ 130994 w 362313"/>
                <a:gd name="connsiteY77" fmla="*/ 146832 h 361971"/>
                <a:gd name="connsiteX78" fmla="*/ 175723 w 362313"/>
                <a:gd name="connsiteY78" fmla="*/ 146832 h 361971"/>
                <a:gd name="connsiteX79" fmla="*/ 175723 w 362313"/>
                <a:gd name="connsiteY79" fmla="*/ 132787 h 361971"/>
                <a:gd name="connsiteX80" fmla="*/ 130994 w 362313"/>
                <a:gd name="connsiteY80" fmla="*/ 132787 h 361971"/>
                <a:gd name="connsiteX81" fmla="*/ 124604 w 362313"/>
                <a:gd name="connsiteY81" fmla="*/ 126403 h 361971"/>
                <a:gd name="connsiteX82" fmla="*/ 124604 w 362313"/>
                <a:gd name="connsiteY82" fmla="*/ 70224 h 361971"/>
                <a:gd name="connsiteX83" fmla="*/ 130994 w 362313"/>
                <a:gd name="connsiteY83" fmla="*/ 63840 h 361971"/>
                <a:gd name="connsiteX84" fmla="*/ 233233 w 362313"/>
                <a:gd name="connsiteY84" fmla="*/ 63840 h 361971"/>
                <a:gd name="connsiteX85" fmla="*/ 239623 w 362313"/>
                <a:gd name="connsiteY85" fmla="*/ 70224 h 361971"/>
                <a:gd name="connsiteX86" fmla="*/ 239623 w 362313"/>
                <a:gd name="connsiteY86" fmla="*/ 91929 h 361971"/>
                <a:gd name="connsiteX87" fmla="*/ 274767 w 362313"/>
                <a:gd name="connsiteY87" fmla="*/ 91929 h 361971"/>
                <a:gd name="connsiteX88" fmla="*/ 288825 w 362313"/>
                <a:gd name="connsiteY88" fmla="*/ 106612 h 361971"/>
                <a:gd name="connsiteX89" fmla="*/ 288186 w 362313"/>
                <a:gd name="connsiteY89" fmla="*/ 255998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362313" h="361971">
                  <a:moveTo>
                    <a:pt x="181474" y="0"/>
                  </a:moveTo>
                  <a:cubicBezTo>
                    <a:pt x="81152" y="0"/>
                    <a:pt x="0" y="81077"/>
                    <a:pt x="0" y="180667"/>
                  </a:cubicBezTo>
                  <a:cubicBezTo>
                    <a:pt x="0" y="280257"/>
                    <a:pt x="81152" y="361972"/>
                    <a:pt x="180835" y="361972"/>
                  </a:cubicBezTo>
                  <a:cubicBezTo>
                    <a:pt x="281157" y="361972"/>
                    <a:pt x="362310" y="280895"/>
                    <a:pt x="362310" y="181305"/>
                  </a:cubicBezTo>
                  <a:cubicBezTo>
                    <a:pt x="362310" y="181305"/>
                    <a:pt x="362310" y="181305"/>
                    <a:pt x="362310" y="181305"/>
                  </a:cubicBezTo>
                  <a:cubicBezTo>
                    <a:pt x="362948" y="81077"/>
                    <a:pt x="281796" y="0"/>
                    <a:pt x="181474" y="0"/>
                  </a:cubicBezTo>
                  <a:close/>
                  <a:moveTo>
                    <a:pt x="288186" y="255998"/>
                  </a:moveTo>
                  <a:cubicBezTo>
                    <a:pt x="288186" y="263659"/>
                    <a:pt x="281796" y="270681"/>
                    <a:pt x="274128" y="270681"/>
                  </a:cubicBezTo>
                  <a:lnTo>
                    <a:pt x="264543" y="270681"/>
                  </a:lnTo>
                  <a:lnTo>
                    <a:pt x="266460" y="272596"/>
                  </a:lnTo>
                  <a:cubicBezTo>
                    <a:pt x="269016" y="275150"/>
                    <a:pt x="269016" y="278980"/>
                    <a:pt x="266460" y="281534"/>
                  </a:cubicBezTo>
                  <a:cubicBezTo>
                    <a:pt x="263904" y="284087"/>
                    <a:pt x="260071" y="284087"/>
                    <a:pt x="257514" y="281534"/>
                  </a:cubicBezTo>
                  <a:lnTo>
                    <a:pt x="244735" y="268766"/>
                  </a:lnTo>
                  <a:cubicBezTo>
                    <a:pt x="243457" y="267489"/>
                    <a:pt x="242818" y="266212"/>
                    <a:pt x="242818" y="264297"/>
                  </a:cubicBezTo>
                  <a:cubicBezTo>
                    <a:pt x="242818" y="262382"/>
                    <a:pt x="243457" y="261105"/>
                    <a:pt x="244735" y="259828"/>
                  </a:cubicBezTo>
                  <a:lnTo>
                    <a:pt x="257514" y="247060"/>
                  </a:lnTo>
                  <a:cubicBezTo>
                    <a:pt x="260071" y="244507"/>
                    <a:pt x="263904" y="243868"/>
                    <a:pt x="266460" y="246422"/>
                  </a:cubicBezTo>
                  <a:cubicBezTo>
                    <a:pt x="269016" y="248975"/>
                    <a:pt x="269655" y="252806"/>
                    <a:pt x="267099" y="255359"/>
                  </a:cubicBezTo>
                  <a:cubicBezTo>
                    <a:pt x="267099" y="255359"/>
                    <a:pt x="266460" y="255998"/>
                    <a:pt x="266460" y="255998"/>
                  </a:cubicBezTo>
                  <a:lnTo>
                    <a:pt x="264543" y="257913"/>
                  </a:lnTo>
                  <a:lnTo>
                    <a:pt x="274128" y="257913"/>
                  </a:lnTo>
                  <a:cubicBezTo>
                    <a:pt x="274767" y="257913"/>
                    <a:pt x="276045" y="257275"/>
                    <a:pt x="276045" y="256636"/>
                  </a:cubicBezTo>
                  <a:cubicBezTo>
                    <a:pt x="276045" y="256636"/>
                    <a:pt x="276045" y="256636"/>
                    <a:pt x="276045" y="256636"/>
                  </a:cubicBezTo>
                  <a:lnTo>
                    <a:pt x="276045" y="106612"/>
                  </a:lnTo>
                  <a:cubicBezTo>
                    <a:pt x="276045" y="105974"/>
                    <a:pt x="275406" y="104697"/>
                    <a:pt x="274767" y="104697"/>
                  </a:cubicBezTo>
                  <a:cubicBezTo>
                    <a:pt x="274767" y="104697"/>
                    <a:pt x="274767" y="104697"/>
                    <a:pt x="274767" y="104697"/>
                  </a:cubicBezTo>
                  <a:lnTo>
                    <a:pt x="239623" y="104697"/>
                  </a:lnTo>
                  <a:lnTo>
                    <a:pt x="239623" y="126403"/>
                  </a:lnTo>
                  <a:cubicBezTo>
                    <a:pt x="239623" y="130233"/>
                    <a:pt x="237067" y="132787"/>
                    <a:pt x="233233" y="132787"/>
                  </a:cubicBezTo>
                  <a:lnTo>
                    <a:pt x="188503" y="132787"/>
                  </a:lnTo>
                  <a:lnTo>
                    <a:pt x="188503" y="146832"/>
                  </a:lnTo>
                  <a:lnTo>
                    <a:pt x="233233" y="146832"/>
                  </a:lnTo>
                  <a:cubicBezTo>
                    <a:pt x="237067" y="146832"/>
                    <a:pt x="239623" y="149385"/>
                    <a:pt x="239623" y="153216"/>
                  </a:cubicBezTo>
                  <a:lnTo>
                    <a:pt x="239623" y="209395"/>
                  </a:lnTo>
                  <a:cubicBezTo>
                    <a:pt x="239623" y="213225"/>
                    <a:pt x="237067" y="215779"/>
                    <a:pt x="233233" y="215779"/>
                  </a:cubicBezTo>
                  <a:lnTo>
                    <a:pt x="188503" y="215779"/>
                  </a:lnTo>
                  <a:lnTo>
                    <a:pt x="188503" y="229823"/>
                  </a:lnTo>
                  <a:lnTo>
                    <a:pt x="233233" y="229823"/>
                  </a:lnTo>
                  <a:cubicBezTo>
                    <a:pt x="237067" y="229823"/>
                    <a:pt x="239623" y="232377"/>
                    <a:pt x="239623" y="236207"/>
                  </a:cubicBezTo>
                  <a:lnTo>
                    <a:pt x="239623" y="292386"/>
                  </a:lnTo>
                  <a:cubicBezTo>
                    <a:pt x="239623" y="296217"/>
                    <a:pt x="237067" y="298770"/>
                    <a:pt x="233233" y="298770"/>
                  </a:cubicBezTo>
                  <a:lnTo>
                    <a:pt x="130994" y="298770"/>
                  </a:lnTo>
                  <a:cubicBezTo>
                    <a:pt x="127160" y="298770"/>
                    <a:pt x="124604" y="296217"/>
                    <a:pt x="124604" y="292386"/>
                  </a:cubicBezTo>
                  <a:lnTo>
                    <a:pt x="124604" y="270681"/>
                  </a:lnTo>
                  <a:lnTo>
                    <a:pt x="90098" y="270681"/>
                  </a:lnTo>
                  <a:cubicBezTo>
                    <a:pt x="82430" y="270681"/>
                    <a:pt x="75401" y="264297"/>
                    <a:pt x="75401" y="255998"/>
                  </a:cubicBezTo>
                  <a:lnTo>
                    <a:pt x="75401" y="255998"/>
                  </a:lnTo>
                  <a:lnTo>
                    <a:pt x="75401" y="105974"/>
                  </a:lnTo>
                  <a:cubicBezTo>
                    <a:pt x="75401" y="98313"/>
                    <a:pt x="81791" y="91291"/>
                    <a:pt x="90098" y="91291"/>
                  </a:cubicBezTo>
                  <a:lnTo>
                    <a:pt x="90098" y="91291"/>
                  </a:lnTo>
                  <a:lnTo>
                    <a:pt x="99683" y="91291"/>
                  </a:lnTo>
                  <a:lnTo>
                    <a:pt x="97766" y="89376"/>
                  </a:lnTo>
                  <a:cubicBezTo>
                    <a:pt x="95210" y="86822"/>
                    <a:pt x="95210" y="82992"/>
                    <a:pt x="97766" y="80438"/>
                  </a:cubicBezTo>
                  <a:cubicBezTo>
                    <a:pt x="100322" y="77885"/>
                    <a:pt x="104156" y="77885"/>
                    <a:pt x="106712" y="80438"/>
                  </a:cubicBezTo>
                  <a:cubicBezTo>
                    <a:pt x="106712" y="80438"/>
                    <a:pt x="106712" y="80438"/>
                    <a:pt x="106712" y="80438"/>
                  </a:cubicBezTo>
                  <a:lnTo>
                    <a:pt x="119492" y="93206"/>
                  </a:lnTo>
                  <a:cubicBezTo>
                    <a:pt x="122048" y="95760"/>
                    <a:pt x="122048" y="99590"/>
                    <a:pt x="119492" y="102144"/>
                  </a:cubicBezTo>
                  <a:cubicBezTo>
                    <a:pt x="119492" y="102144"/>
                    <a:pt x="119492" y="102144"/>
                    <a:pt x="119492" y="102144"/>
                  </a:cubicBezTo>
                  <a:lnTo>
                    <a:pt x="106712" y="114912"/>
                  </a:lnTo>
                  <a:cubicBezTo>
                    <a:pt x="105434" y="116188"/>
                    <a:pt x="104156" y="116827"/>
                    <a:pt x="102239" y="116827"/>
                  </a:cubicBezTo>
                  <a:cubicBezTo>
                    <a:pt x="100322" y="116827"/>
                    <a:pt x="99044" y="116188"/>
                    <a:pt x="97766" y="114912"/>
                  </a:cubicBezTo>
                  <a:cubicBezTo>
                    <a:pt x="95210" y="112358"/>
                    <a:pt x="95210" y="108528"/>
                    <a:pt x="97766" y="105974"/>
                  </a:cubicBezTo>
                  <a:lnTo>
                    <a:pt x="99683" y="104059"/>
                  </a:lnTo>
                  <a:lnTo>
                    <a:pt x="90098" y="104059"/>
                  </a:lnTo>
                  <a:cubicBezTo>
                    <a:pt x="89459" y="104059"/>
                    <a:pt x="88181" y="104697"/>
                    <a:pt x="88181" y="105974"/>
                  </a:cubicBezTo>
                  <a:lnTo>
                    <a:pt x="88181" y="105974"/>
                  </a:lnTo>
                  <a:lnTo>
                    <a:pt x="88181" y="255998"/>
                  </a:lnTo>
                  <a:cubicBezTo>
                    <a:pt x="88181" y="256636"/>
                    <a:pt x="88820" y="257913"/>
                    <a:pt x="90098" y="257913"/>
                  </a:cubicBezTo>
                  <a:lnTo>
                    <a:pt x="90098" y="257913"/>
                  </a:lnTo>
                  <a:lnTo>
                    <a:pt x="124604" y="257913"/>
                  </a:lnTo>
                  <a:lnTo>
                    <a:pt x="124604" y="236207"/>
                  </a:lnTo>
                  <a:cubicBezTo>
                    <a:pt x="124604" y="232377"/>
                    <a:pt x="127160" y="229823"/>
                    <a:pt x="130994" y="229823"/>
                  </a:cubicBezTo>
                  <a:lnTo>
                    <a:pt x="175723" y="229823"/>
                  </a:lnTo>
                  <a:lnTo>
                    <a:pt x="175723" y="215779"/>
                  </a:lnTo>
                  <a:lnTo>
                    <a:pt x="130994" y="215779"/>
                  </a:lnTo>
                  <a:cubicBezTo>
                    <a:pt x="127160" y="215779"/>
                    <a:pt x="124604" y="213225"/>
                    <a:pt x="124604" y="209395"/>
                  </a:cubicBezTo>
                  <a:lnTo>
                    <a:pt x="124604" y="153216"/>
                  </a:lnTo>
                  <a:cubicBezTo>
                    <a:pt x="124604" y="149385"/>
                    <a:pt x="127160" y="146832"/>
                    <a:pt x="130994" y="146832"/>
                  </a:cubicBezTo>
                  <a:lnTo>
                    <a:pt x="175723" y="146832"/>
                  </a:lnTo>
                  <a:lnTo>
                    <a:pt x="175723" y="132787"/>
                  </a:lnTo>
                  <a:lnTo>
                    <a:pt x="130994" y="132787"/>
                  </a:lnTo>
                  <a:cubicBezTo>
                    <a:pt x="127160" y="132787"/>
                    <a:pt x="124604" y="130233"/>
                    <a:pt x="124604" y="126403"/>
                  </a:cubicBezTo>
                  <a:lnTo>
                    <a:pt x="124604" y="70224"/>
                  </a:lnTo>
                  <a:cubicBezTo>
                    <a:pt x="124604" y="66393"/>
                    <a:pt x="127160" y="63840"/>
                    <a:pt x="130994" y="63840"/>
                  </a:cubicBezTo>
                  <a:lnTo>
                    <a:pt x="233233" y="63840"/>
                  </a:lnTo>
                  <a:cubicBezTo>
                    <a:pt x="237067" y="63840"/>
                    <a:pt x="239623" y="66393"/>
                    <a:pt x="239623" y="70224"/>
                  </a:cubicBezTo>
                  <a:lnTo>
                    <a:pt x="239623" y="91929"/>
                  </a:lnTo>
                  <a:lnTo>
                    <a:pt x="274767" y="91929"/>
                  </a:lnTo>
                  <a:cubicBezTo>
                    <a:pt x="282435" y="91929"/>
                    <a:pt x="288825" y="98313"/>
                    <a:pt x="288825" y="106612"/>
                  </a:cubicBezTo>
                  <a:lnTo>
                    <a:pt x="288186" y="255998"/>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71" name="Graphic 4">
              <a:extLst>
                <a:ext uri="{FF2B5EF4-FFF2-40B4-BE49-F238E27FC236}">
                  <a16:creationId xmlns:a16="http://schemas.microsoft.com/office/drawing/2014/main" id="{CFD911B5-3200-822A-9D21-C4EF5FB1BB45}"/>
                </a:ext>
              </a:extLst>
            </p:cNvPr>
            <p:cNvSpPr/>
            <p:nvPr/>
          </p:nvSpPr>
          <p:spPr>
            <a:xfrm>
              <a:off x="8413110" y="1933949"/>
              <a:ext cx="4423" cy="4420"/>
            </a:xfrm>
            <a:custGeom>
              <a:avLst/>
              <a:gdLst>
                <a:gd name="connsiteX0" fmla="*/ 2556 w 5111"/>
                <a:gd name="connsiteY0" fmla="*/ 5107 h 5107"/>
                <a:gd name="connsiteX1" fmla="*/ 5112 w 5111"/>
                <a:gd name="connsiteY1" fmla="*/ 2554 h 5107"/>
                <a:gd name="connsiteX2" fmla="*/ 2556 w 5111"/>
                <a:gd name="connsiteY2" fmla="*/ 0 h 5107"/>
                <a:gd name="connsiteX3" fmla="*/ 0 w 5111"/>
                <a:gd name="connsiteY3" fmla="*/ 2554 h 5107"/>
                <a:gd name="connsiteX4" fmla="*/ 0 w 5111"/>
                <a:gd name="connsiteY4" fmla="*/ 2554 h 5107"/>
                <a:gd name="connsiteX5" fmla="*/ 2556 w 5111"/>
                <a:gd name="connsiteY5" fmla="*/ 5107 h 5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11" h="5107">
                  <a:moveTo>
                    <a:pt x="2556" y="5107"/>
                  </a:moveTo>
                  <a:cubicBezTo>
                    <a:pt x="3834" y="5107"/>
                    <a:pt x="5112" y="3830"/>
                    <a:pt x="5112" y="2554"/>
                  </a:cubicBezTo>
                  <a:cubicBezTo>
                    <a:pt x="5112" y="1277"/>
                    <a:pt x="3834" y="0"/>
                    <a:pt x="2556" y="0"/>
                  </a:cubicBezTo>
                  <a:cubicBezTo>
                    <a:pt x="1278" y="0"/>
                    <a:pt x="0" y="1277"/>
                    <a:pt x="0" y="2554"/>
                  </a:cubicBezTo>
                  <a:lnTo>
                    <a:pt x="0" y="2554"/>
                  </a:lnTo>
                  <a:cubicBezTo>
                    <a:pt x="0" y="3830"/>
                    <a:pt x="1278" y="5107"/>
                    <a:pt x="2556" y="5107"/>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72" name="Graphic 4">
              <a:extLst>
                <a:ext uri="{FF2B5EF4-FFF2-40B4-BE49-F238E27FC236}">
                  <a16:creationId xmlns:a16="http://schemas.microsoft.com/office/drawing/2014/main" id="{0840D162-3B7E-29F7-07F0-A2F4FB0BE8B2}"/>
                </a:ext>
              </a:extLst>
            </p:cNvPr>
            <p:cNvSpPr/>
            <p:nvPr/>
          </p:nvSpPr>
          <p:spPr>
            <a:xfrm>
              <a:off x="8376610" y="1989200"/>
              <a:ext cx="77423" cy="37571"/>
            </a:xfrm>
            <a:custGeom>
              <a:avLst/>
              <a:gdLst>
                <a:gd name="connsiteX0" fmla="*/ 0 w 89459"/>
                <a:gd name="connsiteY0" fmla="*/ 0 h 43411"/>
                <a:gd name="connsiteX1" fmla="*/ 0 w 89459"/>
                <a:gd name="connsiteY1" fmla="*/ 43411 h 43411"/>
                <a:gd name="connsiteX2" fmla="*/ 89459 w 89459"/>
                <a:gd name="connsiteY2" fmla="*/ 43411 h 43411"/>
                <a:gd name="connsiteX3" fmla="*/ 89459 w 89459"/>
                <a:gd name="connsiteY3" fmla="*/ 0 h 43411"/>
                <a:gd name="connsiteX4" fmla="*/ 0 w 89459"/>
                <a:gd name="connsiteY4" fmla="*/ 0 h 43411"/>
                <a:gd name="connsiteX5" fmla="*/ 33228 w 89459"/>
                <a:gd name="connsiteY5" fmla="*/ 31920 h 43411"/>
                <a:gd name="connsiteX6" fmla="*/ 23004 w 89459"/>
                <a:gd name="connsiteY6" fmla="*/ 21706 h 43411"/>
                <a:gd name="connsiteX7" fmla="*/ 33228 w 89459"/>
                <a:gd name="connsiteY7" fmla="*/ 11491 h 43411"/>
                <a:gd name="connsiteX8" fmla="*/ 43452 w 89459"/>
                <a:gd name="connsiteY8" fmla="*/ 21706 h 43411"/>
                <a:gd name="connsiteX9" fmla="*/ 43452 w 89459"/>
                <a:gd name="connsiteY9" fmla="*/ 21706 h 43411"/>
                <a:gd name="connsiteX10" fmla="*/ 33228 w 89459"/>
                <a:gd name="connsiteY10" fmla="*/ 31920 h 43411"/>
                <a:gd name="connsiteX11" fmla="*/ 33228 w 89459"/>
                <a:gd name="connsiteY11" fmla="*/ 31920 h 43411"/>
                <a:gd name="connsiteX12" fmla="*/ 56232 w 89459"/>
                <a:gd name="connsiteY12" fmla="*/ 12130 h 43411"/>
                <a:gd name="connsiteX13" fmla="*/ 66455 w 89459"/>
                <a:gd name="connsiteY13" fmla="*/ 22344 h 43411"/>
                <a:gd name="connsiteX14" fmla="*/ 56232 w 89459"/>
                <a:gd name="connsiteY14" fmla="*/ 32558 h 43411"/>
                <a:gd name="connsiteX15" fmla="*/ 46008 w 89459"/>
                <a:gd name="connsiteY15" fmla="*/ 22344 h 43411"/>
                <a:gd name="connsiteX16" fmla="*/ 46008 w 89459"/>
                <a:gd name="connsiteY16" fmla="*/ 22344 h 43411"/>
                <a:gd name="connsiteX17" fmla="*/ 56232 w 89459"/>
                <a:gd name="connsiteY17" fmla="*/ 12130 h 43411"/>
                <a:gd name="connsiteX18" fmla="*/ 56232 w 89459"/>
                <a:gd name="connsiteY18" fmla="*/ 12130 h 43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9459" h="43411">
                  <a:moveTo>
                    <a:pt x="0" y="0"/>
                  </a:moveTo>
                  <a:lnTo>
                    <a:pt x="0" y="43411"/>
                  </a:lnTo>
                  <a:lnTo>
                    <a:pt x="89459" y="43411"/>
                  </a:lnTo>
                  <a:lnTo>
                    <a:pt x="89459" y="0"/>
                  </a:lnTo>
                  <a:lnTo>
                    <a:pt x="0" y="0"/>
                  </a:lnTo>
                  <a:close/>
                  <a:moveTo>
                    <a:pt x="33228" y="31920"/>
                  </a:moveTo>
                  <a:cubicBezTo>
                    <a:pt x="27477" y="31920"/>
                    <a:pt x="23004" y="27451"/>
                    <a:pt x="23004" y="21706"/>
                  </a:cubicBezTo>
                  <a:cubicBezTo>
                    <a:pt x="23004" y="15960"/>
                    <a:pt x="27477" y="11491"/>
                    <a:pt x="33228" y="11491"/>
                  </a:cubicBezTo>
                  <a:cubicBezTo>
                    <a:pt x="38979" y="11491"/>
                    <a:pt x="43452" y="15960"/>
                    <a:pt x="43452" y="21706"/>
                  </a:cubicBezTo>
                  <a:cubicBezTo>
                    <a:pt x="43452" y="21706"/>
                    <a:pt x="43452" y="21706"/>
                    <a:pt x="43452" y="21706"/>
                  </a:cubicBezTo>
                  <a:cubicBezTo>
                    <a:pt x="43452" y="27451"/>
                    <a:pt x="38979" y="31920"/>
                    <a:pt x="33228" y="31920"/>
                  </a:cubicBezTo>
                  <a:lnTo>
                    <a:pt x="33228" y="31920"/>
                  </a:lnTo>
                  <a:close/>
                  <a:moveTo>
                    <a:pt x="56232" y="12130"/>
                  </a:moveTo>
                  <a:cubicBezTo>
                    <a:pt x="61982" y="12130"/>
                    <a:pt x="66455" y="16598"/>
                    <a:pt x="66455" y="22344"/>
                  </a:cubicBezTo>
                  <a:cubicBezTo>
                    <a:pt x="66455" y="28089"/>
                    <a:pt x="61982" y="32558"/>
                    <a:pt x="56232" y="32558"/>
                  </a:cubicBezTo>
                  <a:cubicBezTo>
                    <a:pt x="50480" y="32558"/>
                    <a:pt x="46008" y="28089"/>
                    <a:pt x="46008" y="22344"/>
                  </a:cubicBezTo>
                  <a:cubicBezTo>
                    <a:pt x="46008" y="22344"/>
                    <a:pt x="46008" y="22344"/>
                    <a:pt x="46008" y="22344"/>
                  </a:cubicBezTo>
                  <a:cubicBezTo>
                    <a:pt x="46008" y="16598"/>
                    <a:pt x="50480" y="12130"/>
                    <a:pt x="56232" y="12130"/>
                  </a:cubicBezTo>
                  <a:lnTo>
                    <a:pt x="56232" y="1213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graphicFrame>
        <p:nvGraphicFramePr>
          <p:cNvPr id="73" name="Table 72">
            <a:extLst>
              <a:ext uri="{FF2B5EF4-FFF2-40B4-BE49-F238E27FC236}">
                <a16:creationId xmlns:a16="http://schemas.microsoft.com/office/drawing/2014/main" id="{4AB9FB55-2A88-9B6F-FC5B-58780C81F070}"/>
              </a:ext>
            </a:extLst>
          </p:cNvPr>
          <p:cNvGraphicFramePr>
            <a:graphicFrameLocks noGrp="1"/>
          </p:cNvGraphicFramePr>
          <p:nvPr>
            <p:extLst>
              <p:ext uri="{D42A27DB-BD31-4B8C-83A1-F6EECF244321}">
                <p14:modId xmlns:p14="http://schemas.microsoft.com/office/powerpoint/2010/main" val="1413523063"/>
              </p:ext>
            </p:extLst>
          </p:nvPr>
        </p:nvGraphicFramePr>
        <p:xfrm>
          <a:off x="3801056" y="1450202"/>
          <a:ext cx="7737801" cy="4649992"/>
        </p:xfrm>
        <a:graphic>
          <a:graphicData uri="http://schemas.openxmlformats.org/drawingml/2006/table">
            <a:tbl>
              <a:tblPr firstRow="1" bandRow="1">
                <a:tableStyleId>{5C22544A-7EE6-4342-B048-85BDC9FD1C3A}</a:tableStyleId>
              </a:tblPr>
              <a:tblGrid>
                <a:gridCol w="619309">
                  <a:extLst>
                    <a:ext uri="{9D8B030D-6E8A-4147-A177-3AD203B41FA5}">
                      <a16:colId xmlns:a16="http://schemas.microsoft.com/office/drawing/2014/main" val="1757650742"/>
                    </a:ext>
                  </a:extLst>
                </a:gridCol>
                <a:gridCol w="7118492">
                  <a:extLst>
                    <a:ext uri="{9D8B030D-6E8A-4147-A177-3AD203B41FA5}">
                      <a16:colId xmlns:a16="http://schemas.microsoft.com/office/drawing/2014/main" val="1760634304"/>
                    </a:ext>
                  </a:extLst>
                </a:gridCol>
              </a:tblGrid>
              <a:tr h="771910">
                <a:tc>
                  <a:txBody>
                    <a:bodyPr/>
                    <a:lstStyle/>
                    <a:p>
                      <a:pPr algn="ctr"/>
                      <a:endParaRPr lang="en-US" sz="1100" b="0">
                        <a:solidFill>
                          <a:schemeClr val="bg1"/>
                        </a:solidFill>
                        <a:latin typeface="Verdana" panose="020B0604030504040204" pitchFamily="34" charset="0"/>
                        <a:ea typeface="Verdana" panose="020B0604030504040204" pitchFamily="34" charset="0"/>
                        <a:cs typeface="Arial" panose="020B0604020202020204" pitchFamily="34" charset="0"/>
                      </a:endParaRPr>
                    </a:p>
                  </a:txBody>
                  <a:tcPr anchor="ctr">
                    <a:lnL w="12700" cmpd="sng">
                      <a:noFill/>
                    </a:lnL>
                    <a:lnR w="9525" cap="flat" cmpd="sng" algn="ctr">
                      <a:solidFill>
                        <a:schemeClr val="accent3"/>
                      </a:solidFill>
                      <a:prstDash val="solid"/>
                      <a:round/>
                      <a:headEnd type="none" w="med" len="med"/>
                      <a:tailEnd type="none" w="med" len="med"/>
                    </a:lnR>
                    <a:lnT w="12700" cmpd="sng">
                      <a:noFill/>
                    </a:lnT>
                    <a:lnB w="9525"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a:solidFill>
                            <a:schemeClr val="accent3"/>
                          </a:solidFill>
                          <a:latin typeface="Arial" panose="020B0604020202020204" pitchFamily="34" charset="0"/>
                          <a:ea typeface="Verdana" panose="020B0604030504040204" pitchFamily="34" charset="0"/>
                          <a:cs typeface="Arial" panose="020B0604020202020204" pitchFamily="34" charset="0"/>
                        </a:rPr>
                        <a:t>Consumer categories, voltages, and connection types</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a:solidFill>
                            <a:schemeClr val="accent3"/>
                          </a:solidFill>
                          <a:latin typeface="Arial" panose="020B0604020202020204" pitchFamily="34" charset="0"/>
                          <a:ea typeface="Verdana" panose="020B0604030504040204" pitchFamily="34" charset="0"/>
                          <a:cs typeface="Arial" panose="020B0604020202020204" pitchFamily="34" charset="0"/>
                        </a:rPr>
                        <a:t>Historical Monthly Data (for last 3 years) on Contract Demand, Average Demand and Peak Demand</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a:solidFill>
                            <a:schemeClr val="accent3"/>
                          </a:solidFill>
                          <a:latin typeface="Arial" panose="020B0604020202020204" pitchFamily="34" charset="0"/>
                          <a:ea typeface="Verdana" panose="020B0604030504040204" pitchFamily="34" charset="0"/>
                          <a:cs typeface="Arial" panose="020B0604020202020204" pitchFamily="34" charset="0"/>
                        </a:rPr>
                        <a:t>Geographic locations and customer contact details</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a:solidFill>
                            <a:schemeClr val="accent3"/>
                          </a:solidFill>
                          <a:latin typeface="Arial" panose="020B0604020202020204" pitchFamily="34" charset="0"/>
                          <a:ea typeface="Verdana" panose="020B0604030504040204" pitchFamily="34" charset="0"/>
                          <a:cs typeface="Arial" panose="020B0604020202020204" pitchFamily="34" charset="0"/>
                        </a:rPr>
                        <a:t>Contract demand and consumption patterns</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a:solidFill>
                            <a:schemeClr val="accent3"/>
                          </a:solidFill>
                          <a:latin typeface="Arial" panose="020B0604020202020204" pitchFamily="34" charset="0"/>
                          <a:ea typeface="Verdana" panose="020B0604030504040204" pitchFamily="34" charset="0"/>
                          <a:cs typeface="Arial" panose="020B0604020202020204" pitchFamily="34" charset="0"/>
                        </a:rPr>
                        <a:t>Customer classification and segmentations</a:t>
                      </a:r>
                    </a:p>
                  </a:txBody>
                  <a:tcPr anchor="ctr">
                    <a:lnL w="9525" cap="flat" cmpd="sng" algn="ctr">
                      <a:solidFill>
                        <a:schemeClr val="accent3"/>
                      </a:solidFill>
                      <a:prstDash val="solid"/>
                      <a:round/>
                      <a:headEnd type="none" w="med" len="med"/>
                      <a:tailEnd type="none" w="med" len="med"/>
                    </a:lnL>
                    <a:lnR w="12700" cmpd="sng">
                      <a:noFill/>
                    </a:lnR>
                    <a:lnT w="12700" cmpd="sng">
                      <a:noFill/>
                    </a:lnT>
                    <a:lnB w="9525"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72081739"/>
                  </a:ext>
                </a:extLst>
              </a:tr>
              <a:tr h="771910">
                <a:tc>
                  <a:txBody>
                    <a:bodyPr/>
                    <a:lstStyle/>
                    <a:p>
                      <a:pPr algn="ctr"/>
                      <a:endParaRPr lang="en-US" sz="1100" b="0">
                        <a:solidFill>
                          <a:schemeClr val="bg1"/>
                        </a:solidFill>
                        <a:latin typeface="Verdana" panose="020B0604030504040204" pitchFamily="34" charset="0"/>
                        <a:ea typeface="Verdana" panose="020B0604030504040204" pitchFamily="34" charset="0"/>
                        <a:cs typeface="Arial" panose="020B0604020202020204" pitchFamily="34" charset="0"/>
                      </a:endParaRPr>
                    </a:p>
                  </a:txBody>
                  <a:tcPr anchor="ctr">
                    <a:lnL w="12700" cmpd="sng">
                      <a:noFill/>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marL="171450" indent="-171450" algn="just">
                        <a:buFont typeface="Arial" panose="020B0604020202020204" pitchFamily="34" charset="0"/>
                        <a:buChar char="•"/>
                      </a:pPr>
                      <a:r>
                        <a:rPr lang="en-US" sz="1100" b="0">
                          <a:solidFill>
                            <a:schemeClr val="accent3"/>
                          </a:solidFill>
                          <a:latin typeface="Arial" panose="020B0604020202020204" pitchFamily="34" charset="0"/>
                          <a:ea typeface="Verdana" panose="020B0604030504040204" pitchFamily="34" charset="0"/>
                          <a:cs typeface="Arial" panose="020B0604020202020204" pitchFamily="34" charset="0"/>
                        </a:rPr>
                        <a:t>List of sites and locations selected for survey</a:t>
                      </a:r>
                    </a:p>
                    <a:p>
                      <a:pPr marL="171450" indent="-171450" algn="just">
                        <a:buFont typeface="Arial" panose="020B0604020202020204" pitchFamily="34" charset="0"/>
                        <a:buChar char="•"/>
                      </a:pPr>
                      <a:r>
                        <a:rPr lang="en-US" sz="1100" b="0">
                          <a:solidFill>
                            <a:schemeClr val="accent3"/>
                          </a:solidFill>
                          <a:latin typeface="Arial" panose="020B0604020202020204" pitchFamily="34" charset="0"/>
                          <a:ea typeface="Verdana" panose="020B0604030504040204" pitchFamily="34" charset="0"/>
                          <a:cs typeface="Arial" panose="020B0604020202020204" pitchFamily="34" charset="0"/>
                        </a:rPr>
                        <a:t>Geographical segmentation (West Bengal &amp; Jharkhand)</a:t>
                      </a:r>
                    </a:p>
                    <a:p>
                      <a:pPr marL="171450" indent="-171450" algn="just">
                        <a:buFont typeface="Arial" panose="020B0604020202020204" pitchFamily="34" charset="0"/>
                        <a:buChar char="•"/>
                      </a:pPr>
                      <a:r>
                        <a:rPr lang="en-US" sz="1100" b="0">
                          <a:solidFill>
                            <a:schemeClr val="accent3"/>
                          </a:solidFill>
                          <a:latin typeface="Arial" panose="020B0604020202020204" pitchFamily="34" charset="0"/>
                          <a:ea typeface="Verdana" panose="020B0604030504040204" pitchFamily="34" charset="0"/>
                          <a:cs typeface="Arial" panose="020B0604020202020204" pitchFamily="34" charset="0"/>
                        </a:rPr>
                        <a:t>Bilateral consumers outside DVC area</a:t>
                      </a:r>
                    </a:p>
                    <a:p>
                      <a:pPr marL="171450" indent="-171450" algn="just">
                        <a:buFont typeface="Arial" panose="020B0604020202020204" pitchFamily="34" charset="0"/>
                        <a:buChar char="•"/>
                      </a:pPr>
                      <a:r>
                        <a:rPr lang="en-US" sz="1100" b="0">
                          <a:solidFill>
                            <a:schemeClr val="accent3"/>
                          </a:solidFill>
                          <a:latin typeface="Arial" panose="020B0604020202020204" pitchFamily="34" charset="0"/>
                          <a:ea typeface="Verdana" panose="020B0604030504040204" pitchFamily="34" charset="0"/>
                          <a:cs typeface="Arial" panose="020B0604020202020204" pitchFamily="34" charset="0"/>
                        </a:rPr>
                        <a:t>Sample sizes and distribution across categories</a:t>
                      </a:r>
                    </a:p>
                  </a:txBody>
                  <a:tcPr anchor="ctr">
                    <a:lnL w="9525" cap="flat" cmpd="sng" algn="ctr">
                      <a:solidFill>
                        <a:schemeClr val="accent3"/>
                      </a:solidFill>
                      <a:prstDash val="solid"/>
                      <a:round/>
                      <a:headEnd type="none" w="med" len="med"/>
                      <a:tailEnd type="none" w="med" len="med"/>
                    </a:lnL>
                    <a:lnR w="12700" cmpd="sng">
                      <a:noFill/>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3283144"/>
                  </a:ext>
                </a:extLst>
              </a:tr>
              <a:tr h="702311">
                <a:tc>
                  <a:txBody>
                    <a:bodyPr/>
                    <a:lstStyle/>
                    <a:p>
                      <a:pPr algn="ctr"/>
                      <a:endParaRPr lang="en-US" sz="1100" b="0">
                        <a:solidFill>
                          <a:schemeClr val="bg1"/>
                        </a:solidFill>
                        <a:latin typeface="Verdana" panose="020B0604030504040204" pitchFamily="34" charset="0"/>
                        <a:ea typeface="Verdana" panose="020B0604030504040204" pitchFamily="34" charset="0"/>
                        <a:cs typeface="Arial" panose="020B0604020202020204" pitchFamily="34" charset="0"/>
                      </a:endParaRPr>
                    </a:p>
                  </a:txBody>
                  <a:tcPr anchor="ctr">
                    <a:lnL w="12700" cmpd="sng">
                      <a:noFill/>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marL="171450" indent="-171450" algn="just">
                        <a:buFont typeface="Arial" panose="020B0604020202020204" pitchFamily="34" charset="0"/>
                        <a:buChar char="•"/>
                      </a:pPr>
                      <a:r>
                        <a:rPr lang="en-US" sz="1100" b="0">
                          <a:solidFill>
                            <a:schemeClr val="accent3"/>
                          </a:solidFill>
                          <a:latin typeface="Arial" panose="020B0604020202020204" pitchFamily="34" charset="0"/>
                          <a:ea typeface="Verdana" panose="020B0604030504040204" pitchFamily="34" charset="0"/>
                          <a:cs typeface="Arial" panose="020B0604020202020204" pitchFamily="34" charset="0"/>
                        </a:rPr>
                        <a:t>Outage and fault records with cause codes</a:t>
                      </a:r>
                    </a:p>
                    <a:p>
                      <a:pPr marL="171450" indent="-171450" algn="just">
                        <a:buFont typeface="Arial" panose="020B0604020202020204" pitchFamily="34" charset="0"/>
                        <a:buChar char="•"/>
                      </a:pPr>
                      <a:r>
                        <a:rPr lang="en-US" sz="1100" b="0">
                          <a:solidFill>
                            <a:schemeClr val="accent3"/>
                          </a:solidFill>
                          <a:latin typeface="Arial" panose="020B0604020202020204" pitchFamily="34" charset="0"/>
                          <a:ea typeface="Verdana" panose="020B0604030504040204" pitchFamily="34" charset="0"/>
                          <a:cs typeface="Arial" panose="020B0604020202020204" pitchFamily="34" charset="0"/>
                        </a:rPr>
                        <a:t>Power quality logs (voltage fluctuations, interruptions)</a:t>
                      </a:r>
                    </a:p>
                    <a:p>
                      <a:pPr marL="171450" indent="-171450" algn="just">
                        <a:buFont typeface="Arial" panose="020B0604020202020204" pitchFamily="34" charset="0"/>
                        <a:buChar char="•"/>
                      </a:pPr>
                      <a:r>
                        <a:rPr lang="en-US" sz="1100" b="0">
                          <a:solidFill>
                            <a:schemeClr val="accent3"/>
                          </a:solidFill>
                          <a:latin typeface="Arial" panose="020B0604020202020204" pitchFamily="34" charset="0"/>
                          <a:ea typeface="Verdana" panose="020B0604030504040204" pitchFamily="34" charset="0"/>
                          <a:cs typeface="Arial" panose="020B0604020202020204" pitchFamily="34" charset="0"/>
                        </a:rPr>
                        <a:t>Assets condition reports and recent inspections</a:t>
                      </a:r>
                    </a:p>
                  </a:txBody>
                  <a:tcPr anchor="ctr">
                    <a:lnL w="9525" cap="flat" cmpd="sng" algn="ctr">
                      <a:solidFill>
                        <a:schemeClr val="accent3"/>
                      </a:solidFill>
                      <a:prstDash val="solid"/>
                      <a:round/>
                      <a:headEnd type="none" w="med" len="med"/>
                      <a:tailEnd type="none" w="med" len="med"/>
                    </a:lnL>
                    <a:lnR w="12700" cmpd="sng">
                      <a:noFill/>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05930139"/>
                  </a:ext>
                </a:extLst>
              </a:tr>
              <a:tr h="771910">
                <a:tc>
                  <a:txBody>
                    <a:bodyPr/>
                    <a:lstStyle/>
                    <a:p>
                      <a:pPr algn="ctr"/>
                      <a:endParaRPr lang="en-US" sz="1100" b="0">
                        <a:solidFill>
                          <a:schemeClr val="bg1"/>
                        </a:solidFill>
                        <a:latin typeface="Verdana" panose="020B0604030504040204" pitchFamily="34" charset="0"/>
                        <a:ea typeface="Verdana" panose="020B0604030504040204" pitchFamily="34" charset="0"/>
                        <a:cs typeface="Arial" panose="020B0604020202020204" pitchFamily="34" charset="0"/>
                      </a:endParaRPr>
                    </a:p>
                  </a:txBody>
                  <a:tcPr anchor="ctr">
                    <a:lnL w="12700" cmpd="sng">
                      <a:noFill/>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26890D"/>
                          </a:solidFill>
                          <a:effectLst/>
                          <a:uLnTx/>
                          <a:uFillTx/>
                          <a:latin typeface="Arial" panose="020B0604020202020204" pitchFamily="34" charset="0"/>
                          <a:ea typeface="Verdana" panose="020B0604030504040204" pitchFamily="34" charset="0"/>
                          <a:cs typeface="Arial" panose="020B0604020202020204" pitchFamily="34" charset="0"/>
                        </a:rPr>
                        <a:t>Billing details, cycles, invoice dates, and payment history</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26890D"/>
                          </a:solidFill>
                          <a:effectLst/>
                          <a:uLnTx/>
                          <a:uFillTx/>
                          <a:latin typeface="Arial" panose="020B0604020202020204" pitchFamily="34" charset="0"/>
                          <a:ea typeface="Verdana" panose="020B0604030504040204" pitchFamily="34" charset="0"/>
                          <a:cs typeface="Arial" panose="020B0604020202020204" pitchFamily="34" charset="0"/>
                        </a:rPr>
                        <a:t>Grievance and complaint logs with resolution timelines</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26890D"/>
                          </a:solidFill>
                          <a:effectLst/>
                          <a:uLnTx/>
                          <a:uFillTx/>
                          <a:latin typeface="Arial" panose="020B0604020202020204" pitchFamily="34" charset="0"/>
                          <a:ea typeface="Verdana" panose="020B0604030504040204" pitchFamily="34" charset="0"/>
                          <a:cs typeface="Arial" panose="020B0604020202020204" pitchFamily="34" charset="0"/>
                        </a:rPr>
                        <a:t>Call center and customer interaction logs</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26890D"/>
                          </a:solidFill>
                          <a:effectLst/>
                          <a:uLnTx/>
                          <a:uFillTx/>
                          <a:latin typeface="Arial" panose="020B0604020202020204" pitchFamily="34" charset="0"/>
                          <a:ea typeface="Verdana" panose="020B0604030504040204" pitchFamily="34" charset="0"/>
                          <a:cs typeface="Arial" panose="020B0604020202020204" pitchFamily="34" charset="0"/>
                        </a:rPr>
                        <a:t>Records of community outreach &amp; awareness campaigns</a:t>
                      </a:r>
                    </a:p>
                  </a:txBody>
                  <a:tcPr anchor="ctr">
                    <a:lnL w="9525" cap="flat" cmpd="sng" algn="ctr">
                      <a:solidFill>
                        <a:schemeClr val="accent3"/>
                      </a:solidFill>
                      <a:prstDash val="solid"/>
                      <a:round/>
                      <a:headEnd type="none" w="med" len="med"/>
                      <a:tailEnd type="none" w="med" len="med"/>
                    </a:lnL>
                    <a:lnR w="12700" cmpd="sng">
                      <a:noFill/>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68185034"/>
                  </a:ext>
                </a:extLst>
              </a:tr>
              <a:tr h="702311">
                <a:tc>
                  <a:txBody>
                    <a:bodyPr/>
                    <a:lstStyle/>
                    <a:p>
                      <a:pPr algn="ctr"/>
                      <a:endParaRPr lang="en-US" sz="1100" b="0">
                        <a:solidFill>
                          <a:schemeClr val="bg1"/>
                        </a:solidFill>
                        <a:latin typeface="Verdana" panose="020B0604030504040204" pitchFamily="34" charset="0"/>
                        <a:ea typeface="Verdana" panose="020B0604030504040204" pitchFamily="34" charset="0"/>
                        <a:cs typeface="Arial" panose="020B0604020202020204" pitchFamily="34" charset="0"/>
                      </a:endParaRPr>
                    </a:p>
                  </a:txBody>
                  <a:tcPr anchor="ctr">
                    <a:lnL w="12700" cmpd="sng">
                      <a:noFill/>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26890D"/>
                          </a:solidFill>
                          <a:effectLst/>
                          <a:uLnTx/>
                          <a:uFillTx/>
                          <a:latin typeface="Arial" panose="020B0604020202020204" pitchFamily="34" charset="0"/>
                          <a:ea typeface="Verdana" panose="020B0604030504040204" pitchFamily="34" charset="0"/>
                          <a:cs typeface="Arial" panose="020B0604020202020204" pitchFamily="34" charset="0"/>
                        </a:rPr>
                        <a:t>System Average Interruption Duration Index (SAIDI) &amp; Frequency Index (SAIFI) data</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26890D"/>
                          </a:solidFill>
                          <a:effectLst/>
                          <a:uLnTx/>
                          <a:uFillTx/>
                          <a:latin typeface="Arial" panose="020B0604020202020204" pitchFamily="34" charset="0"/>
                          <a:ea typeface="Verdana" panose="020B0604030504040204" pitchFamily="34" charset="0"/>
                          <a:cs typeface="Arial" panose="020B0604020202020204" pitchFamily="34" charset="0"/>
                        </a:rPr>
                        <a:t>CAIDI statistics, power quality reports</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26890D"/>
                          </a:solidFill>
                          <a:effectLst/>
                          <a:uLnTx/>
                          <a:uFillTx/>
                          <a:latin typeface="Arial" panose="020B0604020202020204" pitchFamily="34" charset="0"/>
                          <a:ea typeface="Verdana" panose="020B0604030504040204" pitchFamily="34" charset="0"/>
                          <a:cs typeface="Arial" panose="020B0604020202020204" pitchFamily="34" charset="0"/>
                        </a:rPr>
                        <a:t>Data on grid reliability and performance metrics</a:t>
                      </a:r>
                    </a:p>
                  </a:txBody>
                  <a:tcPr anchor="ctr">
                    <a:lnL w="9525" cap="flat" cmpd="sng" algn="ctr">
                      <a:solidFill>
                        <a:schemeClr val="accent3"/>
                      </a:solidFill>
                      <a:prstDash val="solid"/>
                      <a:round/>
                      <a:headEnd type="none" w="med" len="med"/>
                      <a:tailEnd type="none" w="med" len="med"/>
                    </a:lnL>
                    <a:lnR w="12700" cmpd="sng">
                      <a:noFill/>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35124394"/>
                  </a:ext>
                </a:extLst>
              </a:tr>
              <a:tr h="771910">
                <a:tc>
                  <a:txBody>
                    <a:bodyPr/>
                    <a:lstStyle/>
                    <a:p>
                      <a:pPr algn="ctr"/>
                      <a:endParaRPr lang="en-US" sz="1100" b="0">
                        <a:solidFill>
                          <a:schemeClr val="bg1"/>
                        </a:solidFill>
                        <a:latin typeface="Verdana" panose="020B0604030504040204" pitchFamily="34" charset="0"/>
                        <a:ea typeface="Verdana" panose="020B0604030504040204" pitchFamily="34" charset="0"/>
                        <a:cs typeface="Arial" panose="020B0604020202020204" pitchFamily="34" charset="0"/>
                      </a:endParaRPr>
                    </a:p>
                  </a:txBody>
                  <a:tcPr anchor="ctr">
                    <a:lnL w="12700" cmpd="sng">
                      <a:noFill/>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26890D"/>
                          </a:solidFill>
                          <a:effectLst/>
                          <a:uLnTx/>
                          <a:uFillTx/>
                          <a:latin typeface="Arial" panose="020B0604020202020204" pitchFamily="34" charset="0"/>
                          <a:ea typeface="Verdana" panose="020B0604030504040204" pitchFamily="34" charset="0"/>
                          <a:cs typeface="Arial" panose="020B0604020202020204" pitchFamily="34" charset="0"/>
                        </a:rPr>
                        <a:t>Details of ongoing customer engagement initiatives</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26890D"/>
                          </a:solidFill>
                          <a:effectLst/>
                          <a:uLnTx/>
                          <a:uFillTx/>
                          <a:latin typeface="Arial" panose="020B0604020202020204" pitchFamily="34" charset="0"/>
                          <a:ea typeface="Verdana" panose="020B0604030504040204" pitchFamily="34" charset="0"/>
                          <a:cs typeface="Arial" panose="020B0604020202020204" pitchFamily="34" charset="0"/>
                        </a:rPr>
                        <a:t>Data on survey logistics &amp; field visit arrangements</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26890D"/>
                          </a:solidFill>
                          <a:effectLst/>
                          <a:uLnTx/>
                          <a:uFillTx/>
                          <a:latin typeface="Arial" panose="020B0604020202020204" pitchFamily="34" charset="0"/>
                          <a:ea typeface="Verdana" panose="020B0604030504040204" pitchFamily="34" charset="0"/>
                          <a:cs typeface="Arial" panose="020B0604020202020204" pitchFamily="34" charset="0"/>
                        </a:rPr>
                        <a:t>Contact details of DVC officials for coordination</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26890D"/>
                          </a:solidFill>
                          <a:effectLst/>
                          <a:uLnTx/>
                          <a:uFillTx/>
                          <a:latin typeface="Arial" panose="020B0604020202020204" pitchFamily="34" charset="0"/>
                          <a:ea typeface="Verdana" panose="020B0604030504040204" pitchFamily="34" charset="0"/>
                          <a:cs typeface="Arial" panose="020B0604020202020204" pitchFamily="34" charset="0"/>
                        </a:rPr>
                        <a:t>Data privacy policies and consent procedures</a:t>
                      </a:r>
                    </a:p>
                  </a:txBody>
                  <a:tcPr anchor="ctr">
                    <a:lnL w="9525" cap="flat" cmpd="sng" algn="ctr">
                      <a:solidFill>
                        <a:schemeClr val="accent3"/>
                      </a:solidFill>
                      <a:prstDash val="solid"/>
                      <a:round/>
                      <a:headEnd type="none" w="med" len="med"/>
                      <a:tailEnd type="none" w="med" len="med"/>
                    </a:lnL>
                    <a:lnR w="12700" cmpd="sng">
                      <a:noFill/>
                    </a:lnR>
                    <a:lnT w="9525" cap="flat" cmpd="sng" algn="ctr">
                      <a:solidFill>
                        <a:schemeClr val="accent3"/>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51078273"/>
                  </a:ext>
                </a:extLst>
              </a:tr>
            </a:tbl>
          </a:graphicData>
        </a:graphic>
      </p:graphicFrame>
      <p:cxnSp>
        <p:nvCxnSpPr>
          <p:cNvPr id="74" name="Straight Connector 73">
            <a:extLst>
              <a:ext uri="{FF2B5EF4-FFF2-40B4-BE49-F238E27FC236}">
                <a16:creationId xmlns:a16="http://schemas.microsoft.com/office/drawing/2014/main" id="{68915712-ADAE-7381-4B65-C69E4B27CDEB}"/>
              </a:ext>
            </a:extLst>
          </p:cNvPr>
          <p:cNvCxnSpPr>
            <a:cxnSpLocks/>
          </p:cNvCxnSpPr>
          <p:nvPr/>
        </p:nvCxnSpPr>
        <p:spPr>
          <a:xfrm>
            <a:off x="3431123" y="1490129"/>
            <a:ext cx="182880" cy="0"/>
          </a:xfrm>
          <a:prstGeom prst="line">
            <a:avLst/>
          </a:prstGeom>
          <a:ln w="12700">
            <a:solidFill>
              <a:schemeClr val="tx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08B4AB3F-0654-2579-7A34-908A13842FCA}"/>
              </a:ext>
            </a:extLst>
          </p:cNvPr>
          <p:cNvCxnSpPr>
            <a:cxnSpLocks/>
          </p:cNvCxnSpPr>
          <p:nvPr/>
        </p:nvCxnSpPr>
        <p:spPr>
          <a:xfrm>
            <a:off x="3431123" y="4825825"/>
            <a:ext cx="182880" cy="0"/>
          </a:xfrm>
          <a:prstGeom prst="line">
            <a:avLst/>
          </a:prstGeom>
          <a:ln w="12700">
            <a:solidFill>
              <a:schemeClr val="tx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0DAB2403-DEA3-E178-57C5-09AB45BD1C83}"/>
              </a:ext>
            </a:extLst>
          </p:cNvPr>
          <p:cNvCxnSpPr>
            <a:cxnSpLocks/>
          </p:cNvCxnSpPr>
          <p:nvPr/>
        </p:nvCxnSpPr>
        <p:spPr>
          <a:xfrm>
            <a:off x="3422656" y="3157977"/>
            <a:ext cx="182880" cy="0"/>
          </a:xfrm>
          <a:prstGeom prst="line">
            <a:avLst/>
          </a:prstGeom>
          <a:ln w="12700">
            <a:solidFill>
              <a:schemeClr val="tx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C0A6F6D1-4997-F7A1-EDC6-E5A5D6BA060F}"/>
              </a:ext>
            </a:extLst>
          </p:cNvPr>
          <p:cNvCxnSpPr>
            <a:cxnSpLocks/>
          </p:cNvCxnSpPr>
          <p:nvPr/>
        </p:nvCxnSpPr>
        <p:spPr>
          <a:xfrm>
            <a:off x="3422656" y="2324053"/>
            <a:ext cx="182880" cy="0"/>
          </a:xfrm>
          <a:prstGeom prst="line">
            <a:avLst/>
          </a:prstGeom>
          <a:ln w="12700">
            <a:solidFill>
              <a:schemeClr val="tx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7C082704-1B6D-C28A-B16A-64C8FA3ABE0C}"/>
              </a:ext>
            </a:extLst>
          </p:cNvPr>
          <p:cNvCxnSpPr>
            <a:cxnSpLocks/>
          </p:cNvCxnSpPr>
          <p:nvPr/>
        </p:nvCxnSpPr>
        <p:spPr>
          <a:xfrm>
            <a:off x="3431123" y="3991901"/>
            <a:ext cx="182880" cy="0"/>
          </a:xfrm>
          <a:prstGeom prst="line">
            <a:avLst/>
          </a:prstGeom>
          <a:ln w="12700">
            <a:solidFill>
              <a:schemeClr val="tx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9AFBBC8D-7683-F2B3-8D60-D11BB2AE75FA}"/>
              </a:ext>
            </a:extLst>
          </p:cNvPr>
          <p:cNvCxnSpPr>
            <a:cxnSpLocks/>
          </p:cNvCxnSpPr>
          <p:nvPr/>
        </p:nvCxnSpPr>
        <p:spPr>
          <a:xfrm>
            <a:off x="3422656" y="5659751"/>
            <a:ext cx="182880" cy="0"/>
          </a:xfrm>
          <a:prstGeom prst="line">
            <a:avLst/>
          </a:prstGeom>
          <a:ln w="12700">
            <a:solidFill>
              <a:schemeClr val="tx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80" name="Isosceles Triangle 79">
            <a:extLst>
              <a:ext uri="{FF2B5EF4-FFF2-40B4-BE49-F238E27FC236}">
                <a16:creationId xmlns:a16="http://schemas.microsoft.com/office/drawing/2014/main" id="{E61CFA2E-A5BB-FB93-4ECE-A12AC0F8836A}"/>
              </a:ext>
            </a:extLst>
          </p:cNvPr>
          <p:cNvSpPr/>
          <p:nvPr/>
        </p:nvSpPr>
        <p:spPr bwMode="gray">
          <a:xfrm flipV="1">
            <a:off x="3976947" y="1738166"/>
            <a:ext cx="245533" cy="187385"/>
          </a:xfrm>
          <a:prstGeom prst="triangle">
            <a:avLst/>
          </a:prstGeom>
          <a:solidFill>
            <a:srgbClr val="C4D6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b="1">
              <a:solidFill>
                <a:schemeClr val="bg1"/>
              </a:solidFill>
              <a:latin typeface="Arial" panose="020B0604020202020204" pitchFamily="34" charset="0"/>
              <a:cs typeface="Arial" panose="020B0604020202020204" pitchFamily="34" charset="0"/>
            </a:endParaRPr>
          </a:p>
        </p:txBody>
      </p:sp>
      <p:sp>
        <p:nvSpPr>
          <p:cNvPr id="81" name="Isosceles Triangle 80">
            <a:extLst>
              <a:ext uri="{FF2B5EF4-FFF2-40B4-BE49-F238E27FC236}">
                <a16:creationId xmlns:a16="http://schemas.microsoft.com/office/drawing/2014/main" id="{0756DC54-E92D-4967-9E10-87A5782635BC}"/>
              </a:ext>
            </a:extLst>
          </p:cNvPr>
          <p:cNvSpPr/>
          <p:nvPr/>
        </p:nvSpPr>
        <p:spPr bwMode="gray">
          <a:xfrm flipV="1">
            <a:off x="3976947" y="2530471"/>
            <a:ext cx="245533" cy="187385"/>
          </a:xfrm>
          <a:prstGeom prst="triangle">
            <a:avLst/>
          </a:prstGeom>
          <a:solidFill>
            <a:srgbClr val="C4D6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b="1">
              <a:solidFill>
                <a:schemeClr val="bg1"/>
              </a:solidFill>
              <a:latin typeface="Arial" panose="020B0604020202020204" pitchFamily="34" charset="0"/>
              <a:cs typeface="Arial" panose="020B0604020202020204" pitchFamily="34" charset="0"/>
            </a:endParaRPr>
          </a:p>
        </p:txBody>
      </p:sp>
      <p:sp>
        <p:nvSpPr>
          <p:cNvPr id="82" name="Isosceles Triangle 81">
            <a:extLst>
              <a:ext uri="{FF2B5EF4-FFF2-40B4-BE49-F238E27FC236}">
                <a16:creationId xmlns:a16="http://schemas.microsoft.com/office/drawing/2014/main" id="{1F192201-93D6-535A-DB94-1F4744196981}"/>
              </a:ext>
            </a:extLst>
          </p:cNvPr>
          <p:cNvSpPr/>
          <p:nvPr/>
        </p:nvSpPr>
        <p:spPr bwMode="gray">
          <a:xfrm flipV="1">
            <a:off x="3976946" y="3278288"/>
            <a:ext cx="245533" cy="187385"/>
          </a:xfrm>
          <a:prstGeom prst="triangle">
            <a:avLst/>
          </a:prstGeom>
          <a:solidFill>
            <a:srgbClr val="C4D6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b="1">
              <a:solidFill>
                <a:schemeClr val="bg1"/>
              </a:solidFill>
              <a:latin typeface="Arial" panose="020B0604020202020204" pitchFamily="34" charset="0"/>
              <a:cs typeface="Arial" panose="020B0604020202020204" pitchFamily="34" charset="0"/>
            </a:endParaRPr>
          </a:p>
        </p:txBody>
      </p:sp>
      <p:sp>
        <p:nvSpPr>
          <p:cNvPr id="83" name="Isosceles Triangle 82">
            <a:extLst>
              <a:ext uri="{FF2B5EF4-FFF2-40B4-BE49-F238E27FC236}">
                <a16:creationId xmlns:a16="http://schemas.microsoft.com/office/drawing/2014/main" id="{1AF21825-4243-65C1-5E0E-4D4A6EB1387C}"/>
              </a:ext>
            </a:extLst>
          </p:cNvPr>
          <p:cNvSpPr/>
          <p:nvPr/>
        </p:nvSpPr>
        <p:spPr bwMode="gray">
          <a:xfrm flipV="1">
            <a:off x="3976945" y="4066836"/>
            <a:ext cx="245533" cy="187385"/>
          </a:xfrm>
          <a:prstGeom prst="triangle">
            <a:avLst/>
          </a:prstGeom>
          <a:solidFill>
            <a:srgbClr val="C4D6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b="1">
              <a:solidFill>
                <a:schemeClr val="bg1"/>
              </a:solidFill>
              <a:latin typeface="Arial" panose="020B0604020202020204" pitchFamily="34" charset="0"/>
              <a:cs typeface="Arial" panose="020B0604020202020204" pitchFamily="34" charset="0"/>
            </a:endParaRPr>
          </a:p>
        </p:txBody>
      </p:sp>
      <p:sp>
        <p:nvSpPr>
          <p:cNvPr id="84" name="Isosceles Triangle 83">
            <a:extLst>
              <a:ext uri="{FF2B5EF4-FFF2-40B4-BE49-F238E27FC236}">
                <a16:creationId xmlns:a16="http://schemas.microsoft.com/office/drawing/2014/main" id="{E50DE53E-B4E1-FA3F-23DE-B9304F85C29F}"/>
              </a:ext>
            </a:extLst>
          </p:cNvPr>
          <p:cNvSpPr/>
          <p:nvPr/>
        </p:nvSpPr>
        <p:spPr bwMode="gray">
          <a:xfrm flipV="1">
            <a:off x="3976945" y="4825825"/>
            <a:ext cx="245533" cy="187385"/>
          </a:xfrm>
          <a:prstGeom prst="triangle">
            <a:avLst/>
          </a:prstGeom>
          <a:solidFill>
            <a:srgbClr val="C4D6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b="1">
              <a:solidFill>
                <a:schemeClr val="bg1"/>
              </a:solidFill>
              <a:latin typeface="Arial" panose="020B0604020202020204" pitchFamily="34" charset="0"/>
              <a:cs typeface="Arial" panose="020B0604020202020204" pitchFamily="34" charset="0"/>
            </a:endParaRPr>
          </a:p>
        </p:txBody>
      </p:sp>
      <p:sp>
        <p:nvSpPr>
          <p:cNvPr id="85" name="Isosceles Triangle 84">
            <a:extLst>
              <a:ext uri="{FF2B5EF4-FFF2-40B4-BE49-F238E27FC236}">
                <a16:creationId xmlns:a16="http://schemas.microsoft.com/office/drawing/2014/main" id="{5AF8205F-B4DC-E80E-4387-5793DC6B0F42}"/>
              </a:ext>
            </a:extLst>
          </p:cNvPr>
          <p:cNvSpPr/>
          <p:nvPr/>
        </p:nvSpPr>
        <p:spPr bwMode="gray">
          <a:xfrm flipV="1">
            <a:off x="3976945" y="5566058"/>
            <a:ext cx="245533" cy="187385"/>
          </a:xfrm>
          <a:prstGeom prst="triangle">
            <a:avLst/>
          </a:prstGeom>
          <a:solidFill>
            <a:srgbClr val="C4D6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b="1">
              <a:solidFill>
                <a:schemeClr val="bg1"/>
              </a:solidFill>
              <a:latin typeface="Arial" panose="020B0604020202020204" pitchFamily="34" charset="0"/>
              <a:cs typeface="Arial" panose="020B0604020202020204" pitchFamily="34" charset="0"/>
            </a:endParaRPr>
          </a:p>
        </p:txBody>
      </p:sp>
      <p:sp>
        <p:nvSpPr>
          <p:cNvPr id="87" name="Rectangle 86">
            <a:extLst>
              <a:ext uri="{FF2B5EF4-FFF2-40B4-BE49-F238E27FC236}">
                <a16:creationId xmlns:a16="http://schemas.microsoft.com/office/drawing/2014/main" id="{5245B1C5-1984-E4E3-9B15-983ADDCD90E2}"/>
              </a:ext>
            </a:extLst>
          </p:cNvPr>
          <p:cNvSpPr/>
          <p:nvPr/>
        </p:nvSpPr>
        <p:spPr bwMode="gray">
          <a:xfrm>
            <a:off x="880065" y="5379077"/>
            <a:ext cx="2269258" cy="563397"/>
          </a:xfrm>
          <a:custGeom>
            <a:avLst/>
            <a:gdLst>
              <a:gd name="connsiteX0" fmla="*/ 0 w 2269258"/>
              <a:gd name="connsiteY0" fmla="*/ 0 h 563397"/>
              <a:gd name="connsiteX1" fmla="*/ 567315 w 2269258"/>
              <a:gd name="connsiteY1" fmla="*/ 0 h 563397"/>
              <a:gd name="connsiteX2" fmla="*/ 1180014 w 2269258"/>
              <a:gd name="connsiteY2" fmla="*/ 0 h 563397"/>
              <a:gd name="connsiteX3" fmla="*/ 1747329 w 2269258"/>
              <a:gd name="connsiteY3" fmla="*/ 0 h 563397"/>
              <a:gd name="connsiteX4" fmla="*/ 2269258 w 2269258"/>
              <a:gd name="connsiteY4" fmla="*/ 0 h 563397"/>
              <a:gd name="connsiteX5" fmla="*/ 2269258 w 2269258"/>
              <a:gd name="connsiteY5" fmla="*/ 563397 h 563397"/>
              <a:gd name="connsiteX6" fmla="*/ 1701944 w 2269258"/>
              <a:gd name="connsiteY6" fmla="*/ 563397 h 563397"/>
              <a:gd name="connsiteX7" fmla="*/ 1134629 w 2269258"/>
              <a:gd name="connsiteY7" fmla="*/ 563397 h 563397"/>
              <a:gd name="connsiteX8" fmla="*/ 567315 w 2269258"/>
              <a:gd name="connsiteY8" fmla="*/ 563397 h 563397"/>
              <a:gd name="connsiteX9" fmla="*/ 0 w 2269258"/>
              <a:gd name="connsiteY9" fmla="*/ 563397 h 563397"/>
              <a:gd name="connsiteX10" fmla="*/ 0 w 2269258"/>
              <a:gd name="connsiteY10" fmla="*/ 0 h 563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69258" h="563397" fill="none" extrusionOk="0">
                <a:moveTo>
                  <a:pt x="0" y="0"/>
                </a:moveTo>
                <a:cubicBezTo>
                  <a:pt x="126952" y="-1919"/>
                  <a:pt x="287229" y="25303"/>
                  <a:pt x="567315" y="0"/>
                </a:cubicBezTo>
                <a:cubicBezTo>
                  <a:pt x="847402" y="-25303"/>
                  <a:pt x="1026566" y="6951"/>
                  <a:pt x="1180014" y="0"/>
                </a:cubicBezTo>
                <a:cubicBezTo>
                  <a:pt x="1333462" y="-6951"/>
                  <a:pt x="1546285" y="-25619"/>
                  <a:pt x="1747329" y="0"/>
                </a:cubicBezTo>
                <a:cubicBezTo>
                  <a:pt x="1948373" y="25619"/>
                  <a:pt x="2077134" y="2952"/>
                  <a:pt x="2269258" y="0"/>
                </a:cubicBezTo>
                <a:cubicBezTo>
                  <a:pt x="2266416" y="145441"/>
                  <a:pt x="2268917" y="404263"/>
                  <a:pt x="2269258" y="563397"/>
                </a:cubicBezTo>
                <a:cubicBezTo>
                  <a:pt x="2034108" y="551883"/>
                  <a:pt x="1848483" y="590655"/>
                  <a:pt x="1701944" y="563397"/>
                </a:cubicBezTo>
                <a:cubicBezTo>
                  <a:pt x="1555405" y="536139"/>
                  <a:pt x="1356769" y="575251"/>
                  <a:pt x="1134629" y="563397"/>
                </a:cubicBezTo>
                <a:cubicBezTo>
                  <a:pt x="912489" y="551543"/>
                  <a:pt x="805947" y="576259"/>
                  <a:pt x="567315" y="563397"/>
                </a:cubicBezTo>
                <a:cubicBezTo>
                  <a:pt x="328683" y="550535"/>
                  <a:pt x="156220" y="578745"/>
                  <a:pt x="0" y="563397"/>
                </a:cubicBezTo>
                <a:cubicBezTo>
                  <a:pt x="-2804" y="371438"/>
                  <a:pt x="-1110" y="197619"/>
                  <a:pt x="0" y="0"/>
                </a:cubicBezTo>
                <a:close/>
              </a:path>
              <a:path w="2269258" h="563397" stroke="0" extrusionOk="0">
                <a:moveTo>
                  <a:pt x="0" y="0"/>
                </a:moveTo>
                <a:cubicBezTo>
                  <a:pt x="277103" y="-10314"/>
                  <a:pt x="319000" y="1375"/>
                  <a:pt x="590007" y="0"/>
                </a:cubicBezTo>
                <a:cubicBezTo>
                  <a:pt x="861014" y="-1375"/>
                  <a:pt x="948110" y="-30149"/>
                  <a:pt x="1202707" y="0"/>
                </a:cubicBezTo>
                <a:cubicBezTo>
                  <a:pt x="1457304" y="30149"/>
                  <a:pt x="1836690" y="-6755"/>
                  <a:pt x="2269258" y="0"/>
                </a:cubicBezTo>
                <a:cubicBezTo>
                  <a:pt x="2244061" y="189952"/>
                  <a:pt x="2264839" y="287396"/>
                  <a:pt x="2269258" y="563397"/>
                </a:cubicBezTo>
                <a:cubicBezTo>
                  <a:pt x="2060691" y="581042"/>
                  <a:pt x="1919787" y="580466"/>
                  <a:pt x="1701944" y="563397"/>
                </a:cubicBezTo>
                <a:cubicBezTo>
                  <a:pt x="1484101" y="546328"/>
                  <a:pt x="1422692" y="548498"/>
                  <a:pt x="1202707" y="563397"/>
                </a:cubicBezTo>
                <a:cubicBezTo>
                  <a:pt x="982722" y="578296"/>
                  <a:pt x="845728" y="546625"/>
                  <a:pt x="635392" y="563397"/>
                </a:cubicBezTo>
                <a:cubicBezTo>
                  <a:pt x="425057" y="580169"/>
                  <a:pt x="254758" y="576658"/>
                  <a:pt x="0" y="563397"/>
                </a:cubicBezTo>
                <a:cubicBezTo>
                  <a:pt x="15900" y="321256"/>
                  <a:pt x="-27527" y="217541"/>
                  <a:pt x="0" y="0"/>
                </a:cubicBezTo>
                <a:close/>
              </a:path>
            </a:pathLst>
          </a:custGeom>
          <a:solidFill>
            <a:schemeClr val="accent1">
              <a:lumMod val="20000"/>
              <a:lumOff val="80000"/>
            </a:schemeClr>
          </a:solidFill>
          <a:ln w="19050" algn="ctr">
            <a:solidFill>
              <a:schemeClr val="accent4"/>
            </a:solidFill>
            <a:miter lim="800000"/>
            <a:headEnd/>
            <a:tailEnd/>
            <a:extLst>
              <a:ext uri="{C807C97D-BFC1-408E-A445-0C87EB9F89A2}">
                <ask:lineSketchStyleProps xmlns:ask="http://schemas.microsoft.com/office/drawing/2018/sketchyshapes" sd="3739313137">
                  <a:prstGeom prst="rect">
                    <a:avLst/>
                  </a:prstGeom>
                  <ask:type>
                    <ask:lineSketchFreehand/>
                  </ask:type>
                </ask:lineSketchStyleProps>
              </a:ext>
            </a:extLst>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a:ln>
                  <a:noFill/>
                </a:ln>
                <a:solidFill>
                  <a:prstClr val="black"/>
                </a:solidFill>
                <a:effectLst/>
                <a:uLnTx/>
                <a:uFillTx/>
                <a:latin typeface="Arial" panose="020B0604020202020204" pitchFamily="34" charset="0"/>
                <a:ea typeface="Verdana" panose="020B0604030504040204" pitchFamily="34" charset="0"/>
                <a:cs typeface="Arial" panose="020B0604020202020204" pitchFamily="34" charset="0"/>
              </a:rPr>
              <a:t>Engagement &amp; Logistics Support</a:t>
            </a:r>
          </a:p>
        </p:txBody>
      </p:sp>
      <p:sp>
        <p:nvSpPr>
          <p:cNvPr id="88" name="Rectangle 87">
            <a:extLst>
              <a:ext uri="{FF2B5EF4-FFF2-40B4-BE49-F238E27FC236}">
                <a16:creationId xmlns:a16="http://schemas.microsoft.com/office/drawing/2014/main" id="{DB3B505A-6608-8949-42BC-48D4E0A73B88}"/>
              </a:ext>
            </a:extLst>
          </p:cNvPr>
          <p:cNvSpPr/>
          <p:nvPr/>
        </p:nvSpPr>
        <p:spPr bwMode="gray">
          <a:xfrm>
            <a:off x="871062" y="2324053"/>
            <a:ext cx="2287266" cy="563397"/>
          </a:xfrm>
          <a:custGeom>
            <a:avLst/>
            <a:gdLst>
              <a:gd name="connsiteX0" fmla="*/ 0 w 2287266"/>
              <a:gd name="connsiteY0" fmla="*/ 0 h 563397"/>
              <a:gd name="connsiteX1" fmla="*/ 571817 w 2287266"/>
              <a:gd name="connsiteY1" fmla="*/ 0 h 563397"/>
              <a:gd name="connsiteX2" fmla="*/ 1189378 w 2287266"/>
              <a:gd name="connsiteY2" fmla="*/ 0 h 563397"/>
              <a:gd name="connsiteX3" fmla="*/ 1761195 w 2287266"/>
              <a:gd name="connsiteY3" fmla="*/ 0 h 563397"/>
              <a:gd name="connsiteX4" fmla="*/ 2287266 w 2287266"/>
              <a:gd name="connsiteY4" fmla="*/ 0 h 563397"/>
              <a:gd name="connsiteX5" fmla="*/ 2287266 w 2287266"/>
              <a:gd name="connsiteY5" fmla="*/ 563397 h 563397"/>
              <a:gd name="connsiteX6" fmla="*/ 1715450 w 2287266"/>
              <a:gd name="connsiteY6" fmla="*/ 563397 h 563397"/>
              <a:gd name="connsiteX7" fmla="*/ 1143633 w 2287266"/>
              <a:gd name="connsiteY7" fmla="*/ 563397 h 563397"/>
              <a:gd name="connsiteX8" fmla="*/ 571817 w 2287266"/>
              <a:gd name="connsiteY8" fmla="*/ 563397 h 563397"/>
              <a:gd name="connsiteX9" fmla="*/ 0 w 2287266"/>
              <a:gd name="connsiteY9" fmla="*/ 563397 h 563397"/>
              <a:gd name="connsiteX10" fmla="*/ 0 w 2287266"/>
              <a:gd name="connsiteY10" fmla="*/ 0 h 563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87266" h="563397" fill="none" extrusionOk="0">
                <a:moveTo>
                  <a:pt x="0" y="0"/>
                </a:moveTo>
                <a:cubicBezTo>
                  <a:pt x="264601" y="25564"/>
                  <a:pt x="357209" y="-8264"/>
                  <a:pt x="571817" y="0"/>
                </a:cubicBezTo>
                <a:cubicBezTo>
                  <a:pt x="786425" y="8264"/>
                  <a:pt x="921955" y="898"/>
                  <a:pt x="1189378" y="0"/>
                </a:cubicBezTo>
                <a:cubicBezTo>
                  <a:pt x="1456801" y="-898"/>
                  <a:pt x="1586206" y="-24648"/>
                  <a:pt x="1761195" y="0"/>
                </a:cubicBezTo>
                <a:cubicBezTo>
                  <a:pt x="1936184" y="24648"/>
                  <a:pt x="2141981" y="-16275"/>
                  <a:pt x="2287266" y="0"/>
                </a:cubicBezTo>
                <a:cubicBezTo>
                  <a:pt x="2284424" y="145441"/>
                  <a:pt x="2286925" y="404263"/>
                  <a:pt x="2287266" y="563397"/>
                </a:cubicBezTo>
                <a:cubicBezTo>
                  <a:pt x="2133895" y="561729"/>
                  <a:pt x="1879524" y="545339"/>
                  <a:pt x="1715450" y="563397"/>
                </a:cubicBezTo>
                <a:cubicBezTo>
                  <a:pt x="1551376" y="581455"/>
                  <a:pt x="1269266" y="588351"/>
                  <a:pt x="1143633" y="563397"/>
                </a:cubicBezTo>
                <a:cubicBezTo>
                  <a:pt x="1018000" y="538443"/>
                  <a:pt x="803613" y="550055"/>
                  <a:pt x="571817" y="563397"/>
                </a:cubicBezTo>
                <a:cubicBezTo>
                  <a:pt x="340021" y="576739"/>
                  <a:pt x="233607" y="541760"/>
                  <a:pt x="0" y="563397"/>
                </a:cubicBezTo>
                <a:cubicBezTo>
                  <a:pt x="-2804" y="371438"/>
                  <a:pt x="-1110" y="197619"/>
                  <a:pt x="0" y="0"/>
                </a:cubicBezTo>
                <a:close/>
              </a:path>
              <a:path w="2287266" h="563397" stroke="0" extrusionOk="0">
                <a:moveTo>
                  <a:pt x="0" y="0"/>
                </a:moveTo>
                <a:cubicBezTo>
                  <a:pt x="167945" y="11330"/>
                  <a:pt x="469469" y="7376"/>
                  <a:pt x="594689" y="0"/>
                </a:cubicBezTo>
                <a:cubicBezTo>
                  <a:pt x="719909" y="-7376"/>
                  <a:pt x="1004672" y="-195"/>
                  <a:pt x="1212251" y="0"/>
                </a:cubicBezTo>
                <a:cubicBezTo>
                  <a:pt x="1419830" y="195"/>
                  <a:pt x="1816408" y="-53072"/>
                  <a:pt x="2287266" y="0"/>
                </a:cubicBezTo>
                <a:cubicBezTo>
                  <a:pt x="2262069" y="189952"/>
                  <a:pt x="2282847" y="287396"/>
                  <a:pt x="2287266" y="563397"/>
                </a:cubicBezTo>
                <a:cubicBezTo>
                  <a:pt x="2120583" y="585276"/>
                  <a:pt x="1875782" y="579958"/>
                  <a:pt x="1715450" y="563397"/>
                </a:cubicBezTo>
                <a:cubicBezTo>
                  <a:pt x="1555118" y="546836"/>
                  <a:pt x="1353280" y="542634"/>
                  <a:pt x="1212251" y="563397"/>
                </a:cubicBezTo>
                <a:cubicBezTo>
                  <a:pt x="1071222" y="584160"/>
                  <a:pt x="786776" y="538890"/>
                  <a:pt x="640434" y="563397"/>
                </a:cubicBezTo>
                <a:cubicBezTo>
                  <a:pt x="494092" y="587904"/>
                  <a:pt x="183552" y="579354"/>
                  <a:pt x="0" y="563397"/>
                </a:cubicBezTo>
                <a:cubicBezTo>
                  <a:pt x="15900" y="321256"/>
                  <a:pt x="-27527" y="217541"/>
                  <a:pt x="0" y="0"/>
                </a:cubicBezTo>
                <a:close/>
              </a:path>
            </a:pathLst>
          </a:custGeom>
          <a:solidFill>
            <a:schemeClr val="accent5">
              <a:lumMod val="20000"/>
              <a:lumOff val="80000"/>
            </a:schemeClr>
          </a:solidFill>
          <a:ln w="19050" algn="ctr">
            <a:solidFill>
              <a:schemeClr val="accent5"/>
            </a:solidFill>
            <a:miter lim="800000"/>
            <a:headEnd/>
            <a:tailEnd/>
            <a:extLst>
              <a:ext uri="{C807C97D-BFC1-408E-A445-0C87EB9F89A2}">
                <ask:lineSketchStyleProps xmlns:ask="http://schemas.microsoft.com/office/drawing/2018/sketchyshapes" sd="3739313137">
                  <a:prstGeom prst="rect">
                    <a:avLst/>
                  </a:prstGeom>
                  <ask:type>
                    <ask:lineSketchFreehand/>
                  </ask:type>
                </ask:lineSketchStyleProps>
              </a:ext>
            </a:extLst>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a:ln>
                  <a:noFill/>
                </a:ln>
                <a:solidFill>
                  <a:prstClr val="black"/>
                </a:solidFill>
                <a:effectLst/>
                <a:uLnTx/>
                <a:uFillTx/>
                <a:latin typeface="Arial" panose="020B0604020202020204" pitchFamily="34" charset="0"/>
                <a:ea typeface="Verdana" panose="020B0604030504040204" pitchFamily="34" charset="0"/>
                <a:cs typeface="Arial" panose="020B0604020202020204" pitchFamily="34" charset="0"/>
              </a:rPr>
              <a:t>Survey Site &amp; Sample Frame Details</a:t>
            </a: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Verdana" panose="020B0604030504040204" pitchFamily="34" charset="0"/>
              <a:cs typeface="Arial" panose="020B0604020202020204" pitchFamily="34" charset="0"/>
            </a:endParaRPr>
          </a:p>
        </p:txBody>
      </p:sp>
      <p:sp>
        <p:nvSpPr>
          <p:cNvPr id="89" name="Rectangle 88">
            <a:extLst>
              <a:ext uri="{FF2B5EF4-FFF2-40B4-BE49-F238E27FC236}">
                <a16:creationId xmlns:a16="http://schemas.microsoft.com/office/drawing/2014/main" id="{0DABA79B-E62B-D80B-A37F-335FB1160F38}"/>
              </a:ext>
            </a:extLst>
          </p:cNvPr>
          <p:cNvSpPr/>
          <p:nvPr/>
        </p:nvSpPr>
        <p:spPr bwMode="gray">
          <a:xfrm>
            <a:off x="862272" y="1624380"/>
            <a:ext cx="2287266" cy="563397"/>
          </a:xfrm>
          <a:custGeom>
            <a:avLst/>
            <a:gdLst>
              <a:gd name="connsiteX0" fmla="*/ 0 w 2287266"/>
              <a:gd name="connsiteY0" fmla="*/ 0 h 563397"/>
              <a:gd name="connsiteX1" fmla="*/ 571817 w 2287266"/>
              <a:gd name="connsiteY1" fmla="*/ 0 h 563397"/>
              <a:gd name="connsiteX2" fmla="*/ 1189378 w 2287266"/>
              <a:gd name="connsiteY2" fmla="*/ 0 h 563397"/>
              <a:gd name="connsiteX3" fmla="*/ 1761195 w 2287266"/>
              <a:gd name="connsiteY3" fmla="*/ 0 h 563397"/>
              <a:gd name="connsiteX4" fmla="*/ 2287266 w 2287266"/>
              <a:gd name="connsiteY4" fmla="*/ 0 h 563397"/>
              <a:gd name="connsiteX5" fmla="*/ 2287266 w 2287266"/>
              <a:gd name="connsiteY5" fmla="*/ 563397 h 563397"/>
              <a:gd name="connsiteX6" fmla="*/ 1715450 w 2287266"/>
              <a:gd name="connsiteY6" fmla="*/ 563397 h 563397"/>
              <a:gd name="connsiteX7" fmla="*/ 1143633 w 2287266"/>
              <a:gd name="connsiteY7" fmla="*/ 563397 h 563397"/>
              <a:gd name="connsiteX8" fmla="*/ 571817 w 2287266"/>
              <a:gd name="connsiteY8" fmla="*/ 563397 h 563397"/>
              <a:gd name="connsiteX9" fmla="*/ 0 w 2287266"/>
              <a:gd name="connsiteY9" fmla="*/ 563397 h 563397"/>
              <a:gd name="connsiteX10" fmla="*/ 0 w 2287266"/>
              <a:gd name="connsiteY10" fmla="*/ 0 h 563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87266" h="563397" fill="none" extrusionOk="0">
                <a:moveTo>
                  <a:pt x="0" y="0"/>
                </a:moveTo>
                <a:cubicBezTo>
                  <a:pt x="264601" y="25564"/>
                  <a:pt x="357209" y="-8264"/>
                  <a:pt x="571817" y="0"/>
                </a:cubicBezTo>
                <a:cubicBezTo>
                  <a:pt x="786425" y="8264"/>
                  <a:pt x="921955" y="898"/>
                  <a:pt x="1189378" y="0"/>
                </a:cubicBezTo>
                <a:cubicBezTo>
                  <a:pt x="1456801" y="-898"/>
                  <a:pt x="1586206" y="-24648"/>
                  <a:pt x="1761195" y="0"/>
                </a:cubicBezTo>
                <a:cubicBezTo>
                  <a:pt x="1936184" y="24648"/>
                  <a:pt x="2141981" y="-16275"/>
                  <a:pt x="2287266" y="0"/>
                </a:cubicBezTo>
                <a:cubicBezTo>
                  <a:pt x="2284424" y="145441"/>
                  <a:pt x="2286925" y="404263"/>
                  <a:pt x="2287266" y="563397"/>
                </a:cubicBezTo>
                <a:cubicBezTo>
                  <a:pt x="2133895" y="561729"/>
                  <a:pt x="1879524" y="545339"/>
                  <a:pt x="1715450" y="563397"/>
                </a:cubicBezTo>
                <a:cubicBezTo>
                  <a:pt x="1551376" y="581455"/>
                  <a:pt x="1269266" y="588351"/>
                  <a:pt x="1143633" y="563397"/>
                </a:cubicBezTo>
                <a:cubicBezTo>
                  <a:pt x="1018000" y="538443"/>
                  <a:pt x="803613" y="550055"/>
                  <a:pt x="571817" y="563397"/>
                </a:cubicBezTo>
                <a:cubicBezTo>
                  <a:pt x="340021" y="576739"/>
                  <a:pt x="233607" y="541760"/>
                  <a:pt x="0" y="563397"/>
                </a:cubicBezTo>
                <a:cubicBezTo>
                  <a:pt x="-2804" y="371438"/>
                  <a:pt x="-1110" y="197619"/>
                  <a:pt x="0" y="0"/>
                </a:cubicBezTo>
                <a:close/>
              </a:path>
              <a:path w="2287266" h="563397" stroke="0" extrusionOk="0">
                <a:moveTo>
                  <a:pt x="0" y="0"/>
                </a:moveTo>
                <a:cubicBezTo>
                  <a:pt x="167945" y="11330"/>
                  <a:pt x="469469" y="7376"/>
                  <a:pt x="594689" y="0"/>
                </a:cubicBezTo>
                <a:cubicBezTo>
                  <a:pt x="719909" y="-7376"/>
                  <a:pt x="1004672" y="-195"/>
                  <a:pt x="1212251" y="0"/>
                </a:cubicBezTo>
                <a:cubicBezTo>
                  <a:pt x="1419830" y="195"/>
                  <a:pt x="1816408" y="-53072"/>
                  <a:pt x="2287266" y="0"/>
                </a:cubicBezTo>
                <a:cubicBezTo>
                  <a:pt x="2262069" y="189952"/>
                  <a:pt x="2282847" y="287396"/>
                  <a:pt x="2287266" y="563397"/>
                </a:cubicBezTo>
                <a:cubicBezTo>
                  <a:pt x="2120583" y="585276"/>
                  <a:pt x="1875782" y="579958"/>
                  <a:pt x="1715450" y="563397"/>
                </a:cubicBezTo>
                <a:cubicBezTo>
                  <a:pt x="1555118" y="546836"/>
                  <a:pt x="1353280" y="542634"/>
                  <a:pt x="1212251" y="563397"/>
                </a:cubicBezTo>
                <a:cubicBezTo>
                  <a:pt x="1071222" y="584160"/>
                  <a:pt x="786776" y="538890"/>
                  <a:pt x="640434" y="563397"/>
                </a:cubicBezTo>
                <a:cubicBezTo>
                  <a:pt x="494092" y="587904"/>
                  <a:pt x="183552" y="579354"/>
                  <a:pt x="0" y="563397"/>
                </a:cubicBezTo>
                <a:cubicBezTo>
                  <a:pt x="15900" y="321256"/>
                  <a:pt x="-27527" y="217541"/>
                  <a:pt x="0" y="0"/>
                </a:cubicBezTo>
                <a:close/>
              </a:path>
            </a:pathLst>
          </a:custGeom>
          <a:solidFill>
            <a:schemeClr val="accent4">
              <a:lumMod val="20000"/>
              <a:lumOff val="80000"/>
            </a:schemeClr>
          </a:solidFill>
          <a:ln w="19050" algn="ctr">
            <a:solidFill>
              <a:schemeClr val="accent4">
                <a:lumMod val="75000"/>
              </a:schemeClr>
            </a:solidFill>
            <a:miter lim="800000"/>
            <a:headEnd/>
            <a:tailEnd/>
            <a:extLst>
              <a:ext uri="{C807C97D-BFC1-408E-A445-0C87EB9F89A2}">
                <ask:lineSketchStyleProps xmlns:ask="http://schemas.microsoft.com/office/drawing/2018/sketchyshapes" sd="3739313137">
                  <a:prstGeom prst="rect">
                    <a:avLst/>
                  </a:prstGeom>
                  <ask:type>
                    <ask:lineSketchFreehand/>
                  </ask:type>
                </ask:lineSketchStyleProps>
              </a:ext>
            </a:extLst>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a:ln>
                  <a:noFill/>
                </a:ln>
                <a:solidFill>
                  <a:prstClr val="black"/>
                </a:solidFill>
                <a:effectLst/>
                <a:uLnTx/>
                <a:uFillTx/>
                <a:latin typeface="Arial" panose="020B0604020202020204" pitchFamily="34" charset="0"/>
                <a:ea typeface="Verdana" panose="020B0604030504040204" pitchFamily="34" charset="0"/>
                <a:cs typeface="Arial" panose="020B0604020202020204" pitchFamily="34" charset="0"/>
              </a:rPr>
              <a:t>Customer &amp; Demographic Data</a:t>
            </a:r>
            <a:endParaRPr kumimoji="0" lang="en-US" sz="1200" i="0" u="none" strike="noStrike" kern="1200" cap="none" spc="0" normalizeH="0" baseline="0" noProof="0">
              <a:ln>
                <a:noFill/>
              </a:ln>
              <a:solidFill>
                <a:prstClr val="black"/>
              </a:solidFill>
              <a:effectLst/>
              <a:uLnTx/>
              <a:uFillTx/>
              <a:latin typeface="Arial" panose="020B0604020202020204" pitchFamily="34" charset="0"/>
              <a:ea typeface="Verdana" panose="020B0604030504040204" pitchFamily="34" charset="0"/>
              <a:cs typeface="Arial" panose="020B0604020202020204" pitchFamily="34" charset="0"/>
            </a:endParaRPr>
          </a:p>
        </p:txBody>
      </p:sp>
      <p:sp>
        <p:nvSpPr>
          <p:cNvPr id="90" name="Rectangle 89">
            <a:extLst>
              <a:ext uri="{FF2B5EF4-FFF2-40B4-BE49-F238E27FC236}">
                <a16:creationId xmlns:a16="http://schemas.microsoft.com/office/drawing/2014/main" id="{3F0633FF-012D-9ABD-95E2-EA29F3BA5F48}"/>
              </a:ext>
            </a:extLst>
          </p:cNvPr>
          <p:cNvSpPr/>
          <p:nvPr/>
        </p:nvSpPr>
        <p:spPr bwMode="gray">
          <a:xfrm>
            <a:off x="889516" y="3033418"/>
            <a:ext cx="2259807" cy="561916"/>
          </a:xfrm>
          <a:custGeom>
            <a:avLst/>
            <a:gdLst>
              <a:gd name="connsiteX0" fmla="*/ 0 w 2259807"/>
              <a:gd name="connsiteY0" fmla="*/ 0 h 561916"/>
              <a:gd name="connsiteX1" fmla="*/ 564952 w 2259807"/>
              <a:gd name="connsiteY1" fmla="*/ 0 h 561916"/>
              <a:gd name="connsiteX2" fmla="*/ 1175100 w 2259807"/>
              <a:gd name="connsiteY2" fmla="*/ 0 h 561916"/>
              <a:gd name="connsiteX3" fmla="*/ 1740051 w 2259807"/>
              <a:gd name="connsiteY3" fmla="*/ 0 h 561916"/>
              <a:gd name="connsiteX4" fmla="*/ 2259807 w 2259807"/>
              <a:gd name="connsiteY4" fmla="*/ 0 h 561916"/>
              <a:gd name="connsiteX5" fmla="*/ 2259807 w 2259807"/>
              <a:gd name="connsiteY5" fmla="*/ 561916 h 561916"/>
              <a:gd name="connsiteX6" fmla="*/ 1694855 w 2259807"/>
              <a:gd name="connsiteY6" fmla="*/ 561916 h 561916"/>
              <a:gd name="connsiteX7" fmla="*/ 1129904 w 2259807"/>
              <a:gd name="connsiteY7" fmla="*/ 561916 h 561916"/>
              <a:gd name="connsiteX8" fmla="*/ 564952 w 2259807"/>
              <a:gd name="connsiteY8" fmla="*/ 561916 h 561916"/>
              <a:gd name="connsiteX9" fmla="*/ 0 w 2259807"/>
              <a:gd name="connsiteY9" fmla="*/ 561916 h 561916"/>
              <a:gd name="connsiteX10" fmla="*/ 0 w 2259807"/>
              <a:gd name="connsiteY10" fmla="*/ 0 h 561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59807" h="561916" fill="none" extrusionOk="0">
                <a:moveTo>
                  <a:pt x="0" y="0"/>
                </a:moveTo>
                <a:cubicBezTo>
                  <a:pt x="229503" y="22556"/>
                  <a:pt x="303472" y="16557"/>
                  <a:pt x="564952" y="0"/>
                </a:cubicBezTo>
                <a:cubicBezTo>
                  <a:pt x="826432" y="-16557"/>
                  <a:pt x="939333" y="24526"/>
                  <a:pt x="1175100" y="0"/>
                </a:cubicBezTo>
                <a:cubicBezTo>
                  <a:pt x="1410867" y="-24526"/>
                  <a:pt x="1617917" y="-27280"/>
                  <a:pt x="1740051" y="0"/>
                </a:cubicBezTo>
                <a:cubicBezTo>
                  <a:pt x="1862185" y="27280"/>
                  <a:pt x="2143996" y="-25891"/>
                  <a:pt x="2259807" y="0"/>
                </a:cubicBezTo>
                <a:cubicBezTo>
                  <a:pt x="2246128" y="159939"/>
                  <a:pt x="2282273" y="433939"/>
                  <a:pt x="2259807" y="561916"/>
                </a:cubicBezTo>
                <a:cubicBezTo>
                  <a:pt x="2036729" y="534463"/>
                  <a:pt x="1900075" y="578683"/>
                  <a:pt x="1694855" y="561916"/>
                </a:cubicBezTo>
                <a:cubicBezTo>
                  <a:pt x="1489635" y="545149"/>
                  <a:pt x="1312324" y="558204"/>
                  <a:pt x="1129904" y="561916"/>
                </a:cubicBezTo>
                <a:cubicBezTo>
                  <a:pt x="947484" y="565628"/>
                  <a:pt x="835364" y="540669"/>
                  <a:pt x="564952" y="561916"/>
                </a:cubicBezTo>
                <a:cubicBezTo>
                  <a:pt x="294540" y="583163"/>
                  <a:pt x="237395" y="561234"/>
                  <a:pt x="0" y="561916"/>
                </a:cubicBezTo>
                <a:cubicBezTo>
                  <a:pt x="21696" y="343102"/>
                  <a:pt x="-8219" y="236486"/>
                  <a:pt x="0" y="0"/>
                </a:cubicBezTo>
                <a:close/>
              </a:path>
              <a:path w="2259807" h="561916" stroke="0" extrusionOk="0">
                <a:moveTo>
                  <a:pt x="0" y="0"/>
                </a:moveTo>
                <a:cubicBezTo>
                  <a:pt x="273155" y="-16747"/>
                  <a:pt x="430288" y="-4802"/>
                  <a:pt x="587550" y="0"/>
                </a:cubicBezTo>
                <a:cubicBezTo>
                  <a:pt x="744812" y="4802"/>
                  <a:pt x="1010075" y="26589"/>
                  <a:pt x="1197698" y="0"/>
                </a:cubicBezTo>
                <a:cubicBezTo>
                  <a:pt x="1385321" y="-26589"/>
                  <a:pt x="1915950" y="6457"/>
                  <a:pt x="2259807" y="0"/>
                </a:cubicBezTo>
                <a:cubicBezTo>
                  <a:pt x="2277990" y="154869"/>
                  <a:pt x="2286587" y="437033"/>
                  <a:pt x="2259807" y="561916"/>
                </a:cubicBezTo>
                <a:cubicBezTo>
                  <a:pt x="2035229" y="550158"/>
                  <a:pt x="1829554" y="555177"/>
                  <a:pt x="1694855" y="561916"/>
                </a:cubicBezTo>
                <a:cubicBezTo>
                  <a:pt x="1560156" y="568655"/>
                  <a:pt x="1414503" y="554806"/>
                  <a:pt x="1197698" y="561916"/>
                </a:cubicBezTo>
                <a:cubicBezTo>
                  <a:pt x="980893" y="569026"/>
                  <a:pt x="903015" y="568443"/>
                  <a:pt x="632746" y="561916"/>
                </a:cubicBezTo>
                <a:cubicBezTo>
                  <a:pt x="362477" y="555389"/>
                  <a:pt x="263788" y="544926"/>
                  <a:pt x="0" y="561916"/>
                </a:cubicBezTo>
                <a:cubicBezTo>
                  <a:pt x="-8868" y="330770"/>
                  <a:pt x="-1817" y="192129"/>
                  <a:pt x="0" y="0"/>
                </a:cubicBezTo>
                <a:close/>
              </a:path>
            </a:pathLst>
          </a:custGeom>
          <a:solidFill>
            <a:schemeClr val="accent1">
              <a:lumMod val="20000"/>
              <a:lumOff val="80000"/>
            </a:schemeClr>
          </a:solidFill>
          <a:ln w="19050" algn="ctr">
            <a:solidFill>
              <a:schemeClr val="accent4"/>
            </a:solidFill>
            <a:miter lim="800000"/>
            <a:headEnd/>
            <a:tailEnd/>
            <a:extLst>
              <a:ext uri="{C807C97D-BFC1-408E-A445-0C87EB9F89A2}">
                <ask:lineSketchStyleProps xmlns:ask="http://schemas.microsoft.com/office/drawing/2018/sketchyshapes" sd="3739313137">
                  <a:prstGeom prst="rect">
                    <a:avLst/>
                  </a:prstGeom>
                  <ask:type>
                    <ask:lineSketchFreehand/>
                  </ask:type>
                </ask:lineSketchStyleProps>
              </a:ext>
            </a:extLst>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a:ln>
                  <a:noFill/>
                </a:ln>
                <a:solidFill>
                  <a:prstClr val="black"/>
                </a:solidFill>
                <a:effectLst/>
                <a:uLnTx/>
                <a:uFillTx/>
                <a:latin typeface="Arial" panose="020B0604020202020204" pitchFamily="34" charset="0"/>
                <a:ea typeface="Verdana" panose="020B0604030504040204" pitchFamily="34" charset="0"/>
                <a:cs typeface="Arial" panose="020B0604020202020204" pitchFamily="34" charset="0"/>
              </a:rPr>
              <a:t>Operational &amp; Power Supply Data</a:t>
            </a: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Verdana" panose="020B0604030504040204" pitchFamily="34" charset="0"/>
              <a:cs typeface="Arial" panose="020B0604020202020204" pitchFamily="34" charset="0"/>
            </a:endParaRPr>
          </a:p>
        </p:txBody>
      </p:sp>
      <p:sp>
        <p:nvSpPr>
          <p:cNvPr id="91" name="Rectangle 90">
            <a:extLst>
              <a:ext uri="{FF2B5EF4-FFF2-40B4-BE49-F238E27FC236}">
                <a16:creationId xmlns:a16="http://schemas.microsoft.com/office/drawing/2014/main" id="{44A9744B-2A44-990B-0FF5-80645AE6C4B5}"/>
              </a:ext>
            </a:extLst>
          </p:cNvPr>
          <p:cNvSpPr/>
          <p:nvPr/>
        </p:nvSpPr>
        <p:spPr bwMode="gray">
          <a:xfrm>
            <a:off x="871061" y="3734445"/>
            <a:ext cx="2259807" cy="801378"/>
          </a:xfrm>
          <a:custGeom>
            <a:avLst/>
            <a:gdLst>
              <a:gd name="connsiteX0" fmla="*/ 0 w 2259807"/>
              <a:gd name="connsiteY0" fmla="*/ 0 h 801378"/>
              <a:gd name="connsiteX1" fmla="*/ 610148 w 2259807"/>
              <a:gd name="connsiteY1" fmla="*/ 0 h 801378"/>
              <a:gd name="connsiteX2" fmla="*/ 1175100 w 2259807"/>
              <a:gd name="connsiteY2" fmla="*/ 0 h 801378"/>
              <a:gd name="connsiteX3" fmla="*/ 1694855 w 2259807"/>
              <a:gd name="connsiteY3" fmla="*/ 0 h 801378"/>
              <a:gd name="connsiteX4" fmla="*/ 2259807 w 2259807"/>
              <a:gd name="connsiteY4" fmla="*/ 0 h 801378"/>
              <a:gd name="connsiteX5" fmla="*/ 2259807 w 2259807"/>
              <a:gd name="connsiteY5" fmla="*/ 400689 h 801378"/>
              <a:gd name="connsiteX6" fmla="*/ 2259807 w 2259807"/>
              <a:gd name="connsiteY6" fmla="*/ 801378 h 801378"/>
              <a:gd name="connsiteX7" fmla="*/ 1740051 w 2259807"/>
              <a:gd name="connsiteY7" fmla="*/ 801378 h 801378"/>
              <a:gd name="connsiteX8" fmla="*/ 1242894 w 2259807"/>
              <a:gd name="connsiteY8" fmla="*/ 801378 h 801378"/>
              <a:gd name="connsiteX9" fmla="*/ 723138 w 2259807"/>
              <a:gd name="connsiteY9" fmla="*/ 801378 h 801378"/>
              <a:gd name="connsiteX10" fmla="*/ 0 w 2259807"/>
              <a:gd name="connsiteY10" fmla="*/ 801378 h 801378"/>
              <a:gd name="connsiteX11" fmla="*/ 0 w 2259807"/>
              <a:gd name="connsiteY11" fmla="*/ 416717 h 801378"/>
              <a:gd name="connsiteX12" fmla="*/ 0 w 2259807"/>
              <a:gd name="connsiteY12" fmla="*/ 0 h 801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59807" h="801378" fill="none" extrusionOk="0">
                <a:moveTo>
                  <a:pt x="0" y="0"/>
                </a:moveTo>
                <a:cubicBezTo>
                  <a:pt x="221323" y="4118"/>
                  <a:pt x="369002" y="-21011"/>
                  <a:pt x="610148" y="0"/>
                </a:cubicBezTo>
                <a:cubicBezTo>
                  <a:pt x="851294" y="21011"/>
                  <a:pt x="983054" y="10513"/>
                  <a:pt x="1175100" y="0"/>
                </a:cubicBezTo>
                <a:cubicBezTo>
                  <a:pt x="1367146" y="-10513"/>
                  <a:pt x="1550090" y="-12520"/>
                  <a:pt x="1694855" y="0"/>
                </a:cubicBezTo>
                <a:cubicBezTo>
                  <a:pt x="1839621" y="12520"/>
                  <a:pt x="2044112" y="-18711"/>
                  <a:pt x="2259807" y="0"/>
                </a:cubicBezTo>
                <a:cubicBezTo>
                  <a:pt x="2249913" y="93484"/>
                  <a:pt x="2270411" y="263088"/>
                  <a:pt x="2259807" y="400689"/>
                </a:cubicBezTo>
                <a:cubicBezTo>
                  <a:pt x="2249203" y="538290"/>
                  <a:pt x="2270085" y="703376"/>
                  <a:pt x="2259807" y="801378"/>
                </a:cubicBezTo>
                <a:cubicBezTo>
                  <a:pt x="2053831" y="775979"/>
                  <a:pt x="1928182" y="826448"/>
                  <a:pt x="1740051" y="801378"/>
                </a:cubicBezTo>
                <a:cubicBezTo>
                  <a:pt x="1551920" y="776308"/>
                  <a:pt x="1485657" y="804073"/>
                  <a:pt x="1242894" y="801378"/>
                </a:cubicBezTo>
                <a:cubicBezTo>
                  <a:pt x="1000131" y="798683"/>
                  <a:pt x="952984" y="794617"/>
                  <a:pt x="723138" y="801378"/>
                </a:cubicBezTo>
                <a:cubicBezTo>
                  <a:pt x="493292" y="808139"/>
                  <a:pt x="220387" y="782894"/>
                  <a:pt x="0" y="801378"/>
                </a:cubicBezTo>
                <a:cubicBezTo>
                  <a:pt x="15842" y="682556"/>
                  <a:pt x="9072" y="499023"/>
                  <a:pt x="0" y="416717"/>
                </a:cubicBezTo>
                <a:cubicBezTo>
                  <a:pt x="-9072" y="334411"/>
                  <a:pt x="-18718" y="181724"/>
                  <a:pt x="0" y="0"/>
                </a:cubicBezTo>
                <a:close/>
              </a:path>
              <a:path w="2259807" h="801378" stroke="0" extrusionOk="0">
                <a:moveTo>
                  <a:pt x="0" y="0"/>
                </a:moveTo>
                <a:cubicBezTo>
                  <a:pt x="273155" y="-16747"/>
                  <a:pt x="430288" y="-4802"/>
                  <a:pt x="587550" y="0"/>
                </a:cubicBezTo>
                <a:cubicBezTo>
                  <a:pt x="744812" y="4802"/>
                  <a:pt x="1010075" y="26589"/>
                  <a:pt x="1197698" y="0"/>
                </a:cubicBezTo>
                <a:cubicBezTo>
                  <a:pt x="1385321" y="-26589"/>
                  <a:pt x="1915950" y="6457"/>
                  <a:pt x="2259807" y="0"/>
                </a:cubicBezTo>
                <a:cubicBezTo>
                  <a:pt x="2261597" y="206068"/>
                  <a:pt x="2269910" y="219107"/>
                  <a:pt x="2259807" y="416717"/>
                </a:cubicBezTo>
                <a:cubicBezTo>
                  <a:pt x="2249704" y="614327"/>
                  <a:pt x="2251044" y="685666"/>
                  <a:pt x="2259807" y="801378"/>
                </a:cubicBezTo>
                <a:cubicBezTo>
                  <a:pt x="2069619" y="802488"/>
                  <a:pt x="1845966" y="827584"/>
                  <a:pt x="1694855" y="801378"/>
                </a:cubicBezTo>
                <a:cubicBezTo>
                  <a:pt x="1543744" y="775172"/>
                  <a:pt x="1394868" y="800904"/>
                  <a:pt x="1129904" y="801378"/>
                </a:cubicBezTo>
                <a:cubicBezTo>
                  <a:pt x="864940" y="801852"/>
                  <a:pt x="773739" y="790920"/>
                  <a:pt x="610148" y="801378"/>
                </a:cubicBezTo>
                <a:cubicBezTo>
                  <a:pt x="446557" y="811836"/>
                  <a:pt x="128135" y="812860"/>
                  <a:pt x="0" y="801378"/>
                </a:cubicBezTo>
                <a:cubicBezTo>
                  <a:pt x="1165" y="663457"/>
                  <a:pt x="4502" y="509971"/>
                  <a:pt x="0" y="424730"/>
                </a:cubicBezTo>
                <a:cubicBezTo>
                  <a:pt x="-4502" y="339489"/>
                  <a:pt x="-11773" y="109931"/>
                  <a:pt x="0" y="0"/>
                </a:cubicBezTo>
                <a:close/>
              </a:path>
            </a:pathLst>
          </a:custGeom>
          <a:solidFill>
            <a:srgbClr val="6FC2B4">
              <a:alpha val="25000"/>
            </a:srgbClr>
          </a:solidFill>
          <a:ln w="19050" algn="ctr">
            <a:solidFill>
              <a:srgbClr val="004F59"/>
            </a:solidFill>
            <a:miter lim="800000"/>
            <a:headEnd/>
            <a:tailEnd/>
            <a:extLst>
              <a:ext uri="{C807C97D-BFC1-408E-A445-0C87EB9F89A2}">
                <ask:lineSketchStyleProps xmlns:ask="http://schemas.microsoft.com/office/drawing/2018/sketchyshapes" sd="3739313137">
                  <a:prstGeom prst="rect">
                    <a:avLst/>
                  </a:prstGeom>
                  <ask:type>
                    <ask:lineSketchFreehand/>
                  </ask:type>
                </ask:lineSketchStyleProps>
              </a:ext>
            </a:extLst>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a:ln>
                  <a:noFill/>
                </a:ln>
                <a:solidFill>
                  <a:prstClr val="black"/>
                </a:solidFill>
                <a:effectLst/>
                <a:uLnTx/>
                <a:uFillTx/>
                <a:latin typeface="Arial" panose="020B0604020202020204" pitchFamily="34" charset="0"/>
                <a:ea typeface="Verdana" panose="020B0604030504040204" pitchFamily="34" charset="0"/>
                <a:cs typeface="Arial" panose="020B0604020202020204" pitchFamily="34" charset="0"/>
              </a:rPr>
              <a:t>Billing &amp; Customer Service Records</a:t>
            </a:r>
            <a:endParaRPr kumimoji="0" lang="en-US" sz="1200" i="0" u="none" strike="noStrike" kern="1200" cap="none" spc="0" normalizeH="0" baseline="0" noProof="0">
              <a:ln>
                <a:noFill/>
              </a:ln>
              <a:solidFill>
                <a:prstClr val="black"/>
              </a:solidFill>
              <a:effectLst/>
              <a:uLnTx/>
              <a:uFillTx/>
              <a:latin typeface="Arial" panose="020B0604020202020204" pitchFamily="34" charset="0"/>
              <a:ea typeface="Verdana" panose="020B0604030504040204" pitchFamily="34" charset="0"/>
              <a:cs typeface="Arial" panose="020B0604020202020204" pitchFamily="34" charset="0"/>
            </a:endParaRPr>
          </a:p>
        </p:txBody>
      </p:sp>
      <p:sp>
        <p:nvSpPr>
          <p:cNvPr id="92" name="Rectangle 91">
            <a:extLst>
              <a:ext uri="{FF2B5EF4-FFF2-40B4-BE49-F238E27FC236}">
                <a16:creationId xmlns:a16="http://schemas.microsoft.com/office/drawing/2014/main" id="{CED34A53-E39C-E4B7-218B-DFF86C706191}"/>
              </a:ext>
            </a:extLst>
          </p:cNvPr>
          <p:cNvSpPr/>
          <p:nvPr/>
        </p:nvSpPr>
        <p:spPr bwMode="gray">
          <a:xfrm>
            <a:off x="871862" y="4676215"/>
            <a:ext cx="2286466" cy="553786"/>
          </a:xfrm>
          <a:custGeom>
            <a:avLst/>
            <a:gdLst>
              <a:gd name="connsiteX0" fmla="*/ 0 w 2286466"/>
              <a:gd name="connsiteY0" fmla="*/ 0 h 553786"/>
              <a:gd name="connsiteX1" fmla="*/ 571617 w 2286466"/>
              <a:gd name="connsiteY1" fmla="*/ 0 h 553786"/>
              <a:gd name="connsiteX2" fmla="*/ 1188962 w 2286466"/>
              <a:gd name="connsiteY2" fmla="*/ 0 h 553786"/>
              <a:gd name="connsiteX3" fmla="*/ 1760579 w 2286466"/>
              <a:gd name="connsiteY3" fmla="*/ 0 h 553786"/>
              <a:gd name="connsiteX4" fmla="*/ 2286466 w 2286466"/>
              <a:gd name="connsiteY4" fmla="*/ 0 h 553786"/>
              <a:gd name="connsiteX5" fmla="*/ 2286466 w 2286466"/>
              <a:gd name="connsiteY5" fmla="*/ 553786 h 553786"/>
              <a:gd name="connsiteX6" fmla="*/ 1714850 w 2286466"/>
              <a:gd name="connsiteY6" fmla="*/ 553786 h 553786"/>
              <a:gd name="connsiteX7" fmla="*/ 1143233 w 2286466"/>
              <a:gd name="connsiteY7" fmla="*/ 553786 h 553786"/>
              <a:gd name="connsiteX8" fmla="*/ 571617 w 2286466"/>
              <a:gd name="connsiteY8" fmla="*/ 553786 h 553786"/>
              <a:gd name="connsiteX9" fmla="*/ 0 w 2286466"/>
              <a:gd name="connsiteY9" fmla="*/ 553786 h 553786"/>
              <a:gd name="connsiteX10" fmla="*/ 0 w 2286466"/>
              <a:gd name="connsiteY10" fmla="*/ 0 h 553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86466" h="553786" fill="none" extrusionOk="0">
                <a:moveTo>
                  <a:pt x="0" y="0"/>
                </a:moveTo>
                <a:cubicBezTo>
                  <a:pt x="215535" y="25740"/>
                  <a:pt x="429709" y="25461"/>
                  <a:pt x="571617" y="0"/>
                </a:cubicBezTo>
                <a:cubicBezTo>
                  <a:pt x="713525" y="-25461"/>
                  <a:pt x="925952" y="24143"/>
                  <a:pt x="1188962" y="0"/>
                </a:cubicBezTo>
                <a:cubicBezTo>
                  <a:pt x="1451972" y="-24143"/>
                  <a:pt x="1561431" y="-20561"/>
                  <a:pt x="1760579" y="0"/>
                </a:cubicBezTo>
                <a:cubicBezTo>
                  <a:pt x="1959727" y="20561"/>
                  <a:pt x="2080928" y="2182"/>
                  <a:pt x="2286466" y="0"/>
                </a:cubicBezTo>
                <a:cubicBezTo>
                  <a:pt x="2277679" y="132681"/>
                  <a:pt x="2287367" y="352045"/>
                  <a:pt x="2286466" y="553786"/>
                </a:cubicBezTo>
                <a:cubicBezTo>
                  <a:pt x="2064146" y="527326"/>
                  <a:pt x="1858513" y="554685"/>
                  <a:pt x="1714850" y="553786"/>
                </a:cubicBezTo>
                <a:cubicBezTo>
                  <a:pt x="1571187" y="552887"/>
                  <a:pt x="1384788" y="559649"/>
                  <a:pt x="1143233" y="553786"/>
                </a:cubicBezTo>
                <a:cubicBezTo>
                  <a:pt x="901678" y="547923"/>
                  <a:pt x="754160" y="549593"/>
                  <a:pt x="571617" y="553786"/>
                </a:cubicBezTo>
                <a:cubicBezTo>
                  <a:pt x="389074" y="557979"/>
                  <a:pt x="212633" y="544509"/>
                  <a:pt x="0" y="553786"/>
                </a:cubicBezTo>
                <a:cubicBezTo>
                  <a:pt x="-1439" y="319643"/>
                  <a:pt x="-19065" y="124332"/>
                  <a:pt x="0" y="0"/>
                </a:cubicBezTo>
                <a:close/>
              </a:path>
              <a:path w="2286466" h="553786" stroke="0" extrusionOk="0">
                <a:moveTo>
                  <a:pt x="0" y="0"/>
                </a:moveTo>
                <a:cubicBezTo>
                  <a:pt x="285397" y="-18270"/>
                  <a:pt x="370294" y="14651"/>
                  <a:pt x="594481" y="0"/>
                </a:cubicBezTo>
                <a:cubicBezTo>
                  <a:pt x="818668" y="-14651"/>
                  <a:pt x="1023718" y="14806"/>
                  <a:pt x="1211827" y="0"/>
                </a:cubicBezTo>
                <a:cubicBezTo>
                  <a:pt x="1399936" y="-14806"/>
                  <a:pt x="1954293" y="16410"/>
                  <a:pt x="2286466" y="0"/>
                </a:cubicBezTo>
                <a:cubicBezTo>
                  <a:pt x="2276166" y="114911"/>
                  <a:pt x="2259672" y="349121"/>
                  <a:pt x="2286466" y="553786"/>
                </a:cubicBezTo>
                <a:cubicBezTo>
                  <a:pt x="2108584" y="557561"/>
                  <a:pt x="1913446" y="580981"/>
                  <a:pt x="1714850" y="553786"/>
                </a:cubicBezTo>
                <a:cubicBezTo>
                  <a:pt x="1516254" y="526591"/>
                  <a:pt x="1394783" y="530374"/>
                  <a:pt x="1211827" y="553786"/>
                </a:cubicBezTo>
                <a:cubicBezTo>
                  <a:pt x="1028871" y="577198"/>
                  <a:pt x="767349" y="575031"/>
                  <a:pt x="640210" y="553786"/>
                </a:cubicBezTo>
                <a:cubicBezTo>
                  <a:pt x="513071" y="532541"/>
                  <a:pt x="235142" y="568938"/>
                  <a:pt x="0" y="553786"/>
                </a:cubicBezTo>
                <a:cubicBezTo>
                  <a:pt x="-9719" y="374193"/>
                  <a:pt x="-6962" y="115742"/>
                  <a:pt x="0" y="0"/>
                </a:cubicBezTo>
                <a:close/>
              </a:path>
            </a:pathLst>
          </a:custGeom>
          <a:solidFill>
            <a:schemeClr val="accent3">
              <a:lumMod val="20000"/>
              <a:lumOff val="80000"/>
            </a:schemeClr>
          </a:solidFill>
          <a:ln w="19050" algn="ctr">
            <a:solidFill>
              <a:schemeClr val="accent2"/>
            </a:solidFill>
            <a:miter lim="800000"/>
            <a:headEnd/>
            <a:tailEnd/>
            <a:extLst>
              <a:ext uri="{C807C97D-BFC1-408E-A445-0C87EB9F89A2}">
                <ask:lineSketchStyleProps xmlns:ask="http://schemas.microsoft.com/office/drawing/2018/sketchyshapes" sd="3739313137">
                  <a:prstGeom prst="rect">
                    <a:avLst/>
                  </a:prstGeom>
                  <ask:type>
                    <ask:lineSketchFreehand/>
                  </ask:type>
                </ask:lineSketchStyleProps>
              </a:ext>
            </a:extLst>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a:ln>
                  <a:noFill/>
                </a:ln>
                <a:solidFill>
                  <a:prstClr val="black"/>
                </a:solidFill>
                <a:effectLst/>
                <a:uLnTx/>
                <a:uFillTx/>
                <a:latin typeface="Arial" panose="020B0604020202020204" pitchFamily="34" charset="0"/>
                <a:ea typeface="Verdana" panose="020B0604030504040204" pitchFamily="34" charset="0"/>
                <a:cs typeface="Arial" panose="020B0604020202020204" pitchFamily="34" charset="0"/>
              </a:rPr>
              <a:t>Performance &amp; Asset Data</a:t>
            </a: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Verdana" panose="020B0604030504040204"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F83E4DBF-252D-5B75-3488-E5C64B1404E0}"/>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31875403"/>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E531ED91-F42D-14E9-452F-B99D39D1422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2" name="think-cell data - do not delete" hidden="1">
                        <a:extLst>
                          <a:ext uri="{FF2B5EF4-FFF2-40B4-BE49-F238E27FC236}">
                            <a16:creationId xmlns:a16="http://schemas.microsoft.com/office/drawing/2014/main" id="{E531ED91-F42D-14E9-452F-B99D39D1422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0" name="Picture 9">
            <a:extLst>
              <a:ext uri="{FF2B5EF4-FFF2-40B4-BE49-F238E27FC236}">
                <a16:creationId xmlns:a16="http://schemas.microsoft.com/office/drawing/2014/main" id="{200F319A-4F13-4EA5-8109-7EC35407DF27}"/>
              </a:ext>
            </a:extLst>
          </p:cNvPr>
          <p:cNvPicPr>
            <a:picLocks noChangeAspect="1"/>
          </p:cNvPicPr>
          <p:nvPr/>
        </p:nvPicPr>
        <p:blipFill>
          <a:blip r:embed="rId5">
            <a:alphaModFix amt="85000"/>
          </a:blip>
          <a:src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4F9180F4-B7E3-A162-DC9F-7345F1C28F8A}"/>
              </a:ext>
            </a:extLst>
          </p:cNvPr>
          <p:cNvSpPr txBox="1"/>
          <p:nvPr/>
        </p:nvSpPr>
        <p:spPr>
          <a:xfrm>
            <a:off x="641134" y="5264742"/>
            <a:ext cx="11025034" cy="918270"/>
          </a:xfrm>
          <a:prstGeom prst="snip2DiagRect">
            <a:avLst/>
          </a:prstGeom>
          <a:solidFill>
            <a:schemeClr val="accent1"/>
          </a:solidFill>
        </p:spPr>
        <p:txBody>
          <a:bodyPr wrap="square" anchor="ctr">
            <a:spAutoFit/>
          </a:bodyPr>
          <a:lstStyle/>
          <a:p>
            <a:r>
              <a:rPr lang="en-US" sz="4400" b="1">
                <a:solidFill>
                  <a:schemeClr val="bg1"/>
                </a:solidFill>
                <a:latin typeface="Dubai Light" panose="020B0303030403030204" pitchFamily="34" charset="-78"/>
                <a:ea typeface="Verdana" panose="020B0604030504040204" pitchFamily="34" charset="0"/>
                <a:cs typeface="Dubai Light" panose="020B0303030403030204" pitchFamily="34" charset="-78"/>
              </a:rPr>
              <a:t>Annexure</a:t>
            </a:r>
          </a:p>
        </p:txBody>
      </p:sp>
    </p:spTree>
    <p:extLst>
      <p:ext uri="{BB962C8B-B14F-4D97-AF65-F5344CB8AC3E}">
        <p14:creationId xmlns:p14="http://schemas.microsoft.com/office/powerpoint/2010/main" val="11980222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85E75AA5-7793-42EB-A8A1-2973E74D202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10" name="Object 9" hidden="1">
                        <a:extLst>
                          <a:ext uri="{FF2B5EF4-FFF2-40B4-BE49-F238E27FC236}">
                            <a16:creationId xmlns:a16="http://schemas.microsoft.com/office/drawing/2014/main" id="{85E75AA5-7793-42EB-A8A1-2973E74D202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
          <p:cNvSpPr>
            <a:spLocks noGrp="1"/>
          </p:cNvSpPr>
          <p:nvPr>
            <p:ph type="body" sz="quarter" idx="13"/>
          </p:nvPr>
        </p:nvSpPr>
        <p:spPr>
          <a:xfrm>
            <a:off x="514665" y="668377"/>
            <a:ext cx="11175686" cy="598361"/>
          </a:xfrm>
        </p:spPr>
        <p:txBody>
          <a:bodyPr/>
          <a:lstStyle/>
          <a:p>
            <a:pPr algn="just"/>
            <a:r>
              <a:rPr lang="en-US" sz="1400">
                <a:solidFill>
                  <a:schemeClr val="tx1">
                    <a:lumMod val="65000"/>
                    <a:lumOff val="35000"/>
                  </a:schemeClr>
                </a:solidFill>
                <a:latin typeface="Arial" panose="020B0604020202020204" pitchFamily="34" charset="0"/>
                <a:cs typeface="Arial" panose="020B0604020202020204" pitchFamily="34" charset="0"/>
              </a:rPr>
              <a:t>Deloitte is the largest professional services firm worldwide and provides audit, tax, consulting, and financial advisory services</a:t>
            </a:r>
          </a:p>
          <a:p>
            <a:pPr algn="just"/>
            <a:r>
              <a:rPr lang="en-US" sz="1400">
                <a:solidFill>
                  <a:schemeClr val="tx1">
                    <a:lumMod val="65000"/>
                    <a:lumOff val="35000"/>
                  </a:schemeClr>
                </a:solidFill>
                <a:latin typeface="Arial" panose="020B0604020202020204" pitchFamily="34" charset="0"/>
                <a:cs typeface="Arial" panose="020B0604020202020204" pitchFamily="34" charset="0"/>
              </a:rPr>
              <a:t> </a:t>
            </a:r>
          </a:p>
        </p:txBody>
      </p:sp>
      <p:sp>
        <p:nvSpPr>
          <p:cNvPr id="6" name="Title 5"/>
          <p:cNvSpPr>
            <a:spLocks noGrp="1"/>
          </p:cNvSpPr>
          <p:nvPr>
            <p:ph type="title"/>
          </p:nvPr>
        </p:nvSpPr>
        <p:spPr/>
        <p:txBody>
          <a:bodyPr vert="horz"/>
          <a:lstStyle/>
          <a:p>
            <a:r>
              <a:rPr lang="en-US" sz="2000" b="1">
                <a:latin typeface="Arial" panose="020B0604020202020204" pitchFamily="34" charset="0"/>
                <a:cs typeface="Arial" panose="020B0604020202020204" pitchFamily="34" charset="0"/>
              </a:rPr>
              <a:t>About Deloitte Global </a:t>
            </a:r>
            <a:endParaRPr lang="en-GB" sz="2000" b="1">
              <a:latin typeface="Arial" panose="020B0604020202020204" pitchFamily="34" charset="0"/>
              <a:cs typeface="Arial" panose="020B0604020202020204" pitchFamily="34" charset="0"/>
            </a:endParaRPr>
          </a:p>
        </p:txBody>
      </p:sp>
      <p:cxnSp>
        <p:nvCxnSpPr>
          <p:cNvPr id="42" name="Straight Connector 41">
            <a:extLst>
              <a:ext uri="{FF2B5EF4-FFF2-40B4-BE49-F238E27FC236}">
                <a16:creationId xmlns:a16="http://schemas.microsoft.com/office/drawing/2014/main" id="{C3307A9C-FA80-4775-B35A-1A643EF2A1BC}"/>
              </a:ext>
            </a:extLst>
          </p:cNvPr>
          <p:cNvCxnSpPr/>
          <p:nvPr/>
        </p:nvCxnSpPr>
        <p:spPr>
          <a:xfrm flipV="1">
            <a:off x="514664" y="910950"/>
            <a:ext cx="111960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80B5A4A3-FD0A-700B-E87E-4993FE2A5A1E}"/>
              </a:ext>
            </a:extLst>
          </p:cNvPr>
          <p:cNvGrpSpPr/>
          <p:nvPr/>
        </p:nvGrpSpPr>
        <p:grpSpPr>
          <a:xfrm>
            <a:off x="7289250" y="1384184"/>
            <a:ext cx="4440938" cy="5106826"/>
            <a:chOff x="495565" y="1295167"/>
            <a:chExt cx="4093289" cy="5106826"/>
          </a:xfrm>
        </p:grpSpPr>
        <p:sp>
          <p:nvSpPr>
            <p:cNvPr id="8" name="Rectangle 7">
              <a:extLst>
                <a:ext uri="{FF2B5EF4-FFF2-40B4-BE49-F238E27FC236}">
                  <a16:creationId xmlns:a16="http://schemas.microsoft.com/office/drawing/2014/main" id="{33C60662-A076-8661-4D8A-F81A4B8AB1F7}"/>
                </a:ext>
              </a:extLst>
            </p:cNvPr>
            <p:cNvSpPr/>
            <p:nvPr/>
          </p:nvSpPr>
          <p:spPr bwMode="gray">
            <a:xfrm>
              <a:off x="499667" y="2695675"/>
              <a:ext cx="791857" cy="866530"/>
            </a:xfrm>
            <a:prstGeom prst="rect">
              <a:avLst/>
            </a:prstGeom>
            <a:solidFill>
              <a:schemeClr val="accent2"/>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A5AF05D4-3411-E759-E370-A62D14CB6130}"/>
                </a:ext>
              </a:extLst>
            </p:cNvPr>
            <p:cNvSpPr/>
            <p:nvPr/>
          </p:nvSpPr>
          <p:spPr bwMode="gray">
            <a:xfrm>
              <a:off x="501650" y="3623540"/>
              <a:ext cx="791857" cy="866530"/>
            </a:xfrm>
            <a:prstGeom prst="rect">
              <a:avLst/>
            </a:prstGeom>
            <a:solidFill>
              <a:schemeClr val="accent2"/>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11226C2E-256D-4AD9-B203-02ABA147BB37}"/>
                </a:ext>
              </a:extLst>
            </p:cNvPr>
            <p:cNvSpPr/>
            <p:nvPr/>
          </p:nvSpPr>
          <p:spPr bwMode="gray">
            <a:xfrm>
              <a:off x="501650" y="4579502"/>
              <a:ext cx="791857" cy="866530"/>
            </a:xfrm>
            <a:prstGeom prst="rect">
              <a:avLst/>
            </a:prstGeom>
            <a:solidFill>
              <a:schemeClr val="accent2"/>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2" name="Rectangle 11">
              <a:extLst>
                <a:ext uri="{FF2B5EF4-FFF2-40B4-BE49-F238E27FC236}">
                  <a16:creationId xmlns:a16="http://schemas.microsoft.com/office/drawing/2014/main" id="{7AB3FB45-6835-E40F-161D-93CDB2CB7BD4}"/>
                </a:ext>
              </a:extLst>
            </p:cNvPr>
            <p:cNvSpPr/>
            <p:nvPr/>
          </p:nvSpPr>
          <p:spPr bwMode="gray">
            <a:xfrm>
              <a:off x="501650" y="5535463"/>
              <a:ext cx="791857" cy="866530"/>
            </a:xfrm>
            <a:prstGeom prst="rect">
              <a:avLst/>
            </a:prstGeom>
            <a:solidFill>
              <a:schemeClr val="accent2"/>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id="{0E09CCD4-C526-C160-3964-1561B699D0F9}"/>
                </a:ext>
              </a:extLst>
            </p:cNvPr>
            <p:cNvSpPr/>
            <p:nvPr/>
          </p:nvSpPr>
          <p:spPr bwMode="gray">
            <a:xfrm>
              <a:off x="501650" y="1711616"/>
              <a:ext cx="791857" cy="866530"/>
            </a:xfrm>
            <a:prstGeom prst="rect">
              <a:avLst/>
            </a:prstGeom>
            <a:solidFill>
              <a:schemeClr val="accent2"/>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nvGrpSpPr>
            <p:cNvPr id="14" name="Group 947">
              <a:extLst>
                <a:ext uri="{FF2B5EF4-FFF2-40B4-BE49-F238E27FC236}">
                  <a16:creationId xmlns:a16="http://schemas.microsoft.com/office/drawing/2014/main" id="{D11698F5-A9DB-B4C1-6603-9C984C7D9E77}"/>
                </a:ext>
              </a:extLst>
            </p:cNvPr>
            <p:cNvGrpSpPr>
              <a:grpSpLocks noChangeAspect="1"/>
            </p:cNvGrpSpPr>
            <p:nvPr/>
          </p:nvGrpSpPr>
          <p:grpSpPr bwMode="auto">
            <a:xfrm>
              <a:off x="680632" y="1924444"/>
              <a:ext cx="457200" cy="457199"/>
              <a:chOff x="1851" y="3987"/>
              <a:chExt cx="340" cy="340"/>
            </a:xfrm>
            <a:solidFill>
              <a:schemeClr val="bg1">
                <a:lumMod val="95000"/>
              </a:schemeClr>
            </a:solidFill>
          </p:grpSpPr>
          <p:sp>
            <p:nvSpPr>
              <p:cNvPr id="39" name="Freeform 948">
                <a:extLst>
                  <a:ext uri="{FF2B5EF4-FFF2-40B4-BE49-F238E27FC236}">
                    <a16:creationId xmlns:a16="http://schemas.microsoft.com/office/drawing/2014/main" id="{98B8D828-BB70-58A6-2ACD-D22853306996}"/>
                  </a:ext>
                </a:extLst>
              </p:cNvPr>
              <p:cNvSpPr>
                <a:spLocks noEditPoints="1"/>
              </p:cNvSpPr>
              <p:nvPr/>
            </p:nvSpPr>
            <p:spPr bwMode="auto">
              <a:xfrm>
                <a:off x="1928" y="4036"/>
                <a:ext cx="164" cy="206"/>
              </a:xfrm>
              <a:custGeom>
                <a:avLst/>
                <a:gdLst>
                  <a:gd name="T0" fmla="*/ 229 w 247"/>
                  <a:gd name="T1" fmla="*/ 154 h 310"/>
                  <a:gd name="T2" fmla="*/ 246 w 247"/>
                  <a:gd name="T3" fmla="*/ 126 h 310"/>
                  <a:gd name="T4" fmla="*/ 228 w 247"/>
                  <a:gd name="T5" fmla="*/ 113 h 310"/>
                  <a:gd name="T6" fmla="*/ 234 w 247"/>
                  <a:gd name="T7" fmla="*/ 84 h 310"/>
                  <a:gd name="T8" fmla="*/ 208 w 247"/>
                  <a:gd name="T9" fmla="*/ 73 h 310"/>
                  <a:gd name="T10" fmla="*/ 212 w 247"/>
                  <a:gd name="T11" fmla="*/ 37 h 310"/>
                  <a:gd name="T12" fmla="*/ 165 w 247"/>
                  <a:gd name="T13" fmla="*/ 33 h 310"/>
                  <a:gd name="T14" fmla="*/ 114 w 247"/>
                  <a:gd name="T15" fmla="*/ 2 h 310"/>
                  <a:gd name="T16" fmla="*/ 108 w 247"/>
                  <a:gd name="T17" fmla="*/ 48 h 310"/>
                  <a:gd name="T18" fmla="*/ 2 w 247"/>
                  <a:gd name="T19" fmla="*/ 123 h 310"/>
                  <a:gd name="T20" fmla="*/ 36 w 247"/>
                  <a:gd name="T21" fmla="*/ 171 h 310"/>
                  <a:gd name="T22" fmla="*/ 115 w 247"/>
                  <a:gd name="T23" fmla="*/ 157 h 310"/>
                  <a:gd name="T24" fmla="*/ 66 w 247"/>
                  <a:gd name="T25" fmla="*/ 246 h 310"/>
                  <a:gd name="T26" fmla="*/ 44 w 247"/>
                  <a:gd name="T27" fmla="*/ 257 h 310"/>
                  <a:gd name="T28" fmla="*/ 54 w 247"/>
                  <a:gd name="T29" fmla="*/ 310 h 310"/>
                  <a:gd name="T30" fmla="*/ 236 w 247"/>
                  <a:gd name="T31" fmla="*/ 299 h 310"/>
                  <a:gd name="T32" fmla="*/ 225 w 247"/>
                  <a:gd name="T33" fmla="*/ 246 h 310"/>
                  <a:gd name="T34" fmla="*/ 214 w 247"/>
                  <a:gd name="T35" fmla="*/ 235 h 310"/>
                  <a:gd name="T36" fmla="*/ 234 w 247"/>
                  <a:gd name="T37" fmla="*/ 230 h 310"/>
                  <a:gd name="T38" fmla="*/ 220 w 247"/>
                  <a:gd name="T39" fmla="*/ 198 h 310"/>
                  <a:gd name="T40" fmla="*/ 246 w 247"/>
                  <a:gd name="T41" fmla="*/ 185 h 310"/>
                  <a:gd name="T42" fmla="*/ 214 w 247"/>
                  <a:gd name="T43" fmla="*/ 289 h 310"/>
                  <a:gd name="T44" fmla="*/ 65 w 247"/>
                  <a:gd name="T45" fmla="*/ 267 h 310"/>
                  <a:gd name="T46" fmla="*/ 214 w 247"/>
                  <a:gd name="T47" fmla="*/ 289 h 310"/>
                  <a:gd name="T48" fmla="*/ 218 w 247"/>
                  <a:gd name="T49" fmla="*/ 177 h 310"/>
                  <a:gd name="T50" fmla="*/ 194 w 247"/>
                  <a:gd name="T51" fmla="*/ 189 h 310"/>
                  <a:gd name="T52" fmla="*/ 205 w 247"/>
                  <a:gd name="T53" fmla="*/ 214 h 310"/>
                  <a:gd name="T54" fmla="*/ 193 w 247"/>
                  <a:gd name="T55" fmla="*/ 225 h 310"/>
                  <a:gd name="T56" fmla="*/ 87 w 247"/>
                  <a:gd name="T57" fmla="*/ 246 h 310"/>
                  <a:gd name="T58" fmla="*/ 136 w 247"/>
                  <a:gd name="T59" fmla="*/ 151 h 310"/>
                  <a:gd name="T60" fmla="*/ 105 w 247"/>
                  <a:gd name="T61" fmla="*/ 129 h 310"/>
                  <a:gd name="T62" fmla="*/ 26 w 247"/>
                  <a:gd name="T63" fmla="*/ 122 h 310"/>
                  <a:gd name="T64" fmla="*/ 129 w 247"/>
                  <a:gd name="T65" fmla="*/ 54 h 310"/>
                  <a:gd name="T66" fmla="*/ 155 w 247"/>
                  <a:gd name="T67" fmla="*/ 52 h 310"/>
                  <a:gd name="T68" fmla="*/ 190 w 247"/>
                  <a:gd name="T69" fmla="*/ 54 h 310"/>
                  <a:gd name="T70" fmla="*/ 192 w 247"/>
                  <a:gd name="T71" fmla="*/ 91 h 310"/>
                  <a:gd name="T72" fmla="*/ 204 w 247"/>
                  <a:gd name="T73" fmla="*/ 114 h 310"/>
                  <a:gd name="T74" fmla="*/ 219 w 247"/>
                  <a:gd name="T75" fmla="*/ 132 h 310"/>
                  <a:gd name="T76" fmla="*/ 207 w 247"/>
                  <a:gd name="T77" fmla="*/ 161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47" h="310">
                    <a:moveTo>
                      <a:pt x="244" y="176"/>
                    </a:moveTo>
                    <a:cubicBezTo>
                      <a:pt x="229" y="154"/>
                      <a:pt x="229" y="154"/>
                      <a:pt x="229" y="154"/>
                    </a:cubicBezTo>
                    <a:cubicBezTo>
                      <a:pt x="244" y="135"/>
                      <a:pt x="244" y="135"/>
                      <a:pt x="244" y="135"/>
                    </a:cubicBezTo>
                    <a:cubicBezTo>
                      <a:pt x="246" y="133"/>
                      <a:pt x="247" y="130"/>
                      <a:pt x="246" y="126"/>
                    </a:cubicBezTo>
                    <a:cubicBezTo>
                      <a:pt x="245" y="123"/>
                      <a:pt x="243" y="121"/>
                      <a:pt x="240" y="119"/>
                    </a:cubicBezTo>
                    <a:cubicBezTo>
                      <a:pt x="228" y="113"/>
                      <a:pt x="228" y="113"/>
                      <a:pt x="228" y="113"/>
                    </a:cubicBezTo>
                    <a:cubicBezTo>
                      <a:pt x="235" y="92"/>
                      <a:pt x="235" y="92"/>
                      <a:pt x="235" y="92"/>
                    </a:cubicBezTo>
                    <a:cubicBezTo>
                      <a:pt x="236" y="89"/>
                      <a:pt x="235" y="86"/>
                      <a:pt x="234" y="84"/>
                    </a:cubicBezTo>
                    <a:cubicBezTo>
                      <a:pt x="233" y="81"/>
                      <a:pt x="230" y="79"/>
                      <a:pt x="228" y="78"/>
                    </a:cubicBezTo>
                    <a:cubicBezTo>
                      <a:pt x="208" y="73"/>
                      <a:pt x="208" y="73"/>
                      <a:pt x="208" y="73"/>
                    </a:cubicBezTo>
                    <a:cubicBezTo>
                      <a:pt x="214" y="46"/>
                      <a:pt x="214" y="46"/>
                      <a:pt x="214" y="46"/>
                    </a:cubicBezTo>
                    <a:cubicBezTo>
                      <a:pt x="215" y="43"/>
                      <a:pt x="214" y="39"/>
                      <a:pt x="212" y="37"/>
                    </a:cubicBezTo>
                    <a:cubicBezTo>
                      <a:pt x="210" y="34"/>
                      <a:pt x="207" y="33"/>
                      <a:pt x="204" y="33"/>
                    </a:cubicBezTo>
                    <a:cubicBezTo>
                      <a:pt x="165" y="33"/>
                      <a:pt x="165" y="33"/>
                      <a:pt x="165" y="33"/>
                    </a:cubicBezTo>
                    <a:cubicBezTo>
                      <a:pt x="125" y="3"/>
                      <a:pt x="125" y="3"/>
                      <a:pt x="125" y="3"/>
                    </a:cubicBezTo>
                    <a:cubicBezTo>
                      <a:pt x="121" y="0"/>
                      <a:pt x="117" y="0"/>
                      <a:pt x="114" y="2"/>
                    </a:cubicBezTo>
                    <a:cubicBezTo>
                      <a:pt x="110" y="4"/>
                      <a:pt x="108" y="7"/>
                      <a:pt x="108" y="11"/>
                    </a:cubicBezTo>
                    <a:cubicBezTo>
                      <a:pt x="108" y="48"/>
                      <a:pt x="108" y="48"/>
                      <a:pt x="108" y="48"/>
                    </a:cubicBezTo>
                    <a:cubicBezTo>
                      <a:pt x="6" y="109"/>
                      <a:pt x="6" y="109"/>
                      <a:pt x="6" y="109"/>
                    </a:cubicBezTo>
                    <a:cubicBezTo>
                      <a:pt x="1" y="112"/>
                      <a:pt x="0" y="118"/>
                      <a:pt x="2" y="123"/>
                    </a:cubicBezTo>
                    <a:cubicBezTo>
                      <a:pt x="23" y="165"/>
                      <a:pt x="23" y="165"/>
                      <a:pt x="23" y="165"/>
                    </a:cubicBezTo>
                    <a:cubicBezTo>
                      <a:pt x="26" y="170"/>
                      <a:pt x="31" y="172"/>
                      <a:pt x="36" y="171"/>
                    </a:cubicBezTo>
                    <a:cubicBezTo>
                      <a:pt x="107" y="151"/>
                      <a:pt x="107" y="151"/>
                      <a:pt x="107" y="151"/>
                    </a:cubicBezTo>
                    <a:cubicBezTo>
                      <a:pt x="111" y="152"/>
                      <a:pt x="115" y="155"/>
                      <a:pt x="115" y="157"/>
                    </a:cubicBezTo>
                    <a:cubicBezTo>
                      <a:pt x="115" y="157"/>
                      <a:pt x="115" y="160"/>
                      <a:pt x="111" y="164"/>
                    </a:cubicBezTo>
                    <a:cubicBezTo>
                      <a:pt x="93" y="182"/>
                      <a:pt x="70" y="209"/>
                      <a:pt x="66" y="246"/>
                    </a:cubicBezTo>
                    <a:cubicBezTo>
                      <a:pt x="54" y="246"/>
                      <a:pt x="54" y="246"/>
                      <a:pt x="54" y="246"/>
                    </a:cubicBezTo>
                    <a:cubicBezTo>
                      <a:pt x="48" y="246"/>
                      <a:pt x="44" y="251"/>
                      <a:pt x="44" y="257"/>
                    </a:cubicBezTo>
                    <a:cubicBezTo>
                      <a:pt x="44" y="299"/>
                      <a:pt x="44" y="299"/>
                      <a:pt x="44" y="299"/>
                    </a:cubicBezTo>
                    <a:cubicBezTo>
                      <a:pt x="44" y="305"/>
                      <a:pt x="48" y="310"/>
                      <a:pt x="54" y="310"/>
                    </a:cubicBezTo>
                    <a:cubicBezTo>
                      <a:pt x="225" y="310"/>
                      <a:pt x="225" y="310"/>
                      <a:pt x="225" y="310"/>
                    </a:cubicBezTo>
                    <a:cubicBezTo>
                      <a:pt x="231" y="310"/>
                      <a:pt x="236" y="305"/>
                      <a:pt x="236" y="299"/>
                    </a:cubicBezTo>
                    <a:cubicBezTo>
                      <a:pt x="236" y="257"/>
                      <a:pt x="236" y="257"/>
                      <a:pt x="236" y="257"/>
                    </a:cubicBezTo>
                    <a:cubicBezTo>
                      <a:pt x="236" y="251"/>
                      <a:pt x="231" y="246"/>
                      <a:pt x="225" y="246"/>
                    </a:cubicBezTo>
                    <a:cubicBezTo>
                      <a:pt x="214" y="246"/>
                      <a:pt x="214" y="246"/>
                      <a:pt x="214" y="246"/>
                    </a:cubicBezTo>
                    <a:cubicBezTo>
                      <a:pt x="214" y="235"/>
                      <a:pt x="214" y="235"/>
                      <a:pt x="214" y="235"/>
                    </a:cubicBezTo>
                    <a:cubicBezTo>
                      <a:pt x="225" y="235"/>
                      <a:pt x="225" y="235"/>
                      <a:pt x="225" y="235"/>
                    </a:cubicBezTo>
                    <a:cubicBezTo>
                      <a:pt x="229" y="235"/>
                      <a:pt x="233" y="233"/>
                      <a:pt x="234" y="230"/>
                    </a:cubicBezTo>
                    <a:cubicBezTo>
                      <a:pt x="236" y="226"/>
                      <a:pt x="236" y="222"/>
                      <a:pt x="234" y="219"/>
                    </a:cubicBezTo>
                    <a:cubicBezTo>
                      <a:pt x="220" y="198"/>
                      <a:pt x="220" y="198"/>
                      <a:pt x="220" y="198"/>
                    </a:cubicBezTo>
                    <a:cubicBezTo>
                      <a:pt x="239" y="192"/>
                      <a:pt x="239" y="192"/>
                      <a:pt x="239" y="192"/>
                    </a:cubicBezTo>
                    <a:cubicBezTo>
                      <a:pt x="242" y="191"/>
                      <a:pt x="245" y="188"/>
                      <a:pt x="246" y="185"/>
                    </a:cubicBezTo>
                    <a:cubicBezTo>
                      <a:pt x="247" y="182"/>
                      <a:pt x="246" y="178"/>
                      <a:pt x="244" y="176"/>
                    </a:cubicBezTo>
                    <a:close/>
                    <a:moveTo>
                      <a:pt x="214" y="289"/>
                    </a:moveTo>
                    <a:cubicBezTo>
                      <a:pt x="65" y="289"/>
                      <a:pt x="65" y="289"/>
                      <a:pt x="65" y="289"/>
                    </a:cubicBezTo>
                    <a:cubicBezTo>
                      <a:pt x="65" y="267"/>
                      <a:pt x="65" y="267"/>
                      <a:pt x="65" y="267"/>
                    </a:cubicBezTo>
                    <a:cubicBezTo>
                      <a:pt x="214" y="267"/>
                      <a:pt x="214" y="267"/>
                      <a:pt x="214" y="267"/>
                    </a:cubicBezTo>
                    <a:lnTo>
                      <a:pt x="214" y="289"/>
                    </a:lnTo>
                    <a:close/>
                    <a:moveTo>
                      <a:pt x="207" y="161"/>
                    </a:moveTo>
                    <a:cubicBezTo>
                      <a:pt x="218" y="177"/>
                      <a:pt x="218" y="177"/>
                      <a:pt x="218" y="177"/>
                    </a:cubicBezTo>
                    <a:cubicBezTo>
                      <a:pt x="200" y="183"/>
                      <a:pt x="200" y="183"/>
                      <a:pt x="200" y="183"/>
                    </a:cubicBezTo>
                    <a:cubicBezTo>
                      <a:pt x="197" y="184"/>
                      <a:pt x="195" y="186"/>
                      <a:pt x="194" y="189"/>
                    </a:cubicBezTo>
                    <a:cubicBezTo>
                      <a:pt x="193" y="192"/>
                      <a:pt x="193" y="196"/>
                      <a:pt x="195" y="199"/>
                    </a:cubicBezTo>
                    <a:cubicBezTo>
                      <a:pt x="205" y="214"/>
                      <a:pt x="205" y="214"/>
                      <a:pt x="205" y="214"/>
                    </a:cubicBezTo>
                    <a:cubicBezTo>
                      <a:pt x="204" y="214"/>
                      <a:pt x="204" y="214"/>
                      <a:pt x="204" y="214"/>
                    </a:cubicBezTo>
                    <a:cubicBezTo>
                      <a:pt x="198" y="214"/>
                      <a:pt x="193" y="219"/>
                      <a:pt x="193" y="225"/>
                    </a:cubicBezTo>
                    <a:cubicBezTo>
                      <a:pt x="193" y="246"/>
                      <a:pt x="193" y="246"/>
                      <a:pt x="193" y="246"/>
                    </a:cubicBezTo>
                    <a:cubicBezTo>
                      <a:pt x="87" y="246"/>
                      <a:pt x="87" y="246"/>
                      <a:pt x="87" y="246"/>
                    </a:cubicBezTo>
                    <a:cubicBezTo>
                      <a:pt x="90" y="224"/>
                      <a:pt x="102" y="203"/>
                      <a:pt x="126" y="179"/>
                    </a:cubicBezTo>
                    <a:cubicBezTo>
                      <a:pt x="137" y="168"/>
                      <a:pt x="138" y="158"/>
                      <a:pt x="136" y="151"/>
                    </a:cubicBezTo>
                    <a:cubicBezTo>
                      <a:pt x="132" y="136"/>
                      <a:pt x="113" y="130"/>
                      <a:pt x="111" y="129"/>
                    </a:cubicBezTo>
                    <a:cubicBezTo>
                      <a:pt x="109" y="129"/>
                      <a:pt x="107" y="129"/>
                      <a:pt x="105" y="129"/>
                    </a:cubicBezTo>
                    <a:cubicBezTo>
                      <a:pt x="39" y="148"/>
                      <a:pt x="39" y="148"/>
                      <a:pt x="39" y="148"/>
                    </a:cubicBezTo>
                    <a:cubicBezTo>
                      <a:pt x="26" y="122"/>
                      <a:pt x="26" y="122"/>
                      <a:pt x="26" y="122"/>
                    </a:cubicBezTo>
                    <a:cubicBezTo>
                      <a:pt x="124" y="63"/>
                      <a:pt x="124" y="63"/>
                      <a:pt x="124" y="63"/>
                    </a:cubicBezTo>
                    <a:cubicBezTo>
                      <a:pt x="127" y="61"/>
                      <a:pt x="129" y="58"/>
                      <a:pt x="129" y="54"/>
                    </a:cubicBezTo>
                    <a:cubicBezTo>
                      <a:pt x="129" y="33"/>
                      <a:pt x="129" y="33"/>
                      <a:pt x="129" y="33"/>
                    </a:cubicBezTo>
                    <a:cubicBezTo>
                      <a:pt x="155" y="52"/>
                      <a:pt x="155" y="52"/>
                      <a:pt x="155" y="52"/>
                    </a:cubicBezTo>
                    <a:cubicBezTo>
                      <a:pt x="156" y="53"/>
                      <a:pt x="159" y="54"/>
                      <a:pt x="161" y="54"/>
                    </a:cubicBezTo>
                    <a:cubicBezTo>
                      <a:pt x="190" y="54"/>
                      <a:pt x="190" y="54"/>
                      <a:pt x="190" y="54"/>
                    </a:cubicBezTo>
                    <a:cubicBezTo>
                      <a:pt x="185" y="78"/>
                      <a:pt x="185" y="78"/>
                      <a:pt x="185" y="78"/>
                    </a:cubicBezTo>
                    <a:cubicBezTo>
                      <a:pt x="184" y="83"/>
                      <a:pt x="187" y="89"/>
                      <a:pt x="192" y="91"/>
                    </a:cubicBezTo>
                    <a:cubicBezTo>
                      <a:pt x="211" y="96"/>
                      <a:pt x="211" y="96"/>
                      <a:pt x="211" y="96"/>
                    </a:cubicBezTo>
                    <a:cubicBezTo>
                      <a:pt x="204" y="114"/>
                      <a:pt x="204" y="114"/>
                      <a:pt x="204" y="114"/>
                    </a:cubicBezTo>
                    <a:cubicBezTo>
                      <a:pt x="202" y="120"/>
                      <a:pt x="205" y="125"/>
                      <a:pt x="210" y="128"/>
                    </a:cubicBezTo>
                    <a:cubicBezTo>
                      <a:pt x="219" y="132"/>
                      <a:pt x="219" y="132"/>
                      <a:pt x="219" y="132"/>
                    </a:cubicBezTo>
                    <a:cubicBezTo>
                      <a:pt x="207" y="147"/>
                      <a:pt x="207" y="147"/>
                      <a:pt x="207" y="147"/>
                    </a:cubicBezTo>
                    <a:cubicBezTo>
                      <a:pt x="204" y="151"/>
                      <a:pt x="204" y="157"/>
                      <a:pt x="207" y="16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1" name="Freeform 949">
                <a:extLst>
                  <a:ext uri="{FF2B5EF4-FFF2-40B4-BE49-F238E27FC236}">
                    <a16:creationId xmlns:a16="http://schemas.microsoft.com/office/drawing/2014/main" id="{98D9C2A4-336A-E0A4-8462-2AC5635EE25A}"/>
                  </a:ext>
                </a:extLst>
              </p:cNvPr>
              <p:cNvSpPr>
                <a:spLocks noEditPoints="1"/>
              </p:cNvSpPr>
              <p:nvPr/>
            </p:nvSpPr>
            <p:spPr bwMode="auto">
              <a:xfrm>
                <a:off x="1851" y="3987"/>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sp>
          <p:nvSpPr>
            <p:cNvPr id="15" name="Rectangle 14">
              <a:extLst>
                <a:ext uri="{FF2B5EF4-FFF2-40B4-BE49-F238E27FC236}">
                  <a16:creationId xmlns:a16="http://schemas.microsoft.com/office/drawing/2014/main" id="{6AE0380B-E942-F509-5E0E-69F9E8FD568B}"/>
                </a:ext>
              </a:extLst>
            </p:cNvPr>
            <p:cNvSpPr/>
            <p:nvPr/>
          </p:nvSpPr>
          <p:spPr bwMode="gray">
            <a:xfrm>
              <a:off x="1390800" y="2690512"/>
              <a:ext cx="3191804" cy="866530"/>
            </a:xfrm>
            <a:prstGeom prst="rect">
              <a:avLst/>
            </a:prstGeom>
            <a:solidFill>
              <a:schemeClr val="accent1">
                <a:lumMod val="20000"/>
                <a:lumOff val="80000"/>
              </a:schemeClr>
            </a:solidFill>
            <a:ln w="19050" algn="ctr">
              <a:noFill/>
              <a:miter lim="800000"/>
              <a:headEnd/>
              <a:tailEnd/>
            </a:ln>
          </p:spPr>
          <p:txBody>
            <a:bodyPr wrap="square" lIns="180000" tIns="88900" rIns="88900" bIns="88900" rtlCol="0" anchor="ctr"/>
            <a:lstStyle/>
            <a:p>
              <a:pPr marL="0" marR="0" lvl="0" indent="0" algn="l" defTabSz="914400" rtl="0" eaLnBrk="1" fontAlgn="auto" latinLnBrk="0" hangingPunct="1">
                <a:lnSpc>
                  <a:spcPct val="100000"/>
                </a:lnSpc>
                <a:spcBef>
                  <a:spcPts val="0"/>
                </a:spcBef>
                <a:spcAft>
                  <a:spcPts val="300"/>
                </a:spcAft>
                <a:buClrTx/>
                <a:buSzPct val="100000"/>
                <a:buFontTx/>
                <a:buNone/>
                <a:tabLst/>
                <a:defRPr/>
              </a:pPr>
              <a:r>
                <a:rPr kumimoji="0" lang="en-US" sz="1200" b="1" i="0" u="none" strike="noStrike" kern="1200" cap="none" spc="0" normalizeH="0" baseline="0" noProof="0">
                  <a:ln>
                    <a:noFill/>
                  </a:ln>
                  <a:solidFill>
                    <a:prstClr val="black"/>
                  </a:solidFill>
                  <a:effectLst/>
                  <a:uLnTx/>
                  <a:uFillTx/>
                  <a:latin typeface="Arial" panose="020B0604020202020204" pitchFamily="34" charset="0"/>
                  <a:ea typeface="Verdana" panose="020B0604030504040204" pitchFamily="34" charset="0"/>
                  <a:cs typeface="Arial" panose="020B0604020202020204" pitchFamily="34" charset="0"/>
                </a:rPr>
                <a:t>Transaction Advisory</a:t>
              </a:r>
            </a:p>
            <a:p>
              <a:pPr marL="171450" marR="0" lvl="0" indent="-171450" algn="l" defTabSz="91440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Verdana" panose="020B0604030504040204" pitchFamily="34" charset="0"/>
                  <a:cs typeface="Arial" panose="020B0604020202020204" pitchFamily="34" charset="0"/>
                </a:rPr>
                <a:t>Bid Process Management, Bid Advisory</a:t>
              </a:r>
            </a:p>
            <a:p>
              <a:pPr marL="171450" marR="0" lvl="0" indent="-171450" algn="l" defTabSz="91440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Verdana" panose="020B0604030504040204" pitchFamily="34" charset="0"/>
                  <a:cs typeface="Arial" panose="020B0604020202020204" pitchFamily="34" charset="0"/>
                </a:rPr>
                <a:t>M&amp;A Transactions, Distribution Franchisee</a:t>
              </a:r>
            </a:p>
          </p:txBody>
        </p:sp>
        <p:sp>
          <p:nvSpPr>
            <p:cNvPr id="16" name="Rectangle 15">
              <a:extLst>
                <a:ext uri="{FF2B5EF4-FFF2-40B4-BE49-F238E27FC236}">
                  <a16:creationId xmlns:a16="http://schemas.microsoft.com/office/drawing/2014/main" id="{B6CEBB09-83A7-3368-39C9-A10B4E3CBE43}"/>
                </a:ext>
              </a:extLst>
            </p:cNvPr>
            <p:cNvSpPr/>
            <p:nvPr/>
          </p:nvSpPr>
          <p:spPr bwMode="gray">
            <a:xfrm>
              <a:off x="1386195" y="3623540"/>
              <a:ext cx="3191804" cy="866530"/>
            </a:xfrm>
            <a:prstGeom prst="rect">
              <a:avLst/>
            </a:prstGeom>
            <a:solidFill>
              <a:schemeClr val="accent1">
                <a:lumMod val="20000"/>
                <a:lumOff val="80000"/>
              </a:schemeClr>
            </a:solidFill>
            <a:ln w="19050" algn="ctr">
              <a:noFill/>
              <a:miter lim="800000"/>
              <a:headEnd/>
              <a:tailEnd/>
            </a:ln>
          </p:spPr>
          <p:txBody>
            <a:bodyPr wrap="square" lIns="180000" tIns="88900" rIns="88900" bIns="88900" rtlCol="0" anchor="ctr"/>
            <a:lstStyle/>
            <a:p>
              <a:pPr marL="0" marR="0" lvl="0" indent="0" algn="l" defTabSz="914400" rtl="0" eaLnBrk="1" fontAlgn="auto" latinLnBrk="0" hangingPunct="1">
                <a:lnSpc>
                  <a:spcPct val="100000"/>
                </a:lnSpc>
                <a:spcBef>
                  <a:spcPts val="0"/>
                </a:spcBef>
                <a:spcAft>
                  <a:spcPts val="300"/>
                </a:spcAft>
                <a:buClrTx/>
                <a:buSzPct val="100000"/>
                <a:buFontTx/>
                <a:buNone/>
                <a:tabLst/>
                <a:defRPr/>
              </a:pPr>
              <a:r>
                <a:rPr kumimoji="0" lang="en-US" sz="1200" b="1" i="0" u="none" strike="noStrike" kern="1200" cap="none" spc="0" normalizeH="0" baseline="0" noProof="0">
                  <a:ln>
                    <a:noFill/>
                  </a:ln>
                  <a:solidFill>
                    <a:prstClr val="black"/>
                  </a:solidFill>
                  <a:effectLst/>
                  <a:uLnTx/>
                  <a:uFillTx/>
                  <a:latin typeface="Arial" panose="020B0604020202020204" pitchFamily="34" charset="0"/>
                  <a:ea typeface="Verdana" panose="020B0604030504040204" pitchFamily="34" charset="0"/>
                  <a:cs typeface="Arial" panose="020B0604020202020204" pitchFamily="34" charset="0"/>
                </a:rPr>
                <a:t>Institutional Strengthening, Restructuring &amp; Reorganization</a:t>
              </a:r>
            </a:p>
            <a:p>
              <a:pPr marL="171450" marR="0" lvl="0" indent="-171450" algn="l" defTabSz="91440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Verdana" panose="020B0604030504040204" pitchFamily="34" charset="0"/>
                  <a:cs typeface="Arial" panose="020B0604020202020204" pitchFamily="34" charset="0"/>
                </a:rPr>
                <a:t>Handholding Support in reforms, capacity building, Financial structuring</a:t>
              </a:r>
            </a:p>
          </p:txBody>
        </p:sp>
        <p:sp>
          <p:nvSpPr>
            <p:cNvPr id="18" name="Rectangle 17">
              <a:extLst>
                <a:ext uri="{FF2B5EF4-FFF2-40B4-BE49-F238E27FC236}">
                  <a16:creationId xmlns:a16="http://schemas.microsoft.com/office/drawing/2014/main" id="{5FF9E388-F55C-DE13-6C5D-38CEBC164983}"/>
                </a:ext>
              </a:extLst>
            </p:cNvPr>
            <p:cNvSpPr/>
            <p:nvPr/>
          </p:nvSpPr>
          <p:spPr bwMode="gray">
            <a:xfrm>
              <a:off x="1390800" y="4579502"/>
              <a:ext cx="3191804" cy="866530"/>
            </a:xfrm>
            <a:prstGeom prst="rect">
              <a:avLst/>
            </a:prstGeom>
            <a:solidFill>
              <a:schemeClr val="accent1">
                <a:lumMod val="20000"/>
                <a:lumOff val="80000"/>
              </a:schemeClr>
            </a:solidFill>
            <a:ln w="19050" algn="ctr">
              <a:noFill/>
              <a:miter lim="800000"/>
              <a:headEnd/>
              <a:tailEnd/>
            </a:ln>
          </p:spPr>
          <p:txBody>
            <a:bodyPr wrap="square" lIns="180000" tIns="88900" rIns="88900" bIns="88900" rtlCol="0" anchor="ctr"/>
            <a:lstStyle/>
            <a:p>
              <a:pPr marL="0" marR="0" lvl="0" indent="0" algn="l" defTabSz="914400" rtl="0" eaLnBrk="1" fontAlgn="auto" latinLnBrk="0" hangingPunct="1">
                <a:lnSpc>
                  <a:spcPct val="100000"/>
                </a:lnSpc>
                <a:spcBef>
                  <a:spcPts val="0"/>
                </a:spcBef>
                <a:spcAft>
                  <a:spcPts val="300"/>
                </a:spcAft>
                <a:buClrTx/>
                <a:buSzPct val="100000"/>
                <a:buFontTx/>
                <a:buNone/>
                <a:tabLst/>
                <a:defRPr/>
              </a:pPr>
              <a:r>
                <a:rPr kumimoji="0" lang="en-US" sz="1200" b="1" i="0" u="none" strike="noStrike" kern="1200" cap="none" spc="0" normalizeH="0" baseline="0" noProof="0">
                  <a:ln>
                    <a:noFill/>
                  </a:ln>
                  <a:solidFill>
                    <a:prstClr val="black"/>
                  </a:solidFill>
                  <a:effectLst/>
                  <a:uLnTx/>
                  <a:uFillTx/>
                  <a:latin typeface="Arial" panose="020B0604020202020204" pitchFamily="34" charset="0"/>
                  <a:ea typeface="Verdana" panose="020B0604030504040204" pitchFamily="34" charset="0"/>
                  <a:cs typeface="Arial" panose="020B0604020202020204" pitchFamily="34" charset="0"/>
                </a:rPr>
                <a:t>Regulatory Support</a:t>
              </a:r>
            </a:p>
            <a:p>
              <a:pPr marL="171450" marR="0" lvl="0" indent="-171450" algn="l" defTabSz="91440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Verdana" panose="020B0604030504040204" pitchFamily="34" charset="0"/>
                  <a:cs typeface="Arial" panose="020B0604020202020204" pitchFamily="34" charset="0"/>
                </a:rPr>
                <a:t>ARR, Tariff Filings / reviews</a:t>
              </a:r>
            </a:p>
            <a:p>
              <a:pPr marL="171450" marR="0" lvl="0" indent="-171450" algn="l" defTabSz="91440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Verdana" panose="020B0604030504040204" pitchFamily="34" charset="0"/>
                  <a:cs typeface="Arial" panose="020B0604020202020204" pitchFamily="34" charset="0"/>
                </a:rPr>
                <a:t>Regulations, Regulatory Studies</a:t>
              </a:r>
            </a:p>
          </p:txBody>
        </p:sp>
        <p:sp>
          <p:nvSpPr>
            <p:cNvPr id="19" name="Rectangle 18">
              <a:extLst>
                <a:ext uri="{FF2B5EF4-FFF2-40B4-BE49-F238E27FC236}">
                  <a16:creationId xmlns:a16="http://schemas.microsoft.com/office/drawing/2014/main" id="{4A6317E4-9D53-DF2E-1151-6A4CA6B1B1DE}"/>
                </a:ext>
              </a:extLst>
            </p:cNvPr>
            <p:cNvSpPr/>
            <p:nvPr/>
          </p:nvSpPr>
          <p:spPr bwMode="gray">
            <a:xfrm>
              <a:off x="1390801" y="5535463"/>
              <a:ext cx="3191804" cy="866530"/>
            </a:xfrm>
            <a:prstGeom prst="rect">
              <a:avLst/>
            </a:prstGeom>
            <a:solidFill>
              <a:schemeClr val="accent1">
                <a:lumMod val="20000"/>
                <a:lumOff val="80000"/>
              </a:schemeClr>
            </a:solidFill>
            <a:ln w="19050" algn="ctr">
              <a:noFill/>
              <a:miter lim="800000"/>
              <a:headEnd/>
              <a:tailEnd/>
            </a:ln>
          </p:spPr>
          <p:txBody>
            <a:bodyPr wrap="square" lIns="180000" tIns="88900" rIns="88900" bIns="88900" rtlCol="0" anchor="ctr"/>
            <a:lstStyle/>
            <a:p>
              <a:pPr marL="0" marR="0" lvl="0" indent="0" algn="l" defTabSz="914400" rtl="0" eaLnBrk="1" fontAlgn="auto" latinLnBrk="0" hangingPunct="1">
                <a:lnSpc>
                  <a:spcPct val="100000"/>
                </a:lnSpc>
                <a:spcBef>
                  <a:spcPts val="0"/>
                </a:spcBef>
                <a:spcAft>
                  <a:spcPts val="300"/>
                </a:spcAft>
                <a:buClrTx/>
                <a:buSzPct val="100000"/>
                <a:buFontTx/>
                <a:buNone/>
                <a:tabLst/>
                <a:defRPr/>
              </a:pPr>
              <a:r>
                <a:rPr kumimoji="0" lang="en-US" sz="1200" b="1" i="0" u="none" strike="noStrike" kern="1200" cap="none" spc="0" normalizeH="0" baseline="0" noProof="0">
                  <a:ln>
                    <a:noFill/>
                  </a:ln>
                  <a:solidFill>
                    <a:prstClr val="black"/>
                  </a:solidFill>
                  <a:effectLst/>
                  <a:uLnTx/>
                  <a:uFillTx/>
                  <a:latin typeface="Arial" panose="020B0604020202020204" pitchFamily="34" charset="0"/>
                  <a:ea typeface="Verdana" panose="020B0604030504040204" pitchFamily="34" charset="0"/>
                  <a:cs typeface="Arial" panose="020B0604020202020204" pitchFamily="34" charset="0"/>
                </a:rPr>
                <a:t>Renewable Energy</a:t>
              </a:r>
            </a:p>
            <a:p>
              <a:pPr marL="171450" marR="0" lvl="0" indent="-171450" algn="l" defTabSz="91440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Verdana" panose="020B0604030504040204" pitchFamily="34" charset="0"/>
                  <a:cs typeface="Arial" panose="020B0604020202020204" pitchFamily="34" charset="0"/>
                </a:rPr>
                <a:t>Studies, Project reviews, Regulatory of Solar, Wind, Storage, other renewables</a:t>
              </a:r>
            </a:p>
          </p:txBody>
        </p:sp>
        <p:sp>
          <p:nvSpPr>
            <p:cNvPr id="20" name="Rectangle 19">
              <a:extLst>
                <a:ext uri="{FF2B5EF4-FFF2-40B4-BE49-F238E27FC236}">
                  <a16:creationId xmlns:a16="http://schemas.microsoft.com/office/drawing/2014/main" id="{71BB377F-220C-DD6D-DDB7-66E48873223D}"/>
                </a:ext>
              </a:extLst>
            </p:cNvPr>
            <p:cNvSpPr/>
            <p:nvPr/>
          </p:nvSpPr>
          <p:spPr bwMode="gray">
            <a:xfrm>
              <a:off x="1397050" y="1715329"/>
              <a:ext cx="3191804" cy="866530"/>
            </a:xfrm>
            <a:prstGeom prst="rect">
              <a:avLst/>
            </a:prstGeom>
            <a:solidFill>
              <a:schemeClr val="accent1">
                <a:lumMod val="20000"/>
                <a:lumOff val="80000"/>
              </a:schemeClr>
            </a:solidFill>
            <a:ln w="19050" algn="ctr">
              <a:noFill/>
              <a:miter lim="800000"/>
              <a:headEnd/>
              <a:tailEnd/>
            </a:ln>
          </p:spPr>
          <p:txBody>
            <a:bodyPr wrap="square" lIns="180000" tIns="88900" rIns="88900" bIns="88900" rtlCol="0" anchor="ctr"/>
            <a:lstStyle/>
            <a:p>
              <a:pPr marL="0" marR="0" lvl="0" indent="0" algn="l" defTabSz="914400" rtl="0" eaLnBrk="1" fontAlgn="auto" latinLnBrk="0" hangingPunct="1">
                <a:lnSpc>
                  <a:spcPct val="100000"/>
                </a:lnSpc>
                <a:spcBef>
                  <a:spcPts val="0"/>
                </a:spcBef>
                <a:spcAft>
                  <a:spcPts val="300"/>
                </a:spcAft>
                <a:buClrTx/>
                <a:buSzPct val="100000"/>
                <a:buFontTx/>
                <a:buNone/>
                <a:tabLst/>
                <a:defRPr/>
              </a:pPr>
              <a:r>
                <a:rPr kumimoji="0" lang="en-US" sz="1200" b="1" i="0" u="none" strike="noStrike" kern="1200" cap="none" spc="0" normalizeH="0" baseline="0" noProof="0">
                  <a:ln>
                    <a:noFill/>
                  </a:ln>
                  <a:solidFill>
                    <a:prstClr val="black"/>
                  </a:solidFill>
                  <a:effectLst/>
                  <a:uLnTx/>
                  <a:uFillTx/>
                  <a:latin typeface="Arial" panose="020B0604020202020204" pitchFamily="34" charset="0"/>
                  <a:ea typeface="Verdana" panose="020B0604030504040204" pitchFamily="34" charset="0"/>
                  <a:cs typeface="Arial" panose="020B0604020202020204" pitchFamily="34" charset="0"/>
                </a:rPr>
                <a:t>Strategy &amp; Business Plan</a:t>
              </a:r>
            </a:p>
            <a:p>
              <a:pPr marL="171450" marR="0" lvl="0" indent="-171450" algn="l" defTabSz="91440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Verdana" panose="020B0604030504040204" pitchFamily="34" charset="0"/>
                  <a:cs typeface="Arial" panose="020B0604020202020204" pitchFamily="34" charset="0"/>
                </a:rPr>
                <a:t>Corporate Strategy Development</a:t>
              </a:r>
            </a:p>
            <a:p>
              <a:pPr marL="171450" marR="0" lvl="0" indent="-171450" algn="l" defTabSz="91440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Verdana" panose="020B0604030504040204" pitchFamily="34" charset="0"/>
                  <a:cs typeface="Arial" panose="020B0604020202020204" pitchFamily="34" charset="0"/>
                </a:rPr>
                <a:t>Market Entry Strategy</a:t>
              </a:r>
            </a:p>
            <a:p>
              <a:pPr marL="171450" marR="0" lvl="0" indent="-171450" algn="l" defTabSz="91440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Verdana" panose="020B0604030504040204" pitchFamily="34" charset="0"/>
                  <a:cs typeface="Arial" panose="020B0604020202020204" pitchFamily="34" charset="0"/>
                </a:rPr>
                <a:t>Business Plan / Financial Projections</a:t>
              </a:r>
            </a:p>
          </p:txBody>
        </p:sp>
        <p:sp>
          <p:nvSpPr>
            <p:cNvPr id="21" name="Rectangle: Rounded Corners 20">
              <a:extLst>
                <a:ext uri="{FF2B5EF4-FFF2-40B4-BE49-F238E27FC236}">
                  <a16:creationId xmlns:a16="http://schemas.microsoft.com/office/drawing/2014/main" id="{EC0E4870-3DA8-53C6-748D-33EF3C783783}"/>
                </a:ext>
              </a:extLst>
            </p:cNvPr>
            <p:cNvSpPr/>
            <p:nvPr/>
          </p:nvSpPr>
          <p:spPr bwMode="gray">
            <a:xfrm>
              <a:off x="495565" y="1295167"/>
              <a:ext cx="4082435" cy="346524"/>
            </a:xfrm>
            <a:prstGeom prst="roundRect">
              <a:avLst>
                <a:gd name="adj" fmla="val 0"/>
              </a:avLst>
            </a:prstGeom>
            <a:solidFill>
              <a:schemeClr val="tx2">
                <a:lumMod val="20000"/>
                <a:lumOff val="8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a:solidFill>
                    <a:prstClr val="black"/>
                  </a:solidFill>
                  <a:latin typeface="Arial" panose="020B0604020202020204" pitchFamily="34" charset="0"/>
                  <a:ea typeface="Verdana" panose="020B0604030504040204" pitchFamily="34" charset="0"/>
                  <a:cs typeface="Arial" panose="020B0604020202020204" pitchFamily="34" charset="0"/>
                </a:rPr>
                <a:t>Deloitte Power Utilities Service Offerings</a:t>
              </a:r>
            </a:p>
          </p:txBody>
        </p:sp>
        <p:grpSp>
          <p:nvGrpSpPr>
            <p:cNvPr id="22" name="Group 638">
              <a:extLst>
                <a:ext uri="{FF2B5EF4-FFF2-40B4-BE49-F238E27FC236}">
                  <a16:creationId xmlns:a16="http://schemas.microsoft.com/office/drawing/2014/main" id="{7A158ECE-3DFB-7779-90CE-718E43FDCA91}"/>
                </a:ext>
              </a:extLst>
            </p:cNvPr>
            <p:cNvGrpSpPr>
              <a:grpSpLocks noChangeAspect="1"/>
            </p:cNvGrpSpPr>
            <p:nvPr/>
          </p:nvGrpSpPr>
          <p:grpSpPr bwMode="auto">
            <a:xfrm>
              <a:off x="673934" y="5744609"/>
              <a:ext cx="457202" cy="457201"/>
              <a:chOff x="4295" y="2248"/>
              <a:chExt cx="340" cy="340"/>
            </a:xfrm>
            <a:solidFill>
              <a:schemeClr val="bg1"/>
            </a:solidFill>
          </p:grpSpPr>
          <p:sp>
            <p:nvSpPr>
              <p:cNvPr id="34" name="Freeform 639">
                <a:extLst>
                  <a:ext uri="{FF2B5EF4-FFF2-40B4-BE49-F238E27FC236}">
                    <a16:creationId xmlns:a16="http://schemas.microsoft.com/office/drawing/2014/main" id="{9CA4E291-985F-43F5-363C-E29F48A0CB66}"/>
                  </a:ext>
                </a:extLst>
              </p:cNvPr>
              <p:cNvSpPr>
                <a:spLocks/>
              </p:cNvSpPr>
              <p:nvPr/>
            </p:nvSpPr>
            <p:spPr bwMode="auto">
              <a:xfrm>
                <a:off x="4445" y="2427"/>
                <a:ext cx="14" cy="99"/>
              </a:xfrm>
              <a:custGeom>
                <a:avLst/>
                <a:gdLst>
                  <a:gd name="T0" fmla="*/ 11 w 21"/>
                  <a:gd name="T1" fmla="*/ 0 h 150"/>
                  <a:gd name="T2" fmla="*/ 0 w 21"/>
                  <a:gd name="T3" fmla="*/ 11 h 150"/>
                  <a:gd name="T4" fmla="*/ 0 w 21"/>
                  <a:gd name="T5" fmla="*/ 139 h 150"/>
                  <a:gd name="T6" fmla="*/ 11 w 21"/>
                  <a:gd name="T7" fmla="*/ 150 h 150"/>
                  <a:gd name="T8" fmla="*/ 21 w 21"/>
                  <a:gd name="T9" fmla="*/ 139 h 150"/>
                  <a:gd name="T10" fmla="*/ 21 w 21"/>
                  <a:gd name="T11" fmla="*/ 11 h 150"/>
                  <a:gd name="T12" fmla="*/ 11 w 21"/>
                  <a:gd name="T13" fmla="*/ 0 h 150"/>
                </a:gdLst>
                <a:ahLst/>
                <a:cxnLst>
                  <a:cxn ang="0">
                    <a:pos x="T0" y="T1"/>
                  </a:cxn>
                  <a:cxn ang="0">
                    <a:pos x="T2" y="T3"/>
                  </a:cxn>
                  <a:cxn ang="0">
                    <a:pos x="T4" y="T5"/>
                  </a:cxn>
                  <a:cxn ang="0">
                    <a:pos x="T6" y="T7"/>
                  </a:cxn>
                  <a:cxn ang="0">
                    <a:pos x="T8" y="T9"/>
                  </a:cxn>
                  <a:cxn ang="0">
                    <a:pos x="T10" y="T11"/>
                  </a:cxn>
                  <a:cxn ang="0">
                    <a:pos x="T12" y="T13"/>
                  </a:cxn>
                </a:cxnLst>
                <a:rect l="0" t="0" r="r" b="b"/>
                <a:pathLst>
                  <a:path w="21" h="150">
                    <a:moveTo>
                      <a:pt x="11" y="0"/>
                    </a:moveTo>
                    <a:cubicBezTo>
                      <a:pt x="5" y="0"/>
                      <a:pt x="0" y="5"/>
                      <a:pt x="0" y="11"/>
                    </a:cubicBezTo>
                    <a:cubicBezTo>
                      <a:pt x="0" y="139"/>
                      <a:pt x="0" y="139"/>
                      <a:pt x="0" y="139"/>
                    </a:cubicBezTo>
                    <a:cubicBezTo>
                      <a:pt x="0" y="145"/>
                      <a:pt x="5" y="150"/>
                      <a:pt x="11" y="150"/>
                    </a:cubicBezTo>
                    <a:cubicBezTo>
                      <a:pt x="17" y="150"/>
                      <a:pt x="21" y="145"/>
                      <a:pt x="21" y="139"/>
                    </a:cubicBezTo>
                    <a:cubicBezTo>
                      <a:pt x="21" y="11"/>
                      <a:pt x="21" y="11"/>
                      <a:pt x="21" y="11"/>
                    </a:cubicBezTo>
                    <a:cubicBezTo>
                      <a:pt x="21" y="5"/>
                      <a:pt x="17" y="0"/>
                      <a:pt x="11"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5" name="Freeform 640">
                <a:extLst>
                  <a:ext uri="{FF2B5EF4-FFF2-40B4-BE49-F238E27FC236}">
                    <a16:creationId xmlns:a16="http://schemas.microsoft.com/office/drawing/2014/main" id="{CC862B37-F209-1168-A63B-0284E8DA743F}"/>
                  </a:ext>
                </a:extLst>
              </p:cNvPr>
              <p:cNvSpPr>
                <a:spLocks noEditPoints="1"/>
              </p:cNvSpPr>
              <p:nvPr/>
            </p:nvSpPr>
            <p:spPr bwMode="auto">
              <a:xfrm>
                <a:off x="4388" y="2310"/>
                <a:ext cx="132" cy="107"/>
              </a:xfrm>
              <a:custGeom>
                <a:avLst/>
                <a:gdLst>
                  <a:gd name="T0" fmla="*/ 192 w 199"/>
                  <a:gd name="T1" fmla="*/ 140 h 160"/>
                  <a:gd name="T2" fmla="*/ 129 w 199"/>
                  <a:gd name="T3" fmla="*/ 105 h 160"/>
                  <a:gd name="T4" fmla="*/ 108 w 199"/>
                  <a:gd name="T5" fmla="*/ 77 h 160"/>
                  <a:gd name="T6" fmla="*/ 108 w 199"/>
                  <a:gd name="T7" fmla="*/ 11 h 160"/>
                  <a:gd name="T8" fmla="*/ 98 w 199"/>
                  <a:gd name="T9" fmla="*/ 0 h 160"/>
                  <a:gd name="T10" fmla="*/ 87 w 199"/>
                  <a:gd name="T11" fmla="*/ 11 h 160"/>
                  <a:gd name="T12" fmla="*/ 87 w 199"/>
                  <a:gd name="T13" fmla="*/ 77 h 160"/>
                  <a:gd name="T14" fmla="*/ 66 w 199"/>
                  <a:gd name="T15" fmla="*/ 107 h 160"/>
                  <a:gd name="T16" fmla="*/ 7 w 199"/>
                  <a:gd name="T17" fmla="*/ 140 h 160"/>
                  <a:gd name="T18" fmla="*/ 3 w 199"/>
                  <a:gd name="T19" fmla="*/ 155 h 160"/>
                  <a:gd name="T20" fmla="*/ 12 w 199"/>
                  <a:gd name="T21" fmla="*/ 160 h 160"/>
                  <a:gd name="T22" fmla="*/ 18 w 199"/>
                  <a:gd name="T23" fmla="*/ 159 h 160"/>
                  <a:gd name="T24" fmla="*/ 73 w 199"/>
                  <a:gd name="T25" fmla="*/ 127 h 160"/>
                  <a:gd name="T26" fmla="*/ 98 w 199"/>
                  <a:gd name="T27" fmla="*/ 139 h 160"/>
                  <a:gd name="T28" fmla="*/ 123 w 199"/>
                  <a:gd name="T29" fmla="*/ 126 h 160"/>
                  <a:gd name="T30" fmla="*/ 181 w 199"/>
                  <a:gd name="T31" fmla="*/ 159 h 160"/>
                  <a:gd name="T32" fmla="*/ 187 w 199"/>
                  <a:gd name="T33" fmla="*/ 160 h 160"/>
                  <a:gd name="T34" fmla="*/ 196 w 199"/>
                  <a:gd name="T35" fmla="*/ 155 h 160"/>
                  <a:gd name="T36" fmla="*/ 192 w 199"/>
                  <a:gd name="T37" fmla="*/ 140 h 160"/>
                  <a:gd name="T38" fmla="*/ 98 w 199"/>
                  <a:gd name="T39" fmla="*/ 118 h 160"/>
                  <a:gd name="T40" fmla="*/ 87 w 199"/>
                  <a:gd name="T41" fmla="*/ 107 h 160"/>
                  <a:gd name="T42" fmla="*/ 98 w 199"/>
                  <a:gd name="T43" fmla="*/ 96 h 160"/>
                  <a:gd name="T44" fmla="*/ 108 w 199"/>
                  <a:gd name="T45" fmla="*/ 107 h 160"/>
                  <a:gd name="T46" fmla="*/ 98 w 199"/>
                  <a:gd name="T47" fmla="*/ 118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9" h="160">
                    <a:moveTo>
                      <a:pt x="192" y="140"/>
                    </a:moveTo>
                    <a:cubicBezTo>
                      <a:pt x="129" y="105"/>
                      <a:pt x="129" y="105"/>
                      <a:pt x="129" y="105"/>
                    </a:cubicBezTo>
                    <a:cubicBezTo>
                      <a:pt x="129" y="92"/>
                      <a:pt x="120" y="81"/>
                      <a:pt x="108" y="77"/>
                    </a:cubicBezTo>
                    <a:cubicBezTo>
                      <a:pt x="108" y="11"/>
                      <a:pt x="108" y="11"/>
                      <a:pt x="108" y="11"/>
                    </a:cubicBezTo>
                    <a:cubicBezTo>
                      <a:pt x="108" y="5"/>
                      <a:pt x="104" y="0"/>
                      <a:pt x="98" y="0"/>
                    </a:cubicBezTo>
                    <a:cubicBezTo>
                      <a:pt x="92" y="0"/>
                      <a:pt x="87" y="5"/>
                      <a:pt x="87" y="11"/>
                    </a:cubicBezTo>
                    <a:cubicBezTo>
                      <a:pt x="87" y="77"/>
                      <a:pt x="87" y="77"/>
                      <a:pt x="87" y="77"/>
                    </a:cubicBezTo>
                    <a:cubicBezTo>
                      <a:pt x="75" y="81"/>
                      <a:pt x="66" y="93"/>
                      <a:pt x="66" y="107"/>
                    </a:cubicBezTo>
                    <a:cubicBezTo>
                      <a:pt x="7" y="140"/>
                      <a:pt x="7" y="140"/>
                      <a:pt x="7" y="140"/>
                    </a:cubicBezTo>
                    <a:cubicBezTo>
                      <a:pt x="2" y="143"/>
                      <a:pt x="0" y="150"/>
                      <a:pt x="3" y="155"/>
                    </a:cubicBezTo>
                    <a:cubicBezTo>
                      <a:pt x="5" y="158"/>
                      <a:pt x="9" y="160"/>
                      <a:pt x="12" y="160"/>
                    </a:cubicBezTo>
                    <a:cubicBezTo>
                      <a:pt x="14" y="160"/>
                      <a:pt x="16" y="160"/>
                      <a:pt x="18" y="159"/>
                    </a:cubicBezTo>
                    <a:cubicBezTo>
                      <a:pt x="73" y="127"/>
                      <a:pt x="73" y="127"/>
                      <a:pt x="73" y="127"/>
                    </a:cubicBezTo>
                    <a:cubicBezTo>
                      <a:pt x="79" y="134"/>
                      <a:pt x="88" y="139"/>
                      <a:pt x="98" y="139"/>
                    </a:cubicBezTo>
                    <a:cubicBezTo>
                      <a:pt x="108" y="139"/>
                      <a:pt x="117" y="134"/>
                      <a:pt x="123" y="126"/>
                    </a:cubicBezTo>
                    <a:cubicBezTo>
                      <a:pt x="181" y="159"/>
                      <a:pt x="181" y="159"/>
                      <a:pt x="181" y="159"/>
                    </a:cubicBezTo>
                    <a:cubicBezTo>
                      <a:pt x="183" y="160"/>
                      <a:pt x="185" y="160"/>
                      <a:pt x="187" y="160"/>
                    </a:cubicBezTo>
                    <a:cubicBezTo>
                      <a:pt x="190" y="160"/>
                      <a:pt x="194" y="158"/>
                      <a:pt x="196" y="155"/>
                    </a:cubicBezTo>
                    <a:cubicBezTo>
                      <a:pt x="199" y="150"/>
                      <a:pt x="197" y="143"/>
                      <a:pt x="192" y="140"/>
                    </a:cubicBezTo>
                    <a:close/>
                    <a:moveTo>
                      <a:pt x="98" y="118"/>
                    </a:moveTo>
                    <a:cubicBezTo>
                      <a:pt x="92" y="118"/>
                      <a:pt x="87" y="113"/>
                      <a:pt x="87" y="107"/>
                    </a:cubicBezTo>
                    <a:cubicBezTo>
                      <a:pt x="87" y="101"/>
                      <a:pt x="92" y="96"/>
                      <a:pt x="98" y="96"/>
                    </a:cubicBezTo>
                    <a:cubicBezTo>
                      <a:pt x="104" y="96"/>
                      <a:pt x="108" y="101"/>
                      <a:pt x="108" y="107"/>
                    </a:cubicBezTo>
                    <a:cubicBezTo>
                      <a:pt x="108" y="113"/>
                      <a:pt x="104" y="118"/>
                      <a:pt x="98" y="118"/>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6" name="Freeform 641">
                <a:extLst>
                  <a:ext uri="{FF2B5EF4-FFF2-40B4-BE49-F238E27FC236}">
                    <a16:creationId xmlns:a16="http://schemas.microsoft.com/office/drawing/2014/main" id="{1F561CD0-C1AE-98BB-4741-976DD1000D0A}"/>
                  </a:ext>
                </a:extLst>
              </p:cNvPr>
              <p:cNvSpPr>
                <a:spLocks noEditPoints="1"/>
              </p:cNvSpPr>
              <p:nvPr/>
            </p:nvSpPr>
            <p:spPr bwMode="auto">
              <a:xfrm>
                <a:off x="4295" y="2248"/>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grpSp>
          <p:nvGrpSpPr>
            <p:cNvPr id="23" name="Group 934">
              <a:extLst>
                <a:ext uri="{FF2B5EF4-FFF2-40B4-BE49-F238E27FC236}">
                  <a16:creationId xmlns:a16="http://schemas.microsoft.com/office/drawing/2014/main" id="{4A86EE0E-CBB7-4978-1AF7-D4C6A63EDC9F}"/>
                </a:ext>
              </a:extLst>
            </p:cNvPr>
            <p:cNvGrpSpPr>
              <a:grpSpLocks noChangeAspect="1"/>
            </p:cNvGrpSpPr>
            <p:nvPr/>
          </p:nvGrpSpPr>
          <p:grpSpPr bwMode="auto">
            <a:xfrm>
              <a:off x="680632" y="4797145"/>
              <a:ext cx="457200" cy="457200"/>
              <a:chOff x="1155" y="3412"/>
              <a:chExt cx="340" cy="340"/>
            </a:xfrm>
            <a:solidFill>
              <a:schemeClr val="bg1"/>
            </a:solidFill>
          </p:grpSpPr>
          <p:sp>
            <p:nvSpPr>
              <p:cNvPr id="32" name="Freeform 935">
                <a:extLst>
                  <a:ext uri="{FF2B5EF4-FFF2-40B4-BE49-F238E27FC236}">
                    <a16:creationId xmlns:a16="http://schemas.microsoft.com/office/drawing/2014/main" id="{190E291F-710F-5DE1-DA91-EBE5171D98EA}"/>
                  </a:ext>
                </a:extLst>
              </p:cNvPr>
              <p:cNvSpPr>
                <a:spLocks noEditPoints="1"/>
              </p:cNvSpPr>
              <p:nvPr/>
            </p:nvSpPr>
            <p:spPr bwMode="auto">
              <a:xfrm>
                <a:off x="1155" y="3412"/>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3" name="Freeform 936">
                <a:extLst>
                  <a:ext uri="{FF2B5EF4-FFF2-40B4-BE49-F238E27FC236}">
                    <a16:creationId xmlns:a16="http://schemas.microsoft.com/office/drawing/2014/main" id="{E0E91ECA-5713-346B-326E-7FD188172E5A}"/>
                  </a:ext>
                </a:extLst>
              </p:cNvPr>
              <p:cNvSpPr>
                <a:spLocks noEditPoints="1"/>
              </p:cNvSpPr>
              <p:nvPr/>
            </p:nvSpPr>
            <p:spPr bwMode="auto">
              <a:xfrm>
                <a:off x="1212" y="3466"/>
                <a:ext cx="213" cy="212"/>
              </a:xfrm>
              <a:custGeom>
                <a:avLst/>
                <a:gdLst>
                  <a:gd name="T0" fmla="*/ 320 w 321"/>
                  <a:gd name="T1" fmla="*/ 221 h 320"/>
                  <a:gd name="T2" fmla="*/ 278 w 321"/>
                  <a:gd name="T3" fmla="*/ 50 h 320"/>
                  <a:gd name="T4" fmla="*/ 277 w 321"/>
                  <a:gd name="T5" fmla="*/ 50 h 320"/>
                  <a:gd name="T6" fmla="*/ 277 w 321"/>
                  <a:gd name="T7" fmla="*/ 48 h 320"/>
                  <a:gd name="T8" fmla="*/ 275 w 321"/>
                  <a:gd name="T9" fmla="*/ 46 h 320"/>
                  <a:gd name="T10" fmla="*/ 274 w 321"/>
                  <a:gd name="T11" fmla="*/ 45 h 320"/>
                  <a:gd name="T12" fmla="*/ 272 w 321"/>
                  <a:gd name="T13" fmla="*/ 44 h 320"/>
                  <a:gd name="T14" fmla="*/ 271 w 321"/>
                  <a:gd name="T15" fmla="*/ 43 h 320"/>
                  <a:gd name="T16" fmla="*/ 268 w 321"/>
                  <a:gd name="T17" fmla="*/ 42 h 320"/>
                  <a:gd name="T18" fmla="*/ 267 w 321"/>
                  <a:gd name="T19" fmla="*/ 42 h 320"/>
                  <a:gd name="T20" fmla="*/ 267 w 321"/>
                  <a:gd name="T21" fmla="*/ 42 h 320"/>
                  <a:gd name="T22" fmla="*/ 171 w 321"/>
                  <a:gd name="T23" fmla="*/ 42 h 320"/>
                  <a:gd name="T24" fmla="*/ 171 w 321"/>
                  <a:gd name="T25" fmla="*/ 10 h 320"/>
                  <a:gd name="T26" fmla="*/ 161 w 321"/>
                  <a:gd name="T27" fmla="*/ 0 h 320"/>
                  <a:gd name="T28" fmla="*/ 150 w 321"/>
                  <a:gd name="T29" fmla="*/ 10 h 320"/>
                  <a:gd name="T30" fmla="*/ 150 w 321"/>
                  <a:gd name="T31" fmla="*/ 42 h 320"/>
                  <a:gd name="T32" fmla="*/ 65 w 321"/>
                  <a:gd name="T33" fmla="*/ 42 h 320"/>
                  <a:gd name="T34" fmla="*/ 64 w 321"/>
                  <a:gd name="T35" fmla="*/ 42 h 320"/>
                  <a:gd name="T36" fmla="*/ 61 w 321"/>
                  <a:gd name="T37" fmla="*/ 43 h 320"/>
                  <a:gd name="T38" fmla="*/ 60 w 321"/>
                  <a:gd name="T39" fmla="*/ 44 h 320"/>
                  <a:gd name="T40" fmla="*/ 58 w 321"/>
                  <a:gd name="T41" fmla="*/ 45 h 320"/>
                  <a:gd name="T42" fmla="*/ 57 w 321"/>
                  <a:gd name="T43" fmla="*/ 46 h 320"/>
                  <a:gd name="T44" fmla="*/ 55 w 321"/>
                  <a:gd name="T45" fmla="*/ 48 h 320"/>
                  <a:gd name="T46" fmla="*/ 55 w 321"/>
                  <a:gd name="T47" fmla="*/ 49 h 320"/>
                  <a:gd name="T48" fmla="*/ 54 w 321"/>
                  <a:gd name="T49" fmla="*/ 50 h 320"/>
                  <a:gd name="T50" fmla="*/ 1 w 321"/>
                  <a:gd name="T51" fmla="*/ 220 h 320"/>
                  <a:gd name="T52" fmla="*/ 3 w 321"/>
                  <a:gd name="T53" fmla="*/ 230 h 320"/>
                  <a:gd name="T54" fmla="*/ 11 w 321"/>
                  <a:gd name="T55" fmla="*/ 234 h 320"/>
                  <a:gd name="T56" fmla="*/ 107 w 321"/>
                  <a:gd name="T57" fmla="*/ 234 h 320"/>
                  <a:gd name="T58" fmla="*/ 116 w 321"/>
                  <a:gd name="T59" fmla="*/ 230 h 320"/>
                  <a:gd name="T60" fmla="*/ 118 w 321"/>
                  <a:gd name="T61" fmla="*/ 221 h 320"/>
                  <a:gd name="T62" fmla="*/ 78 w 321"/>
                  <a:gd name="T63" fmla="*/ 64 h 320"/>
                  <a:gd name="T64" fmla="*/ 150 w 321"/>
                  <a:gd name="T65" fmla="*/ 64 h 320"/>
                  <a:gd name="T66" fmla="*/ 150 w 321"/>
                  <a:gd name="T67" fmla="*/ 298 h 320"/>
                  <a:gd name="T68" fmla="*/ 97 w 321"/>
                  <a:gd name="T69" fmla="*/ 298 h 320"/>
                  <a:gd name="T70" fmla="*/ 86 w 321"/>
                  <a:gd name="T71" fmla="*/ 309 h 320"/>
                  <a:gd name="T72" fmla="*/ 97 w 321"/>
                  <a:gd name="T73" fmla="*/ 320 h 320"/>
                  <a:gd name="T74" fmla="*/ 225 w 321"/>
                  <a:gd name="T75" fmla="*/ 320 h 320"/>
                  <a:gd name="T76" fmla="*/ 235 w 321"/>
                  <a:gd name="T77" fmla="*/ 309 h 320"/>
                  <a:gd name="T78" fmla="*/ 225 w 321"/>
                  <a:gd name="T79" fmla="*/ 298 h 320"/>
                  <a:gd name="T80" fmla="*/ 171 w 321"/>
                  <a:gd name="T81" fmla="*/ 298 h 320"/>
                  <a:gd name="T82" fmla="*/ 171 w 321"/>
                  <a:gd name="T83" fmla="*/ 64 h 320"/>
                  <a:gd name="T84" fmla="*/ 253 w 321"/>
                  <a:gd name="T85" fmla="*/ 64 h 320"/>
                  <a:gd name="T86" fmla="*/ 204 w 321"/>
                  <a:gd name="T87" fmla="*/ 220 h 320"/>
                  <a:gd name="T88" fmla="*/ 205 w 321"/>
                  <a:gd name="T89" fmla="*/ 230 h 320"/>
                  <a:gd name="T90" fmla="*/ 214 w 321"/>
                  <a:gd name="T91" fmla="*/ 234 h 320"/>
                  <a:gd name="T92" fmla="*/ 310 w 321"/>
                  <a:gd name="T93" fmla="*/ 234 h 320"/>
                  <a:gd name="T94" fmla="*/ 318 w 321"/>
                  <a:gd name="T95" fmla="*/ 230 h 320"/>
                  <a:gd name="T96" fmla="*/ 320 w 321"/>
                  <a:gd name="T97" fmla="*/ 221 h 320"/>
                  <a:gd name="T98" fmla="*/ 26 w 321"/>
                  <a:gd name="T99" fmla="*/ 213 h 320"/>
                  <a:gd name="T100" fmla="*/ 64 w 321"/>
                  <a:gd name="T101" fmla="*/ 92 h 320"/>
                  <a:gd name="T102" fmla="*/ 94 w 321"/>
                  <a:gd name="T103" fmla="*/ 213 h 320"/>
                  <a:gd name="T104" fmla="*/ 26 w 321"/>
                  <a:gd name="T105" fmla="*/ 213 h 320"/>
                  <a:gd name="T106" fmla="*/ 229 w 321"/>
                  <a:gd name="T107" fmla="*/ 213 h 320"/>
                  <a:gd name="T108" fmla="*/ 266 w 321"/>
                  <a:gd name="T109" fmla="*/ 92 h 320"/>
                  <a:gd name="T110" fmla="*/ 296 w 321"/>
                  <a:gd name="T111" fmla="*/ 213 h 320"/>
                  <a:gd name="T112" fmla="*/ 229 w 321"/>
                  <a:gd name="T113" fmla="*/ 213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21" h="320">
                    <a:moveTo>
                      <a:pt x="320" y="221"/>
                    </a:moveTo>
                    <a:cubicBezTo>
                      <a:pt x="278" y="50"/>
                      <a:pt x="278" y="50"/>
                      <a:pt x="278" y="50"/>
                    </a:cubicBezTo>
                    <a:cubicBezTo>
                      <a:pt x="278" y="50"/>
                      <a:pt x="277" y="50"/>
                      <a:pt x="277" y="50"/>
                    </a:cubicBezTo>
                    <a:cubicBezTo>
                      <a:pt x="277" y="49"/>
                      <a:pt x="277" y="49"/>
                      <a:pt x="277" y="48"/>
                    </a:cubicBezTo>
                    <a:cubicBezTo>
                      <a:pt x="276" y="47"/>
                      <a:pt x="276" y="47"/>
                      <a:pt x="275" y="46"/>
                    </a:cubicBezTo>
                    <a:cubicBezTo>
                      <a:pt x="275" y="46"/>
                      <a:pt x="275" y="45"/>
                      <a:pt x="274" y="45"/>
                    </a:cubicBezTo>
                    <a:cubicBezTo>
                      <a:pt x="274" y="45"/>
                      <a:pt x="273" y="44"/>
                      <a:pt x="272" y="44"/>
                    </a:cubicBezTo>
                    <a:cubicBezTo>
                      <a:pt x="272" y="43"/>
                      <a:pt x="272" y="43"/>
                      <a:pt x="271" y="43"/>
                    </a:cubicBezTo>
                    <a:cubicBezTo>
                      <a:pt x="270" y="43"/>
                      <a:pt x="269" y="42"/>
                      <a:pt x="268" y="42"/>
                    </a:cubicBezTo>
                    <a:cubicBezTo>
                      <a:pt x="268" y="42"/>
                      <a:pt x="268" y="42"/>
                      <a:pt x="267" y="42"/>
                    </a:cubicBezTo>
                    <a:cubicBezTo>
                      <a:pt x="267" y="42"/>
                      <a:pt x="267" y="42"/>
                      <a:pt x="267" y="42"/>
                    </a:cubicBezTo>
                    <a:cubicBezTo>
                      <a:pt x="171" y="42"/>
                      <a:pt x="171" y="42"/>
                      <a:pt x="171" y="42"/>
                    </a:cubicBezTo>
                    <a:cubicBezTo>
                      <a:pt x="171" y="10"/>
                      <a:pt x="171" y="10"/>
                      <a:pt x="171" y="10"/>
                    </a:cubicBezTo>
                    <a:cubicBezTo>
                      <a:pt x="171" y="4"/>
                      <a:pt x="167" y="0"/>
                      <a:pt x="161" y="0"/>
                    </a:cubicBezTo>
                    <a:cubicBezTo>
                      <a:pt x="155" y="0"/>
                      <a:pt x="150" y="4"/>
                      <a:pt x="150" y="10"/>
                    </a:cubicBezTo>
                    <a:cubicBezTo>
                      <a:pt x="150" y="42"/>
                      <a:pt x="150" y="42"/>
                      <a:pt x="150" y="42"/>
                    </a:cubicBezTo>
                    <a:cubicBezTo>
                      <a:pt x="65" y="42"/>
                      <a:pt x="65" y="42"/>
                      <a:pt x="65" y="42"/>
                    </a:cubicBezTo>
                    <a:cubicBezTo>
                      <a:pt x="64" y="42"/>
                      <a:pt x="64" y="42"/>
                      <a:pt x="64" y="42"/>
                    </a:cubicBezTo>
                    <a:cubicBezTo>
                      <a:pt x="63" y="43"/>
                      <a:pt x="62" y="43"/>
                      <a:pt x="61" y="43"/>
                    </a:cubicBezTo>
                    <a:cubicBezTo>
                      <a:pt x="61" y="43"/>
                      <a:pt x="60" y="43"/>
                      <a:pt x="60" y="44"/>
                    </a:cubicBezTo>
                    <a:cubicBezTo>
                      <a:pt x="59" y="44"/>
                      <a:pt x="58" y="45"/>
                      <a:pt x="58" y="45"/>
                    </a:cubicBezTo>
                    <a:cubicBezTo>
                      <a:pt x="57" y="45"/>
                      <a:pt x="57" y="46"/>
                      <a:pt x="57" y="46"/>
                    </a:cubicBezTo>
                    <a:cubicBezTo>
                      <a:pt x="56" y="47"/>
                      <a:pt x="56" y="47"/>
                      <a:pt x="55" y="48"/>
                    </a:cubicBezTo>
                    <a:cubicBezTo>
                      <a:pt x="55" y="49"/>
                      <a:pt x="55" y="49"/>
                      <a:pt x="55" y="49"/>
                    </a:cubicBezTo>
                    <a:cubicBezTo>
                      <a:pt x="55" y="49"/>
                      <a:pt x="55" y="50"/>
                      <a:pt x="54" y="50"/>
                    </a:cubicBezTo>
                    <a:cubicBezTo>
                      <a:pt x="1" y="220"/>
                      <a:pt x="1" y="220"/>
                      <a:pt x="1" y="220"/>
                    </a:cubicBezTo>
                    <a:cubicBezTo>
                      <a:pt x="0" y="224"/>
                      <a:pt x="1" y="227"/>
                      <a:pt x="3" y="230"/>
                    </a:cubicBezTo>
                    <a:cubicBezTo>
                      <a:pt x="5" y="233"/>
                      <a:pt x="8" y="234"/>
                      <a:pt x="11" y="234"/>
                    </a:cubicBezTo>
                    <a:cubicBezTo>
                      <a:pt x="107" y="234"/>
                      <a:pt x="107" y="234"/>
                      <a:pt x="107" y="234"/>
                    </a:cubicBezTo>
                    <a:cubicBezTo>
                      <a:pt x="111" y="234"/>
                      <a:pt x="114" y="233"/>
                      <a:pt x="116" y="230"/>
                    </a:cubicBezTo>
                    <a:cubicBezTo>
                      <a:pt x="118" y="228"/>
                      <a:pt x="118" y="224"/>
                      <a:pt x="118" y="221"/>
                    </a:cubicBezTo>
                    <a:cubicBezTo>
                      <a:pt x="78" y="64"/>
                      <a:pt x="78" y="64"/>
                      <a:pt x="78" y="64"/>
                    </a:cubicBezTo>
                    <a:cubicBezTo>
                      <a:pt x="150" y="64"/>
                      <a:pt x="150" y="64"/>
                      <a:pt x="150" y="64"/>
                    </a:cubicBezTo>
                    <a:cubicBezTo>
                      <a:pt x="150" y="298"/>
                      <a:pt x="150" y="298"/>
                      <a:pt x="150" y="298"/>
                    </a:cubicBezTo>
                    <a:cubicBezTo>
                      <a:pt x="97" y="298"/>
                      <a:pt x="97" y="298"/>
                      <a:pt x="97" y="298"/>
                    </a:cubicBezTo>
                    <a:cubicBezTo>
                      <a:pt x="91" y="298"/>
                      <a:pt x="86" y="303"/>
                      <a:pt x="86" y="309"/>
                    </a:cubicBezTo>
                    <a:cubicBezTo>
                      <a:pt x="86" y="315"/>
                      <a:pt x="91" y="320"/>
                      <a:pt x="97" y="320"/>
                    </a:cubicBezTo>
                    <a:cubicBezTo>
                      <a:pt x="225" y="320"/>
                      <a:pt x="225" y="320"/>
                      <a:pt x="225" y="320"/>
                    </a:cubicBezTo>
                    <a:cubicBezTo>
                      <a:pt x="231" y="320"/>
                      <a:pt x="235" y="315"/>
                      <a:pt x="235" y="309"/>
                    </a:cubicBezTo>
                    <a:cubicBezTo>
                      <a:pt x="235" y="303"/>
                      <a:pt x="231" y="298"/>
                      <a:pt x="225" y="298"/>
                    </a:cubicBezTo>
                    <a:cubicBezTo>
                      <a:pt x="171" y="298"/>
                      <a:pt x="171" y="298"/>
                      <a:pt x="171" y="298"/>
                    </a:cubicBezTo>
                    <a:cubicBezTo>
                      <a:pt x="171" y="64"/>
                      <a:pt x="171" y="64"/>
                      <a:pt x="171" y="64"/>
                    </a:cubicBezTo>
                    <a:cubicBezTo>
                      <a:pt x="253" y="64"/>
                      <a:pt x="253" y="64"/>
                      <a:pt x="253" y="64"/>
                    </a:cubicBezTo>
                    <a:cubicBezTo>
                      <a:pt x="204" y="220"/>
                      <a:pt x="204" y="220"/>
                      <a:pt x="204" y="220"/>
                    </a:cubicBezTo>
                    <a:cubicBezTo>
                      <a:pt x="203" y="224"/>
                      <a:pt x="203" y="227"/>
                      <a:pt x="205" y="230"/>
                    </a:cubicBezTo>
                    <a:cubicBezTo>
                      <a:pt x="207" y="233"/>
                      <a:pt x="211" y="234"/>
                      <a:pt x="214" y="234"/>
                    </a:cubicBezTo>
                    <a:cubicBezTo>
                      <a:pt x="310" y="234"/>
                      <a:pt x="310" y="234"/>
                      <a:pt x="310" y="234"/>
                    </a:cubicBezTo>
                    <a:cubicBezTo>
                      <a:pt x="313" y="234"/>
                      <a:pt x="316" y="233"/>
                      <a:pt x="318" y="230"/>
                    </a:cubicBezTo>
                    <a:cubicBezTo>
                      <a:pt x="320" y="228"/>
                      <a:pt x="321" y="224"/>
                      <a:pt x="320" y="221"/>
                    </a:cubicBezTo>
                    <a:close/>
                    <a:moveTo>
                      <a:pt x="26" y="213"/>
                    </a:moveTo>
                    <a:cubicBezTo>
                      <a:pt x="64" y="92"/>
                      <a:pt x="64" y="92"/>
                      <a:pt x="64" y="92"/>
                    </a:cubicBezTo>
                    <a:cubicBezTo>
                      <a:pt x="94" y="213"/>
                      <a:pt x="94" y="213"/>
                      <a:pt x="94" y="213"/>
                    </a:cubicBezTo>
                    <a:lnTo>
                      <a:pt x="26" y="213"/>
                    </a:lnTo>
                    <a:close/>
                    <a:moveTo>
                      <a:pt x="229" y="213"/>
                    </a:moveTo>
                    <a:cubicBezTo>
                      <a:pt x="266" y="92"/>
                      <a:pt x="266" y="92"/>
                      <a:pt x="266" y="92"/>
                    </a:cubicBezTo>
                    <a:cubicBezTo>
                      <a:pt x="296" y="213"/>
                      <a:pt x="296" y="213"/>
                      <a:pt x="296" y="213"/>
                    </a:cubicBezTo>
                    <a:lnTo>
                      <a:pt x="229" y="21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grpSp>
          <p:nvGrpSpPr>
            <p:cNvPr id="24" name="Group 192">
              <a:extLst>
                <a:ext uri="{FF2B5EF4-FFF2-40B4-BE49-F238E27FC236}">
                  <a16:creationId xmlns:a16="http://schemas.microsoft.com/office/drawing/2014/main" id="{AD4F02A0-4B72-975B-FF24-858911886819}"/>
                </a:ext>
              </a:extLst>
            </p:cNvPr>
            <p:cNvGrpSpPr>
              <a:grpSpLocks noChangeAspect="1"/>
            </p:cNvGrpSpPr>
            <p:nvPr/>
          </p:nvGrpSpPr>
          <p:grpSpPr bwMode="auto">
            <a:xfrm>
              <a:off x="665840" y="2899211"/>
              <a:ext cx="457200" cy="457200"/>
              <a:chOff x="367" y="645"/>
              <a:chExt cx="340" cy="340"/>
            </a:xfrm>
            <a:solidFill>
              <a:schemeClr val="bg1"/>
            </a:solidFill>
          </p:grpSpPr>
          <p:sp>
            <p:nvSpPr>
              <p:cNvPr id="30" name="Freeform 193">
                <a:extLst>
                  <a:ext uri="{FF2B5EF4-FFF2-40B4-BE49-F238E27FC236}">
                    <a16:creationId xmlns:a16="http://schemas.microsoft.com/office/drawing/2014/main" id="{E4D4F43C-7741-02A2-4E8D-AF80D22E17BA}"/>
                  </a:ext>
                </a:extLst>
              </p:cNvPr>
              <p:cNvSpPr>
                <a:spLocks noEditPoints="1"/>
              </p:cNvSpPr>
              <p:nvPr/>
            </p:nvSpPr>
            <p:spPr bwMode="auto">
              <a:xfrm>
                <a:off x="367" y="645"/>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1" name="Freeform 194">
                <a:extLst>
                  <a:ext uri="{FF2B5EF4-FFF2-40B4-BE49-F238E27FC236}">
                    <a16:creationId xmlns:a16="http://schemas.microsoft.com/office/drawing/2014/main" id="{6F4F8337-85D7-B1FE-2344-494B9812B3B2}"/>
                  </a:ext>
                </a:extLst>
              </p:cNvPr>
              <p:cNvSpPr>
                <a:spLocks noEditPoints="1"/>
              </p:cNvSpPr>
              <p:nvPr/>
            </p:nvSpPr>
            <p:spPr bwMode="auto">
              <a:xfrm>
                <a:off x="426" y="739"/>
                <a:ext cx="212" cy="157"/>
              </a:xfrm>
              <a:custGeom>
                <a:avLst/>
                <a:gdLst>
                  <a:gd name="T0" fmla="*/ 309 w 320"/>
                  <a:gd name="T1" fmla="*/ 21 h 236"/>
                  <a:gd name="T2" fmla="*/ 309 w 320"/>
                  <a:gd name="T3" fmla="*/ 0 h 236"/>
                  <a:gd name="T4" fmla="*/ 288 w 320"/>
                  <a:gd name="T5" fmla="*/ 11 h 236"/>
                  <a:gd name="T6" fmla="*/ 247 w 320"/>
                  <a:gd name="T7" fmla="*/ 32 h 236"/>
                  <a:gd name="T8" fmla="*/ 165 w 320"/>
                  <a:gd name="T9" fmla="*/ 12 h 236"/>
                  <a:gd name="T10" fmla="*/ 128 w 320"/>
                  <a:gd name="T11" fmla="*/ 32 h 236"/>
                  <a:gd name="T12" fmla="*/ 32 w 320"/>
                  <a:gd name="T13" fmla="*/ 11 h 236"/>
                  <a:gd name="T14" fmla="*/ 10 w 320"/>
                  <a:gd name="T15" fmla="*/ 0 h 236"/>
                  <a:gd name="T16" fmla="*/ 10 w 320"/>
                  <a:gd name="T17" fmla="*/ 21 h 236"/>
                  <a:gd name="T18" fmla="*/ 0 w 320"/>
                  <a:gd name="T19" fmla="*/ 181 h 236"/>
                  <a:gd name="T20" fmla="*/ 21 w 320"/>
                  <a:gd name="T21" fmla="*/ 192 h 236"/>
                  <a:gd name="T22" fmla="*/ 32 w 320"/>
                  <a:gd name="T23" fmla="*/ 171 h 236"/>
                  <a:gd name="T24" fmla="*/ 76 w 320"/>
                  <a:gd name="T25" fmla="*/ 219 h 236"/>
                  <a:gd name="T26" fmla="*/ 121 w 320"/>
                  <a:gd name="T27" fmla="*/ 232 h 236"/>
                  <a:gd name="T28" fmla="*/ 154 w 320"/>
                  <a:gd name="T29" fmla="*/ 235 h 236"/>
                  <a:gd name="T30" fmla="*/ 181 w 320"/>
                  <a:gd name="T31" fmla="*/ 221 h 236"/>
                  <a:gd name="T32" fmla="*/ 222 w 320"/>
                  <a:gd name="T33" fmla="*/ 227 h 236"/>
                  <a:gd name="T34" fmla="*/ 242 w 320"/>
                  <a:gd name="T35" fmla="*/ 210 h 236"/>
                  <a:gd name="T36" fmla="*/ 275 w 320"/>
                  <a:gd name="T37" fmla="*/ 185 h 236"/>
                  <a:gd name="T38" fmla="*/ 288 w 320"/>
                  <a:gd name="T39" fmla="*/ 171 h 236"/>
                  <a:gd name="T40" fmla="*/ 298 w 320"/>
                  <a:gd name="T41" fmla="*/ 192 h 236"/>
                  <a:gd name="T42" fmla="*/ 320 w 320"/>
                  <a:gd name="T43" fmla="*/ 181 h 236"/>
                  <a:gd name="T44" fmla="*/ 254 w 320"/>
                  <a:gd name="T45" fmla="*/ 179 h 236"/>
                  <a:gd name="T46" fmla="*/ 239 w 320"/>
                  <a:gd name="T47" fmla="*/ 188 h 236"/>
                  <a:gd name="T48" fmla="*/ 232 w 320"/>
                  <a:gd name="T49" fmla="*/ 183 h 236"/>
                  <a:gd name="T50" fmla="*/ 198 w 320"/>
                  <a:gd name="T51" fmla="*/ 125 h 236"/>
                  <a:gd name="T52" fmla="*/ 179 w 320"/>
                  <a:gd name="T53" fmla="*/ 135 h 236"/>
                  <a:gd name="T54" fmla="*/ 214 w 320"/>
                  <a:gd name="T55" fmla="*/ 194 h 236"/>
                  <a:gd name="T56" fmla="*/ 194 w 320"/>
                  <a:gd name="T57" fmla="*/ 204 h 236"/>
                  <a:gd name="T58" fmla="*/ 147 w 320"/>
                  <a:gd name="T59" fmla="*/ 147 h 236"/>
                  <a:gd name="T60" fmla="*/ 164 w 320"/>
                  <a:gd name="T61" fmla="*/ 196 h 236"/>
                  <a:gd name="T62" fmla="*/ 160 w 320"/>
                  <a:gd name="T63" fmla="*/ 212 h 236"/>
                  <a:gd name="T64" fmla="*/ 143 w 320"/>
                  <a:gd name="T65" fmla="*/ 208 h 236"/>
                  <a:gd name="T66" fmla="*/ 132 w 320"/>
                  <a:gd name="T67" fmla="*/ 188 h 236"/>
                  <a:gd name="T68" fmla="*/ 124 w 320"/>
                  <a:gd name="T69" fmla="*/ 176 h 236"/>
                  <a:gd name="T70" fmla="*/ 106 w 320"/>
                  <a:gd name="T71" fmla="*/ 188 h 236"/>
                  <a:gd name="T72" fmla="*/ 111 w 320"/>
                  <a:gd name="T73" fmla="*/ 214 h 236"/>
                  <a:gd name="T74" fmla="*/ 62 w 320"/>
                  <a:gd name="T75" fmla="*/ 155 h 236"/>
                  <a:gd name="T76" fmla="*/ 32 w 320"/>
                  <a:gd name="T77" fmla="*/ 149 h 236"/>
                  <a:gd name="T78" fmla="*/ 88 w 320"/>
                  <a:gd name="T79" fmla="*/ 53 h 236"/>
                  <a:gd name="T80" fmla="*/ 64 w 320"/>
                  <a:gd name="T81" fmla="*/ 85 h 236"/>
                  <a:gd name="T82" fmla="*/ 97 w 320"/>
                  <a:gd name="T83" fmla="*/ 117 h 236"/>
                  <a:gd name="T84" fmla="*/ 253 w 320"/>
                  <a:gd name="T85" fmla="*/ 170 h 236"/>
                  <a:gd name="T86" fmla="*/ 288 w 320"/>
                  <a:gd name="T87" fmla="*/ 149 h 236"/>
                  <a:gd name="T88" fmla="*/ 265 w 320"/>
                  <a:gd name="T89" fmla="*/ 150 h 236"/>
                  <a:gd name="T90" fmla="*/ 215 w 320"/>
                  <a:gd name="T91" fmla="*/ 76 h 236"/>
                  <a:gd name="T92" fmla="*/ 88 w 320"/>
                  <a:gd name="T93" fmla="*/ 95 h 236"/>
                  <a:gd name="T94" fmla="*/ 90 w 320"/>
                  <a:gd name="T95" fmla="*/ 77 h 236"/>
                  <a:gd name="T96" fmla="*/ 242 w 320"/>
                  <a:gd name="T97" fmla="*/ 53 h 236"/>
                  <a:gd name="T98" fmla="*/ 288 w 320"/>
                  <a:gd name="T99" fmla="*/ 53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0" h="236">
                    <a:moveTo>
                      <a:pt x="309" y="171"/>
                    </a:moveTo>
                    <a:cubicBezTo>
                      <a:pt x="309" y="21"/>
                      <a:pt x="309" y="21"/>
                      <a:pt x="309" y="21"/>
                    </a:cubicBezTo>
                    <a:cubicBezTo>
                      <a:pt x="315" y="21"/>
                      <a:pt x="320" y="17"/>
                      <a:pt x="320" y="11"/>
                    </a:cubicBezTo>
                    <a:cubicBezTo>
                      <a:pt x="320" y="5"/>
                      <a:pt x="315" y="0"/>
                      <a:pt x="309" y="0"/>
                    </a:cubicBezTo>
                    <a:cubicBezTo>
                      <a:pt x="298" y="0"/>
                      <a:pt x="298" y="0"/>
                      <a:pt x="298" y="0"/>
                    </a:cubicBezTo>
                    <a:cubicBezTo>
                      <a:pt x="292" y="0"/>
                      <a:pt x="288" y="5"/>
                      <a:pt x="288" y="11"/>
                    </a:cubicBezTo>
                    <a:cubicBezTo>
                      <a:pt x="288" y="32"/>
                      <a:pt x="288" y="32"/>
                      <a:pt x="288" y="32"/>
                    </a:cubicBezTo>
                    <a:cubicBezTo>
                      <a:pt x="247" y="32"/>
                      <a:pt x="247" y="32"/>
                      <a:pt x="247" y="32"/>
                    </a:cubicBezTo>
                    <a:cubicBezTo>
                      <a:pt x="173" y="11"/>
                      <a:pt x="173" y="11"/>
                      <a:pt x="173" y="11"/>
                    </a:cubicBezTo>
                    <a:cubicBezTo>
                      <a:pt x="171" y="10"/>
                      <a:pt x="168" y="11"/>
                      <a:pt x="165" y="12"/>
                    </a:cubicBezTo>
                    <a:cubicBezTo>
                      <a:pt x="128" y="32"/>
                      <a:pt x="128" y="32"/>
                      <a:pt x="128" y="32"/>
                    </a:cubicBezTo>
                    <a:cubicBezTo>
                      <a:pt x="128" y="32"/>
                      <a:pt x="128" y="32"/>
                      <a:pt x="128" y="32"/>
                    </a:cubicBezTo>
                    <a:cubicBezTo>
                      <a:pt x="32" y="32"/>
                      <a:pt x="32" y="32"/>
                      <a:pt x="32" y="32"/>
                    </a:cubicBezTo>
                    <a:cubicBezTo>
                      <a:pt x="32" y="11"/>
                      <a:pt x="32" y="11"/>
                      <a:pt x="32" y="11"/>
                    </a:cubicBezTo>
                    <a:cubicBezTo>
                      <a:pt x="32" y="5"/>
                      <a:pt x="27" y="0"/>
                      <a:pt x="21" y="0"/>
                    </a:cubicBezTo>
                    <a:cubicBezTo>
                      <a:pt x="10" y="0"/>
                      <a:pt x="10" y="0"/>
                      <a:pt x="10" y="0"/>
                    </a:cubicBezTo>
                    <a:cubicBezTo>
                      <a:pt x="4" y="0"/>
                      <a:pt x="0" y="5"/>
                      <a:pt x="0" y="11"/>
                    </a:cubicBezTo>
                    <a:cubicBezTo>
                      <a:pt x="0" y="17"/>
                      <a:pt x="4" y="21"/>
                      <a:pt x="10" y="21"/>
                    </a:cubicBezTo>
                    <a:cubicBezTo>
                      <a:pt x="10" y="171"/>
                      <a:pt x="10" y="171"/>
                      <a:pt x="10" y="171"/>
                    </a:cubicBezTo>
                    <a:cubicBezTo>
                      <a:pt x="4" y="171"/>
                      <a:pt x="0" y="175"/>
                      <a:pt x="0" y="181"/>
                    </a:cubicBezTo>
                    <a:cubicBezTo>
                      <a:pt x="0" y="187"/>
                      <a:pt x="4" y="192"/>
                      <a:pt x="10" y="192"/>
                    </a:cubicBezTo>
                    <a:cubicBezTo>
                      <a:pt x="21" y="192"/>
                      <a:pt x="21" y="192"/>
                      <a:pt x="21" y="192"/>
                    </a:cubicBezTo>
                    <a:cubicBezTo>
                      <a:pt x="27" y="192"/>
                      <a:pt x="32" y="187"/>
                      <a:pt x="32" y="181"/>
                    </a:cubicBezTo>
                    <a:cubicBezTo>
                      <a:pt x="32" y="171"/>
                      <a:pt x="32" y="171"/>
                      <a:pt x="32" y="171"/>
                    </a:cubicBezTo>
                    <a:cubicBezTo>
                      <a:pt x="47" y="171"/>
                      <a:pt x="47" y="171"/>
                      <a:pt x="47" y="171"/>
                    </a:cubicBezTo>
                    <a:cubicBezTo>
                      <a:pt x="76" y="219"/>
                      <a:pt x="76" y="219"/>
                      <a:pt x="76" y="219"/>
                    </a:cubicBezTo>
                    <a:cubicBezTo>
                      <a:pt x="82" y="230"/>
                      <a:pt x="94" y="236"/>
                      <a:pt x="106" y="236"/>
                    </a:cubicBezTo>
                    <a:cubicBezTo>
                      <a:pt x="111" y="236"/>
                      <a:pt x="116" y="235"/>
                      <a:pt x="121" y="232"/>
                    </a:cubicBezTo>
                    <a:cubicBezTo>
                      <a:pt x="125" y="230"/>
                      <a:pt x="128" y="227"/>
                      <a:pt x="130" y="225"/>
                    </a:cubicBezTo>
                    <a:cubicBezTo>
                      <a:pt x="136" y="231"/>
                      <a:pt x="145" y="235"/>
                      <a:pt x="154" y="235"/>
                    </a:cubicBezTo>
                    <a:cubicBezTo>
                      <a:pt x="160" y="235"/>
                      <a:pt x="165" y="233"/>
                      <a:pt x="171" y="230"/>
                    </a:cubicBezTo>
                    <a:cubicBezTo>
                      <a:pt x="175" y="228"/>
                      <a:pt x="178" y="225"/>
                      <a:pt x="181" y="221"/>
                    </a:cubicBezTo>
                    <a:cubicBezTo>
                      <a:pt x="187" y="228"/>
                      <a:pt x="196" y="232"/>
                      <a:pt x="205" y="232"/>
                    </a:cubicBezTo>
                    <a:cubicBezTo>
                      <a:pt x="211" y="232"/>
                      <a:pt x="217" y="231"/>
                      <a:pt x="222" y="227"/>
                    </a:cubicBezTo>
                    <a:cubicBezTo>
                      <a:pt x="229" y="223"/>
                      <a:pt x="234" y="216"/>
                      <a:pt x="236" y="209"/>
                    </a:cubicBezTo>
                    <a:cubicBezTo>
                      <a:pt x="238" y="209"/>
                      <a:pt x="240" y="210"/>
                      <a:pt x="242" y="210"/>
                    </a:cubicBezTo>
                    <a:cubicBezTo>
                      <a:pt x="248" y="210"/>
                      <a:pt x="254" y="208"/>
                      <a:pt x="259" y="205"/>
                    </a:cubicBezTo>
                    <a:cubicBezTo>
                      <a:pt x="267" y="201"/>
                      <a:pt x="272" y="193"/>
                      <a:pt x="275" y="185"/>
                    </a:cubicBezTo>
                    <a:cubicBezTo>
                      <a:pt x="276" y="180"/>
                      <a:pt x="276" y="175"/>
                      <a:pt x="275" y="171"/>
                    </a:cubicBezTo>
                    <a:cubicBezTo>
                      <a:pt x="288" y="171"/>
                      <a:pt x="288" y="171"/>
                      <a:pt x="288" y="171"/>
                    </a:cubicBezTo>
                    <a:cubicBezTo>
                      <a:pt x="288" y="181"/>
                      <a:pt x="288" y="181"/>
                      <a:pt x="288" y="181"/>
                    </a:cubicBezTo>
                    <a:cubicBezTo>
                      <a:pt x="288" y="187"/>
                      <a:pt x="292" y="192"/>
                      <a:pt x="298" y="192"/>
                    </a:cubicBezTo>
                    <a:cubicBezTo>
                      <a:pt x="309" y="192"/>
                      <a:pt x="309" y="192"/>
                      <a:pt x="309" y="192"/>
                    </a:cubicBezTo>
                    <a:cubicBezTo>
                      <a:pt x="315" y="192"/>
                      <a:pt x="320" y="187"/>
                      <a:pt x="320" y="181"/>
                    </a:cubicBezTo>
                    <a:cubicBezTo>
                      <a:pt x="320" y="175"/>
                      <a:pt x="315" y="171"/>
                      <a:pt x="309" y="171"/>
                    </a:cubicBezTo>
                    <a:close/>
                    <a:moveTo>
                      <a:pt x="254" y="179"/>
                    </a:moveTo>
                    <a:cubicBezTo>
                      <a:pt x="253" y="183"/>
                      <a:pt x="251" y="185"/>
                      <a:pt x="248" y="187"/>
                    </a:cubicBezTo>
                    <a:cubicBezTo>
                      <a:pt x="246" y="188"/>
                      <a:pt x="242" y="189"/>
                      <a:pt x="239" y="188"/>
                    </a:cubicBezTo>
                    <a:cubicBezTo>
                      <a:pt x="236" y="187"/>
                      <a:pt x="234" y="185"/>
                      <a:pt x="232" y="183"/>
                    </a:cubicBezTo>
                    <a:cubicBezTo>
                      <a:pt x="232" y="183"/>
                      <a:pt x="232" y="183"/>
                      <a:pt x="232" y="183"/>
                    </a:cubicBezTo>
                    <a:cubicBezTo>
                      <a:pt x="232" y="183"/>
                      <a:pt x="232" y="183"/>
                      <a:pt x="232" y="182"/>
                    </a:cubicBezTo>
                    <a:cubicBezTo>
                      <a:pt x="198" y="125"/>
                      <a:pt x="198" y="125"/>
                      <a:pt x="198" y="125"/>
                    </a:cubicBezTo>
                    <a:cubicBezTo>
                      <a:pt x="195" y="119"/>
                      <a:pt x="188" y="118"/>
                      <a:pt x="183" y="121"/>
                    </a:cubicBezTo>
                    <a:cubicBezTo>
                      <a:pt x="178" y="124"/>
                      <a:pt x="176" y="130"/>
                      <a:pt x="179" y="135"/>
                    </a:cubicBezTo>
                    <a:cubicBezTo>
                      <a:pt x="214" y="194"/>
                      <a:pt x="214" y="194"/>
                      <a:pt x="214" y="194"/>
                    </a:cubicBezTo>
                    <a:cubicBezTo>
                      <a:pt x="214" y="194"/>
                      <a:pt x="214" y="194"/>
                      <a:pt x="214" y="194"/>
                    </a:cubicBezTo>
                    <a:cubicBezTo>
                      <a:pt x="217" y="199"/>
                      <a:pt x="217" y="206"/>
                      <a:pt x="211" y="209"/>
                    </a:cubicBezTo>
                    <a:cubicBezTo>
                      <a:pt x="205" y="212"/>
                      <a:pt x="198" y="210"/>
                      <a:pt x="194" y="204"/>
                    </a:cubicBezTo>
                    <a:cubicBezTo>
                      <a:pt x="162" y="151"/>
                      <a:pt x="162" y="151"/>
                      <a:pt x="162" y="151"/>
                    </a:cubicBezTo>
                    <a:cubicBezTo>
                      <a:pt x="159" y="146"/>
                      <a:pt x="153" y="144"/>
                      <a:pt x="147" y="147"/>
                    </a:cubicBezTo>
                    <a:cubicBezTo>
                      <a:pt x="142" y="150"/>
                      <a:pt x="141" y="157"/>
                      <a:pt x="144" y="162"/>
                    </a:cubicBezTo>
                    <a:cubicBezTo>
                      <a:pt x="164" y="196"/>
                      <a:pt x="164" y="196"/>
                      <a:pt x="164" y="196"/>
                    </a:cubicBezTo>
                    <a:cubicBezTo>
                      <a:pt x="166" y="198"/>
                      <a:pt x="166" y="201"/>
                      <a:pt x="165" y="204"/>
                    </a:cubicBezTo>
                    <a:cubicBezTo>
                      <a:pt x="165" y="207"/>
                      <a:pt x="163" y="210"/>
                      <a:pt x="160" y="212"/>
                    </a:cubicBezTo>
                    <a:cubicBezTo>
                      <a:pt x="154" y="215"/>
                      <a:pt x="147" y="213"/>
                      <a:pt x="143" y="208"/>
                    </a:cubicBezTo>
                    <a:cubicBezTo>
                      <a:pt x="143" y="208"/>
                      <a:pt x="143" y="208"/>
                      <a:pt x="143" y="208"/>
                    </a:cubicBezTo>
                    <a:cubicBezTo>
                      <a:pt x="132" y="188"/>
                      <a:pt x="132" y="188"/>
                      <a:pt x="132" y="188"/>
                    </a:cubicBezTo>
                    <a:cubicBezTo>
                      <a:pt x="132" y="188"/>
                      <a:pt x="132" y="188"/>
                      <a:pt x="132" y="188"/>
                    </a:cubicBezTo>
                    <a:cubicBezTo>
                      <a:pt x="132" y="188"/>
                      <a:pt x="132" y="188"/>
                      <a:pt x="132" y="188"/>
                    </a:cubicBezTo>
                    <a:cubicBezTo>
                      <a:pt x="124" y="176"/>
                      <a:pt x="124" y="176"/>
                      <a:pt x="124" y="176"/>
                    </a:cubicBezTo>
                    <a:cubicBezTo>
                      <a:pt x="121" y="171"/>
                      <a:pt x="114" y="170"/>
                      <a:pt x="110" y="173"/>
                    </a:cubicBezTo>
                    <a:cubicBezTo>
                      <a:pt x="105" y="176"/>
                      <a:pt x="103" y="183"/>
                      <a:pt x="106" y="188"/>
                    </a:cubicBezTo>
                    <a:cubicBezTo>
                      <a:pt x="114" y="199"/>
                      <a:pt x="114" y="199"/>
                      <a:pt x="114" y="199"/>
                    </a:cubicBezTo>
                    <a:cubicBezTo>
                      <a:pt x="115" y="201"/>
                      <a:pt x="118" y="209"/>
                      <a:pt x="111" y="214"/>
                    </a:cubicBezTo>
                    <a:cubicBezTo>
                      <a:pt x="105" y="217"/>
                      <a:pt x="97" y="213"/>
                      <a:pt x="94" y="208"/>
                    </a:cubicBezTo>
                    <a:cubicBezTo>
                      <a:pt x="62" y="155"/>
                      <a:pt x="62" y="155"/>
                      <a:pt x="62" y="155"/>
                    </a:cubicBezTo>
                    <a:cubicBezTo>
                      <a:pt x="60" y="151"/>
                      <a:pt x="57" y="149"/>
                      <a:pt x="53" y="149"/>
                    </a:cubicBezTo>
                    <a:cubicBezTo>
                      <a:pt x="32" y="149"/>
                      <a:pt x="32" y="149"/>
                      <a:pt x="32" y="149"/>
                    </a:cubicBezTo>
                    <a:cubicBezTo>
                      <a:pt x="32" y="53"/>
                      <a:pt x="32" y="53"/>
                      <a:pt x="32" y="53"/>
                    </a:cubicBezTo>
                    <a:cubicBezTo>
                      <a:pt x="88" y="53"/>
                      <a:pt x="88" y="53"/>
                      <a:pt x="88" y="53"/>
                    </a:cubicBezTo>
                    <a:cubicBezTo>
                      <a:pt x="80" y="58"/>
                      <a:pt x="80" y="58"/>
                      <a:pt x="80" y="58"/>
                    </a:cubicBezTo>
                    <a:cubicBezTo>
                      <a:pt x="70" y="64"/>
                      <a:pt x="64" y="74"/>
                      <a:pt x="64" y="85"/>
                    </a:cubicBezTo>
                    <a:cubicBezTo>
                      <a:pt x="64" y="95"/>
                      <a:pt x="68" y="105"/>
                      <a:pt x="74" y="111"/>
                    </a:cubicBezTo>
                    <a:cubicBezTo>
                      <a:pt x="81" y="116"/>
                      <a:pt x="89" y="118"/>
                      <a:pt x="97" y="117"/>
                    </a:cubicBezTo>
                    <a:cubicBezTo>
                      <a:pt x="211" y="98"/>
                      <a:pt x="211" y="98"/>
                      <a:pt x="211" y="98"/>
                    </a:cubicBezTo>
                    <a:cubicBezTo>
                      <a:pt x="253" y="170"/>
                      <a:pt x="253" y="170"/>
                      <a:pt x="253" y="170"/>
                    </a:cubicBezTo>
                    <a:cubicBezTo>
                      <a:pt x="254" y="173"/>
                      <a:pt x="255" y="176"/>
                      <a:pt x="254" y="179"/>
                    </a:cubicBezTo>
                    <a:close/>
                    <a:moveTo>
                      <a:pt x="288" y="149"/>
                    </a:moveTo>
                    <a:cubicBezTo>
                      <a:pt x="266" y="149"/>
                      <a:pt x="266" y="149"/>
                      <a:pt x="266" y="149"/>
                    </a:cubicBezTo>
                    <a:cubicBezTo>
                      <a:pt x="266" y="149"/>
                      <a:pt x="266" y="150"/>
                      <a:pt x="265" y="150"/>
                    </a:cubicBezTo>
                    <a:cubicBezTo>
                      <a:pt x="226" y="81"/>
                      <a:pt x="226" y="81"/>
                      <a:pt x="226" y="81"/>
                    </a:cubicBezTo>
                    <a:cubicBezTo>
                      <a:pt x="224" y="77"/>
                      <a:pt x="220" y="75"/>
                      <a:pt x="215" y="76"/>
                    </a:cubicBezTo>
                    <a:cubicBezTo>
                      <a:pt x="94" y="96"/>
                      <a:pt x="94" y="96"/>
                      <a:pt x="94" y="96"/>
                    </a:cubicBezTo>
                    <a:cubicBezTo>
                      <a:pt x="91" y="97"/>
                      <a:pt x="89" y="96"/>
                      <a:pt x="88" y="95"/>
                    </a:cubicBezTo>
                    <a:cubicBezTo>
                      <a:pt x="86" y="93"/>
                      <a:pt x="85" y="89"/>
                      <a:pt x="85" y="85"/>
                    </a:cubicBezTo>
                    <a:cubicBezTo>
                      <a:pt x="85" y="80"/>
                      <a:pt x="88" y="78"/>
                      <a:pt x="90" y="77"/>
                    </a:cubicBezTo>
                    <a:cubicBezTo>
                      <a:pt x="172" y="33"/>
                      <a:pt x="172" y="33"/>
                      <a:pt x="172" y="33"/>
                    </a:cubicBezTo>
                    <a:cubicBezTo>
                      <a:pt x="242" y="53"/>
                      <a:pt x="242" y="53"/>
                      <a:pt x="242" y="53"/>
                    </a:cubicBezTo>
                    <a:cubicBezTo>
                      <a:pt x="243" y="53"/>
                      <a:pt x="244" y="53"/>
                      <a:pt x="245" y="53"/>
                    </a:cubicBezTo>
                    <a:cubicBezTo>
                      <a:pt x="288" y="53"/>
                      <a:pt x="288" y="53"/>
                      <a:pt x="288" y="53"/>
                    </a:cubicBezTo>
                    <a:lnTo>
                      <a:pt x="288" y="14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grpSp>
          <p:nvGrpSpPr>
            <p:cNvPr id="25" name="Group 526">
              <a:extLst>
                <a:ext uri="{FF2B5EF4-FFF2-40B4-BE49-F238E27FC236}">
                  <a16:creationId xmlns:a16="http://schemas.microsoft.com/office/drawing/2014/main" id="{73965138-6385-7485-051A-1AC0916685E7}"/>
                </a:ext>
              </a:extLst>
            </p:cNvPr>
            <p:cNvGrpSpPr>
              <a:grpSpLocks noChangeAspect="1"/>
            </p:cNvGrpSpPr>
            <p:nvPr/>
          </p:nvGrpSpPr>
          <p:grpSpPr bwMode="auto">
            <a:xfrm>
              <a:off x="673908" y="3838320"/>
              <a:ext cx="457200" cy="457200"/>
              <a:chOff x="3459" y="1948"/>
              <a:chExt cx="340" cy="340"/>
            </a:xfrm>
            <a:solidFill>
              <a:schemeClr val="bg1"/>
            </a:solidFill>
          </p:grpSpPr>
          <p:sp>
            <p:nvSpPr>
              <p:cNvPr id="28" name="Freeform 527">
                <a:extLst>
                  <a:ext uri="{FF2B5EF4-FFF2-40B4-BE49-F238E27FC236}">
                    <a16:creationId xmlns:a16="http://schemas.microsoft.com/office/drawing/2014/main" id="{43E95AD2-B7CB-3EA1-46A7-5BCDF537E5FA}"/>
                  </a:ext>
                </a:extLst>
              </p:cNvPr>
              <p:cNvSpPr>
                <a:spLocks noEditPoints="1"/>
              </p:cNvSpPr>
              <p:nvPr/>
            </p:nvSpPr>
            <p:spPr bwMode="auto">
              <a:xfrm>
                <a:off x="3459" y="1948"/>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9" name="Freeform 528">
                <a:extLst>
                  <a:ext uri="{FF2B5EF4-FFF2-40B4-BE49-F238E27FC236}">
                    <a16:creationId xmlns:a16="http://schemas.microsoft.com/office/drawing/2014/main" id="{D36EF514-BD41-612A-8568-D5770F474AA0}"/>
                  </a:ext>
                </a:extLst>
              </p:cNvPr>
              <p:cNvSpPr>
                <a:spLocks noEditPoints="1"/>
              </p:cNvSpPr>
              <p:nvPr/>
            </p:nvSpPr>
            <p:spPr bwMode="auto">
              <a:xfrm>
                <a:off x="3536" y="2011"/>
                <a:ext cx="185" cy="199"/>
              </a:xfrm>
              <a:custGeom>
                <a:avLst/>
                <a:gdLst>
                  <a:gd name="T0" fmla="*/ 268 w 279"/>
                  <a:gd name="T1" fmla="*/ 299 h 299"/>
                  <a:gd name="T2" fmla="*/ 12 w 279"/>
                  <a:gd name="T3" fmla="*/ 299 h 299"/>
                  <a:gd name="T4" fmla="*/ 3 w 279"/>
                  <a:gd name="T5" fmla="*/ 294 h 299"/>
                  <a:gd name="T6" fmla="*/ 2 w 279"/>
                  <a:gd name="T7" fmla="*/ 284 h 299"/>
                  <a:gd name="T8" fmla="*/ 23 w 279"/>
                  <a:gd name="T9" fmla="*/ 241 h 299"/>
                  <a:gd name="T10" fmla="*/ 33 w 279"/>
                  <a:gd name="T11" fmla="*/ 235 h 299"/>
                  <a:gd name="T12" fmla="*/ 246 w 279"/>
                  <a:gd name="T13" fmla="*/ 235 h 299"/>
                  <a:gd name="T14" fmla="*/ 256 w 279"/>
                  <a:gd name="T15" fmla="*/ 241 h 299"/>
                  <a:gd name="T16" fmla="*/ 277 w 279"/>
                  <a:gd name="T17" fmla="*/ 284 h 299"/>
                  <a:gd name="T18" fmla="*/ 277 w 279"/>
                  <a:gd name="T19" fmla="*/ 294 h 299"/>
                  <a:gd name="T20" fmla="*/ 268 w 279"/>
                  <a:gd name="T21" fmla="*/ 299 h 299"/>
                  <a:gd name="T22" fmla="*/ 29 w 279"/>
                  <a:gd name="T23" fmla="*/ 278 h 299"/>
                  <a:gd name="T24" fmla="*/ 250 w 279"/>
                  <a:gd name="T25" fmla="*/ 278 h 299"/>
                  <a:gd name="T26" fmla="*/ 240 w 279"/>
                  <a:gd name="T27" fmla="*/ 257 h 299"/>
                  <a:gd name="T28" fmla="*/ 40 w 279"/>
                  <a:gd name="T29" fmla="*/ 257 h 299"/>
                  <a:gd name="T30" fmla="*/ 29 w 279"/>
                  <a:gd name="T31" fmla="*/ 278 h 299"/>
                  <a:gd name="T32" fmla="*/ 257 w 279"/>
                  <a:gd name="T33" fmla="*/ 86 h 299"/>
                  <a:gd name="T34" fmla="*/ 22 w 279"/>
                  <a:gd name="T35" fmla="*/ 86 h 299"/>
                  <a:gd name="T36" fmla="*/ 12 w 279"/>
                  <a:gd name="T37" fmla="*/ 78 h 299"/>
                  <a:gd name="T38" fmla="*/ 17 w 279"/>
                  <a:gd name="T39" fmla="*/ 66 h 299"/>
                  <a:gd name="T40" fmla="*/ 135 w 279"/>
                  <a:gd name="T41" fmla="*/ 2 h 299"/>
                  <a:gd name="T42" fmla="*/ 145 w 279"/>
                  <a:gd name="T43" fmla="*/ 2 h 299"/>
                  <a:gd name="T44" fmla="*/ 262 w 279"/>
                  <a:gd name="T45" fmla="*/ 66 h 299"/>
                  <a:gd name="T46" fmla="*/ 267 w 279"/>
                  <a:gd name="T47" fmla="*/ 78 h 299"/>
                  <a:gd name="T48" fmla="*/ 257 w 279"/>
                  <a:gd name="T49" fmla="*/ 86 h 299"/>
                  <a:gd name="T50" fmla="*/ 64 w 279"/>
                  <a:gd name="T51" fmla="*/ 65 h 299"/>
                  <a:gd name="T52" fmla="*/ 215 w 279"/>
                  <a:gd name="T53" fmla="*/ 65 h 299"/>
                  <a:gd name="T54" fmla="*/ 140 w 279"/>
                  <a:gd name="T55" fmla="*/ 23 h 299"/>
                  <a:gd name="T56" fmla="*/ 64 w 279"/>
                  <a:gd name="T57" fmla="*/ 65 h 299"/>
                  <a:gd name="T58" fmla="*/ 54 w 279"/>
                  <a:gd name="T59" fmla="*/ 203 h 299"/>
                  <a:gd name="T60" fmla="*/ 54 w 279"/>
                  <a:gd name="T61" fmla="*/ 118 h 299"/>
                  <a:gd name="T62" fmla="*/ 44 w 279"/>
                  <a:gd name="T63" fmla="*/ 107 h 299"/>
                  <a:gd name="T64" fmla="*/ 33 w 279"/>
                  <a:gd name="T65" fmla="*/ 118 h 299"/>
                  <a:gd name="T66" fmla="*/ 33 w 279"/>
                  <a:gd name="T67" fmla="*/ 203 h 299"/>
                  <a:gd name="T68" fmla="*/ 44 w 279"/>
                  <a:gd name="T69" fmla="*/ 214 h 299"/>
                  <a:gd name="T70" fmla="*/ 54 w 279"/>
                  <a:gd name="T71" fmla="*/ 203 h 299"/>
                  <a:gd name="T72" fmla="*/ 118 w 279"/>
                  <a:gd name="T73" fmla="*/ 203 h 299"/>
                  <a:gd name="T74" fmla="*/ 118 w 279"/>
                  <a:gd name="T75" fmla="*/ 118 h 299"/>
                  <a:gd name="T76" fmla="*/ 108 w 279"/>
                  <a:gd name="T77" fmla="*/ 107 h 299"/>
                  <a:gd name="T78" fmla="*/ 97 w 279"/>
                  <a:gd name="T79" fmla="*/ 118 h 299"/>
                  <a:gd name="T80" fmla="*/ 97 w 279"/>
                  <a:gd name="T81" fmla="*/ 203 h 299"/>
                  <a:gd name="T82" fmla="*/ 108 w 279"/>
                  <a:gd name="T83" fmla="*/ 214 h 299"/>
                  <a:gd name="T84" fmla="*/ 118 w 279"/>
                  <a:gd name="T85" fmla="*/ 203 h 299"/>
                  <a:gd name="T86" fmla="*/ 182 w 279"/>
                  <a:gd name="T87" fmla="*/ 203 h 299"/>
                  <a:gd name="T88" fmla="*/ 182 w 279"/>
                  <a:gd name="T89" fmla="*/ 118 h 299"/>
                  <a:gd name="T90" fmla="*/ 172 w 279"/>
                  <a:gd name="T91" fmla="*/ 107 h 299"/>
                  <a:gd name="T92" fmla="*/ 161 w 279"/>
                  <a:gd name="T93" fmla="*/ 118 h 299"/>
                  <a:gd name="T94" fmla="*/ 161 w 279"/>
                  <a:gd name="T95" fmla="*/ 203 h 299"/>
                  <a:gd name="T96" fmla="*/ 172 w 279"/>
                  <a:gd name="T97" fmla="*/ 214 h 299"/>
                  <a:gd name="T98" fmla="*/ 182 w 279"/>
                  <a:gd name="T99" fmla="*/ 203 h 299"/>
                  <a:gd name="T100" fmla="*/ 246 w 279"/>
                  <a:gd name="T101" fmla="*/ 203 h 299"/>
                  <a:gd name="T102" fmla="*/ 246 w 279"/>
                  <a:gd name="T103" fmla="*/ 118 h 299"/>
                  <a:gd name="T104" fmla="*/ 236 w 279"/>
                  <a:gd name="T105" fmla="*/ 107 h 299"/>
                  <a:gd name="T106" fmla="*/ 225 w 279"/>
                  <a:gd name="T107" fmla="*/ 118 h 299"/>
                  <a:gd name="T108" fmla="*/ 225 w 279"/>
                  <a:gd name="T109" fmla="*/ 203 h 299"/>
                  <a:gd name="T110" fmla="*/ 236 w 279"/>
                  <a:gd name="T111" fmla="*/ 214 h 299"/>
                  <a:gd name="T112" fmla="*/ 246 w 279"/>
                  <a:gd name="T113" fmla="*/ 203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79" h="299">
                    <a:moveTo>
                      <a:pt x="268" y="299"/>
                    </a:moveTo>
                    <a:cubicBezTo>
                      <a:pt x="12" y="299"/>
                      <a:pt x="12" y="299"/>
                      <a:pt x="12" y="299"/>
                    </a:cubicBezTo>
                    <a:cubicBezTo>
                      <a:pt x="8" y="299"/>
                      <a:pt x="5" y="297"/>
                      <a:pt x="3" y="294"/>
                    </a:cubicBezTo>
                    <a:cubicBezTo>
                      <a:pt x="1" y="291"/>
                      <a:pt x="0" y="287"/>
                      <a:pt x="2" y="284"/>
                    </a:cubicBezTo>
                    <a:cubicBezTo>
                      <a:pt x="23" y="241"/>
                      <a:pt x="23" y="241"/>
                      <a:pt x="23" y="241"/>
                    </a:cubicBezTo>
                    <a:cubicBezTo>
                      <a:pt x="25" y="238"/>
                      <a:pt x="29" y="235"/>
                      <a:pt x="33" y="235"/>
                    </a:cubicBezTo>
                    <a:cubicBezTo>
                      <a:pt x="246" y="235"/>
                      <a:pt x="246" y="235"/>
                      <a:pt x="246" y="235"/>
                    </a:cubicBezTo>
                    <a:cubicBezTo>
                      <a:pt x="250" y="235"/>
                      <a:pt x="254" y="238"/>
                      <a:pt x="256" y="241"/>
                    </a:cubicBezTo>
                    <a:cubicBezTo>
                      <a:pt x="277" y="284"/>
                      <a:pt x="277" y="284"/>
                      <a:pt x="277" y="284"/>
                    </a:cubicBezTo>
                    <a:cubicBezTo>
                      <a:pt x="279" y="287"/>
                      <a:pt x="279" y="291"/>
                      <a:pt x="277" y="294"/>
                    </a:cubicBezTo>
                    <a:cubicBezTo>
                      <a:pt x="275" y="297"/>
                      <a:pt x="271" y="299"/>
                      <a:pt x="268" y="299"/>
                    </a:cubicBezTo>
                    <a:close/>
                    <a:moveTo>
                      <a:pt x="29" y="278"/>
                    </a:moveTo>
                    <a:cubicBezTo>
                      <a:pt x="250" y="278"/>
                      <a:pt x="250" y="278"/>
                      <a:pt x="250" y="278"/>
                    </a:cubicBezTo>
                    <a:cubicBezTo>
                      <a:pt x="240" y="257"/>
                      <a:pt x="240" y="257"/>
                      <a:pt x="240" y="257"/>
                    </a:cubicBezTo>
                    <a:cubicBezTo>
                      <a:pt x="40" y="257"/>
                      <a:pt x="40" y="257"/>
                      <a:pt x="40" y="257"/>
                    </a:cubicBezTo>
                    <a:lnTo>
                      <a:pt x="29" y="278"/>
                    </a:lnTo>
                    <a:close/>
                    <a:moveTo>
                      <a:pt x="257" y="86"/>
                    </a:moveTo>
                    <a:cubicBezTo>
                      <a:pt x="22" y="86"/>
                      <a:pt x="22" y="86"/>
                      <a:pt x="22" y="86"/>
                    </a:cubicBezTo>
                    <a:cubicBezTo>
                      <a:pt x="17" y="86"/>
                      <a:pt x="13" y="83"/>
                      <a:pt x="12" y="78"/>
                    </a:cubicBezTo>
                    <a:cubicBezTo>
                      <a:pt x="11" y="73"/>
                      <a:pt x="13" y="68"/>
                      <a:pt x="17" y="66"/>
                    </a:cubicBezTo>
                    <a:cubicBezTo>
                      <a:pt x="135" y="2"/>
                      <a:pt x="135" y="2"/>
                      <a:pt x="135" y="2"/>
                    </a:cubicBezTo>
                    <a:cubicBezTo>
                      <a:pt x="138" y="0"/>
                      <a:pt x="142" y="0"/>
                      <a:pt x="145" y="2"/>
                    </a:cubicBezTo>
                    <a:cubicBezTo>
                      <a:pt x="262" y="66"/>
                      <a:pt x="262" y="66"/>
                      <a:pt x="262" y="66"/>
                    </a:cubicBezTo>
                    <a:cubicBezTo>
                      <a:pt x="266" y="68"/>
                      <a:pt x="269" y="73"/>
                      <a:pt x="267" y="78"/>
                    </a:cubicBezTo>
                    <a:cubicBezTo>
                      <a:pt x="266" y="83"/>
                      <a:pt x="262" y="86"/>
                      <a:pt x="257" y="86"/>
                    </a:cubicBezTo>
                    <a:close/>
                    <a:moveTo>
                      <a:pt x="64" y="65"/>
                    </a:moveTo>
                    <a:cubicBezTo>
                      <a:pt x="215" y="65"/>
                      <a:pt x="215" y="65"/>
                      <a:pt x="215" y="65"/>
                    </a:cubicBezTo>
                    <a:cubicBezTo>
                      <a:pt x="140" y="23"/>
                      <a:pt x="140" y="23"/>
                      <a:pt x="140" y="23"/>
                    </a:cubicBezTo>
                    <a:lnTo>
                      <a:pt x="64" y="65"/>
                    </a:lnTo>
                    <a:close/>
                    <a:moveTo>
                      <a:pt x="54" y="203"/>
                    </a:moveTo>
                    <a:cubicBezTo>
                      <a:pt x="54" y="118"/>
                      <a:pt x="54" y="118"/>
                      <a:pt x="54" y="118"/>
                    </a:cubicBezTo>
                    <a:cubicBezTo>
                      <a:pt x="54" y="112"/>
                      <a:pt x="50" y="107"/>
                      <a:pt x="44" y="107"/>
                    </a:cubicBezTo>
                    <a:cubicBezTo>
                      <a:pt x="38" y="107"/>
                      <a:pt x="33" y="112"/>
                      <a:pt x="33" y="118"/>
                    </a:cubicBezTo>
                    <a:cubicBezTo>
                      <a:pt x="33" y="203"/>
                      <a:pt x="33" y="203"/>
                      <a:pt x="33" y="203"/>
                    </a:cubicBezTo>
                    <a:cubicBezTo>
                      <a:pt x="33" y="209"/>
                      <a:pt x="38" y="214"/>
                      <a:pt x="44" y="214"/>
                    </a:cubicBezTo>
                    <a:cubicBezTo>
                      <a:pt x="50" y="214"/>
                      <a:pt x="54" y="209"/>
                      <a:pt x="54" y="203"/>
                    </a:cubicBezTo>
                    <a:close/>
                    <a:moveTo>
                      <a:pt x="118" y="203"/>
                    </a:moveTo>
                    <a:cubicBezTo>
                      <a:pt x="118" y="118"/>
                      <a:pt x="118" y="118"/>
                      <a:pt x="118" y="118"/>
                    </a:cubicBezTo>
                    <a:cubicBezTo>
                      <a:pt x="118" y="112"/>
                      <a:pt x="114" y="107"/>
                      <a:pt x="108" y="107"/>
                    </a:cubicBezTo>
                    <a:cubicBezTo>
                      <a:pt x="102" y="107"/>
                      <a:pt x="97" y="112"/>
                      <a:pt x="97" y="118"/>
                    </a:cubicBezTo>
                    <a:cubicBezTo>
                      <a:pt x="97" y="203"/>
                      <a:pt x="97" y="203"/>
                      <a:pt x="97" y="203"/>
                    </a:cubicBezTo>
                    <a:cubicBezTo>
                      <a:pt x="97" y="209"/>
                      <a:pt x="102" y="214"/>
                      <a:pt x="108" y="214"/>
                    </a:cubicBezTo>
                    <a:cubicBezTo>
                      <a:pt x="114" y="214"/>
                      <a:pt x="118" y="209"/>
                      <a:pt x="118" y="203"/>
                    </a:cubicBezTo>
                    <a:close/>
                    <a:moveTo>
                      <a:pt x="182" y="203"/>
                    </a:moveTo>
                    <a:cubicBezTo>
                      <a:pt x="182" y="118"/>
                      <a:pt x="182" y="118"/>
                      <a:pt x="182" y="118"/>
                    </a:cubicBezTo>
                    <a:cubicBezTo>
                      <a:pt x="182" y="112"/>
                      <a:pt x="178" y="107"/>
                      <a:pt x="172" y="107"/>
                    </a:cubicBezTo>
                    <a:cubicBezTo>
                      <a:pt x="166" y="107"/>
                      <a:pt x="161" y="112"/>
                      <a:pt x="161" y="118"/>
                    </a:cubicBezTo>
                    <a:cubicBezTo>
                      <a:pt x="161" y="203"/>
                      <a:pt x="161" y="203"/>
                      <a:pt x="161" y="203"/>
                    </a:cubicBezTo>
                    <a:cubicBezTo>
                      <a:pt x="161" y="209"/>
                      <a:pt x="166" y="214"/>
                      <a:pt x="172" y="214"/>
                    </a:cubicBezTo>
                    <a:cubicBezTo>
                      <a:pt x="178" y="214"/>
                      <a:pt x="182" y="209"/>
                      <a:pt x="182" y="203"/>
                    </a:cubicBezTo>
                    <a:close/>
                    <a:moveTo>
                      <a:pt x="246" y="203"/>
                    </a:moveTo>
                    <a:cubicBezTo>
                      <a:pt x="246" y="118"/>
                      <a:pt x="246" y="118"/>
                      <a:pt x="246" y="118"/>
                    </a:cubicBezTo>
                    <a:cubicBezTo>
                      <a:pt x="246" y="112"/>
                      <a:pt x="242" y="107"/>
                      <a:pt x="236" y="107"/>
                    </a:cubicBezTo>
                    <a:cubicBezTo>
                      <a:pt x="230" y="107"/>
                      <a:pt x="225" y="112"/>
                      <a:pt x="225" y="118"/>
                    </a:cubicBezTo>
                    <a:cubicBezTo>
                      <a:pt x="225" y="203"/>
                      <a:pt x="225" y="203"/>
                      <a:pt x="225" y="203"/>
                    </a:cubicBezTo>
                    <a:cubicBezTo>
                      <a:pt x="225" y="209"/>
                      <a:pt x="230" y="214"/>
                      <a:pt x="236" y="214"/>
                    </a:cubicBezTo>
                    <a:cubicBezTo>
                      <a:pt x="242" y="214"/>
                      <a:pt x="246" y="209"/>
                      <a:pt x="246" y="20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grpSp>
      <p:sp>
        <p:nvSpPr>
          <p:cNvPr id="44" name="Rectangle: Rounded Corners 43">
            <a:extLst>
              <a:ext uri="{FF2B5EF4-FFF2-40B4-BE49-F238E27FC236}">
                <a16:creationId xmlns:a16="http://schemas.microsoft.com/office/drawing/2014/main" id="{D9CDEC2F-8464-AC06-2E31-DD2CEA388AC1}"/>
              </a:ext>
            </a:extLst>
          </p:cNvPr>
          <p:cNvSpPr/>
          <p:nvPr/>
        </p:nvSpPr>
        <p:spPr bwMode="gray">
          <a:xfrm>
            <a:off x="514664" y="1375648"/>
            <a:ext cx="6627839" cy="356080"/>
          </a:xfrm>
          <a:prstGeom prst="roundRect">
            <a:avLst>
              <a:gd name="adj" fmla="val 0"/>
            </a:avLst>
          </a:prstGeom>
          <a:solidFill>
            <a:schemeClr val="tx2">
              <a:lumMod val="20000"/>
              <a:lumOff val="8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Verdana" panose="020B0604030504040204" pitchFamily="34" charset="0"/>
                <a:cs typeface="Arial" panose="020B0604020202020204" pitchFamily="34" charset="0"/>
              </a:rPr>
              <a:t>Deloitte Global Network</a:t>
            </a:r>
          </a:p>
        </p:txBody>
      </p:sp>
      <p:sp>
        <p:nvSpPr>
          <p:cNvPr id="45" name="Rectangle 44">
            <a:extLst>
              <a:ext uri="{FF2B5EF4-FFF2-40B4-BE49-F238E27FC236}">
                <a16:creationId xmlns:a16="http://schemas.microsoft.com/office/drawing/2014/main" id="{CAA831F0-78D6-E170-732F-CD76D82AECF8}"/>
              </a:ext>
            </a:extLst>
          </p:cNvPr>
          <p:cNvSpPr/>
          <p:nvPr/>
        </p:nvSpPr>
        <p:spPr>
          <a:xfrm>
            <a:off x="501649" y="5536903"/>
            <a:ext cx="6614092" cy="954107"/>
          </a:xfrm>
          <a:prstGeom prst="rect">
            <a:avLst/>
          </a:prstGeom>
          <a:solidFill>
            <a:schemeClr val="accent5">
              <a:lumMod val="20000"/>
              <a:lumOff val="80000"/>
              <a:alpha val="21000"/>
            </a:schemeClr>
          </a:solidFill>
          <a:ln w="12700">
            <a:solidFill>
              <a:schemeClr val="accent5"/>
            </a:solidFill>
          </a:ln>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400">
                <a:solidFill>
                  <a:prstClr val="black"/>
                </a:solidFill>
                <a:latin typeface="Arial" panose="020B0604020202020204" pitchFamily="34" charset="0"/>
                <a:ea typeface="Verdana" panose="020B0604030504040204" pitchFamily="34" charset="0"/>
                <a:cs typeface="Arial" panose="020B0604020202020204" pitchFamily="34" charset="0"/>
              </a:rPr>
              <a:t>Deloitte is the world’s largest and most valued diversified professional services organizations, providing assurance, advisory, tax, management consulting, and enterprise risk management services through more than 457,000 professionals in more than 150 countries. </a:t>
            </a:r>
          </a:p>
        </p:txBody>
      </p:sp>
      <p:sp>
        <p:nvSpPr>
          <p:cNvPr id="52" name="Rectangle 51">
            <a:extLst>
              <a:ext uri="{FF2B5EF4-FFF2-40B4-BE49-F238E27FC236}">
                <a16:creationId xmlns:a16="http://schemas.microsoft.com/office/drawing/2014/main" id="{91CEC10B-D7E5-1A09-36C8-579D892E78A1}"/>
              </a:ext>
            </a:extLst>
          </p:cNvPr>
          <p:cNvSpPr/>
          <p:nvPr/>
        </p:nvSpPr>
        <p:spPr bwMode="gray">
          <a:xfrm>
            <a:off x="501733" y="4723002"/>
            <a:ext cx="6614095" cy="710065"/>
          </a:xfrm>
          <a:prstGeom prst="rect">
            <a:avLst/>
          </a:prstGeom>
          <a:solidFill>
            <a:schemeClr val="accent1">
              <a:lumMod val="20000"/>
              <a:lumOff val="80000"/>
              <a:alpha val="42000"/>
            </a:schemeClr>
          </a:solidFill>
          <a:ln w="19050" algn="ctr">
            <a:solidFill>
              <a:srgbClr val="86BC25"/>
            </a:solidFill>
            <a:miter lim="800000"/>
            <a:headEnd/>
            <a:tailEnd/>
          </a:ln>
        </p:spPr>
        <p:txBody>
          <a:bodyPr wrap="square" lIns="88900" tIns="88900" rIns="88900" bIns="88900" rtlCol="0" anchor="ctr"/>
          <a:lstStyle/>
          <a:p>
            <a:pPr algn="just"/>
            <a:r>
              <a:rPr lang="en-US" sz="1400">
                <a:solidFill>
                  <a:schemeClr val="accent3"/>
                </a:solidFill>
                <a:latin typeface="Arial" panose="020B0604020202020204" pitchFamily="34" charset="0"/>
                <a:ea typeface="Verdana" panose="020B0604030504040204" pitchFamily="34" charset="0"/>
                <a:cs typeface="Arial" panose="020B0604020202020204" pitchFamily="34" charset="0"/>
              </a:rPr>
              <a:t>Kennedy Information has recently ranked Deloitte as the #1 private professional services firm, #1 consulting and #1 management. Gartner has ranked us #1 consulting firm in terms of revenues since last 5 years.</a:t>
            </a:r>
          </a:p>
        </p:txBody>
      </p:sp>
      <p:sp>
        <p:nvSpPr>
          <p:cNvPr id="60" name="TextBox 59">
            <a:extLst>
              <a:ext uri="{FF2B5EF4-FFF2-40B4-BE49-F238E27FC236}">
                <a16:creationId xmlns:a16="http://schemas.microsoft.com/office/drawing/2014/main" id="{F30AF2AC-E4D9-B947-0F8B-08F44449782D}"/>
              </a:ext>
            </a:extLst>
          </p:cNvPr>
          <p:cNvSpPr txBox="1"/>
          <p:nvPr/>
        </p:nvSpPr>
        <p:spPr>
          <a:xfrm>
            <a:off x="444667" y="984595"/>
            <a:ext cx="11215890" cy="307777"/>
          </a:xfrm>
          <a:prstGeom prst="rect">
            <a:avLst/>
          </a:prstGeom>
          <a:noFill/>
        </p:spPr>
        <p:txBody>
          <a:bodyPr wrap="square">
            <a:spAutoFit/>
          </a:bodyPr>
          <a:lstStyle/>
          <a:p>
            <a:r>
              <a:rPr lang="en-US" sz="1400">
                <a:latin typeface="Arial" panose="020B0604020202020204" pitchFamily="34" charset="0"/>
                <a:cs typeface="Arial" panose="020B0604020202020204" pitchFamily="34" charset="0"/>
              </a:rPr>
              <a:t>Deloitte offers widespread services to public and private sector clients spanning across multiple industries and diverse geographies.</a:t>
            </a:r>
          </a:p>
        </p:txBody>
      </p:sp>
      <p:pic>
        <p:nvPicPr>
          <p:cNvPr id="5" name="Picture 4">
            <a:extLst>
              <a:ext uri="{FF2B5EF4-FFF2-40B4-BE49-F238E27FC236}">
                <a16:creationId xmlns:a16="http://schemas.microsoft.com/office/drawing/2014/main" id="{4123F470-D784-C54D-ED69-E624D6D08FF9}"/>
              </a:ext>
            </a:extLst>
          </p:cNvPr>
          <p:cNvPicPr>
            <a:picLocks noChangeAspect="1"/>
          </p:cNvPicPr>
          <p:nvPr/>
        </p:nvPicPr>
        <p:blipFill>
          <a:blip r:embed="rId5"/>
          <a:stretch>
            <a:fillRect/>
          </a:stretch>
        </p:blipFill>
        <p:spPr>
          <a:xfrm>
            <a:off x="537035" y="1828072"/>
            <a:ext cx="6573118" cy="2840447"/>
          </a:xfrm>
          <a:prstGeom prst="rect">
            <a:avLst/>
          </a:prstGeom>
        </p:spPr>
      </p:pic>
    </p:spTree>
    <p:extLst>
      <p:ext uri="{BB962C8B-B14F-4D97-AF65-F5344CB8AC3E}">
        <p14:creationId xmlns:p14="http://schemas.microsoft.com/office/powerpoint/2010/main" val="3206939587"/>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85E75AA5-7793-42EB-A8A1-2973E74D2021}"/>
              </a:ext>
            </a:extLst>
          </p:cNvPr>
          <p:cNvGraphicFramePr>
            <a:graphicFrameLocks noChangeAspect="1"/>
          </p:cNvGraphicFramePr>
          <p:nvPr>
            <p:custDataLst>
              <p:tags r:id="rId1"/>
            </p:custDataLst>
            <p:extLst>
              <p:ext uri="{D42A27DB-BD31-4B8C-83A1-F6EECF244321}">
                <p14:modId xmlns:p14="http://schemas.microsoft.com/office/powerpoint/2010/main" val="1944848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10" name="Object 9" hidden="1">
                        <a:extLst>
                          <a:ext uri="{FF2B5EF4-FFF2-40B4-BE49-F238E27FC236}">
                            <a16:creationId xmlns:a16="http://schemas.microsoft.com/office/drawing/2014/main" id="{85E75AA5-7793-42EB-A8A1-2973E74D202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
          <p:cNvSpPr>
            <a:spLocks noGrp="1"/>
          </p:cNvSpPr>
          <p:nvPr>
            <p:ph type="body" sz="quarter" idx="13"/>
          </p:nvPr>
        </p:nvSpPr>
        <p:spPr>
          <a:xfrm>
            <a:off x="514665" y="668378"/>
            <a:ext cx="11175686" cy="287846"/>
          </a:xfrm>
        </p:spPr>
        <p:txBody>
          <a:bodyPr/>
          <a:lstStyle/>
          <a:p>
            <a:pPr algn="just"/>
            <a:r>
              <a:rPr lang="en-US" sz="1400">
                <a:solidFill>
                  <a:schemeClr val="tx1">
                    <a:lumMod val="65000"/>
                    <a:lumOff val="35000"/>
                  </a:schemeClr>
                </a:solidFill>
                <a:latin typeface="Arial" panose="020B0604020202020204" pitchFamily="34" charset="0"/>
                <a:cs typeface="Arial" panose="020B0604020202020204" pitchFamily="34" charset="0"/>
              </a:rPr>
              <a:t>Deloitte India is one of the leading professional services firms with a rich heritage of serving the best-in-class clients in India </a:t>
            </a:r>
          </a:p>
        </p:txBody>
      </p:sp>
      <p:sp>
        <p:nvSpPr>
          <p:cNvPr id="6" name="Title 5"/>
          <p:cNvSpPr>
            <a:spLocks noGrp="1"/>
          </p:cNvSpPr>
          <p:nvPr>
            <p:ph type="title"/>
          </p:nvPr>
        </p:nvSpPr>
        <p:spPr/>
        <p:txBody>
          <a:bodyPr vert="horz"/>
          <a:lstStyle/>
          <a:p>
            <a:r>
              <a:rPr lang="en-US" sz="2000" b="1">
                <a:latin typeface="Arial" panose="020B0604020202020204" pitchFamily="34" charset="0"/>
                <a:cs typeface="Arial" panose="020B0604020202020204" pitchFamily="34" charset="0"/>
              </a:rPr>
              <a:t>Deloitte India – Our Local Presence</a:t>
            </a:r>
            <a:endParaRPr lang="en-GB" sz="2000" b="1">
              <a:latin typeface="Arial" panose="020B0604020202020204" pitchFamily="34" charset="0"/>
              <a:cs typeface="Arial" panose="020B0604020202020204" pitchFamily="34" charset="0"/>
            </a:endParaRPr>
          </a:p>
        </p:txBody>
      </p:sp>
      <p:cxnSp>
        <p:nvCxnSpPr>
          <p:cNvPr id="42" name="Straight Connector 41">
            <a:extLst>
              <a:ext uri="{FF2B5EF4-FFF2-40B4-BE49-F238E27FC236}">
                <a16:creationId xmlns:a16="http://schemas.microsoft.com/office/drawing/2014/main" id="{C3307A9C-FA80-4775-B35A-1A643EF2A1BC}"/>
              </a:ext>
            </a:extLst>
          </p:cNvPr>
          <p:cNvCxnSpPr/>
          <p:nvPr/>
        </p:nvCxnSpPr>
        <p:spPr>
          <a:xfrm flipV="1">
            <a:off x="514664" y="910950"/>
            <a:ext cx="111960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EB375FFF-D1F2-2D43-DFD7-9597542DB5A5}"/>
              </a:ext>
            </a:extLst>
          </p:cNvPr>
          <p:cNvSpPr/>
          <p:nvPr/>
        </p:nvSpPr>
        <p:spPr bwMode="gray">
          <a:xfrm>
            <a:off x="501650" y="1215575"/>
            <a:ext cx="11201400" cy="4790942"/>
          </a:xfrm>
          <a:prstGeom prst="rect">
            <a:avLst/>
          </a:prstGeom>
          <a:pattFill prst="dkHorz">
            <a:fgClr>
              <a:sysClr val="window" lastClr="FFFFFF">
                <a:lumMod val="95000"/>
              </a:sysClr>
            </a:fgClr>
            <a:bgClr>
              <a:sysClr val="window" lastClr="FFFFFF"/>
            </a:bgClr>
          </a:pattFill>
          <a:ln w="19050" algn="ctr">
            <a:noFill/>
            <a:miter lim="800000"/>
            <a:headEnd/>
            <a:tailEnd/>
          </a:ln>
        </p:spPr>
        <p:txBody>
          <a:bodyPr wrap="square" lIns="88900" tIns="88900" rIns="88900" bIns="88900" rtlCol="0" anchor="ctr"/>
          <a:lstStyle/>
          <a:p>
            <a:pPr marL="0" marR="0" lvl="0" indent="0" algn="ctr" defTabSz="121917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46" name="Rectangle 45">
            <a:extLst>
              <a:ext uri="{FF2B5EF4-FFF2-40B4-BE49-F238E27FC236}">
                <a16:creationId xmlns:a16="http://schemas.microsoft.com/office/drawing/2014/main" id="{16E10001-99AF-9B40-73CE-553746C25CF1}"/>
              </a:ext>
            </a:extLst>
          </p:cNvPr>
          <p:cNvSpPr/>
          <p:nvPr/>
        </p:nvSpPr>
        <p:spPr>
          <a:xfrm>
            <a:off x="7439381" y="5492071"/>
            <a:ext cx="4152053" cy="114333"/>
          </a:xfrm>
          <a:prstGeom prst="rect">
            <a:avLst/>
          </a:prstGeom>
        </p:spPr>
        <p:txBody>
          <a:bodyPr wrap="square" lIns="0" tIns="0" rIns="0" bIns="0">
            <a:noAutofit/>
          </a:bodyPr>
          <a:lstStyle/>
          <a:p>
            <a:pPr defTabSz="1032282"/>
            <a:r>
              <a:rPr lang="en-US" sz="800">
                <a:solidFill>
                  <a:prstClr val="white">
                    <a:lumMod val="50000"/>
                  </a:prstClr>
                </a:solidFill>
                <a:latin typeface="Arial" panose="020B0604020202020204" pitchFamily="34" charset="0"/>
                <a:cs typeface="Arial" panose="020B0604020202020204" pitchFamily="34" charset="0"/>
              </a:rPr>
              <a:t>*BT500 - Business Today publication about India’s top 500 performing companies</a:t>
            </a:r>
          </a:p>
        </p:txBody>
      </p:sp>
      <p:grpSp>
        <p:nvGrpSpPr>
          <p:cNvPr id="48" name="Group 47">
            <a:extLst>
              <a:ext uri="{FF2B5EF4-FFF2-40B4-BE49-F238E27FC236}">
                <a16:creationId xmlns:a16="http://schemas.microsoft.com/office/drawing/2014/main" id="{E3A87434-7CDF-1561-62CC-F9E05EF1C7B9}"/>
              </a:ext>
            </a:extLst>
          </p:cNvPr>
          <p:cNvGrpSpPr/>
          <p:nvPr/>
        </p:nvGrpSpPr>
        <p:grpSpPr>
          <a:xfrm>
            <a:off x="7374033" y="1732588"/>
            <a:ext cx="4443649" cy="3670846"/>
            <a:chOff x="5905202" y="2315170"/>
            <a:chExt cx="4443649" cy="3670846"/>
          </a:xfrm>
        </p:grpSpPr>
        <p:sp>
          <p:nvSpPr>
            <p:cNvPr id="49" name="Rectangle 48">
              <a:extLst>
                <a:ext uri="{FF2B5EF4-FFF2-40B4-BE49-F238E27FC236}">
                  <a16:creationId xmlns:a16="http://schemas.microsoft.com/office/drawing/2014/main" id="{A4FBE833-7CB1-5F6D-2BF5-47C1256D3E85}"/>
                </a:ext>
              </a:extLst>
            </p:cNvPr>
            <p:cNvSpPr/>
            <p:nvPr/>
          </p:nvSpPr>
          <p:spPr>
            <a:xfrm>
              <a:off x="6395801" y="2405227"/>
              <a:ext cx="3953050" cy="215444"/>
            </a:xfrm>
            <a:prstGeom prst="rect">
              <a:avLst/>
            </a:prstGeom>
          </p:spPr>
          <p:txBody>
            <a:bodyPr wrap="square" lIns="0" tIns="0" rIns="0" bIns="0">
              <a:spAutoFit/>
            </a:bodyPr>
            <a:lstStyle/>
            <a:p>
              <a:pPr defTabSz="971377"/>
              <a:r>
                <a:rPr lang="en-US" sz="1400">
                  <a:solidFill>
                    <a:srgbClr val="313131"/>
                  </a:solidFill>
                  <a:latin typeface="Arial" panose="020B0604020202020204" pitchFamily="34" charset="0"/>
                  <a:ea typeface="Verdana" panose="020B0604030504040204" pitchFamily="34" charset="0"/>
                  <a:cs typeface="Arial" panose="020B0604020202020204" pitchFamily="34" charset="0"/>
                </a:rPr>
                <a:t>India clientele (February 2021 BT500*)</a:t>
              </a:r>
            </a:p>
          </p:txBody>
        </p:sp>
        <p:grpSp>
          <p:nvGrpSpPr>
            <p:cNvPr id="50" name="Group 49">
              <a:extLst>
                <a:ext uri="{FF2B5EF4-FFF2-40B4-BE49-F238E27FC236}">
                  <a16:creationId xmlns:a16="http://schemas.microsoft.com/office/drawing/2014/main" id="{F3A8E3FB-FA16-F729-00DE-ED9E8E090295}"/>
                </a:ext>
              </a:extLst>
            </p:cNvPr>
            <p:cNvGrpSpPr/>
            <p:nvPr/>
          </p:nvGrpSpPr>
          <p:grpSpPr>
            <a:xfrm>
              <a:off x="6034167" y="2948621"/>
              <a:ext cx="1976384" cy="900427"/>
              <a:chOff x="6679062" y="4021069"/>
              <a:chExt cx="1976384" cy="900427"/>
            </a:xfrm>
          </p:grpSpPr>
          <p:grpSp>
            <p:nvGrpSpPr>
              <p:cNvPr id="132" name="Group 131">
                <a:extLst>
                  <a:ext uri="{FF2B5EF4-FFF2-40B4-BE49-F238E27FC236}">
                    <a16:creationId xmlns:a16="http://schemas.microsoft.com/office/drawing/2014/main" id="{42CAD8D5-00C5-6BC4-60F4-E65BF25CCFDB}"/>
                  </a:ext>
                </a:extLst>
              </p:cNvPr>
              <p:cNvGrpSpPr/>
              <p:nvPr/>
            </p:nvGrpSpPr>
            <p:grpSpPr>
              <a:xfrm>
                <a:off x="7898643" y="4021069"/>
                <a:ext cx="756803" cy="900427"/>
                <a:chOff x="6760515" y="3143193"/>
                <a:chExt cx="756803" cy="900427"/>
              </a:xfrm>
            </p:grpSpPr>
            <p:sp>
              <p:nvSpPr>
                <p:cNvPr id="140" name="Rectangle 139">
                  <a:extLst>
                    <a:ext uri="{FF2B5EF4-FFF2-40B4-BE49-F238E27FC236}">
                      <a16:creationId xmlns:a16="http://schemas.microsoft.com/office/drawing/2014/main" id="{046C0C2B-BC1A-E540-3958-07B4B008B545}"/>
                    </a:ext>
                  </a:extLst>
                </p:cNvPr>
                <p:cNvSpPr/>
                <p:nvPr/>
              </p:nvSpPr>
              <p:spPr bwMode="gray">
                <a:xfrm>
                  <a:off x="6917392" y="3143193"/>
                  <a:ext cx="599925" cy="900427"/>
                </a:xfrm>
                <a:prstGeom prst="rect">
                  <a:avLst/>
                </a:prstGeom>
                <a:solidFill>
                  <a:sysClr val="window" lastClr="FFFFFF"/>
                </a:solidFill>
                <a:ln w="19050" algn="ctr">
                  <a:solidFill>
                    <a:srgbClr val="62B5E5"/>
                  </a:solidFill>
                  <a:miter lim="800000"/>
                  <a:headEnd/>
                  <a:tailEnd/>
                </a:ln>
              </p:spPr>
              <p:txBody>
                <a:bodyPr wrap="square" lIns="88900" tIns="88900" rIns="88900" bIns="88900" rtlCol="0" anchor="ctr"/>
                <a:lstStyle/>
                <a:p>
                  <a:pPr marL="0" marR="0" lvl="0" indent="0" algn="ctr" defTabSz="1219170" eaLnBrk="1" fontAlgn="auto" latinLnBrk="0" hangingPunct="1">
                    <a:lnSpc>
                      <a:spcPct val="106000"/>
                    </a:lnSpc>
                    <a:spcBef>
                      <a:spcPts val="0"/>
                    </a:spcBef>
                    <a:spcAft>
                      <a:spcPts val="0"/>
                    </a:spcAft>
                    <a:buClrTx/>
                    <a:buSzTx/>
                    <a:buFont typeface="Wingdings 2" pitchFamily="18" charset="2"/>
                    <a:buNone/>
                    <a:tabLst/>
                    <a:defRPr/>
                  </a:pPr>
                  <a:endParaRPr kumimoji="0" lang="en-IN" sz="18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41" name="Rectangle 140">
                  <a:extLst>
                    <a:ext uri="{FF2B5EF4-FFF2-40B4-BE49-F238E27FC236}">
                      <a16:creationId xmlns:a16="http://schemas.microsoft.com/office/drawing/2014/main" id="{6DC4DE80-B812-C4E8-065D-5E0BDB485C83}"/>
                    </a:ext>
                  </a:extLst>
                </p:cNvPr>
                <p:cNvSpPr/>
                <p:nvPr/>
              </p:nvSpPr>
              <p:spPr>
                <a:xfrm>
                  <a:off x="6912314" y="3274738"/>
                  <a:ext cx="569388" cy="276999"/>
                </a:xfrm>
                <a:prstGeom prst="rect">
                  <a:avLst/>
                </a:prstGeom>
              </p:spPr>
              <p:txBody>
                <a:bodyPr wrap="none" tIns="0" bIns="0">
                  <a:spAutoFit/>
                </a:bodyPr>
                <a:lstStyle/>
                <a:p>
                  <a:pPr algn="ctr"/>
                  <a:r>
                    <a:rPr lang="en-US" b="1">
                      <a:solidFill>
                        <a:srgbClr val="313131"/>
                      </a:solidFill>
                      <a:latin typeface="Arial" panose="020B0604020202020204" pitchFamily="34" charset="0"/>
                      <a:cs typeface="Arial" panose="020B0604020202020204" pitchFamily="34" charset="0"/>
                    </a:rPr>
                    <a:t>102</a:t>
                  </a:r>
                  <a:endParaRPr lang="en-IN" b="1">
                    <a:latin typeface="Arial" panose="020B0604020202020204" pitchFamily="34" charset="0"/>
                    <a:cs typeface="Arial" panose="020B0604020202020204" pitchFamily="34" charset="0"/>
                  </a:endParaRPr>
                </a:p>
              </p:txBody>
            </p:sp>
            <p:sp>
              <p:nvSpPr>
                <p:cNvPr id="142" name="Rectangle 141">
                  <a:extLst>
                    <a:ext uri="{FF2B5EF4-FFF2-40B4-BE49-F238E27FC236}">
                      <a16:creationId xmlns:a16="http://schemas.microsoft.com/office/drawing/2014/main" id="{0CD37240-1899-C936-8FF9-F3C60F614C17}"/>
                    </a:ext>
                  </a:extLst>
                </p:cNvPr>
                <p:cNvSpPr/>
                <p:nvPr/>
              </p:nvSpPr>
              <p:spPr>
                <a:xfrm>
                  <a:off x="6975971" y="3723078"/>
                  <a:ext cx="482824" cy="215444"/>
                </a:xfrm>
                <a:prstGeom prst="rect">
                  <a:avLst/>
                </a:prstGeom>
              </p:spPr>
              <p:txBody>
                <a:bodyPr wrap="none" tIns="0" bIns="0">
                  <a:spAutoFit/>
                </a:bodyPr>
                <a:lstStyle/>
                <a:p>
                  <a:r>
                    <a:rPr lang="en-US" sz="1400">
                      <a:solidFill>
                        <a:srgbClr val="313131"/>
                      </a:solidFill>
                      <a:latin typeface="Arial" panose="020B0604020202020204" pitchFamily="34" charset="0"/>
                      <a:cs typeface="Arial" panose="020B0604020202020204" pitchFamily="34" charset="0"/>
                    </a:rPr>
                    <a:t>121</a:t>
                  </a:r>
                  <a:endParaRPr lang="en-IN" sz="1400">
                    <a:solidFill>
                      <a:srgbClr val="313131"/>
                    </a:solidFill>
                    <a:latin typeface="Arial" panose="020B0604020202020204" pitchFamily="34" charset="0"/>
                    <a:cs typeface="Arial" panose="020B0604020202020204" pitchFamily="34" charset="0"/>
                  </a:endParaRPr>
                </a:p>
              </p:txBody>
            </p:sp>
            <p:sp>
              <p:nvSpPr>
                <p:cNvPr id="143" name="Rectangle 142">
                  <a:extLst>
                    <a:ext uri="{FF2B5EF4-FFF2-40B4-BE49-F238E27FC236}">
                      <a16:creationId xmlns:a16="http://schemas.microsoft.com/office/drawing/2014/main" id="{C2D9A5BE-9398-D05D-DDCB-03EAC3E4BC8D}"/>
                    </a:ext>
                  </a:extLst>
                </p:cNvPr>
                <p:cNvSpPr/>
                <p:nvPr/>
              </p:nvSpPr>
              <p:spPr>
                <a:xfrm>
                  <a:off x="6760515" y="3538179"/>
                  <a:ext cx="756803" cy="161583"/>
                </a:xfrm>
                <a:prstGeom prst="rect">
                  <a:avLst/>
                </a:prstGeom>
                <a:solidFill>
                  <a:srgbClr val="62B5E5"/>
                </a:solidFill>
              </p:spPr>
              <p:txBody>
                <a:bodyPr wrap="square" lIns="274320" tIns="0" bIns="0">
                  <a:spAutoFit/>
                </a:bodyPr>
                <a:lstStyle/>
                <a:p>
                  <a:pPr marL="0" marR="0" lvl="0" indent="0" algn="ctr" defTabSz="121917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rPr>
                    <a:t>of</a:t>
                  </a:r>
                  <a:endParaRPr kumimoji="0" lang="en-IN" sz="105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44" name="Rectangle 143">
                  <a:extLst>
                    <a:ext uri="{FF2B5EF4-FFF2-40B4-BE49-F238E27FC236}">
                      <a16:creationId xmlns:a16="http://schemas.microsoft.com/office/drawing/2014/main" id="{0A8FA00A-A5EA-5C6B-A819-6EC467667E13}"/>
                    </a:ext>
                  </a:extLst>
                </p:cNvPr>
                <p:cNvSpPr/>
                <p:nvPr/>
              </p:nvSpPr>
              <p:spPr>
                <a:xfrm>
                  <a:off x="6950513" y="3882663"/>
                  <a:ext cx="557845" cy="138499"/>
                </a:xfrm>
                <a:prstGeom prst="rect">
                  <a:avLst/>
                </a:prstGeom>
              </p:spPr>
              <p:txBody>
                <a:bodyPr wrap="none" lIns="0" tIns="0" rIns="0" bIns="0">
                  <a:spAutoFit/>
                </a:bodyPr>
                <a:lstStyle/>
                <a:p>
                  <a:pPr marL="0" marR="0" lvl="0" indent="0" defTabSz="1032282"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313131"/>
                      </a:solidFill>
                      <a:effectLst/>
                      <a:uLnTx/>
                      <a:uFillTx/>
                      <a:latin typeface="Arial" panose="020B0604020202020204" pitchFamily="34" charset="0"/>
                      <a:cs typeface="Arial" panose="020B0604020202020204" pitchFamily="34" charset="0"/>
                    </a:rPr>
                    <a:t>companies</a:t>
                  </a:r>
                </a:p>
              </p:txBody>
            </p:sp>
            <p:sp>
              <p:nvSpPr>
                <p:cNvPr id="145" name="Rectangle 144">
                  <a:extLst>
                    <a:ext uri="{FF2B5EF4-FFF2-40B4-BE49-F238E27FC236}">
                      <a16:creationId xmlns:a16="http://schemas.microsoft.com/office/drawing/2014/main" id="{D98D216D-6C99-623B-3455-A8045D2D43FF}"/>
                    </a:ext>
                  </a:extLst>
                </p:cNvPr>
                <p:cNvSpPr/>
                <p:nvPr/>
              </p:nvSpPr>
              <p:spPr>
                <a:xfrm>
                  <a:off x="7054045" y="3171396"/>
                  <a:ext cx="359073" cy="138499"/>
                </a:xfrm>
                <a:prstGeom prst="rect">
                  <a:avLst/>
                </a:prstGeom>
              </p:spPr>
              <p:txBody>
                <a:bodyPr wrap="none" lIns="0" tIns="0" rIns="0" bIns="0">
                  <a:spAutoFit/>
                </a:bodyPr>
                <a:lstStyle/>
                <a:p>
                  <a:pPr marL="0" marR="0" lvl="0" indent="0" defTabSz="1032282"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313131"/>
                      </a:solidFill>
                      <a:effectLst/>
                      <a:uLnTx/>
                      <a:uFillTx/>
                      <a:latin typeface="Arial" panose="020B0604020202020204" pitchFamily="34" charset="0"/>
                      <a:cs typeface="Arial" panose="020B0604020202020204" pitchFamily="34" charset="0"/>
                    </a:rPr>
                    <a:t>Serves</a:t>
                  </a:r>
                </a:p>
              </p:txBody>
            </p:sp>
          </p:grpSp>
          <p:grpSp>
            <p:nvGrpSpPr>
              <p:cNvPr id="133" name="Group 132">
                <a:extLst>
                  <a:ext uri="{FF2B5EF4-FFF2-40B4-BE49-F238E27FC236}">
                    <a16:creationId xmlns:a16="http://schemas.microsoft.com/office/drawing/2014/main" id="{4B09DDD1-C060-36E0-E675-D80DB6E44B0A}"/>
                  </a:ext>
                </a:extLst>
              </p:cNvPr>
              <p:cNvGrpSpPr/>
              <p:nvPr/>
            </p:nvGrpSpPr>
            <p:grpSpPr>
              <a:xfrm>
                <a:off x="7585253" y="4297064"/>
                <a:ext cx="405566" cy="405566"/>
                <a:chOff x="8160584" y="4119087"/>
                <a:chExt cx="405566" cy="405566"/>
              </a:xfrm>
            </p:grpSpPr>
            <p:sp>
              <p:nvSpPr>
                <p:cNvPr id="136" name="Oval 135">
                  <a:extLst>
                    <a:ext uri="{FF2B5EF4-FFF2-40B4-BE49-F238E27FC236}">
                      <a16:creationId xmlns:a16="http://schemas.microsoft.com/office/drawing/2014/main" id="{199F0CDE-9AD6-90BA-3586-D3BE1A118C65}"/>
                    </a:ext>
                  </a:extLst>
                </p:cNvPr>
                <p:cNvSpPr/>
                <p:nvPr/>
              </p:nvSpPr>
              <p:spPr bwMode="gray">
                <a:xfrm>
                  <a:off x="8160584" y="4119087"/>
                  <a:ext cx="405566" cy="405566"/>
                </a:xfrm>
                <a:prstGeom prst="ellipse">
                  <a:avLst/>
                </a:prstGeom>
                <a:solidFill>
                  <a:sysClr val="window" lastClr="FFFFFF"/>
                </a:solidFill>
                <a:ln w="19050" algn="ctr">
                  <a:noFill/>
                  <a:miter lim="800000"/>
                  <a:headEnd/>
                  <a:tailEnd/>
                </a:ln>
              </p:spPr>
              <p:txBody>
                <a:bodyPr wrap="square" lIns="88900" tIns="88900" rIns="88900" bIns="88900" rtlCol="0" anchor="ctr"/>
                <a:lstStyle/>
                <a:p>
                  <a:pPr marL="0" marR="0" lvl="0" indent="0" algn="ctr" defTabSz="1219170" eaLnBrk="1" fontAlgn="auto" latinLnBrk="0" hangingPunct="1">
                    <a:lnSpc>
                      <a:spcPct val="106000"/>
                    </a:lnSpc>
                    <a:spcBef>
                      <a:spcPts val="0"/>
                    </a:spcBef>
                    <a:spcAft>
                      <a:spcPts val="0"/>
                    </a:spcAft>
                    <a:buClrTx/>
                    <a:buSzTx/>
                    <a:buFont typeface="Wingdings 2" pitchFamily="18" charset="2"/>
                    <a:buNone/>
                    <a:tabLst/>
                    <a:defRPr/>
                  </a:pPr>
                  <a:endParaRPr kumimoji="0" lang="en-IN" sz="18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nvGrpSpPr>
                <p:cNvPr id="137" name="Group 682">
                  <a:extLst>
                    <a:ext uri="{FF2B5EF4-FFF2-40B4-BE49-F238E27FC236}">
                      <a16:creationId xmlns:a16="http://schemas.microsoft.com/office/drawing/2014/main" id="{ED902CD3-F9ED-7C1A-B0D1-2116B81E5410}"/>
                    </a:ext>
                  </a:extLst>
                </p:cNvPr>
                <p:cNvGrpSpPr>
                  <a:grpSpLocks/>
                </p:cNvGrpSpPr>
                <p:nvPr/>
              </p:nvGrpSpPr>
              <p:grpSpPr bwMode="auto">
                <a:xfrm>
                  <a:off x="8187636" y="4146617"/>
                  <a:ext cx="351462" cy="353672"/>
                  <a:chOff x="1144" y="2344"/>
                  <a:chExt cx="340" cy="340"/>
                </a:xfrm>
                <a:solidFill>
                  <a:srgbClr val="62B5E5"/>
                </a:solidFill>
              </p:grpSpPr>
              <p:sp>
                <p:nvSpPr>
                  <p:cNvPr id="138" name="Freeform 683">
                    <a:extLst>
                      <a:ext uri="{FF2B5EF4-FFF2-40B4-BE49-F238E27FC236}">
                        <a16:creationId xmlns:a16="http://schemas.microsoft.com/office/drawing/2014/main" id="{1FACEC51-2DB1-DBAE-8D2C-CB12845F0D3E}"/>
                      </a:ext>
                    </a:extLst>
                  </p:cNvPr>
                  <p:cNvSpPr>
                    <a:spLocks noEditPoints="1"/>
                  </p:cNvSpPr>
                  <p:nvPr/>
                </p:nvSpPr>
                <p:spPr bwMode="auto">
                  <a:xfrm>
                    <a:off x="1144" y="2344"/>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78872" tIns="39436" rIns="78872" bIns="39436" numCol="1" anchor="t" anchorCtr="0" compatLnSpc="1">
                    <a:prstTxWarp prst="textNoShape">
                      <a:avLst/>
                    </a:prstTxWarp>
                  </a:bodyPr>
                  <a:lstStyle/>
                  <a:p>
                    <a:pPr marL="0" marR="0" lvl="0" indent="0" defTabSz="905428"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39" name="Freeform 684">
                    <a:extLst>
                      <a:ext uri="{FF2B5EF4-FFF2-40B4-BE49-F238E27FC236}">
                        <a16:creationId xmlns:a16="http://schemas.microsoft.com/office/drawing/2014/main" id="{88A4B7EC-25C1-E0E6-EB05-F8B3579A0902}"/>
                      </a:ext>
                    </a:extLst>
                  </p:cNvPr>
                  <p:cNvSpPr>
                    <a:spLocks noEditPoints="1"/>
                  </p:cNvSpPr>
                  <p:nvPr/>
                </p:nvSpPr>
                <p:spPr bwMode="auto">
                  <a:xfrm>
                    <a:off x="1207" y="2435"/>
                    <a:ext cx="214" cy="171"/>
                  </a:xfrm>
                  <a:custGeom>
                    <a:avLst/>
                    <a:gdLst>
                      <a:gd name="T0" fmla="*/ 313 w 322"/>
                      <a:gd name="T1" fmla="*/ 22 h 257"/>
                      <a:gd name="T2" fmla="*/ 276 w 322"/>
                      <a:gd name="T3" fmla="*/ 31 h 257"/>
                      <a:gd name="T4" fmla="*/ 246 w 322"/>
                      <a:gd name="T5" fmla="*/ 185 h 257"/>
                      <a:gd name="T6" fmla="*/ 235 w 322"/>
                      <a:gd name="T7" fmla="*/ 193 h 257"/>
                      <a:gd name="T8" fmla="*/ 235 w 322"/>
                      <a:gd name="T9" fmla="*/ 193 h 257"/>
                      <a:gd name="T10" fmla="*/ 235 w 322"/>
                      <a:gd name="T11" fmla="*/ 193 h 257"/>
                      <a:gd name="T12" fmla="*/ 54 w 322"/>
                      <a:gd name="T13" fmla="*/ 193 h 257"/>
                      <a:gd name="T14" fmla="*/ 43 w 322"/>
                      <a:gd name="T15" fmla="*/ 183 h 257"/>
                      <a:gd name="T16" fmla="*/ 54 w 322"/>
                      <a:gd name="T17" fmla="*/ 172 h 257"/>
                      <a:gd name="T18" fmla="*/ 227 w 322"/>
                      <a:gd name="T19" fmla="*/ 172 h 257"/>
                      <a:gd name="T20" fmla="*/ 257 w 322"/>
                      <a:gd name="T21" fmla="*/ 21 h 257"/>
                      <a:gd name="T22" fmla="*/ 265 w 322"/>
                      <a:gd name="T23" fmla="*/ 12 h 257"/>
                      <a:gd name="T24" fmla="*/ 307 w 322"/>
                      <a:gd name="T25" fmla="*/ 2 h 257"/>
                      <a:gd name="T26" fmla="*/ 320 w 322"/>
                      <a:gd name="T27" fmla="*/ 9 h 257"/>
                      <a:gd name="T28" fmla="*/ 313 w 322"/>
                      <a:gd name="T29" fmla="*/ 22 h 257"/>
                      <a:gd name="T30" fmla="*/ 203 w 322"/>
                      <a:gd name="T31" fmla="*/ 140 h 257"/>
                      <a:gd name="T32" fmla="*/ 193 w 322"/>
                      <a:gd name="T33" fmla="*/ 129 h 257"/>
                      <a:gd name="T34" fmla="*/ 41 w 322"/>
                      <a:gd name="T35" fmla="*/ 129 h 257"/>
                      <a:gd name="T36" fmla="*/ 25 w 322"/>
                      <a:gd name="T37" fmla="*/ 65 h 257"/>
                      <a:gd name="T38" fmla="*/ 214 w 322"/>
                      <a:gd name="T39" fmla="*/ 65 h 257"/>
                      <a:gd name="T40" fmla="*/ 225 w 322"/>
                      <a:gd name="T41" fmla="*/ 55 h 257"/>
                      <a:gd name="T42" fmla="*/ 214 w 322"/>
                      <a:gd name="T43" fmla="*/ 44 h 257"/>
                      <a:gd name="T44" fmla="*/ 11 w 322"/>
                      <a:gd name="T45" fmla="*/ 44 h 257"/>
                      <a:gd name="T46" fmla="*/ 3 w 322"/>
                      <a:gd name="T47" fmla="*/ 48 h 257"/>
                      <a:gd name="T48" fmla="*/ 1 w 322"/>
                      <a:gd name="T49" fmla="*/ 57 h 257"/>
                      <a:gd name="T50" fmla="*/ 22 w 322"/>
                      <a:gd name="T51" fmla="*/ 143 h 257"/>
                      <a:gd name="T52" fmla="*/ 33 w 322"/>
                      <a:gd name="T53" fmla="*/ 151 h 257"/>
                      <a:gd name="T54" fmla="*/ 193 w 322"/>
                      <a:gd name="T55" fmla="*/ 151 h 257"/>
                      <a:gd name="T56" fmla="*/ 203 w 322"/>
                      <a:gd name="T57" fmla="*/ 140 h 257"/>
                      <a:gd name="T58" fmla="*/ 65 w 322"/>
                      <a:gd name="T59" fmla="*/ 87 h 257"/>
                      <a:gd name="T60" fmla="*/ 54 w 322"/>
                      <a:gd name="T61" fmla="*/ 97 h 257"/>
                      <a:gd name="T62" fmla="*/ 65 w 322"/>
                      <a:gd name="T63" fmla="*/ 108 h 257"/>
                      <a:gd name="T64" fmla="*/ 203 w 322"/>
                      <a:gd name="T65" fmla="*/ 108 h 257"/>
                      <a:gd name="T66" fmla="*/ 214 w 322"/>
                      <a:gd name="T67" fmla="*/ 97 h 257"/>
                      <a:gd name="T68" fmla="*/ 203 w 322"/>
                      <a:gd name="T69" fmla="*/ 87 h 257"/>
                      <a:gd name="T70" fmla="*/ 65 w 322"/>
                      <a:gd name="T71" fmla="*/ 87 h 257"/>
                      <a:gd name="T72" fmla="*/ 75 w 322"/>
                      <a:gd name="T73" fmla="*/ 215 h 257"/>
                      <a:gd name="T74" fmla="*/ 54 w 322"/>
                      <a:gd name="T75" fmla="*/ 236 h 257"/>
                      <a:gd name="T76" fmla="*/ 75 w 322"/>
                      <a:gd name="T77" fmla="*/ 257 h 257"/>
                      <a:gd name="T78" fmla="*/ 97 w 322"/>
                      <a:gd name="T79" fmla="*/ 236 h 257"/>
                      <a:gd name="T80" fmla="*/ 75 w 322"/>
                      <a:gd name="T81" fmla="*/ 215 h 257"/>
                      <a:gd name="T82" fmla="*/ 214 w 322"/>
                      <a:gd name="T83" fmla="*/ 215 h 257"/>
                      <a:gd name="T84" fmla="*/ 193 w 322"/>
                      <a:gd name="T85" fmla="*/ 236 h 257"/>
                      <a:gd name="T86" fmla="*/ 214 w 322"/>
                      <a:gd name="T87" fmla="*/ 257 h 257"/>
                      <a:gd name="T88" fmla="*/ 235 w 322"/>
                      <a:gd name="T89" fmla="*/ 236 h 257"/>
                      <a:gd name="T90" fmla="*/ 214 w 322"/>
                      <a:gd name="T91" fmla="*/ 215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2" h="257">
                        <a:moveTo>
                          <a:pt x="313" y="22"/>
                        </a:moveTo>
                        <a:cubicBezTo>
                          <a:pt x="276" y="31"/>
                          <a:pt x="276" y="31"/>
                          <a:pt x="276" y="31"/>
                        </a:cubicBezTo>
                        <a:cubicBezTo>
                          <a:pt x="246" y="185"/>
                          <a:pt x="246" y="185"/>
                          <a:pt x="246" y="185"/>
                        </a:cubicBezTo>
                        <a:cubicBezTo>
                          <a:pt x="245" y="190"/>
                          <a:pt x="240" y="193"/>
                          <a:pt x="235" y="193"/>
                        </a:cubicBezTo>
                        <a:cubicBezTo>
                          <a:pt x="235" y="193"/>
                          <a:pt x="235" y="193"/>
                          <a:pt x="235" y="193"/>
                        </a:cubicBezTo>
                        <a:cubicBezTo>
                          <a:pt x="235" y="193"/>
                          <a:pt x="235" y="193"/>
                          <a:pt x="235" y="193"/>
                        </a:cubicBezTo>
                        <a:cubicBezTo>
                          <a:pt x="54" y="193"/>
                          <a:pt x="54" y="193"/>
                          <a:pt x="54" y="193"/>
                        </a:cubicBezTo>
                        <a:cubicBezTo>
                          <a:pt x="48" y="193"/>
                          <a:pt x="43" y="189"/>
                          <a:pt x="43" y="183"/>
                        </a:cubicBezTo>
                        <a:cubicBezTo>
                          <a:pt x="43" y="177"/>
                          <a:pt x="48" y="172"/>
                          <a:pt x="54" y="172"/>
                        </a:cubicBezTo>
                        <a:cubicBezTo>
                          <a:pt x="227" y="172"/>
                          <a:pt x="227" y="172"/>
                          <a:pt x="227" y="172"/>
                        </a:cubicBezTo>
                        <a:cubicBezTo>
                          <a:pt x="257" y="21"/>
                          <a:pt x="257" y="21"/>
                          <a:pt x="257" y="21"/>
                        </a:cubicBezTo>
                        <a:cubicBezTo>
                          <a:pt x="258" y="17"/>
                          <a:pt x="261" y="13"/>
                          <a:pt x="265" y="12"/>
                        </a:cubicBezTo>
                        <a:cubicBezTo>
                          <a:pt x="307" y="2"/>
                          <a:pt x="307" y="2"/>
                          <a:pt x="307" y="2"/>
                        </a:cubicBezTo>
                        <a:cubicBezTo>
                          <a:pt x="313" y="0"/>
                          <a:pt x="319" y="4"/>
                          <a:pt x="320" y="9"/>
                        </a:cubicBezTo>
                        <a:cubicBezTo>
                          <a:pt x="322" y="15"/>
                          <a:pt x="318" y="21"/>
                          <a:pt x="313" y="22"/>
                        </a:cubicBezTo>
                        <a:close/>
                        <a:moveTo>
                          <a:pt x="203" y="140"/>
                        </a:moveTo>
                        <a:cubicBezTo>
                          <a:pt x="203" y="134"/>
                          <a:pt x="199" y="129"/>
                          <a:pt x="193" y="129"/>
                        </a:cubicBezTo>
                        <a:cubicBezTo>
                          <a:pt x="41" y="129"/>
                          <a:pt x="41" y="129"/>
                          <a:pt x="41" y="129"/>
                        </a:cubicBezTo>
                        <a:cubicBezTo>
                          <a:pt x="25" y="65"/>
                          <a:pt x="25" y="65"/>
                          <a:pt x="25" y="65"/>
                        </a:cubicBezTo>
                        <a:cubicBezTo>
                          <a:pt x="214" y="65"/>
                          <a:pt x="214" y="65"/>
                          <a:pt x="214" y="65"/>
                        </a:cubicBezTo>
                        <a:cubicBezTo>
                          <a:pt x="220" y="65"/>
                          <a:pt x="225" y="61"/>
                          <a:pt x="225" y="55"/>
                        </a:cubicBezTo>
                        <a:cubicBezTo>
                          <a:pt x="225" y="49"/>
                          <a:pt x="220" y="44"/>
                          <a:pt x="214" y="44"/>
                        </a:cubicBezTo>
                        <a:cubicBezTo>
                          <a:pt x="11" y="44"/>
                          <a:pt x="11" y="44"/>
                          <a:pt x="11" y="44"/>
                        </a:cubicBezTo>
                        <a:cubicBezTo>
                          <a:pt x="8" y="44"/>
                          <a:pt x="5" y="46"/>
                          <a:pt x="3" y="48"/>
                        </a:cubicBezTo>
                        <a:cubicBezTo>
                          <a:pt x="1" y="51"/>
                          <a:pt x="0" y="54"/>
                          <a:pt x="1" y="57"/>
                        </a:cubicBezTo>
                        <a:cubicBezTo>
                          <a:pt x="22" y="143"/>
                          <a:pt x="22" y="143"/>
                          <a:pt x="22" y="143"/>
                        </a:cubicBezTo>
                        <a:cubicBezTo>
                          <a:pt x="24" y="147"/>
                          <a:pt x="28" y="151"/>
                          <a:pt x="33" y="151"/>
                        </a:cubicBezTo>
                        <a:cubicBezTo>
                          <a:pt x="193" y="151"/>
                          <a:pt x="193" y="151"/>
                          <a:pt x="193" y="151"/>
                        </a:cubicBezTo>
                        <a:cubicBezTo>
                          <a:pt x="199" y="151"/>
                          <a:pt x="203" y="146"/>
                          <a:pt x="203" y="140"/>
                        </a:cubicBezTo>
                        <a:close/>
                        <a:moveTo>
                          <a:pt x="65" y="87"/>
                        </a:moveTo>
                        <a:cubicBezTo>
                          <a:pt x="59" y="87"/>
                          <a:pt x="54" y="91"/>
                          <a:pt x="54" y="97"/>
                        </a:cubicBezTo>
                        <a:cubicBezTo>
                          <a:pt x="54" y="103"/>
                          <a:pt x="59" y="108"/>
                          <a:pt x="65" y="108"/>
                        </a:cubicBezTo>
                        <a:cubicBezTo>
                          <a:pt x="203" y="108"/>
                          <a:pt x="203" y="108"/>
                          <a:pt x="203" y="108"/>
                        </a:cubicBezTo>
                        <a:cubicBezTo>
                          <a:pt x="209" y="108"/>
                          <a:pt x="214" y="103"/>
                          <a:pt x="214" y="97"/>
                        </a:cubicBezTo>
                        <a:cubicBezTo>
                          <a:pt x="214" y="91"/>
                          <a:pt x="209" y="87"/>
                          <a:pt x="203" y="87"/>
                        </a:cubicBezTo>
                        <a:lnTo>
                          <a:pt x="65" y="87"/>
                        </a:lnTo>
                        <a:close/>
                        <a:moveTo>
                          <a:pt x="75" y="215"/>
                        </a:moveTo>
                        <a:cubicBezTo>
                          <a:pt x="64" y="215"/>
                          <a:pt x="54" y="224"/>
                          <a:pt x="54" y="236"/>
                        </a:cubicBezTo>
                        <a:cubicBezTo>
                          <a:pt x="54" y="248"/>
                          <a:pt x="64" y="257"/>
                          <a:pt x="75" y="257"/>
                        </a:cubicBezTo>
                        <a:cubicBezTo>
                          <a:pt x="87" y="257"/>
                          <a:pt x="97" y="248"/>
                          <a:pt x="97" y="236"/>
                        </a:cubicBezTo>
                        <a:cubicBezTo>
                          <a:pt x="97" y="224"/>
                          <a:pt x="87" y="215"/>
                          <a:pt x="75" y="215"/>
                        </a:cubicBezTo>
                        <a:close/>
                        <a:moveTo>
                          <a:pt x="214" y="215"/>
                        </a:moveTo>
                        <a:cubicBezTo>
                          <a:pt x="202" y="215"/>
                          <a:pt x="193" y="224"/>
                          <a:pt x="193" y="236"/>
                        </a:cubicBezTo>
                        <a:cubicBezTo>
                          <a:pt x="193" y="248"/>
                          <a:pt x="202" y="257"/>
                          <a:pt x="214" y="257"/>
                        </a:cubicBezTo>
                        <a:cubicBezTo>
                          <a:pt x="226" y="257"/>
                          <a:pt x="235" y="248"/>
                          <a:pt x="235" y="236"/>
                        </a:cubicBezTo>
                        <a:cubicBezTo>
                          <a:pt x="235" y="224"/>
                          <a:pt x="226" y="215"/>
                          <a:pt x="214" y="215"/>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78872" tIns="39436" rIns="78872" bIns="39436" numCol="1" anchor="t" anchorCtr="0" compatLnSpc="1">
                    <a:prstTxWarp prst="textNoShape">
                      <a:avLst/>
                    </a:prstTxWarp>
                  </a:bodyPr>
                  <a:lstStyle/>
                  <a:p>
                    <a:pPr marL="0" marR="0" lvl="0" indent="0" defTabSz="905428"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grpSp>
          <p:sp>
            <p:nvSpPr>
              <p:cNvPr id="134" name="Rectangle 133">
                <a:extLst>
                  <a:ext uri="{FF2B5EF4-FFF2-40B4-BE49-F238E27FC236}">
                    <a16:creationId xmlns:a16="http://schemas.microsoft.com/office/drawing/2014/main" id="{7D6AF113-A441-20AA-2A9B-4EEC437FB49E}"/>
                  </a:ext>
                </a:extLst>
              </p:cNvPr>
              <p:cNvSpPr/>
              <p:nvPr/>
            </p:nvSpPr>
            <p:spPr>
              <a:xfrm>
                <a:off x="6679062" y="4385146"/>
                <a:ext cx="827972" cy="220573"/>
              </a:xfrm>
              <a:prstGeom prst="rect">
                <a:avLst/>
              </a:prstGeom>
            </p:spPr>
            <p:txBody>
              <a:bodyPr wrap="square" lIns="0">
                <a:spAutoFit/>
              </a:bodyPr>
              <a:lstStyle/>
              <a:p>
                <a:pPr marL="0" marR="0" lvl="0" indent="0" algn="r" defTabSz="905428" eaLnBrk="1" fontAlgn="auto" latinLnBrk="0" hangingPunct="1">
                  <a:lnSpc>
                    <a:spcPts val="1000"/>
                  </a:lnSpc>
                  <a:spcBef>
                    <a:spcPts val="0"/>
                  </a:spcBef>
                  <a:spcAft>
                    <a:spcPts val="0"/>
                  </a:spcAft>
                  <a:buClrTx/>
                  <a:buSzTx/>
                  <a:buFontTx/>
                  <a:buNone/>
                  <a:tabLst/>
                  <a:defRPr/>
                </a:pPr>
                <a:r>
                  <a:rPr kumimoji="0" lang="en-GB" sz="9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Consumer</a:t>
                </a:r>
                <a:endParaRPr kumimoji="0" lang="en-US" sz="9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35" name="Isosceles Triangle 134">
                <a:extLst>
                  <a:ext uri="{FF2B5EF4-FFF2-40B4-BE49-F238E27FC236}">
                    <a16:creationId xmlns:a16="http://schemas.microsoft.com/office/drawing/2014/main" id="{F9350C2D-1278-E901-3752-290757174555}"/>
                  </a:ext>
                </a:extLst>
              </p:cNvPr>
              <p:cNvSpPr/>
              <p:nvPr/>
            </p:nvSpPr>
            <p:spPr bwMode="gray">
              <a:xfrm rot="5400000">
                <a:off x="7482135" y="4461895"/>
                <a:ext cx="103948" cy="89610"/>
              </a:xfrm>
              <a:prstGeom prst="triangle">
                <a:avLst/>
              </a:prstGeom>
              <a:solidFill>
                <a:srgbClr val="62B5E5"/>
              </a:solidFill>
              <a:ln w="19050" algn="ctr">
                <a:noFill/>
                <a:miter lim="800000"/>
                <a:headEnd/>
                <a:tailEnd/>
              </a:ln>
            </p:spPr>
            <p:txBody>
              <a:bodyPr wrap="square" lIns="88900" tIns="88900" rIns="88900" bIns="88900" rtlCol="0" anchor="ctr"/>
              <a:lstStyle/>
              <a:p>
                <a:pPr marL="0" marR="0" lvl="0" indent="0" algn="ctr" defTabSz="1219170" eaLnBrk="1" fontAlgn="auto" latinLnBrk="0" hangingPunct="1">
                  <a:lnSpc>
                    <a:spcPct val="106000"/>
                  </a:lnSpc>
                  <a:spcBef>
                    <a:spcPts val="0"/>
                  </a:spcBef>
                  <a:spcAft>
                    <a:spcPts val="0"/>
                  </a:spcAft>
                  <a:buClrTx/>
                  <a:buSzTx/>
                  <a:buFont typeface="Wingdings 2" pitchFamily="18" charset="2"/>
                  <a:buNone/>
                  <a:tabLst/>
                  <a:defRPr/>
                </a:pPr>
                <a:endParaRPr kumimoji="0" lang="en-IN" sz="18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51" name="Group 50">
              <a:extLst>
                <a:ext uri="{FF2B5EF4-FFF2-40B4-BE49-F238E27FC236}">
                  <a16:creationId xmlns:a16="http://schemas.microsoft.com/office/drawing/2014/main" id="{34371BCC-6A76-3AAD-D19C-C75DBA2FE466}"/>
                </a:ext>
              </a:extLst>
            </p:cNvPr>
            <p:cNvGrpSpPr/>
            <p:nvPr/>
          </p:nvGrpSpPr>
          <p:grpSpPr>
            <a:xfrm>
              <a:off x="6096366" y="3961285"/>
              <a:ext cx="1922042" cy="900427"/>
              <a:chOff x="6207241" y="3961285"/>
              <a:chExt cx="1922042" cy="900427"/>
            </a:xfrm>
          </p:grpSpPr>
          <p:grpSp>
            <p:nvGrpSpPr>
              <p:cNvPr id="119" name="Group 118">
                <a:extLst>
                  <a:ext uri="{FF2B5EF4-FFF2-40B4-BE49-F238E27FC236}">
                    <a16:creationId xmlns:a16="http://schemas.microsoft.com/office/drawing/2014/main" id="{1ACA5125-0F59-81EE-4018-1C318D46ED4F}"/>
                  </a:ext>
                </a:extLst>
              </p:cNvPr>
              <p:cNvGrpSpPr/>
              <p:nvPr/>
            </p:nvGrpSpPr>
            <p:grpSpPr>
              <a:xfrm>
                <a:off x="7364623" y="3961285"/>
                <a:ext cx="764660" cy="900427"/>
                <a:chOff x="6760515" y="3143193"/>
                <a:chExt cx="764660" cy="900427"/>
              </a:xfrm>
            </p:grpSpPr>
            <p:sp>
              <p:nvSpPr>
                <p:cNvPr id="126" name="Rectangle 125">
                  <a:extLst>
                    <a:ext uri="{FF2B5EF4-FFF2-40B4-BE49-F238E27FC236}">
                      <a16:creationId xmlns:a16="http://schemas.microsoft.com/office/drawing/2014/main" id="{2AD136A8-DE1F-8B09-2020-BCF66590077C}"/>
                    </a:ext>
                  </a:extLst>
                </p:cNvPr>
                <p:cNvSpPr/>
                <p:nvPr/>
              </p:nvSpPr>
              <p:spPr bwMode="gray">
                <a:xfrm>
                  <a:off x="6917392" y="3143193"/>
                  <a:ext cx="599925" cy="900427"/>
                </a:xfrm>
                <a:prstGeom prst="rect">
                  <a:avLst/>
                </a:prstGeom>
                <a:solidFill>
                  <a:sysClr val="window" lastClr="FFFFFF"/>
                </a:solidFill>
                <a:ln w="19050" algn="ctr">
                  <a:solidFill>
                    <a:srgbClr val="86BC25"/>
                  </a:solidFill>
                  <a:miter lim="800000"/>
                  <a:headEnd/>
                  <a:tailEnd/>
                </a:ln>
              </p:spPr>
              <p:txBody>
                <a:bodyPr wrap="square" lIns="88900" tIns="88900" rIns="88900" bIns="88900" rtlCol="0" anchor="ctr"/>
                <a:lstStyle/>
                <a:p>
                  <a:pPr marL="0" marR="0" lvl="0" indent="0" algn="ctr" defTabSz="1219170" eaLnBrk="1" fontAlgn="auto" latinLnBrk="0" hangingPunct="1">
                    <a:lnSpc>
                      <a:spcPct val="106000"/>
                    </a:lnSpc>
                    <a:spcBef>
                      <a:spcPts val="0"/>
                    </a:spcBef>
                    <a:spcAft>
                      <a:spcPts val="0"/>
                    </a:spcAft>
                    <a:buClrTx/>
                    <a:buSzTx/>
                    <a:buFont typeface="Wingdings 2" pitchFamily="18" charset="2"/>
                    <a:buNone/>
                    <a:tabLst/>
                    <a:defRPr/>
                  </a:pPr>
                  <a:r>
                    <a:rPr kumimoji="0" lang="en-US" sz="18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rPr>
                    <a:t>4</a:t>
                  </a:r>
                  <a:endParaRPr kumimoji="0" lang="en-IN" sz="18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27" name="Rectangle 126">
                  <a:extLst>
                    <a:ext uri="{FF2B5EF4-FFF2-40B4-BE49-F238E27FC236}">
                      <a16:creationId xmlns:a16="http://schemas.microsoft.com/office/drawing/2014/main" id="{A92CBAB2-7424-1CA9-F3C1-CE2A5332009A}"/>
                    </a:ext>
                  </a:extLst>
                </p:cNvPr>
                <p:cNvSpPr/>
                <p:nvPr/>
              </p:nvSpPr>
              <p:spPr>
                <a:xfrm>
                  <a:off x="6955788" y="3276665"/>
                  <a:ext cx="569387" cy="276999"/>
                </a:xfrm>
                <a:prstGeom prst="rect">
                  <a:avLst/>
                </a:prstGeom>
              </p:spPr>
              <p:txBody>
                <a:bodyPr wrap="none" tIns="0" bIns="0">
                  <a:spAutoFit/>
                </a:bodyPr>
                <a:lstStyle/>
                <a:p>
                  <a:r>
                    <a:rPr lang="en-US" b="1">
                      <a:solidFill>
                        <a:srgbClr val="313131"/>
                      </a:solidFill>
                      <a:latin typeface="Arial" panose="020B0604020202020204" pitchFamily="34" charset="0"/>
                      <a:cs typeface="Arial" panose="020B0604020202020204" pitchFamily="34" charset="0"/>
                    </a:rPr>
                    <a:t>109</a:t>
                  </a:r>
                  <a:endParaRPr lang="en-IN" b="1">
                    <a:latin typeface="Arial" panose="020B0604020202020204" pitchFamily="34" charset="0"/>
                    <a:cs typeface="Arial" panose="020B0604020202020204" pitchFamily="34" charset="0"/>
                  </a:endParaRPr>
                </a:p>
              </p:txBody>
            </p:sp>
            <p:sp>
              <p:nvSpPr>
                <p:cNvPr id="128" name="Rectangle 127">
                  <a:extLst>
                    <a:ext uri="{FF2B5EF4-FFF2-40B4-BE49-F238E27FC236}">
                      <a16:creationId xmlns:a16="http://schemas.microsoft.com/office/drawing/2014/main" id="{88DD49CD-F8BC-072C-B22D-2143A71076B4}"/>
                    </a:ext>
                  </a:extLst>
                </p:cNvPr>
                <p:cNvSpPr/>
                <p:nvPr/>
              </p:nvSpPr>
              <p:spPr>
                <a:xfrm>
                  <a:off x="6982079" y="3723585"/>
                  <a:ext cx="469487" cy="215444"/>
                </a:xfrm>
                <a:prstGeom prst="rect">
                  <a:avLst/>
                </a:prstGeom>
              </p:spPr>
              <p:txBody>
                <a:bodyPr wrap="none" tIns="0" bIns="0">
                  <a:spAutoFit/>
                </a:bodyPr>
                <a:lstStyle/>
                <a:p>
                  <a:r>
                    <a:rPr lang="en-US" sz="1400">
                      <a:solidFill>
                        <a:srgbClr val="313131"/>
                      </a:solidFill>
                      <a:latin typeface="Arial" panose="020B0604020202020204" pitchFamily="34" charset="0"/>
                      <a:cs typeface="Arial" panose="020B0604020202020204" pitchFamily="34" charset="0"/>
                    </a:rPr>
                    <a:t>119</a:t>
                  </a:r>
                  <a:endParaRPr lang="en-IN" sz="1400">
                    <a:solidFill>
                      <a:srgbClr val="313131"/>
                    </a:solidFill>
                    <a:latin typeface="Arial" panose="020B0604020202020204" pitchFamily="34" charset="0"/>
                    <a:cs typeface="Arial" panose="020B0604020202020204" pitchFamily="34" charset="0"/>
                  </a:endParaRPr>
                </a:p>
              </p:txBody>
            </p:sp>
            <p:sp>
              <p:nvSpPr>
                <p:cNvPr id="129" name="Rectangle 128">
                  <a:extLst>
                    <a:ext uri="{FF2B5EF4-FFF2-40B4-BE49-F238E27FC236}">
                      <a16:creationId xmlns:a16="http://schemas.microsoft.com/office/drawing/2014/main" id="{E82D5C3F-9025-8475-3273-DE7F7963A85C}"/>
                    </a:ext>
                  </a:extLst>
                </p:cNvPr>
                <p:cNvSpPr/>
                <p:nvPr/>
              </p:nvSpPr>
              <p:spPr>
                <a:xfrm>
                  <a:off x="6760515" y="3538179"/>
                  <a:ext cx="756803" cy="161583"/>
                </a:xfrm>
                <a:prstGeom prst="rect">
                  <a:avLst/>
                </a:prstGeom>
                <a:solidFill>
                  <a:srgbClr val="86BC25"/>
                </a:solidFill>
              </p:spPr>
              <p:txBody>
                <a:bodyPr wrap="square" lIns="274320" tIns="0" bIns="0">
                  <a:spAutoFit/>
                </a:bodyPr>
                <a:lstStyle/>
                <a:p>
                  <a:pPr marL="0" marR="0" lvl="0" indent="0" algn="ctr" defTabSz="121917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rPr>
                    <a:t>of</a:t>
                  </a:r>
                  <a:endParaRPr kumimoji="0" lang="en-IN" sz="105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30" name="Rectangle 129">
                  <a:extLst>
                    <a:ext uri="{FF2B5EF4-FFF2-40B4-BE49-F238E27FC236}">
                      <a16:creationId xmlns:a16="http://schemas.microsoft.com/office/drawing/2014/main" id="{D69F0E62-EB8E-CEE3-91DB-677F42F60D53}"/>
                    </a:ext>
                  </a:extLst>
                </p:cNvPr>
                <p:cNvSpPr/>
                <p:nvPr/>
              </p:nvSpPr>
              <p:spPr>
                <a:xfrm>
                  <a:off x="6950513" y="3882663"/>
                  <a:ext cx="557845" cy="138499"/>
                </a:xfrm>
                <a:prstGeom prst="rect">
                  <a:avLst/>
                </a:prstGeom>
              </p:spPr>
              <p:txBody>
                <a:bodyPr wrap="none" lIns="0" tIns="0" rIns="0" bIns="0">
                  <a:spAutoFit/>
                </a:bodyPr>
                <a:lstStyle/>
                <a:p>
                  <a:pPr marL="0" marR="0" lvl="0" indent="0" defTabSz="1032282"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313131"/>
                      </a:solidFill>
                      <a:effectLst/>
                      <a:uLnTx/>
                      <a:uFillTx/>
                      <a:latin typeface="Arial" panose="020B0604020202020204" pitchFamily="34" charset="0"/>
                      <a:cs typeface="Arial" panose="020B0604020202020204" pitchFamily="34" charset="0"/>
                    </a:rPr>
                    <a:t>companies</a:t>
                  </a:r>
                </a:p>
              </p:txBody>
            </p:sp>
            <p:sp>
              <p:nvSpPr>
                <p:cNvPr id="131" name="Rectangle 130">
                  <a:extLst>
                    <a:ext uri="{FF2B5EF4-FFF2-40B4-BE49-F238E27FC236}">
                      <a16:creationId xmlns:a16="http://schemas.microsoft.com/office/drawing/2014/main" id="{49FB3012-02CB-22D6-5CCA-8149559AD0EE}"/>
                    </a:ext>
                  </a:extLst>
                </p:cNvPr>
                <p:cNvSpPr/>
                <p:nvPr/>
              </p:nvSpPr>
              <p:spPr>
                <a:xfrm>
                  <a:off x="7054045" y="3171396"/>
                  <a:ext cx="359073" cy="138499"/>
                </a:xfrm>
                <a:prstGeom prst="rect">
                  <a:avLst/>
                </a:prstGeom>
              </p:spPr>
              <p:txBody>
                <a:bodyPr wrap="none" lIns="0" tIns="0" rIns="0" bIns="0">
                  <a:spAutoFit/>
                </a:bodyPr>
                <a:lstStyle/>
                <a:p>
                  <a:pPr marL="0" marR="0" lvl="0" indent="0" defTabSz="1032282"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313131"/>
                      </a:solidFill>
                      <a:effectLst/>
                      <a:uLnTx/>
                      <a:uFillTx/>
                      <a:latin typeface="Arial" panose="020B0604020202020204" pitchFamily="34" charset="0"/>
                      <a:cs typeface="Arial" panose="020B0604020202020204" pitchFamily="34" charset="0"/>
                    </a:rPr>
                    <a:t>Serves</a:t>
                  </a:r>
                </a:p>
              </p:txBody>
            </p:sp>
          </p:grpSp>
          <p:sp>
            <p:nvSpPr>
              <p:cNvPr id="120" name="Oval 119">
                <a:extLst>
                  <a:ext uri="{FF2B5EF4-FFF2-40B4-BE49-F238E27FC236}">
                    <a16:creationId xmlns:a16="http://schemas.microsoft.com/office/drawing/2014/main" id="{0DBA5837-A1B6-3EC9-0BD7-5AD5459F4790}"/>
                  </a:ext>
                </a:extLst>
              </p:cNvPr>
              <p:cNvSpPr/>
              <p:nvPr/>
            </p:nvSpPr>
            <p:spPr bwMode="gray">
              <a:xfrm>
                <a:off x="7051233" y="4237280"/>
                <a:ext cx="405566" cy="405566"/>
              </a:xfrm>
              <a:prstGeom prst="ellipse">
                <a:avLst/>
              </a:prstGeom>
              <a:solidFill>
                <a:sysClr val="window" lastClr="FFFFFF"/>
              </a:solidFill>
              <a:ln w="19050" algn="ctr">
                <a:noFill/>
                <a:miter lim="800000"/>
                <a:headEnd/>
                <a:tailEnd/>
              </a:ln>
            </p:spPr>
            <p:txBody>
              <a:bodyPr wrap="square" lIns="88900" tIns="88900" rIns="88900" bIns="88900" rtlCol="0" anchor="ctr"/>
              <a:lstStyle/>
              <a:p>
                <a:pPr marL="0" marR="0" lvl="0" indent="0" algn="ctr" defTabSz="1219170" eaLnBrk="1" fontAlgn="auto" latinLnBrk="0" hangingPunct="1">
                  <a:lnSpc>
                    <a:spcPct val="106000"/>
                  </a:lnSpc>
                  <a:spcBef>
                    <a:spcPts val="0"/>
                  </a:spcBef>
                  <a:spcAft>
                    <a:spcPts val="0"/>
                  </a:spcAft>
                  <a:buClrTx/>
                  <a:buSzTx/>
                  <a:buFont typeface="Wingdings 2" pitchFamily="18" charset="2"/>
                  <a:buNone/>
                  <a:tabLst/>
                  <a:defRPr/>
                </a:pPr>
                <a:endParaRPr kumimoji="0" lang="en-IN" sz="18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21" name="Rectangle 120">
                <a:extLst>
                  <a:ext uri="{FF2B5EF4-FFF2-40B4-BE49-F238E27FC236}">
                    <a16:creationId xmlns:a16="http://schemas.microsoft.com/office/drawing/2014/main" id="{BE9A7898-0682-4B6B-DF0B-FB4EAB4F07E8}"/>
                  </a:ext>
                </a:extLst>
              </p:cNvPr>
              <p:cNvSpPr/>
              <p:nvPr/>
            </p:nvSpPr>
            <p:spPr>
              <a:xfrm>
                <a:off x="6207241" y="4312937"/>
                <a:ext cx="687724" cy="348813"/>
              </a:xfrm>
              <a:prstGeom prst="rect">
                <a:avLst/>
              </a:prstGeom>
            </p:spPr>
            <p:txBody>
              <a:bodyPr wrap="square" lIns="0" rIns="0">
                <a:spAutoFit/>
              </a:bodyPr>
              <a:lstStyle/>
              <a:p>
                <a:pPr marL="0" marR="0" lvl="0" indent="0" algn="r" defTabSz="905428" eaLnBrk="1" fontAlgn="auto" latinLnBrk="0" hangingPunct="1">
                  <a:lnSpc>
                    <a:spcPts val="1000"/>
                  </a:lnSpc>
                  <a:spcBef>
                    <a:spcPts val="0"/>
                  </a:spcBef>
                  <a:spcAft>
                    <a:spcPts val="0"/>
                  </a:spcAft>
                  <a:buClrTx/>
                  <a:buSzTx/>
                  <a:buFontTx/>
                  <a:buNone/>
                  <a:tabLst/>
                  <a:defRPr/>
                </a:pPr>
                <a:r>
                  <a:rPr kumimoji="0" lang="en-GB" sz="9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Financial services </a:t>
                </a:r>
              </a:p>
            </p:txBody>
          </p:sp>
          <p:sp>
            <p:nvSpPr>
              <p:cNvPr id="122" name="Isosceles Triangle 121">
                <a:extLst>
                  <a:ext uri="{FF2B5EF4-FFF2-40B4-BE49-F238E27FC236}">
                    <a16:creationId xmlns:a16="http://schemas.microsoft.com/office/drawing/2014/main" id="{937411E5-6640-4BE7-AC58-203F40E68573}"/>
                  </a:ext>
                </a:extLst>
              </p:cNvPr>
              <p:cNvSpPr/>
              <p:nvPr/>
            </p:nvSpPr>
            <p:spPr bwMode="gray">
              <a:xfrm rot="5400000">
                <a:off x="6948115" y="4402111"/>
                <a:ext cx="103948" cy="89610"/>
              </a:xfrm>
              <a:prstGeom prst="triangle">
                <a:avLst/>
              </a:prstGeom>
              <a:solidFill>
                <a:srgbClr val="86BC25"/>
              </a:solidFill>
              <a:ln w="19050" algn="ctr">
                <a:noFill/>
                <a:miter lim="800000"/>
                <a:headEnd/>
                <a:tailEnd/>
              </a:ln>
            </p:spPr>
            <p:txBody>
              <a:bodyPr wrap="square" lIns="88900" tIns="88900" rIns="88900" bIns="88900" rtlCol="0" anchor="ctr"/>
              <a:lstStyle/>
              <a:p>
                <a:pPr marL="0" marR="0" lvl="0" indent="0" algn="ctr" defTabSz="1219170" eaLnBrk="1" fontAlgn="auto" latinLnBrk="0" hangingPunct="1">
                  <a:lnSpc>
                    <a:spcPct val="106000"/>
                  </a:lnSpc>
                  <a:spcBef>
                    <a:spcPts val="0"/>
                  </a:spcBef>
                  <a:spcAft>
                    <a:spcPts val="0"/>
                  </a:spcAft>
                  <a:buClrTx/>
                  <a:buSzTx/>
                  <a:buFont typeface="Wingdings 2" pitchFamily="18" charset="2"/>
                  <a:buNone/>
                  <a:tabLst/>
                  <a:defRPr/>
                </a:pPr>
                <a:endParaRPr kumimoji="0" lang="en-IN" sz="18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nvGrpSpPr>
              <p:cNvPr id="123" name="Group 345">
                <a:extLst>
                  <a:ext uri="{FF2B5EF4-FFF2-40B4-BE49-F238E27FC236}">
                    <a16:creationId xmlns:a16="http://schemas.microsoft.com/office/drawing/2014/main" id="{90B4D1AE-6EA4-6292-BEF4-3E5AB0AD895C}"/>
                  </a:ext>
                </a:extLst>
              </p:cNvPr>
              <p:cNvGrpSpPr>
                <a:grpSpLocks/>
              </p:cNvGrpSpPr>
              <p:nvPr/>
            </p:nvGrpSpPr>
            <p:grpSpPr bwMode="auto">
              <a:xfrm>
                <a:off x="7078275" y="4264100"/>
                <a:ext cx="351922" cy="351923"/>
                <a:chOff x="3451" y="1171"/>
                <a:chExt cx="340" cy="340"/>
              </a:xfrm>
              <a:solidFill>
                <a:srgbClr val="86BC25"/>
              </a:solidFill>
            </p:grpSpPr>
            <p:sp>
              <p:nvSpPr>
                <p:cNvPr id="124" name="Freeform 346">
                  <a:extLst>
                    <a:ext uri="{FF2B5EF4-FFF2-40B4-BE49-F238E27FC236}">
                      <a16:creationId xmlns:a16="http://schemas.microsoft.com/office/drawing/2014/main" id="{E588BE96-8810-12F6-0DC4-952A1596B0B6}"/>
                    </a:ext>
                  </a:extLst>
                </p:cNvPr>
                <p:cNvSpPr>
                  <a:spLocks noEditPoints="1"/>
                </p:cNvSpPr>
                <p:nvPr/>
              </p:nvSpPr>
              <p:spPr bwMode="auto">
                <a:xfrm>
                  <a:off x="3515" y="1241"/>
                  <a:ext cx="212" cy="192"/>
                </a:xfrm>
                <a:custGeom>
                  <a:avLst/>
                  <a:gdLst>
                    <a:gd name="T0" fmla="*/ 224 w 320"/>
                    <a:gd name="T1" fmla="*/ 288 h 288"/>
                    <a:gd name="T2" fmla="*/ 170 w 320"/>
                    <a:gd name="T3" fmla="*/ 288 h 288"/>
                    <a:gd name="T4" fmla="*/ 160 w 320"/>
                    <a:gd name="T5" fmla="*/ 278 h 288"/>
                    <a:gd name="T6" fmla="*/ 160 w 320"/>
                    <a:gd name="T7" fmla="*/ 267 h 288"/>
                    <a:gd name="T8" fmla="*/ 138 w 320"/>
                    <a:gd name="T9" fmla="*/ 267 h 288"/>
                    <a:gd name="T10" fmla="*/ 138 w 320"/>
                    <a:gd name="T11" fmla="*/ 278 h 288"/>
                    <a:gd name="T12" fmla="*/ 128 w 320"/>
                    <a:gd name="T13" fmla="*/ 288 h 288"/>
                    <a:gd name="T14" fmla="*/ 74 w 320"/>
                    <a:gd name="T15" fmla="*/ 288 h 288"/>
                    <a:gd name="T16" fmla="*/ 64 w 320"/>
                    <a:gd name="T17" fmla="*/ 278 h 288"/>
                    <a:gd name="T18" fmla="*/ 27 w 320"/>
                    <a:gd name="T19" fmla="*/ 235 h 288"/>
                    <a:gd name="T20" fmla="*/ 18 w 320"/>
                    <a:gd name="T21" fmla="*/ 230 h 288"/>
                    <a:gd name="T22" fmla="*/ 0 w 320"/>
                    <a:gd name="T23" fmla="*/ 160 h 288"/>
                    <a:gd name="T24" fmla="*/ 138 w 320"/>
                    <a:gd name="T25" fmla="*/ 22 h 288"/>
                    <a:gd name="T26" fmla="*/ 198 w 320"/>
                    <a:gd name="T27" fmla="*/ 30 h 288"/>
                    <a:gd name="T28" fmla="*/ 255 w 320"/>
                    <a:gd name="T29" fmla="*/ 0 h 288"/>
                    <a:gd name="T30" fmla="*/ 264 w 320"/>
                    <a:gd name="T31" fmla="*/ 4 h 288"/>
                    <a:gd name="T32" fmla="*/ 266 w 320"/>
                    <a:gd name="T33" fmla="*/ 14 h 288"/>
                    <a:gd name="T34" fmla="*/ 257 w 320"/>
                    <a:gd name="T35" fmla="*/ 49 h 288"/>
                    <a:gd name="T36" fmla="*/ 294 w 320"/>
                    <a:gd name="T37" fmla="*/ 96 h 288"/>
                    <a:gd name="T38" fmla="*/ 309 w 320"/>
                    <a:gd name="T39" fmla="*/ 96 h 288"/>
                    <a:gd name="T40" fmla="*/ 320 w 320"/>
                    <a:gd name="T41" fmla="*/ 107 h 288"/>
                    <a:gd name="T42" fmla="*/ 320 w 320"/>
                    <a:gd name="T43" fmla="*/ 171 h 288"/>
                    <a:gd name="T44" fmla="*/ 309 w 320"/>
                    <a:gd name="T45" fmla="*/ 182 h 288"/>
                    <a:gd name="T46" fmla="*/ 275 w 320"/>
                    <a:gd name="T47" fmla="*/ 182 h 288"/>
                    <a:gd name="T48" fmla="*/ 234 w 320"/>
                    <a:gd name="T49" fmla="*/ 259 h 288"/>
                    <a:gd name="T50" fmla="*/ 234 w 320"/>
                    <a:gd name="T51" fmla="*/ 278 h 288"/>
                    <a:gd name="T52" fmla="*/ 224 w 320"/>
                    <a:gd name="T53" fmla="*/ 288 h 288"/>
                    <a:gd name="T54" fmla="*/ 181 w 320"/>
                    <a:gd name="T55" fmla="*/ 267 h 288"/>
                    <a:gd name="T56" fmla="*/ 213 w 320"/>
                    <a:gd name="T57" fmla="*/ 267 h 288"/>
                    <a:gd name="T58" fmla="*/ 213 w 320"/>
                    <a:gd name="T59" fmla="*/ 255 h 288"/>
                    <a:gd name="T60" fmla="*/ 216 w 320"/>
                    <a:gd name="T61" fmla="*/ 248 h 288"/>
                    <a:gd name="T62" fmla="*/ 255 w 320"/>
                    <a:gd name="T63" fmla="*/ 170 h 288"/>
                    <a:gd name="T64" fmla="*/ 266 w 320"/>
                    <a:gd name="T65" fmla="*/ 160 h 288"/>
                    <a:gd name="T66" fmla="*/ 298 w 320"/>
                    <a:gd name="T67" fmla="*/ 160 h 288"/>
                    <a:gd name="T68" fmla="*/ 298 w 320"/>
                    <a:gd name="T69" fmla="*/ 118 h 288"/>
                    <a:gd name="T70" fmla="*/ 288 w 320"/>
                    <a:gd name="T71" fmla="*/ 118 h 288"/>
                    <a:gd name="T72" fmla="*/ 278 w 320"/>
                    <a:gd name="T73" fmla="*/ 112 h 288"/>
                    <a:gd name="T74" fmla="*/ 240 w 320"/>
                    <a:gd name="T75" fmla="*/ 63 h 288"/>
                    <a:gd name="T76" fmla="*/ 235 w 320"/>
                    <a:gd name="T77" fmla="*/ 51 h 288"/>
                    <a:gd name="T78" fmla="*/ 241 w 320"/>
                    <a:gd name="T79" fmla="*/ 25 h 288"/>
                    <a:gd name="T80" fmla="*/ 212 w 320"/>
                    <a:gd name="T81" fmla="*/ 48 h 288"/>
                    <a:gd name="T82" fmla="*/ 199 w 320"/>
                    <a:gd name="T83" fmla="*/ 53 h 288"/>
                    <a:gd name="T84" fmla="*/ 138 w 320"/>
                    <a:gd name="T85" fmla="*/ 43 h 288"/>
                    <a:gd name="T86" fmla="*/ 21 w 320"/>
                    <a:gd name="T87" fmla="*/ 160 h 288"/>
                    <a:gd name="T88" fmla="*/ 34 w 320"/>
                    <a:gd name="T89" fmla="*/ 214 h 288"/>
                    <a:gd name="T90" fmla="*/ 84 w 320"/>
                    <a:gd name="T91" fmla="*/ 267 h 288"/>
                    <a:gd name="T92" fmla="*/ 117 w 320"/>
                    <a:gd name="T93" fmla="*/ 267 h 288"/>
                    <a:gd name="T94" fmla="*/ 117 w 320"/>
                    <a:gd name="T95" fmla="*/ 256 h 288"/>
                    <a:gd name="T96" fmla="*/ 128 w 320"/>
                    <a:gd name="T97" fmla="*/ 246 h 288"/>
                    <a:gd name="T98" fmla="*/ 170 w 320"/>
                    <a:gd name="T99" fmla="*/ 246 h 288"/>
                    <a:gd name="T100" fmla="*/ 181 w 320"/>
                    <a:gd name="T101" fmla="*/ 256 h 288"/>
                    <a:gd name="T102" fmla="*/ 181 w 320"/>
                    <a:gd name="T103" fmla="*/ 267 h 288"/>
                    <a:gd name="T104" fmla="*/ 82 w 320"/>
                    <a:gd name="T105" fmla="*/ 104 h 288"/>
                    <a:gd name="T106" fmla="*/ 130 w 320"/>
                    <a:gd name="T107" fmla="*/ 79 h 288"/>
                    <a:gd name="T108" fmla="*/ 138 w 320"/>
                    <a:gd name="T109" fmla="*/ 66 h 288"/>
                    <a:gd name="T110" fmla="*/ 125 w 320"/>
                    <a:gd name="T111" fmla="*/ 58 h 288"/>
                    <a:gd name="T112" fmla="*/ 68 w 320"/>
                    <a:gd name="T113" fmla="*/ 88 h 288"/>
                    <a:gd name="T114" fmla="*/ 67 w 320"/>
                    <a:gd name="T115" fmla="*/ 103 h 288"/>
                    <a:gd name="T116" fmla="*/ 75 w 320"/>
                    <a:gd name="T117" fmla="*/ 107 h 288"/>
                    <a:gd name="T118" fmla="*/ 82 w 320"/>
                    <a:gd name="T119" fmla="*/ 10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20" h="288">
                      <a:moveTo>
                        <a:pt x="224" y="288"/>
                      </a:moveTo>
                      <a:cubicBezTo>
                        <a:pt x="170" y="288"/>
                        <a:pt x="170" y="288"/>
                        <a:pt x="170" y="288"/>
                      </a:cubicBezTo>
                      <a:cubicBezTo>
                        <a:pt x="164" y="288"/>
                        <a:pt x="160" y="284"/>
                        <a:pt x="160" y="278"/>
                      </a:cubicBezTo>
                      <a:cubicBezTo>
                        <a:pt x="160" y="267"/>
                        <a:pt x="160" y="267"/>
                        <a:pt x="160" y="267"/>
                      </a:cubicBezTo>
                      <a:cubicBezTo>
                        <a:pt x="138" y="267"/>
                        <a:pt x="138" y="267"/>
                        <a:pt x="138" y="267"/>
                      </a:cubicBezTo>
                      <a:cubicBezTo>
                        <a:pt x="138" y="278"/>
                        <a:pt x="138" y="278"/>
                        <a:pt x="138" y="278"/>
                      </a:cubicBezTo>
                      <a:cubicBezTo>
                        <a:pt x="138" y="284"/>
                        <a:pt x="134" y="288"/>
                        <a:pt x="128" y="288"/>
                      </a:cubicBezTo>
                      <a:cubicBezTo>
                        <a:pt x="74" y="288"/>
                        <a:pt x="74" y="288"/>
                        <a:pt x="74" y="288"/>
                      </a:cubicBezTo>
                      <a:cubicBezTo>
                        <a:pt x="68" y="288"/>
                        <a:pt x="64" y="284"/>
                        <a:pt x="64" y="278"/>
                      </a:cubicBezTo>
                      <a:cubicBezTo>
                        <a:pt x="64" y="237"/>
                        <a:pt x="29" y="235"/>
                        <a:pt x="27" y="235"/>
                      </a:cubicBezTo>
                      <a:cubicBezTo>
                        <a:pt x="23" y="235"/>
                        <a:pt x="20" y="233"/>
                        <a:pt x="18" y="230"/>
                      </a:cubicBezTo>
                      <a:cubicBezTo>
                        <a:pt x="6" y="209"/>
                        <a:pt x="0" y="185"/>
                        <a:pt x="0" y="160"/>
                      </a:cubicBezTo>
                      <a:cubicBezTo>
                        <a:pt x="0" y="84"/>
                        <a:pt x="62" y="22"/>
                        <a:pt x="138" y="22"/>
                      </a:cubicBezTo>
                      <a:cubicBezTo>
                        <a:pt x="160" y="22"/>
                        <a:pt x="179" y="24"/>
                        <a:pt x="198" y="30"/>
                      </a:cubicBezTo>
                      <a:cubicBezTo>
                        <a:pt x="217" y="3"/>
                        <a:pt x="253" y="0"/>
                        <a:pt x="255" y="0"/>
                      </a:cubicBezTo>
                      <a:cubicBezTo>
                        <a:pt x="259" y="0"/>
                        <a:pt x="262" y="2"/>
                        <a:pt x="264" y="4"/>
                      </a:cubicBezTo>
                      <a:cubicBezTo>
                        <a:pt x="266" y="7"/>
                        <a:pt x="267" y="10"/>
                        <a:pt x="266" y="14"/>
                      </a:cubicBezTo>
                      <a:cubicBezTo>
                        <a:pt x="257" y="49"/>
                        <a:pt x="257" y="49"/>
                        <a:pt x="257" y="49"/>
                      </a:cubicBezTo>
                      <a:cubicBezTo>
                        <a:pt x="275" y="63"/>
                        <a:pt x="288" y="85"/>
                        <a:pt x="294" y="96"/>
                      </a:cubicBezTo>
                      <a:cubicBezTo>
                        <a:pt x="309" y="96"/>
                        <a:pt x="309" y="96"/>
                        <a:pt x="309" y="96"/>
                      </a:cubicBezTo>
                      <a:cubicBezTo>
                        <a:pt x="315" y="96"/>
                        <a:pt x="320" y="101"/>
                        <a:pt x="320" y="107"/>
                      </a:cubicBezTo>
                      <a:cubicBezTo>
                        <a:pt x="320" y="171"/>
                        <a:pt x="320" y="171"/>
                        <a:pt x="320" y="171"/>
                      </a:cubicBezTo>
                      <a:cubicBezTo>
                        <a:pt x="320" y="177"/>
                        <a:pt x="315" y="182"/>
                        <a:pt x="309" y="182"/>
                      </a:cubicBezTo>
                      <a:cubicBezTo>
                        <a:pt x="275" y="182"/>
                        <a:pt x="275" y="182"/>
                        <a:pt x="275" y="182"/>
                      </a:cubicBezTo>
                      <a:cubicBezTo>
                        <a:pt x="269" y="217"/>
                        <a:pt x="249" y="244"/>
                        <a:pt x="234" y="259"/>
                      </a:cubicBezTo>
                      <a:cubicBezTo>
                        <a:pt x="234" y="278"/>
                        <a:pt x="234" y="278"/>
                        <a:pt x="234" y="278"/>
                      </a:cubicBezTo>
                      <a:cubicBezTo>
                        <a:pt x="234" y="284"/>
                        <a:pt x="230" y="288"/>
                        <a:pt x="224" y="288"/>
                      </a:cubicBezTo>
                      <a:close/>
                      <a:moveTo>
                        <a:pt x="181" y="267"/>
                      </a:moveTo>
                      <a:cubicBezTo>
                        <a:pt x="213" y="267"/>
                        <a:pt x="213" y="267"/>
                        <a:pt x="213" y="267"/>
                      </a:cubicBezTo>
                      <a:cubicBezTo>
                        <a:pt x="213" y="255"/>
                        <a:pt x="213" y="255"/>
                        <a:pt x="213" y="255"/>
                      </a:cubicBezTo>
                      <a:cubicBezTo>
                        <a:pt x="213" y="252"/>
                        <a:pt x="214" y="250"/>
                        <a:pt x="216" y="248"/>
                      </a:cubicBezTo>
                      <a:cubicBezTo>
                        <a:pt x="239" y="225"/>
                        <a:pt x="253" y="197"/>
                        <a:pt x="255" y="170"/>
                      </a:cubicBezTo>
                      <a:cubicBezTo>
                        <a:pt x="256" y="165"/>
                        <a:pt x="260" y="160"/>
                        <a:pt x="266" y="160"/>
                      </a:cubicBezTo>
                      <a:cubicBezTo>
                        <a:pt x="298" y="160"/>
                        <a:pt x="298" y="160"/>
                        <a:pt x="298" y="160"/>
                      </a:cubicBezTo>
                      <a:cubicBezTo>
                        <a:pt x="298" y="118"/>
                        <a:pt x="298" y="118"/>
                        <a:pt x="298" y="118"/>
                      </a:cubicBezTo>
                      <a:cubicBezTo>
                        <a:pt x="288" y="118"/>
                        <a:pt x="288" y="118"/>
                        <a:pt x="288" y="118"/>
                      </a:cubicBezTo>
                      <a:cubicBezTo>
                        <a:pt x="284" y="118"/>
                        <a:pt x="280" y="115"/>
                        <a:pt x="278" y="112"/>
                      </a:cubicBezTo>
                      <a:cubicBezTo>
                        <a:pt x="278" y="111"/>
                        <a:pt x="261" y="76"/>
                        <a:pt x="240" y="63"/>
                      </a:cubicBezTo>
                      <a:cubicBezTo>
                        <a:pt x="236" y="60"/>
                        <a:pt x="234" y="56"/>
                        <a:pt x="235" y="51"/>
                      </a:cubicBezTo>
                      <a:cubicBezTo>
                        <a:pt x="241" y="25"/>
                        <a:pt x="241" y="25"/>
                        <a:pt x="241" y="25"/>
                      </a:cubicBezTo>
                      <a:cubicBezTo>
                        <a:pt x="231" y="28"/>
                        <a:pt x="218" y="35"/>
                        <a:pt x="212" y="48"/>
                      </a:cubicBezTo>
                      <a:cubicBezTo>
                        <a:pt x="210" y="53"/>
                        <a:pt x="204" y="55"/>
                        <a:pt x="199" y="53"/>
                      </a:cubicBezTo>
                      <a:cubicBezTo>
                        <a:pt x="180" y="46"/>
                        <a:pt x="161" y="43"/>
                        <a:pt x="138" y="43"/>
                      </a:cubicBezTo>
                      <a:cubicBezTo>
                        <a:pt x="74" y="43"/>
                        <a:pt x="21" y="96"/>
                        <a:pt x="21" y="160"/>
                      </a:cubicBezTo>
                      <a:cubicBezTo>
                        <a:pt x="21" y="179"/>
                        <a:pt x="26" y="198"/>
                        <a:pt x="34" y="214"/>
                      </a:cubicBezTo>
                      <a:cubicBezTo>
                        <a:pt x="53" y="217"/>
                        <a:pt x="80" y="231"/>
                        <a:pt x="84" y="267"/>
                      </a:cubicBezTo>
                      <a:cubicBezTo>
                        <a:pt x="117" y="267"/>
                        <a:pt x="117" y="267"/>
                        <a:pt x="117" y="267"/>
                      </a:cubicBezTo>
                      <a:cubicBezTo>
                        <a:pt x="117" y="256"/>
                        <a:pt x="117" y="256"/>
                        <a:pt x="117" y="256"/>
                      </a:cubicBezTo>
                      <a:cubicBezTo>
                        <a:pt x="117" y="250"/>
                        <a:pt x="122" y="246"/>
                        <a:pt x="128" y="246"/>
                      </a:cubicBezTo>
                      <a:cubicBezTo>
                        <a:pt x="170" y="246"/>
                        <a:pt x="170" y="246"/>
                        <a:pt x="170" y="246"/>
                      </a:cubicBezTo>
                      <a:cubicBezTo>
                        <a:pt x="176" y="246"/>
                        <a:pt x="181" y="250"/>
                        <a:pt x="181" y="256"/>
                      </a:cubicBezTo>
                      <a:lnTo>
                        <a:pt x="181" y="267"/>
                      </a:lnTo>
                      <a:close/>
                      <a:moveTo>
                        <a:pt x="82" y="104"/>
                      </a:moveTo>
                      <a:cubicBezTo>
                        <a:pt x="96" y="92"/>
                        <a:pt x="113" y="83"/>
                        <a:pt x="130" y="79"/>
                      </a:cubicBezTo>
                      <a:cubicBezTo>
                        <a:pt x="136" y="77"/>
                        <a:pt x="139" y="71"/>
                        <a:pt x="138" y="66"/>
                      </a:cubicBezTo>
                      <a:cubicBezTo>
                        <a:pt x="137" y="60"/>
                        <a:pt x="131" y="57"/>
                        <a:pt x="125" y="58"/>
                      </a:cubicBezTo>
                      <a:cubicBezTo>
                        <a:pt x="104" y="63"/>
                        <a:pt x="84" y="74"/>
                        <a:pt x="68" y="88"/>
                      </a:cubicBezTo>
                      <a:cubicBezTo>
                        <a:pt x="64" y="92"/>
                        <a:pt x="63" y="99"/>
                        <a:pt x="67" y="103"/>
                      </a:cubicBezTo>
                      <a:cubicBezTo>
                        <a:pt x="69" y="106"/>
                        <a:pt x="72" y="107"/>
                        <a:pt x="75" y="107"/>
                      </a:cubicBezTo>
                      <a:cubicBezTo>
                        <a:pt x="78" y="107"/>
                        <a:pt x="80" y="106"/>
                        <a:pt x="82" y="10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78872" tIns="39436" rIns="78872" bIns="39436" numCol="1" anchor="t" anchorCtr="0" compatLnSpc="1">
                  <a:prstTxWarp prst="textNoShape">
                    <a:avLst/>
                  </a:prstTxWarp>
                </a:bodyPr>
                <a:lstStyle/>
                <a:p>
                  <a:pPr marL="0" marR="0" lvl="0" indent="0" defTabSz="905428"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25" name="Freeform 347">
                  <a:extLst>
                    <a:ext uri="{FF2B5EF4-FFF2-40B4-BE49-F238E27FC236}">
                      <a16:creationId xmlns:a16="http://schemas.microsoft.com/office/drawing/2014/main" id="{A4DB19C6-5448-CD64-767A-377B620E6391}"/>
                    </a:ext>
                  </a:extLst>
                </p:cNvPr>
                <p:cNvSpPr>
                  <a:spLocks noEditPoints="1"/>
                </p:cNvSpPr>
                <p:nvPr/>
              </p:nvSpPr>
              <p:spPr bwMode="auto">
                <a:xfrm>
                  <a:off x="3451" y="1171"/>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78872" tIns="39436" rIns="78872" bIns="39436" numCol="1" anchor="t" anchorCtr="0" compatLnSpc="1">
                  <a:prstTxWarp prst="textNoShape">
                    <a:avLst/>
                  </a:prstTxWarp>
                </a:bodyPr>
                <a:lstStyle/>
                <a:p>
                  <a:pPr marL="0" marR="0" lvl="0" indent="0" defTabSz="905428"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grpSp>
        <p:grpSp>
          <p:nvGrpSpPr>
            <p:cNvPr id="53" name="Group 52">
              <a:extLst>
                <a:ext uri="{FF2B5EF4-FFF2-40B4-BE49-F238E27FC236}">
                  <a16:creationId xmlns:a16="http://schemas.microsoft.com/office/drawing/2014/main" id="{8B8351EA-2D06-1180-14E4-BB9408960397}"/>
                </a:ext>
              </a:extLst>
            </p:cNvPr>
            <p:cNvGrpSpPr/>
            <p:nvPr/>
          </p:nvGrpSpPr>
          <p:grpSpPr>
            <a:xfrm>
              <a:off x="9341269" y="2948621"/>
              <a:ext cx="756803" cy="900427"/>
              <a:chOff x="6760515" y="3143193"/>
              <a:chExt cx="756803" cy="900427"/>
            </a:xfrm>
          </p:grpSpPr>
          <p:sp>
            <p:nvSpPr>
              <p:cNvPr id="113" name="Rectangle 112">
                <a:extLst>
                  <a:ext uri="{FF2B5EF4-FFF2-40B4-BE49-F238E27FC236}">
                    <a16:creationId xmlns:a16="http://schemas.microsoft.com/office/drawing/2014/main" id="{6A1F2F0B-E07E-8A54-66C8-DE568AD7B677}"/>
                  </a:ext>
                </a:extLst>
              </p:cNvPr>
              <p:cNvSpPr/>
              <p:nvPr/>
            </p:nvSpPr>
            <p:spPr bwMode="gray">
              <a:xfrm>
                <a:off x="6917392" y="3143193"/>
                <a:ext cx="599925" cy="900427"/>
              </a:xfrm>
              <a:prstGeom prst="rect">
                <a:avLst/>
              </a:prstGeom>
              <a:solidFill>
                <a:sysClr val="window" lastClr="FFFFFF"/>
              </a:solidFill>
              <a:ln w="19050" algn="ctr">
                <a:solidFill>
                  <a:srgbClr val="0097A9"/>
                </a:solidFill>
                <a:miter lim="800000"/>
                <a:headEnd/>
                <a:tailEnd/>
              </a:ln>
            </p:spPr>
            <p:txBody>
              <a:bodyPr wrap="square" lIns="88900" tIns="88900" rIns="88900" bIns="88900" rtlCol="0" anchor="ctr"/>
              <a:lstStyle/>
              <a:p>
                <a:pPr marL="0" marR="0" lvl="0" indent="0" algn="ctr" defTabSz="1219170" eaLnBrk="1" fontAlgn="auto" latinLnBrk="0" hangingPunct="1">
                  <a:lnSpc>
                    <a:spcPct val="106000"/>
                  </a:lnSpc>
                  <a:spcBef>
                    <a:spcPts val="0"/>
                  </a:spcBef>
                  <a:spcAft>
                    <a:spcPts val="0"/>
                  </a:spcAft>
                  <a:buClrTx/>
                  <a:buSzTx/>
                  <a:buFont typeface="Wingdings 2" pitchFamily="18" charset="2"/>
                  <a:buNone/>
                  <a:tabLst/>
                  <a:defRPr/>
                </a:pPr>
                <a:endParaRPr kumimoji="0" lang="en-IN" sz="18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14" name="Rectangle 113">
                <a:extLst>
                  <a:ext uri="{FF2B5EF4-FFF2-40B4-BE49-F238E27FC236}">
                    <a16:creationId xmlns:a16="http://schemas.microsoft.com/office/drawing/2014/main" id="{644BA9ED-0D47-2A96-9B91-061642D8863E}"/>
                  </a:ext>
                </a:extLst>
              </p:cNvPr>
              <p:cNvSpPr/>
              <p:nvPr/>
            </p:nvSpPr>
            <p:spPr>
              <a:xfrm>
                <a:off x="6897888" y="3274738"/>
                <a:ext cx="556627" cy="276999"/>
              </a:xfrm>
              <a:prstGeom prst="rect">
                <a:avLst/>
              </a:prstGeom>
            </p:spPr>
            <p:txBody>
              <a:bodyPr wrap="none" tIns="0" bIns="0">
                <a:spAutoFit/>
              </a:bodyPr>
              <a:lstStyle/>
              <a:p>
                <a:r>
                  <a:rPr lang="en-US" b="1">
                    <a:latin typeface="Arial" panose="020B0604020202020204" pitchFamily="34" charset="0"/>
                    <a:cs typeface="Arial" panose="020B0604020202020204" pitchFamily="34" charset="0"/>
                  </a:rPr>
                  <a:t>115</a:t>
                </a:r>
                <a:endParaRPr lang="en-IN" b="1">
                  <a:latin typeface="Arial" panose="020B0604020202020204" pitchFamily="34" charset="0"/>
                  <a:cs typeface="Arial" panose="020B0604020202020204" pitchFamily="34" charset="0"/>
                </a:endParaRPr>
              </a:p>
            </p:txBody>
          </p:sp>
          <p:sp>
            <p:nvSpPr>
              <p:cNvPr id="115" name="Rectangle 114">
                <a:extLst>
                  <a:ext uri="{FF2B5EF4-FFF2-40B4-BE49-F238E27FC236}">
                    <a16:creationId xmlns:a16="http://schemas.microsoft.com/office/drawing/2014/main" id="{2509B93B-1A57-31FC-7DE2-AECB9C7D250A}"/>
                  </a:ext>
                </a:extLst>
              </p:cNvPr>
              <p:cNvSpPr/>
              <p:nvPr/>
            </p:nvSpPr>
            <p:spPr>
              <a:xfrm>
                <a:off x="6955015" y="3723078"/>
                <a:ext cx="482824" cy="215444"/>
              </a:xfrm>
              <a:prstGeom prst="rect">
                <a:avLst/>
              </a:prstGeom>
            </p:spPr>
            <p:txBody>
              <a:bodyPr wrap="none" tIns="0" bIns="0">
                <a:spAutoFit/>
              </a:bodyPr>
              <a:lstStyle/>
              <a:p>
                <a:pPr marL="0" marR="0" lvl="0" indent="0" defTabSz="121917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313131"/>
                    </a:solidFill>
                    <a:effectLst/>
                    <a:uLnTx/>
                    <a:uFillTx/>
                    <a:latin typeface="Arial" panose="020B0604020202020204" pitchFamily="34" charset="0"/>
                    <a:cs typeface="Arial" panose="020B0604020202020204" pitchFamily="34" charset="0"/>
                  </a:rPr>
                  <a:t>157</a:t>
                </a:r>
                <a:endParaRPr kumimoji="0" lang="en-IN" sz="1400" b="0" i="0" u="none" strike="noStrike" kern="0" cap="none" spc="0" normalizeH="0" baseline="0" noProof="0">
                  <a:ln>
                    <a:noFill/>
                  </a:ln>
                  <a:solidFill>
                    <a:srgbClr val="313131"/>
                  </a:solidFill>
                  <a:effectLst/>
                  <a:uLnTx/>
                  <a:uFillTx/>
                  <a:latin typeface="Arial" panose="020B0604020202020204" pitchFamily="34" charset="0"/>
                  <a:cs typeface="Arial" panose="020B0604020202020204" pitchFamily="34" charset="0"/>
                </a:endParaRPr>
              </a:p>
            </p:txBody>
          </p:sp>
          <p:sp>
            <p:nvSpPr>
              <p:cNvPr id="116" name="Rectangle 115">
                <a:extLst>
                  <a:ext uri="{FF2B5EF4-FFF2-40B4-BE49-F238E27FC236}">
                    <a16:creationId xmlns:a16="http://schemas.microsoft.com/office/drawing/2014/main" id="{2865EEA1-9AF9-CDBC-B3FD-9DC185AE56ED}"/>
                  </a:ext>
                </a:extLst>
              </p:cNvPr>
              <p:cNvSpPr/>
              <p:nvPr/>
            </p:nvSpPr>
            <p:spPr>
              <a:xfrm>
                <a:off x="6760515" y="3538179"/>
                <a:ext cx="756803" cy="161583"/>
              </a:xfrm>
              <a:prstGeom prst="rect">
                <a:avLst/>
              </a:prstGeom>
              <a:solidFill>
                <a:srgbClr val="0097A9"/>
              </a:solidFill>
            </p:spPr>
            <p:txBody>
              <a:bodyPr wrap="square" lIns="274320" tIns="0" bIns="0">
                <a:spAutoFit/>
              </a:bodyPr>
              <a:lstStyle/>
              <a:p>
                <a:pPr marL="0" marR="0" lvl="0" indent="0" algn="ctr" defTabSz="121917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rPr>
                  <a:t>of</a:t>
                </a:r>
                <a:endParaRPr kumimoji="0" lang="en-IN" sz="105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17" name="Rectangle 116">
                <a:extLst>
                  <a:ext uri="{FF2B5EF4-FFF2-40B4-BE49-F238E27FC236}">
                    <a16:creationId xmlns:a16="http://schemas.microsoft.com/office/drawing/2014/main" id="{5961A51D-68C0-7085-BE06-BDD6E22DE306}"/>
                  </a:ext>
                </a:extLst>
              </p:cNvPr>
              <p:cNvSpPr/>
              <p:nvPr/>
            </p:nvSpPr>
            <p:spPr>
              <a:xfrm>
                <a:off x="6950513" y="3882663"/>
                <a:ext cx="557845" cy="138499"/>
              </a:xfrm>
              <a:prstGeom prst="rect">
                <a:avLst/>
              </a:prstGeom>
            </p:spPr>
            <p:txBody>
              <a:bodyPr wrap="none" lIns="0" tIns="0" rIns="0" bIns="0">
                <a:spAutoFit/>
              </a:bodyPr>
              <a:lstStyle/>
              <a:p>
                <a:pPr marL="0" marR="0" lvl="0" indent="0" defTabSz="1032282"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313131"/>
                    </a:solidFill>
                    <a:effectLst/>
                    <a:uLnTx/>
                    <a:uFillTx/>
                    <a:latin typeface="Arial" panose="020B0604020202020204" pitchFamily="34" charset="0"/>
                    <a:cs typeface="Arial" panose="020B0604020202020204" pitchFamily="34" charset="0"/>
                  </a:rPr>
                  <a:t>companies</a:t>
                </a:r>
              </a:p>
            </p:txBody>
          </p:sp>
          <p:sp>
            <p:nvSpPr>
              <p:cNvPr id="118" name="Rectangle 117">
                <a:extLst>
                  <a:ext uri="{FF2B5EF4-FFF2-40B4-BE49-F238E27FC236}">
                    <a16:creationId xmlns:a16="http://schemas.microsoft.com/office/drawing/2014/main" id="{A2A03FB3-77EE-83F0-9764-68885E3E41DA}"/>
                  </a:ext>
                </a:extLst>
              </p:cNvPr>
              <p:cNvSpPr/>
              <p:nvPr/>
            </p:nvSpPr>
            <p:spPr>
              <a:xfrm>
                <a:off x="7054045" y="3171396"/>
                <a:ext cx="359073" cy="138499"/>
              </a:xfrm>
              <a:prstGeom prst="rect">
                <a:avLst/>
              </a:prstGeom>
            </p:spPr>
            <p:txBody>
              <a:bodyPr wrap="none" lIns="0" tIns="0" rIns="0" bIns="0">
                <a:spAutoFit/>
              </a:bodyPr>
              <a:lstStyle/>
              <a:p>
                <a:pPr marL="0" marR="0" lvl="0" indent="0" defTabSz="1032282"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313131"/>
                    </a:solidFill>
                    <a:effectLst/>
                    <a:uLnTx/>
                    <a:uFillTx/>
                    <a:latin typeface="Arial" panose="020B0604020202020204" pitchFamily="34" charset="0"/>
                    <a:cs typeface="Arial" panose="020B0604020202020204" pitchFamily="34" charset="0"/>
                  </a:rPr>
                  <a:t>Serves</a:t>
                </a:r>
              </a:p>
            </p:txBody>
          </p:sp>
        </p:grpSp>
        <p:sp>
          <p:nvSpPr>
            <p:cNvPr id="54" name="Oval 53">
              <a:extLst>
                <a:ext uri="{FF2B5EF4-FFF2-40B4-BE49-F238E27FC236}">
                  <a16:creationId xmlns:a16="http://schemas.microsoft.com/office/drawing/2014/main" id="{B4B396C9-AC88-495D-DFB7-8E6D08CA2CE0}"/>
                </a:ext>
              </a:extLst>
            </p:cNvPr>
            <p:cNvSpPr/>
            <p:nvPr/>
          </p:nvSpPr>
          <p:spPr bwMode="gray">
            <a:xfrm>
              <a:off x="9027879" y="3224616"/>
              <a:ext cx="405566" cy="405566"/>
            </a:xfrm>
            <a:prstGeom prst="ellipse">
              <a:avLst/>
            </a:prstGeom>
            <a:solidFill>
              <a:sysClr val="window" lastClr="FFFFFF"/>
            </a:solidFill>
            <a:ln w="19050" algn="ctr">
              <a:noFill/>
              <a:miter lim="800000"/>
              <a:headEnd/>
              <a:tailEnd/>
            </a:ln>
          </p:spPr>
          <p:txBody>
            <a:bodyPr wrap="square" lIns="88900" tIns="88900" rIns="88900" bIns="88900" rtlCol="0" anchor="ctr"/>
            <a:lstStyle/>
            <a:p>
              <a:pPr marL="0" marR="0" lvl="0" indent="0" algn="ctr" defTabSz="1219170" eaLnBrk="1" fontAlgn="auto" latinLnBrk="0" hangingPunct="1">
                <a:lnSpc>
                  <a:spcPct val="106000"/>
                </a:lnSpc>
                <a:spcBef>
                  <a:spcPts val="0"/>
                </a:spcBef>
                <a:spcAft>
                  <a:spcPts val="0"/>
                </a:spcAft>
                <a:buClrTx/>
                <a:buSzTx/>
                <a:buFont typeface="Wingdings 2" pitchFamily="18" charset="2"/>
                <a:buNone/>
                <a:tabLst/>
                <a:defRPr/>
              </a:pPr>
              <a:endParaRPr kumimoji="0" lang="en-IN" sz="18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5" name="Rectangle 54">
              <a:extLst>
                <a:ext uri="{FF2B5EF4-FFF2-40B4-BE49-F238E27FC236}">
                  <a16:creationId xmlns:a16="http://schemas.microsoft.com/office/drawing/2014/main" id="{0F9DB5CA-7CC5-88E9-FB38-0F3960793D7D}"/>
                </a:ext>
              </a:extLst>
            </p:cNvPr>
            <p:cNvSpPr/>
            <p:nvPr/>
          </p:nvSpPr>
          <p:spPr>
            <a:xfrm>
              <a:off x="8038590" y="3251957"/>
              <a:ext cx="827972" cy="477054"/>
            </a:xfrm>
            <a:prstGeom prst="rect">
              <a:avLst/>
            </a:prstGeom>
          </p:spPr>
          <p:txBody>
            <a:bodyPr wrap="square" lIns="0" rIns="0">
              <a:spAutoFit/>
            </a:bodyPr>
            <a:lstStyle/>
            <a:p>
              <a:pPr marL="0" marR="0" lvl="0" indent="0" algn="r" defTabSz="905428" eaLnBrk="1" fontAlgn="auto" latinLnBrk="0" hangingPunct="1">
                <a:lnSpc>
                  <a:spcPts val="1000"/>
                </a:lnSpc>
                <a:spcBef>
                  <a:spcPts val="0"/>
                </a:spcBef>
                <a:spcAft>
                  <a:spcPts val="0"/>
                </a:spcAft>
                <a:buClrTx/>
                <a:buSzTx/>
                <a:buFontTx/>
                <a:buNone/>
                <a:tabLst/>
                <a:defRPr/>
              </a:pPr>
              <a:r>
                <a:rPr kumimoji="0" lang="en-GB" sz="9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Energy resources &amp; Industrials</a:t>
              </a:r>
            </a:p>
          </p:txBody>
        </p:sp>
        <p:sp>
          <p:nvSpPr>
            <p:cNvPr id="56" name="Isosceles Triangle 55">
              <a:extLst>
                <a:ext uri="{FF2B5EF4-FFF2-40B4-BE49-F238E27FC236}">
                  <a16:creationId xmlns:a16="http://schemas.microsoft.com/office/drawing/2014/main" id="{A9067016-DB68-982A-16FB-F0B1D4785979}"/>
                </a:ext>
              </a:extLst>
            </p:cNvPr>
            <p:cNvSpPr/>
            <p:nvPr/>
          </p:nvSpPr>
          <p:spPr bwMode="gray">
            <a:xfrm rot="5400000">
              <a:off x="8924761" y="3389447"/>
              <a:ext cx="103948" cy="89610"/>
            </a:xfrm>
            <a:prstGeom prst="triangle">
              <a:avLst/>
            </a:prstGeom>
            <a:solidFill>
              <a:srgbClr val="0097A9"/>
            </a:solidFill>
            <a:ln w="19050" algn="ctr">
              <a:noFill/>
              <a:miter lim="800000"/>
              <a:headEnd/>
              <a:tailEnd/>
            </a:ln>
          </p:spPr>
          <p:txBody>
            <a:bodyPr wrap="square" lIns="88900" tIns="88900" rIns="88900" bIns="88900" rtlCol="0" anchor="ctr"/>
            <a:lstStyle/>
            <a:p>
              <a:pPr marL="0" marR="0" lvl="0" indent="0" algn="ctr" defTabSz="1219170" eaLnBrk="1" fontAlgn="auto" latinLnBrk="0" hangingPunct="1">
                <a:lnSpc>
                  <a:spcPct val="106000"/>
                </a:lnSpc>
                <a:spcBef>
                  <a:spcPts val="0"/>
                </a:spcBef>
                <a:spcAft>
                  <a:spcPts val="0"/>
                </a:spcAft>
                <a:buClrTx/>
                <a:buSzTx/>
                <a:buFont typeface="Wingdings 2" pitchFamily="18" charset="2"/>
                <a:buNone/>
                <a:tabLst/>
                <a:defRPr/>
              </a:pPr>
              <a:endParaRPr kumimoji="0" lang="en-IN" sz="18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nvGrpSpPr>
            <p:cNvPr id="57" name="Group 56">
              <a:extLst>
                <a:ext uri="{FF2B5EF4-FFF2-40B4-BE49-F238E27FC236}">
                  <a16:creationId xmlns:a16="http://schemas.microsoft.com/office/drawing/2014/main" id="{18C2E75A-7A48-8349-0974-1037F1F39DFB}"/>
                </a:ext>
              </a:extLst>
            </p:cNvPr>
            <p:cNvGrpSpPr/>
            <p:nvPr/>
          </p:nvGrpSpPr>
          <p:grpSpPr>
            <a:xfrm>
              <a:off x="5956118" y="4969598"/>
              <a:ext cx="2054433" cy="900427"/>
              <a:chOff x="6066993" y="3961285"/>
              <a:chExt cx="2054433" cy="900427"/>
            </a:xfrm>
          </p:grpSpPr>
          <p:grpSp>
            <p:nvGrpSpPr>
              <p:cNvPr id="103" name="Group 102">
                <a:extLst>
                  <a:ext uri="{FF2B5EF4-FFF2-40B4-BE49-F238E27FC236}">
                    <a16:creationId xmlns:a16="http://schemas.microsoft.com/office/drawing/2014/main" id="{E6CF3F1B-1CD1-BDF3-D87D-B21864DC96F4}"/>
                  </a:ext>
                </a:extLst>
              </p:cNvPr>
              <p:cNvGrpSpPr/>
              <p:nvPr/>
            </p:nvGrpSpPr>
            <p:grpSpPr>
              <a:xfrm>
                <a:off x="7364623" y="3961285"/>
                <a:ext cx="756803" cy="900427"/>
                <a:chOff x="6760515" y="3143193"/>
                <a:chExt cx="756803" cy="900427"/>
              </a:xfrm>
            </p:grpSpPr>
            <p:sp>
              <p:nvSpPr>
                <p:cNvPr id="107" name="Rectangle 106">
                  <a:extLst>
                    <a:ext uri="{FF2B5EF4-FFF2-40B4-BE49-F238E27FC236}">
                      <a16:creationId xmlns:a16="http://schemas.microsoft.com/office/drawing/2014/main" id="{A4267107-22E2-CBB9-3CC7-067161B1111F}"/>
                    </a:ext>
                  </a:extLst>
                </p:cNvPr>
                <p:cNvSpPr/>
                <p:nvPr/>
              </p:nvSpPr>
              <p:spPr bwMode="gray">
                <a:xfrm>
                  <a:off x="6917392" y="3143193"/>
                  <a:ext cx="599925" cy="900427"/>
                </a:xfrm>
                <a:prstGeom prst="rect">
                  <a:avLst/>
                </a:prstGeom>
                <a:solidFill>
                  <a:sysClr val="window" lastClr="FFFFFF"/>
                </a:solidFill>
                <a:ln w="19050" algn="ctr">
                  <a:solidFill>
                    <a:srgbClr val="75787B">
                      <a:lumMod val="50000"/>
                    </a:srgbClr>
                  </a:solidFill>
                  <a:miter lim="800000"/>
                  <a:headEnd/>
                  <a:tailEnd/>
                </a:ln>
              </p:spPr>
              <p:txBody>
                <a:bodyPr wrap="square" lIns="88900" tIns="88900" rIns="88900" bIns="88900" rtlCol="0" anchor="ctr"/>
                <a:lstStyle/>
                <a:p>
                  <a:pPr marL="0" marR="0" lvl="0" indent="0" algn="ctr" defTabSz="1219170" eaLnBrk="1" fontAlgn="auto" latinLnBrk="0" hangingPunct="1">
                    <a:lnSpc>
                      <a:spcPct val="106000"/>
                    </a:lnSpc>
                    <a:spcBef>
                      <a:spcPts val="0"/>
                    </a:spcBef>
                    <a:spcAft>
                      <a:spcPts val="0"/>
                    </a:spcAft>
                    <a:buClrTx/>
                    <a:buSzTx/>
                    <a:buFont typeface="Wingdings 2" pitchFamily="18" charset="2"/>
                    <a:buNone/>
                    <a:tabLst/>
                    <a:defRPr/>
                  </a:pPr>
                  <a:r>
                    <a:rPr kumimoji="0" lang="en-US" sz="18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rPr>
                    <a:t>4</a:t>
                  </a:r>
                  <a:endParaRPr kumimoji="0" lang="en-IN" sz="18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08" name="Rectangle 107">
                  <a:extLst>
                    <a:ext uri="{FF2B5EF4-FFF2-40B4-BE49-F238E27FC236}">
                      <a16:creationId xmlns:a16="http://schemas.microsoft.com/office/drawing/2014/main" id="{90FD9AAA-FF34-FFFF-7DC5-BD207984F853}"/>
                    </a:ext>
                  </a:extLst>
                </p:cNvPr>
                <p:cNvSpPr/>
                <p:nvPr/>
              </p:nvSpPr>
              <p:spPr>
                <a:xfrm>
                  <a:off x="7017212" y="3281201"/>
                  <a:ext cx="441146" cy="276999"/>
                </a:xfrm>
                <a:prstGeom prst="rect">
                  <a:avLst/>
                </a:prstGeom>
              </p:spPr>
              <p:txBody>
                <a:bodyPr wrap="none" tIns="0" bIns="0">
                  <a:spAutoFit/>
                </a:bodyPr>
                <a:lstStyle/>
                <a:p>
                  <a:r>
                    <a:rPr lang="en-US" b="1">
                      <a:latin typeface="Arial" panose="020B0604020202020204" pitchFamily="34" charset="0"/>
                      <a:cs typeface="Arial" panose="020B0604020202020204" pitchFamily="34" charset="0"/>
                    </a:rPr>
                    <a:t>58</a:t>
                  </a:r>
                  <a:endParaRPr lang="en-IN" b="1">
                    <a:latin typeface="Arial" panose="020B0604020202020204" pitchFamily="34" charset="0"/>
                    <a:cs typeface="Arial" panose="020B0604020202020204" pitchFamily="34" charset="0"/>
                  </a:endParaRPr>
                </a:p>
              </p:txBody>
            </p:sp>
            <p:sp>
              <p:nvSpPr>
                <p:cNvPr id="109" name="Rectangle 108">
                  <a:extLst>
                    <a:ext uri="{FF2B5EF4-FFF2-40B4-BE49-F238E27FC236}">
                      <a16:creationId xmlns:a16="http://schemas.microsoft.com/office/drawing/2014/main" id="{163E6075-AA8B-4C55-3121-CBE2ED160EEC}"/>
                    </a:ext>
                  </a:extLst>
                </p:cNvPr>
                <p:cNvSpPr/>
                <p:nvPr/>
              </p:nvSpPr>
              <p:spPr>
                <a:xfrm>
                  <a:off x="7042881" y="3723078"/>
                  <a:ext cx="383438" cy="215444"/>
                </a:xfrm>
                <a:prstGeom prst="rect">
                  <a:avLst/>
                </a:prstGeom>
              </p:spPr>
              <p:txBody>
                <a:bodyPr wrap="none" tIns="0" bIns="0">
                  <a:spAutoFit/>
                </a:bodyPr>
                <a:lstStyle/>
                <a:p>
                  <a:r>
                    <a:rPr lang="en-US" sz="1400">
                      <a:solidFill>
                        <a:srgbClr val="313131"/>
                      </a:solidFill>
                      <a:latin typeface="Arial" panose="020B0604020202020204" pitchFamily="34" charset="0"/>
                      <a:cs typeface="Arial" panose="020B0604020202020204" pitchFamily="34" charset="0"/>
                    </a:rPr>
                    <a:t>62</a:t>
                  </a:r>
                  <a:endParaRPr lang="en-IN" sz="1400">
                    <a:solidFill>
                      <a:srgbClr val="313131"/>
                    </a:solidFill>
                    <a:latin typeface="Arial" panose="020B0604020202020204" pitchFamily="34" charset="0"/>
                    <a:cs typeface="Arial" panose="020B0604020202020204" pitchFamily="34" charset="0"/>
                  </a:endParaRPr>
                </a:p>
              </p:txBody>
            </p:sp>
            <p:sp>
              <p:nvSpPr>
                <p:cNvPr id="110" name="Rectangle 109">
                  <a:extLst>
                    <a:ext uri="{FF2B5EF4-FFF2-40B4-BE49-F238E27FC236}">
                      <a16:creationId xmlns:a16="http://schemas.microsoft.com/office/drawing/2014/main" id="{BAC3BA7D-B6D3-6F80-0FE6-2DDE33B5A7DA}"/>
                    </a:ext>
                  </a:extLst>
                </p:cNvPr>
                <p:cNvSpPr/>
                <p:nvPr/>
              </p:nvSpPr>
              <p:spPr>
                <a:xfrm>
                  <a:off x="6760515" y="3538179"/>
                  <a:ext cx="756803" cy="161583"/>
                </a:xfrm>
                <a:prstGeom prst="rect">
                  <a:avLst/>
                </a:prstGeom>
                <a:solidFill>
                  <a:srgbClr val="75787B">
                    <a:lumMod val="50000"/>
                  </a:srgbClr>
                </a:solidFill>
              </p:spPr>
              <p:txBody>
                <a:bodyPr wrap="square" lIns="274320" tIns="0" bIns="0">
                  <a:spAutoFit/>
                </a:bodyPr>
                <a:lstStyle/>
                <a:p>
                  <a:pPr marL="0" marR="0" lvl="0" indent="0" algn="ctr" defTabSz="121917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rPr>
                    <a:t>of</a:t>
                  </a:r>
                  <a:endParaRPr kumimoji="0" lang="en-IN" sz="105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11" name="Rectangle 110">
                  <a:extLst>
                    <a:ext uri="{FF2B5EF4-FFF2-40B4-BE49-F238E27FC236}">
                      <a16:creationId xmlns:a16="http://schemas.microsoft.com/office/drawing/2014/main" id="{D8102E9D-53F1-EAA4-1FF8-AEBD691D7339}"/>
                    </a:ext>
                  </a:extLst>
                </p:cNvPr>
                <p:cNvSpPr/>
                <p:nvPr/>
              </p:nvSpPr>
              <p:spPr>
                <a:xfrm>
                  <a:off x="6950513" y="3882663"/>
                  <a:ext cx="557845" cy="138499"/>
                </a:xfrm>
                <a:prstGeom prst="rect">
                  <a:avLst/>
                </a:prstGeom>
              </p:spPr>
              <p:txBody>
                <a:bodyPr wrap="none" lIns="0" tIns="0" rIns="0" bIns="0">
                  <a:spAutoFit/>
                </a:bodyPr>
                <a:lstStyle/>
                <a:p>
                  <a:pPr marL="0" marR="0" lvl="0" indent="0" defTabSz="1032282"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313131"/>
                      </a:solidFill>
                      <a:effectLst/>
                      <a:uLnTx/>
                      <a:uFillTx/>
                      <a:latin typeface="Arial" panose="020B0604020202020204" pitchFamily="34" charset="0"/>
                      <a:cs typeface="Arial" panose="020B0604020202020204" pitchFamily="34" charset="0"/>
                    </a:rPr>
                    <a:t>companies</a:t>
                  </a:r>
                </a:p>
              </p:txBody>
            </p:sp>
            <p:sp>
              <p:nvSpPr>
                <p:cNvPr id="112" name="Rectangle 111">
                  <a:extLst>
                    <a:ext uri="{FF2B5EF4-FFF2-40B4-BE49-F238E27FC236}">
                      <a16:creationId xmlns:a16="http://schemas.microsoft.com/office/drawing/2014/main" id="{9084E05B-9A47-BBFB-65FD-4A0C07452BCB}"/>
                    </a:ext>
                  </a:extLst>
                </p:cNvPr>
                <p:cNvSpPr/>
                <p:nvPr/>
              </p:nvSpPr>
              <p:spPr>
                <a:xfrm>
                  <a:off x="7054045" y="3171396"/>
                  <a:ext cx="359073" cy="138499"/>
                </a:xfrm>
                <a:prstGeom prst="rect">
                  <a:avLst/>
                </a:prstGeom>
              </p:spPr>
              <p:txBody>
                <a:bodyPr wrap="none" lIns="0" tIns="0" rIns="0" bIns="0">
                  <a:spAutoFit/>
                </a:bodyPr>
                <a:lstStyle/>
                <a:p>
                  <a:pPr marL="0" marR="0" lvl="0" indent="0" defTabSz="1032282"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313131"/>
                      </a:solidFill>
                      <a:effectLst/>
                      <a:uLnTx/>
                      <a:uFillTx/>
                      <a:latin typeface="Arial" panose="020B0604020202020204" pitchFamily="34" charset="0"/>
                      <a:cs typeface="Arial" panose="020B0604020202020204" pitchFamily="34" charset="0"/>
                    </a:rPr>
                    <a:t>Serves</a:t>
                  </a:r>
                </a:p>
              </p:txBody>
            </p:sp>
          </p:grpSp>
          <p:sp>
            <p:nvSpPr>
              <p:cNvPr id="104" name="Oval 103">
                <a:extLst>
                  <a:ext uri="{FF2B5EF4-FFF2-40B4-BE49-F238E27FC236}">
                    <a16:creationId xmlns:a16="http://schemas.microsoft.com/office/drawing/2014/main" id="{D55CEC55-C513-8FAE-924B-070435A4E158}"/>
                  </a:ext>
                </a:extLst>
              </p:cNvPr>
              <p:cNvSpPr/>
              <p:nvPr/>
            </p:nvSpPr>
            <p:spPr bwMode="gray">
              <a:xfrm>
                <a:off x="7044894" y="4246465"/>
                <a:ext cx="405566" cy="405566"/>
              </a:xfrm>
              <a:prstGeom prst="ellipse">
                <a:avLst/>
              </a:prstGeom>
              <a:solidFill>
                <a:sysClr val="window" lastClr="FFFFFF"/>
              </a:solidFill>
              <a:ln w="19050" algn="ctr">
                <a:noFill/>
                <a:miter lim="800000"/>
                <a:headEnd/>
                <a:tailEnd/>
              </a:ln>
            </p:spPr>
            <p:txBody>
              <a:bodyPr wrap="square" lIns="88900" tIns="88900" rIns="88900" bIns="88900" rtlCol="0" anchor="ctr"/>
              <a:lstStyle/>
              <a:p>
                <a:pPr marL="0" marR="0" lvl="0" indent="0" algn="ctr" defTabSz="1219170" eaLnBrk="1" fontAlgn="auto" latinLnBrk="0" hangingPunct="1">
                  <a:lnSpc>
                    <a:spcPct val="106000"/>
                  </a:lnSpc>
                  <a:spcBef>
                    <a:spcPts val="0"/>
                  </a:spcBef>
                  <a:spcAft>
                    <a:spcPts val="0"/>
                  </a:spcAft>
                  <a:buClrTx/>
                  <a:buSzTx/>
                  <a:buFont typeface="Wingdings 2" pitchFamily="18" charset="2"/>
                  <a:buNone/>
                  <a:tabLst/>
                  <a:defRPr/>
                </a:pPr>
                <a:endParaRPr kumimoji="0" lang="en-IN" sz="18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05" name="Rectangle 104">
                <a:extLst>
                  <a:ext uri="{FF2B5EF4-FFF2-40B4-BE49-F238E27FC236}">
                    <a16:creationId xmlns:a16="http://schemas.microsoft.com/office/drawing/2014/main" id="{D0D01370-99AA-A664-17F4-B3A31C76D807}"/>
                  </a:ext>
                </a:extLst>
              </p:cNvPr>
              <p:cNvSpPr/>
              <p:nvPr/>
            </p:nvSpPr>
            <p:spPr>
              <a:xfrm>
                <a:off x="6066993" y="4271042"/>
                <a:ext cx="827972" cy="348813"/>
              </a:xfrm>
              <a:prstGeom prst="rect">
                <a:avLst/>
              </a:prstGeom>
            </p:spPr>
            <p:txBody>
              <a:bodyPr wrap="square" lIns="0" rIns="0">
                <a:spAutoFit/>
              </a:bodyPr>
              <a:lstStyle/>
              <a:p>
                <a:pPr marL="0" marR="0" lvl="0" indent="0" algn="r" defTabSz="905428" eaLnBrk="1" fontAlgn="auto" latinLnBrk="0" hangingPunct="1">
                  <a:lnSpc>
                    <a:spcPts val="1000"/>
                  </a:lnSpc>
                  <a:spcBef>
                    <a:spcPts val="0"/>
                  </a:spcBef>
                  <a:spcAft>
                    <a:spcPts val="0"/>
                  </a:spcAft>
                  <a:buClrTx/>
                  <a:buSzTx/>
                  <a:buFontTx/>
                  <a:buNone/>
                  <a:tabLst/>
                  <a:defRPr/>
                </a:pPr>
                <a:r>
                  <a:rPr kumimoji="0" lang="en-GB" sz="9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Tech, media</a:t>
                </a:r>
                <a:br>
                  <a:rPr kumimoji="0" lang="en-GB" sz="9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br>
                <a:r>
                  <a:rPr kumimoji="0" lang="en-GB" sz="9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&amp; telecom</a:t>
                </a:r>
              </a:p>
            </p:txBody>
          </p:sp>
          <p:sp>
            <p:nvSpPr>
              <p:cNvPr id="106" name="Isosceles Triangle 105">
                <a:extLst>
                  <a:ext uri="{FF2B5EF4-FFF2-40B4-BE49-F238E27FC236}">
                    <a16:creationId xmlns:a16="http://schemas.microsoft.com/office/drawing/2014/main" id="{62CDCB10-CF77-EB9A-F0E8-81EBB32CEEA8}"/>
                  </a:ext>
                </a:extLst>
              </p:cNvPr>
              <p:cNvSpPr/>
              <p:nvPr/>
            </p:nvSpPr>
            <p:spPr bwMode="gray">
              <a:xfrm rot="5400000">
                <a:off x="6948115" y="4402111"/>
                <a:ext cx="103948" cy="89610"/>
              </a:xfrm>
              <a:prstGeom prst="triangle">
                <a:avLst/>
              </a:prstGeom>
              <a:solidFill>
                <a:srgbClr val="75787B">
                  <a:lumMod val="50000"/>
                </a:srgbClr>
              </a:solidFill>
              <a:ln w="19050" algn="ctr">
                <a:noFill/>
                <a:miter lim="800000"/>
                <a:headEnd/>
                <a:tailEnd/>
              </a:ln>
            </p:spPr>
            <p:txBody>
              <a:bodyPr wrap="square" lIns="88900" tIns="88900" rIns="88900" bIns="88900" rtlCol="0" anchor="ctr"/>
              <a:lstStyle/>
              <a:p>
                <a:pPr marL="0" marR="0" lvl="0" indent="0" algn="ctr" defTabSz="1219170" eaLnBrk="1" fontAlgn="auto" latinLnBrk="0" hangingPunct="1">
                  <a:lnSpc>
                    <a:spcPct val="106000"/>
                  </a:lnSpc>
                  <a:spcBef>
                    <a:spcPts val="0"/>
                  </a:spcBef>
                  <a:spcAft>
                    <a:spcPts val="0"/>
                  </a:spcAft>
                  <a:buClrTx/>
                  <a:buSzTx/>
                  <a:buFont typeface="Wingdings 2" pitchFamily="18" charset="2"/>
                  <a:buNone/>
                  <a:tabLst/>
                  <a:defRPr/>
                </a:pPr>
                <a:endParaRPr kumimoji="0" lang="en-IN" sz="18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cxnSp>
          <p:nvCxnSpPr>
            <p:cNvPr id="58" name="Straight Connector 57">
              <a:extLst>
                <a:ext uri="{FF2B5EF4-FFF2-40B4-BE49-F238E27FC236}">
                  <a16:creationId xmlns:a16="http://schemas.microsoft.com/office/drawing/2014/main" id="{04A26838-AF08-C525-31E3-8DD4FF377260}"/>
                </a:ext>
              </a:extLst>
            </p:cNvPr>
            <p:cNvCxnSpPr/>
            <p:nvPr/>
          </p:nvCxnSpPr>
          <p:spPr>
            <a:xfrm>
              <a:off x="5947025" y="2825810"/>
              <a:ext cx="4151046" cy="0"/>
            </a:xfrm>
            <a:prstGeom prst="line">
              <a:avLst/>
            </a:prstGeom>
            <a:noFill/>
            <a:ln w="9525" cap="flat" cmpd="sng" algn="ctr">
              <a:solidFill>
                <a:srgbClr val="53565A"/>
              </a:solidFill>
              <a:prstDash val="solid"/>
            </a:ln>
            <a:effectLst/>
          </p:spPr>
        </p:cxnSp>
        <p:cxnSp>
          <p:nvCxnSpPr>
            <p:cNvPr id="59" name="Straight Connector 58">
              <a:extLst>
                <a:ext uri="{FF2B5EF4-FFF2-40B4-BE49-F238E27FC236}">
                  <a16:creationId xmlns:a16="http://schemas.microsoft.com/office/drawing/2014/main" id="{15BCF329-76BA-186F-2D70-B8993DADEEC3}"/>
                </a:ext>
              </a:extLst>
            </p:cNvPr>
            <p:cNvCxnSpPr/>
            <p:nvPr/>
          </p:nvCxnSpPr>
          <p:spPr>
            <a:xfrm>
              <a:off x="5947025" y="5986016"/>
              <a:ext cx="4151046" cy="0"/>
            </a:xfrm>
            <a:prstGeom prst="line">
              <a:avLst/>
            </a:prstGeom>
            <a:noFill/>
            <a:ln w="9525" cap="flat" cmpd="sng" algn="ctr">
              <a:solidFill>
                <a:srgbClr val="53565A"/>
              </a:solidFill>
              <a:prstDash val="solid"/>
            </a:ln>
            <a:effectLst/>
          </p:spPr>
        </p:cxnSp>
        <p:grpSp>
          <p:nvGrpSpPr>
            <p:cNvPr id="60" name="Group 55">
              <a:extLst>
                <a:ext uri="{FF2B5EF4-FFF2-40B4-BE49-F238E27FC236}">
                  <a16:creationId xmlns:a16="http://schemas.microsoft.com/office/drawing/2014/main" id="{F824C652-6532-4CC3-8F25-611976F7E0E0}"/>
                </a:ext>
              </a:extLst>
            </p:cNvPr>
            <p:cNvGrpSpPr>
              <a:grpSpLocks/>
            </p:cNvGrpSpPr>
            <p:nvPr/>
          </p:nvGrpSpPr>
          <p:grpSpPr bwMode="auto">
            <a:xfrm>
              <a:off x="9054871" y="3249610"/>
              <a:ext cx="351923" cy="353505"/>
              <a:chOff x="4263" y="0"/>
              <a:chExt cx="340" cy="340"/>
            </a:xfrm>
            <a:solidFill>
              <a:srgbClr val="0097A9"/>
            </a:solidFill>
          </p:grpSpPr>
          <p:sp>
            <p:nvSpPr>
              <p:cNvPr id="101" name="Freeform 56">
                <a:extLst>
                  <a:ext uri="{FF2B5EF4-FFF2-40B4-BE49-F238E27FC236}">
                    <a16:creationId xmlns:a16="http://schemas.microsoft.com/office/drawing/2014/main" id="{05D763BE-4A3E-FB3D-24B5-AF2DA8AE4903}"/>
                  </a:ext>
                </a:extLst>
              </p:cNvPr>
              <p:cNvSpPr>
                <a:spLocks noEditPoints="1"/>
              </p:cNvSpPr>
              <p:nvPr/>
            </p:nvSpPr>
            <p:spPr bwMode="auto">
              <a:xfrm>
                <a:off x="4263" y="0"/>
                <a:ext cx="340" cy="34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256 w 512"/>
                  <a:gd name="T11" fmla="*/ 490 h 512"/>
                  <a:gd name="T12" fmla="*/ 21 w 512"/>
                  <a:gd name="T13" fmla="*/ 256 h 512"/>
                  <a:gd name="T14" fmla="*/ 256 w 512"/>
                  <a:gd name="T15" fmla="*/ 21 h 512"/>
                  <a:gd name="T16" fmla="*/ 490 w 512"/>
                  <a:gd name="T17" fmla="*/ 256 h 512"/>
                  <a:gd name="T18" fmla="*/ 256 w 512"/>
                  <a:gd name="T19" fmla="*/ 49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90"/>
                    </a:moveTo>
                    <a:cubicBezTo>
                      <a:pt x="126" y="490"/>
                      <a:pt x="21" y="385"/>
                      <a:pt x="21" y="256"/>
                    </a:cubicBezTo>
                    <a:cubicBezTo>
                      <a:pt x="21" y="126"/>
                      <a:pt x="126" y="21"/>
                      <a:pt x="256" y="21"/>
                    </a:cubicBezTo>
                    <a:cubicBezTo>
                      <a:pt x="385" y="21"/>
                      <a:pt x="490" y="126"/>
                      <a:pt x="490" y="256"/>
                    </a:cubicBezTo>
                    <a:cubicBezTo>
                      <a:pt x="490" y="385"/>
                      <a:pt x="385" y="490"/>
                      <a:pt x="256" y="49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78872" tIns="39436" rIns="78872" bIns="39436" numCol="1" anchor="t" anchorCtr="0" compatLnSpc="1">
                <a:prstTxWarp prst="textNoShape">
                  <a:avLst/>
                </a:prstTxWarp>
              </a:bodyPr>
              <a:lstStyle/>
              <a:p>
                <a:pPr marL="0" marR="0" lvl="0" indent="0" defTabSz="905428"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02" name="Freeform 57">
                <a:extLst>
                  <a:ext uri="{FF2B5EF4-FFF2-40B4-BE49-F238E27FC236}">
                    <a16:creationId xmlns:a16="http://schemas.microsoft.com/office/drawing/2014/main" id="{B34C29DF-A96B-5449-BA6B-8EDF4A2867C9}"/>
                  </a:ext>
                </a:extLst>
              </p:cNvPr>
              <p:cNvSpPr>
                <a:spLocks noEditPoints="1"/>
              </p:cNvSpPr>
              <p:nvPr/>
            </p:nvSpPr>
            <p:spPr bwMode="auto">
              <a:xfrm>
                <a:off x="4341" y="70"/>
                <a:ext cx="188" cy="192"/>
              </a:xfrm>
              <a:custGeom>
                <a:avLst/>
                <a:gdLst>
                  <a:gd name="T0" fmla="*/ 267 w 283"/>
                  <a:gd name="T1" fmla="*/ 268 h 289"/>
                  <a:gd name="T2" fmla="*/ 267 w 283"/>
                  <a:gd name="T3" fmla="*/ 135 h 289"/>
                  <a:gd name="T4" fmla="*/ 264 w 283"/>
                  <a:gd name="T5" fmla="*/ 63 h 289"/>
                  <a:gd name="T6" fmla="*/ 264 w 283"/>
                  <a:gd name="T7" fmla="*/ 63 h 289"/>
                  <a:gd name="T8" fmla="*/ 243 w 283"/>
                  <a:gd name="T9" fmla="*/ 20 h 289"/>
                  <a:gd name="T10" fmla="*/ 196 w 283"/>
                  <a:gd name="T11" fmla="*/ 9 h 289"/>
                  <a:gd name="T12" fmla="*/ 176 w 283"/>
                  <a:gd name="T13" fmla="*/ 53 h 289"/>
                  <a:gd name="T14" fmla="*/ 189 w 283"/>
                  <a:gd name="T15" fmla="*/ 82 h 289"/>
                  <a:gd name="T16" fmla="*/ 27 w 283"/>
                  <a:gd name="T17" fmla="*/ 173 h 289"/>
                  <a:gd name="T18" fmla="*/ 21 w 283"/>
                  <a:gd name="T19" fmla="*/ 183 h 289"/>
                  <a:gd name="T20" fmla="*/ 21 w 283"/>
                  <a:gd name="T21" fmla="*/ 215 h 289"/>
                  <a:gd name="T22" fmla="*/ 11 w 283"/>
                  <a:gd name="T23" fmla="*/ 215 h 289"/>
                  <a:gd name="T24" fmla="*/ 0 w 283"/>
                  <a:gd name="T25" fmla="*/ 225 h 289"/>
                  <a:gd name="T26" fmla="*/ 0 w 283"/>
                  <a:gd name="T27" fmla="*/ 279 h 289"/>
                  <a:gd name="T28" fmla="*/ 11 w 283"/>
                  <a:gd name="T29" fmla="*/ 289 h 289"/>
                  <a:gd name="T30" fmla="*/ 53 w 283"/>
                  <a:gd name="T31" fmla="*/ 289 h 289"/>
                  <a:gd name="T32" fmla="*/ 267 w 283"/>
                  <a:gd name="T33" fmla="*/ 289 h 289"/>
                  <a:gd name="T34" fmla="*/ 277 w 283"/>
                  <a:gd name="T35" fmla="*/ 279 h 289"/>
                  <a:gd name="T36" fmla="*/ 267 w 283"/>
                  <a:gd name="T37" fmla="*/ 268 h 289"/>
                  <a:gd name="T38" fmla="*/ 179 w 283"/>
                  <a:gd name="T39" fmla="*/ 268 h 289"/>
                  <a:gd name="T40" fmla="*/ 149 w 283"/>
                  <a:gd name="T41" fmla="*/ 129 h 289"/>
                  <a:gd name="T42" fmla="*/ 200 w 283"/>
                  <a:gd name="T43" fmla="*/ 100 h 289"/>
                  <a:gd name="T44" fmla="*/ 245 w 283"/>
                  <a:gd name="T45" fmla="*/ 141 h 289"/>
                  <a:gd name="T46" fmla="*/ 245 w 283"/>
                  <a:gd name="T47" fmla="*/ 268 h 289"/>
                  <a:gd name="T48" fmla="*/ 179 w 283"/>
                  <a:gd name="T49" fmla="*/ 268 h 289"/>
                  <a:gd name="T50" fmla="*/ 157 w 283"/>
                  <a:gd name="T51" fmla="*/ 268 h 289"/>
                  <a:gd name="T52" fmla="*/ 120 w 283"/>
                  <a:gd name="T53" fmla="*/ 268 h 289"/>
                  <a:gd name="T54" fmla="*/ 139 w 283"/>
                  <a:gd name="T55" fmla="*/ 180 h 289"/>
                  <a:gd name="T56" fmla="*/ 157 w 283"/>
                  <a:gd name="T57" fmla="*/ 268 h 289"/>
                  <a:gd name="T58" fmla="*/ 205 w 283"/>
                  <a:gd name="T59" fmla="*/ 28 h 289"/>
                  <a:gd name="T60" fmla="*/ 214 w 283"/>
                  <a:gd name="T61" fmla="*/ 26 h 289"/>
                  <a:gd name="T62" fmla="*/ 226 w 283"/>
                  <a:gd name="T63" fmla="*/ 34 h 289"/>
                  <a:gd name="T64" fmla="*/ 244 w 283"/>
                  <a:gd name="T65" fmla="*/ 70 h 289"/>
                  <a:gd name="T66" fmla="*/ 251 w 283"/>
                  <a:gd name="T67" fmla="*/ 120 h 289"/>
                  <a:gd name="T68" fmla="*/ 216 w 283"/>
                  <a:gd name="T69" fmla="*/ 85 h 289"/>
                  <a:gd name="T70" fmla="*/ 197 w 283"/>
                  <a:gd name="T71" fmla="*/ 48 h 289"/>
                  <a:gd name="T72" fmla="*/ 205 w 283"/>
                  <a:gd name="T73" fmla="*/ 28 h 289"/>
                  <a:gd name="T74" fmla="*/ 43 w 283"/>
                  <a:gd name="T75" fmla="*/ 189 h 289"/>
                  <a:gd name="T76" fmla="*/ 125 w 283"/>
                  <a:gd name="T77" fmla="*/ 143 h 289"/>
                  <a:gd name="T78" fmla="*/ 98 w 283"/>
                  <a:gd name="T79" fmla="*/ 268 h 289"/>
                  <a:gd name="T80" fmla="*/ 64 w 283"/>
                  <a:gd name="T81" fmla="*/ 268 h 289"/>
                  <a:gd name="T82" fmla="*/ 64 w 283"/>
                  <a:gd name="T83" fmla="*/ 225 h 289"/>
                  <a:gd name="T84" fmla="*/ 53 w 283"/>
                  <a:gd name="T85" fmla="*/ 215 h 289"/>
                  <a:gd name="T86" fmla="*/ 43 w 283"/>
                  <a:gd name="T87" fmla="*/ 215 h 289"/>
                  <a:gd name="T88" fmla="*/ 43 w 283"/>
                  <a:gd name="T89" fmla="*/ 189 h 289"/>
                  <a:gd name="T90" fmla="*/ 21 w 283"/>
                  <a:gd name="T91" fmla="*/ 236 h 289"/>
                  <a:gd name="T92" fmla="*/ 43 w 283"/>
                  <a:gd name="T93" fmla="*/ 236 h 289"/>
                  <a:gd name="T94" fmla="*/ 43 w 283"/>
                  <a:gd name="T95" fmla="*/ 268 h 289"/>
                  <a:gd name="T96" fmla="*/ 21 w 283"/>
                  <a:gd name="T97" fmla="*/ 268 h 289"/>
                  <a:gd name="T98" fmla="*/ 21 w 283"/>
                  <a:gd name="T99" fmla="*/ 236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3" h="289">
                    <a:moveTo>
                      <a:pt x="267" y="268"/>
                    </a:moveTo>
                    <a:cubicBezTo>
                      <a:pt x="267" y="135"/>
                      <a:pt x="267" y="135"/>
                      <a:pt x="267" y="135"/>
                    </a:cubicBezTo>
                    <a:cubicBezTo>
                      <a:pt x="283" y="121"/>
                      <a:pt x="275" y="92"/>
                      <a:pt x="264" y="63"/>
                    </a:cubicBezTo>
                    <a:cubicBezTo>
                      <a:pt x="264" y="63"/>
                      <a:pt x="264" y="63"/>
                      <a:pt x="264" y="63"/>
                    </a:cubicBezTo>
                    <a:cubicBezTo>
                      <a:pt x="261" y="53"/>
                      <a:pt x="251" y="30"/>
                      <a:pt x="243" y="20"/>
                    </a:cubicBezTo>
                    <a:cubicBezTo>
                      <a:pt x="229" y="4"/>
                      <a:pt x="214" y="0"/>
                      <a:pt x="196" y="9"/>
                    </a:cubicBezTo>
                    <a:cubicBezTo>
                      <a:pt x="178" y="18"/>
                      <a:pt x="171" y="33"/>
                      <a:pt x="176" y="53"/>
                    </a:cubicBezTo>
                    <a:cubicBezTo>
                      <a:pt x="178" y="59"/>
                      <a:pt x="182" y="69"/>
                      <a:pt x="189" y="82"/>
                    </a:cubicBezTo>
                    <a:cubicBezTo>
                      <a:pt x="27" y="173"/>
                      <a:pt x="27" y="173"/>
                      <a:pt x="27" y="173"/>
                    </a:cubicBezTo>
                    <a:cubicBezTo>
                      <a:pt x="23" y="175"/>
                      <a:pt x="21" y="179"/>
                      <a:pt x="21" y="183"/>
                    </a:cubicBezTo>
                    <a:cubicBezTo>
                      <a:pt x="21" y="215"/>
                      <a:pt x="21" y="215"/>
                      <a:pt x="21" y="215"/>
                    </a:cubicBezTo>
                    <a:cubicBezTo>
                      <a:pt x="11" y="215"/>
                      <a:pt x="11" y="215"/>
                      <a:pt x="11" y="215"/>
                    </a:cubicBezTo>
                    <a:cubicBezTo>
                      <a:pt x="5" y="215"/>
                      <a:pt x="0" y="219"/>
                      <a:pt x="0" y="225"/>
                    </a:cubicBezTo>
                    <a:cubicBezTo>
                      <a:pt x="0" y="279"/>
                      <a:pt x="0" y="279"/>
                      <a:pt x="0" y="279"/>
                    </a:cubicBezTo>
                    <a:cubicBezTo>
                      <a:pt x="0" y="285"/>
                      <a:pt x="5" y="289"/>
                      <a:pt x="11" y="289"/>
                    </a:cubicBezTo>
                    <a:cubicBezTo>
                      <a:pt x="53" y="289"/>
                      <a:pt x="53" y="289"/>
                      <a:pt x="53" y="289"/>
                    </a:cubicBezTo>
                    <a:cubicBezTo>
                      <a:pt x="267" y="289"/>
                      <a:pt x="267" y="289"/>
                      <a:pt x="267" y="289"/>
                    </a:cubicBezTo>
                    <a:cubicBezTo>
                      <a:pt x="273" y="289"/>
                      <a:pt x="277" y="285"/>
                      <a:pt x="277" y="279"/>
                    </a:cubicBezTo>
                    <a:cubicBezTo>
                      <a:pt x="277" y="273"/>
                      <a:pt x="273" y="268"/>
                      <a:pt x="267" y="268"/>
                    </a:cubicBezTo>
                    <a:close/>
                    <a:moveTo>
                      <a:pt x="179" y="268"/>
                    </a:moveTo>
                    <a:cubicBezTo>
                      <a:pt x="149" y="129"/>
                      <a:pt x="149" y="129"/>
                      <a:pt x="149" y="129"/>
                    </a:cubicBezTo>
                    <a:cubicBezTo>
                      <a:pt x="200" y="100"/>
                      <a:pt x="200" y="100"/>
                      <a:pt x="200" y="100"/>
                    </a:cubicBezTo>
                    <a:cubicBezTo>
                      <a:pt x="216" y="125"/>
                      <a:pt x="231" y="139"/>
                      <a:pt x="245" y="141"/>
                    </a:cubicBezTo>
                    <a:cubicBezTo>
                      <a:pt x="245" y="268"/>
                      <a:pt x="245" y="268"/>
                      <a:pt x="245" y="268"/>
                    </a:cubicBezTo>
                    <a:lnTo>
                      <a:pt x="179" y="268"/>
                    </a:lnTo>
                    <a:close/>
                    <a:moveTo>
                      <a:pt x="157" y="268"/>
                    </a:moveTo>
                    <a:cubicBezTo>
                      <a:pt x="120" y="268"/>
                      <a:pt x="120" y="268"/>
                      <a:pt x="120" y="268"/>
                    </a:cubicBezTo>
                    <a:cubicBezTo>
                      <a:pt x="139" y="180"/>
                      <a:pt x="139" y="180"/>
                      <a:pt x="139" y="180"/>
                    </a:cubicBezTo>
                    <a:lnTo>
                      <a:pt x="157" y="268"/>
                    </a:lnTo>
                    <a:close/>
                    <a:moveTo>
                      <a:pt x="205" y="28"/>
                    </a:moveTo>
                    <a:cubicBezTo>
                      <a:pt x="208" y="27"/>
                      <a:pt x="211" y="26"/>
                      <a:pt x="214" y="26"/>
                    </a:cubicBezTo>
                    <a:cubicBezTo>
                      <a:pt x="217" y="26"/>
                      <a:pt x="221" y="28"/>
                      <a:pt x="226" y="34"/>
                    </a:cubicBezTo>
                    <a:cubicBezTo>
                      <a:pt x="231" y="39"/>
                      <a:pt x="240" y="58"/>
                      <a:pt x="244" y="70"/>
                    </a:cubicBezTo>
                    <a:cubicBezTo>
                      <a:pt x="259" y="110"/>
                      <a:pt x="255" y="118"/>
                      <a:pt x="251" y="120"/>
                    </a:cubicBezTo>
                    <a:cubicBezTo>
                      <a:pt x="247" y="122"/>
                      <a:pt x="235" y="117"/>
                      <a:pt x="216" y="85"/>
                    </a:cubicBezTo>
                    <a:cubicBezTo>
                      <a:pt x="201" y="61"/>
                      <a:pt x="198" y="52"/>
                      <a:pt x="197" y="48"/>
                    </a:cubicBezTo>
                    <a:cubicBezTo>
                      <a:pt x="194" y="35"/>
                      <a:pt x="199" y="32"/>
                      <a:pt x="205" y="28"/>
                    </a:cubicBezTo>
                    <a:close/>
                    <a:moveTo>
                      <a:pt x="43" y="189"/>
                    </a:moveTo>
                    <a:cubicBezTo>
                      <a:pt x="125" y="143"/>
                      <a:pt x="125" y="143"/>
                      <a:pt x="125" y="143"/>
                    </a:cubicBezTo>
                    <a:cubicBezTo>
                      <a:pt x="98" y="268"/>
                      <a:pt x="98" y="268"/>
                      <a:pt x="98" y="268"/>
                    </a:cubicBezTo>
                    <a:cubicBezTo>
                      <a:pt x="64" y="268"/>
                      <a:pt x="64" y="268"/>
                      <a:pt x="64" y="268"/>
                    </a:cubicBezTo>
                    <a:cubicBezTo>
                      <a:pt x="64" y="225"/>
                      <a:pt x="64" y="225"/>
                      <a:pt x="64" y="225"/>
                    </a:cubicBezTo>
                    <a:cubicBezTo>
                      <a:pt x="64" y="219"/>
                      <a:pt x="59" y="215"/>
                      <a:pt x="53" y="215"/>
                    </a:cubicBezTo>
                    <a:cubicBezTo>
                      <a:pt x="43" y="215"/>
                      <a:pt x="43" y="215"/>
                      <a:pt x="43" y="215"/>
                    </a:cubicBezTo>
                    <a:lnTo>
                      <a:pt x="43" y="189"/>
                    </a:lnTo>
                    <a:close/>
                    <a:moveTo>
                      <a:pt x="21" y="236"/>
                    </a:moveTo>
                    <a:cubicBezTo>
                      <a:pt x="43" y="236"/>
                      <a:pt x="43" y="236"/>
                      <a:pt x="43" y="236"/>
                    </a:cubicBezTo>
                    <a:cubicBezTo>
                      <a:pt x="43" y="268"/>
                      <a:pt x="43" y="268"/>
                      <a:pt x="43" y="268"/>
                    </a:cubicBezTo>
                    <a:cubicBezTo>
                      <a:pt x="21" y="268"/>
                      <a:pt x="21" y="268"/>
                      <a:pt x="21" y="268"/>
                    </a:cubicBezTo>
                    <a:lnTo>
                      <a:pt x="21" y="2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78872" tIns="39436" rIns="78872" bIns="39436" numCol="1" anchor="t" anchorCtr="0" compatLnSpc="1">
                <a:prstTxWarp prst="textNoShape">
                  <a:avLst/>
                </a:prstTxWarp>
              </a:bodyPr>
              <a:lstStyle/>
              <a:p>
                <a:pPr marL="0" marR="0" lvl="0" indent="0" defTabSz="905428"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grpSp>
          <p:nvGrpSpPr>
            <p:cNvPr id="61" name="Group 60">
              <a:extLst>
                <a:ext uri="{FF2B5EF4-FFF2-40B4-BE49-F238E27FC236}">
                  <a16:creationId xmlns:a16="http://schemas.microsoft.com/office/drawing/2014/main" id="{0BEEE020-EFD6-FCF6-73E2-23AF1767FB2B}"/>
                </a:ext>
              </a:extLst>
            </p:cNvPr>
            <p:cNvGrpSpPr/>
            <p:nvPr/>
          </p:nvGrpSpPr>
          <p:grpSpPr>
            <a:xfrm>
              <a:off x="8043685" y="3961285"/>
              <a:ext cx="2054387" cy="900427"/>
              <a:chOff x="8206515" y="3961285"/>
              <a:chExt cx="2054387" cy="900427"/>
            </a:xfrm>
          </p:grpSpPr>
          <p:grpSp>
            <p:nvGrpSpPr>
              <p:cNvPr id="88" name="Group 87">
                <a:extLst>
                  <a:ext uri="{FF2B5EF4-FFF2-40B4-BE49-F238E27FC236}">
                    <a16:creationId xmlns:a16="http://schemas.microsoft.com/office/drawing/2014/main" id="{32D371DE-9538-6874-8EA6-256207FA4CA8}"/>
                  </a:ext>
                </a:extLst>
              </p:cNvPr>
              <p:cNvGrpSpPr/>
              <p:nvPr/>
            </p:nvGrpSpPr>
            <p:grpSpPr>
              <a:xfrm>
                <a:off x="9504099" y="3961285"/>
                <a:ext cx="756803" cy="900427"/>
                <a:chOff x="6760515" y="3143193"/>
                <a:chExt cx="756803" cy="900427"/>
              </a:xfrm>
            </p:grpSpPr>
            <p:sp>
              <p:nvSpPr>
                <p:cNvPr id="95" name="Rectangle 94">
                  <a:extLst>
                    <a:ext uri="{FF2B5EF4-FFF2-40B4-BE49-F238E27FC236}">
                      <a16:creationId xmlns:a16="http://schemas.microsoft.com/office/drawing/2014/main" id="{BDACAAC1-50A7-634F-32CC-527CD8580361}"/>
                    </a:ext>
                  </a:extLst>
                </p:cNvPr>
                <p:cNvSpPr/>
                <p:nvPr/>
              </p:nvSpPr>
              <p:spPr bwMode="gray">
                <a:xfrm>
                  <a:off x="6917392" y="3143193"/>
                  <a:ext cx="599925" cy="900427"/>
                </a:xfrm>
                <a:prstGeom prst="rect">
                  <a:avLst/>
                </a:prstGeom>
                <a:solidFill>
                  <a:sysClr val="window" lastClr="FFFFFF"/>
                </a:solidFill>
                <a:ln w="19050" algn="ctr">
                  <a:solidFill>
                    <a:srgbClr val="046A38"/>
                  </a:solidFill>
                  <a:miter lim="800000"/>
                  <a:headEnd/>
                  <a:tailEnd/>
                </a:ln>
              </p:spPr>
              <p:txBody>
                <a:bodyPr wrap="square" lIns="88900" tIns="88900" rIns="88900" bIns="88900" rtlCol="0" anchor="ctr"/>
                <a:lstStyle/>
                <a:p>
                  <a:pPr marL="0" marR="0" lvl="0" indent="0" algn="ctr" defTabSz="1219170" eaLnBrk="1" fontAlgn="auto" latinLnBrk="0" hangingPunct="1">
                    <a:lnSpc>
                      <a:spcPct val="106000"/>
                    </a:lnSpc>
                    <a:spcBef>
                      <a:spcPts val="0"/>
                    </a:spcBef>
                    <a:spcAft>
                      <a:spcPts val="0"/>
                    </a:spcAft>
                    <a:buClrTx/>
                    <a:buSzTx/>
                    <a:buFont typeface="Wingdings 2" pitchFamily="18" charset="2"/>
                    <a:buNone/>
                    <a:tabLst/>
                    <a:defRPr/>
                  </a:pPr>
                  <a:r>
                    <a:rPr kumimoji="0" lang="en-US" sz="18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rPr>
                    <a:t>4</a:t>
                  </a:r>
                  <a:endParaRPr kumimoji="0" lang="en-IN" sz="18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96" name="Rectangle 95">
                  <a:extLst>
                    <a:ext uri="{FF2B5EF4-FFF2-40B4-BE49-F238E27FC236}">
                      <a16:creationId xmlns:a16="http://schemas.microsoft.com/office/drawing/2014/main" id="{197D1BDF-0372-2C93-B95C-69ECA998DF79}"/>
                    </a:ext>
                  </a:extLst>
                </p:cNvPr>
                <p:cNvSpPr/>
                <p:nvPr/>
              </p:nvSpPr>
              <p:spPr>
                <a:xfrm>
                  <a:off x="7008002" y="3269672"/>
                  <a:ext cx="441146" cy="276999"/>
                </a:xfrm>
                <a:prstGeom prst="rect">
                  <a:avLst/>
                </a:prstGeom>
              </p:spPr>
              <p:txBody>
                <a:bodyPr wrap="none" tIns="0" bIns="0">
                  <a:spAutoFit/>
                </a:bodyPr>
                <a:lstStyle/>
                <a:p>
                  <a:r>
                    <a:rPr lang="en-US" b="1">
                      <a:solidFill>
                        <a:srgbClr val="313131"/>
                      </a:solidFill>
                      <a:latin typeface="Arial" panose="020B0604020202020204" pitchFamily="34" charset="0"/>
                      <a:cs typeface="Arial" panose="020B0604020202020204" pitchFamily="34" charset="0"/>
                    </a:rPr>
                    <a:t>31</a:t>
                  </a:r>
                  <a:endParaRPr lang="en-IN" b="1">
                    <a:latin typeface="Arial" panose="020B0604020202020204" pitchFamily="34" charset="0"/>
                    <a:cs typeface="Arial" panose="020B0604020202020204" pitchFamily="34" charset="0"/>
                  </a:endParaRPr>
                </a:p>
              </p:txBody>
            </p:sp>
            <p:sp>
              <p:nvSpPr>
                <p:cNvPr id="97" name="Rectangle 96">
                  <a:extLst>
                    <a:ext uri="{FF2B5EF4-FFF2-40B4-BE49-F238E27FC236}">
                      <a16:creationId xmlns:a16="http://schemas.microsoft.com/office/drawing/2014/main" id="{E28495B7-DD6D-59A7-EFFF-04C798CC85E4}"/>
                    </a:ext>
                  </a:extLst>
                </p:cNvPr>
                <p:cNvSpPr/>
                <p:nvPr/>
              </p:nvSpPr>
              <p:spPr>
                <a:xfrm>
                  <a:off x="7038835" y="3723078"/>
                  <a:ext cx="383438" cy="215444"/>
                </a:xfrm>
                <a:prstGeom prst="rect">
                  <a:avLst/>
                </a:prstGeom>
              </p:spPr>
              <p:txBody>
                <a:bodyPr wrap="none" tIns="0" bIns="0">
                  <a:spAutoFit/>
                </a:bodyPr>
                <a:lstStyle/>
                <a:p>
                  <a:r>
                    <a:rPr lang="en-US" sz="1400">
                      <a:solidFill>
                        <a:srgbClr val="313131"/>
                      </a:solidFill>
                      <a:latin typeface="Arial" panose="020B0604020202020204" pitchFamily="34" charset="0"/>
                      <a:cs typeface="Arial" panose="020B0604020202020204" pitchFamily="34" charset="0"/>
                    </a:rPr>
                    <a:t>34</a:t>
                  </a:r>
                  <a:endParaRPr lang="en-IN" sz="1400">
                    <a:solidFill>
                      <a:srgbClr val="313131"/>
                    </a:solidFill>
                    <a:latin typeface="Arial" panose="020B0604020202020204" pitchFamily="34" charset="0"/>
                    <a:cs typeface="Arial" panose="020B0604020202020204" pitchFamily="34" charset="0"/>
                  </a:endParaRPr>
                </a:p>
              </p:txBody>
            </p:sp>
            <p:sp>
              <p:nvSpPr>
                <p:cNvPr id="98" name="Rectangle 97">
                  <a:extLst>
                    <a:ext uri="{FF2B5EF4-FFF2-40B4-BE49-F238E27FC236}">
                      <a16:creationId xmlns:a16="http://schemas.microsoft.com/office/drawing/2014/main" id="{24F028AB-C200-4D06-B9B0-96ECBB1B154B}"/>
                    </a:ext>
                  </a:extLst>
                </p:cNvPr>
                <p:cNvSpPr/>
                <p:nvPr/>
              </p:nvSpPr>
              <p:spPr>
                <a:xfrm>
                  <a:off x="6760515" y="3538179"/>
                  <a:ext cx="756803" cy="161583"/>
                </a:xfrm>
                <a:prstGeom prst="rect">
                  <a:avLst/>
                </a:prstGeom>
                <a:solidFill>
                  <a:srgbClr val="046A38"/>
                </a:solidFill>
              </p:spPr>
              <p:txBody>
                <a:bodyPr wrap="square" lIns="274320" tIns="0" bIns="0">
                  <a:spAutoFit/>
                </a:bodyPr>
                <a:lstStyle/>
                <a:p>
                  <a:pPr marL="0" marR="0" lvl="0" indent="0" algn="ctr" defTabSz="121917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rPr>
                    <a:t>of</a:t>
                  </a:r>
                  <a:endParaRPr kumimoji="0" lang="en-IN" sz="105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99" name="Rectangle 98">
                  <a:extLst>
                    <a:ext uri="{FF2B5EF4-FFF2-40B4-BE49-F238E27FC236}">
                      <a16:creationId xmlns:a16="http://schemas.microsoft.com/office/drawing/2014/main" id="{2D86017A-1BC0-5282-A56C-90B5E8163A3C}"/>
                    </a:ext>
                  </a:extLst>
                </p:cNvPr>
                <p:cNvSpPr/>
                <p:nvPr/>
              </p:nvSpPr>
              <p:spPr>
                <a:xfrm>
                  <a:off x="6950513" y="3882663"/>
                  <a:ext cx="557845" cy="138499"/>
                </a:xfrm>
                <a:prstGeom prst="rect">
                  <a:avLst/>
                </a:prstGeom>
              </p:spPr>
              <p:txBody>
                <a:bodyPr wrap="none" lIns="0" tIns="0" rIns="0" bIns="0">
                  <a:spAutoFit/>
                </a:bodyPr>
                <a:lstStyle/>
                <a:p>
                  <a:pPr marL="0" marR="0" lvl="0" indent="0" defTabSz="1032282"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313131"/>
                      </a:solidFill>
                      <a:effectLst/>
                      <a:uLnTx/>
                      <a:uFillTx/>
                      <a:latin typeface="Arial" panose="020B0604020202020204" pitchFamily="34" charset="0"/>
                      <a:cs typeface="Arial" panose="020B0604020202020204" pitchFamily="34" charset="0"/>
                    </a:rPr>
                    <a:t>companies</a:t>
                  </a:r>
                </a:p>
              </p:txBody>
            </p:sp>
            <p:sp>
              <p:nvSpPr>
                <p:cNvPr id="100" name="Rectangle 99">
                  <a:extLst>
                    <a:ext uri="{FF2B5EF4-FFF2-40B4-BE49-F238E27FC236}">
                      <a16:creationId xmlns:a16="http://schemas.microsoft.com/office/drawing/2014/main" id="{EA3D770A-C443-6D2A-BEF3-9B8E1B58C182}"/>
                    </a:ext>
                  </a:extLst>
                </p:cNvPr>
                <p:cNvSpPr/>
                <p:nvPr/>
              </p:nvSpPr>
              <p:spPr>
                <a:xfrm>
                  <a:off x="7054045" y="3171396"/>
                  <a:ext cx="359073" cy="138499"/>
                </a:xfrm>
                <a:prstGeom prst="rect">
                  <a:avLst/>
                </a:prstGeom>
              </p:spPr>
              <p:txBody>
                <a:bodyPr wrap="none" lIns="0" tIns="0" rIns="0" bIns="0">
                  <a:spAutoFit/>
                </a:bodyPr>
                <a:lstStyle/>
                <a:p>
                  <a:pPr marL="0" marR="0" lvl="0" indent="0" defTabSz="1032282"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313131"/>
                      </a:solidFill>
                      <a:effectLst/>
                      <a:uLnTx/>
                      <a:uFillTx/>
                      <a:latin typeface="Arial" panose="020B0604020202020204" pitchFamily="34" charset="0"/>
                      <a:cs typeface="Arial" panose="020B0604020202020204" pitchFamily="34" charset="0"/>
                    </a:rPr>
                    <a:t>Serves</a:t>
                  </a:r>
                </a:p>
              </p:txBody>
            </p:sp>
          </p:grpSp>
          <p:sp>
            <p:nvSpPr>
              <p:cNvPr id="89" name="Oval 88">
                <a:extLst>
                  <a:ext uri="{FF2B5EF4-FFF2-40B4-BE49-F238E27FC236}">
                    <a16:creationId xmlns:a16="http://schemas.microsoft.com/office/drawing/2014/main" id="{CF9B8660-CC2B-1D12-B728-DCC4C39AC0EA}"/>
                  </a:ext>
                </a:extLst>
              </p:cNvPr>
              <p:cNvSpPr/>
              <p:nvPr/>
            </p:nvSpPr>
            <p:spPr bwMode="gray">
              <a:xfrm>
                <a:off x="9190709" y="4237280"/>
                <a:ext cx="405566" cy="405566"/>
              </a:xfrm>
              <a:prstGeom prst="ellipse">
                <a:avLst/>
              </a:prstGeom>
              <a:solidFill>
                <a:sysClr val="window" lastClr="FFFFFF"/>
              </a:solidFill>
              <a:ln w="19050" algn="ctr">
                <a:noFill/>
                <a:miter lim="800000"/>
                <a:headEnd/>
                <a:tailEnd/>
              </a:ln>
            </p:spPr>
            <p:txBody>
              <a:bodyPr wrap="square" lIns="88900" tIns="88900" rIns="88900" bIns="88900" rtlCol="0" anchor="ctr"/>
              <a:lstStyle/>
              <a:p>
                <a:pPr marL="0" marR="0" lvl="0" indent="0" algn="ctr" defTabSz="1219170" eaLnBrk="1" fontAlgn="auto" latinLnBrk="0" hangingPunct="1">
                  <a:lnSpc>
                    <a:spcPct val="106000"/>
                  </a:lnSpc>
                  <a:spcBef>
                    <a:spcPts val="0"/>
                  </a:spcBef>
                  <a:spcAft>
                    <a:spcPts val="0"/>
                  </a:spcAft>
                  <a:buClrTx/>
                  <a:buSzTx/>
                  <a:buFont typeface="Wingdings 2" pitchFamily="18" charset="2"/>
                  <a:buNone/>
                  <a:tabLst/>
                  <a:defRPr/>
                </a:pPr>
                <a:endParaRPr kumimoji="0" lang="en-IN" sz="18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90" name="Rectangle 89">
                <a:extLst>
                  <a:ext uri="{FF2B5EF4-FFF2-40B4-BE49-F238E27FC236}">
                    <a16:creationId xmlns:a16="http://schemas.microsoft.com/office/drawing/2014/main" id="{C8130D1E-354D-0EE6-D6BA-56AC40967A50}"/>
                  </a:ext>
                </a:extLst>
              </p:cNvPr>
              <p:cNvSpPr/>
              <p:nvPr/>
            </p:nvSpPr>
            <p:spPr>
              <a:xfrm>
                <a:off x="8206515" y="4271042"/>
                <a:ext cx="827972" cy="348813"/>
              </a:xfrm>
              <a:prstGeom prst="rect">
                <a:avLst/>
              </a:prstGeom>
            </p:spPr>
            <p:txBody>
              <a:bodyPr wrap="square" lIns="0" rIns="0">
                <a:spAutoFit/>
              </a:bodyPr>
              <a:lstStyle/>
              <a:p>
                <a:pPr marL="0" marR="0" lvl="0" indent="0" algn="r" defTabSz="905428" eaLnBrk="1" fontAlgn="auto" latinLnBrk="0" hangingPunct="1">
                  <a:lnSpc>
                    <a:spcPts val="1000"/>
                  </a:lnSpc>
                  <a:spcBef>
                    <a:spcPts val="0"/>
                  </a:spcBef>
                  <a:spcAft>
                    <a:spcPts val="0"/>
                  </a:spcAft>
                  <a:buClrTx/>
                  <a:buSzTx/>
                  <a:buFontTx/>
                  <a:buNone/>
                  <a:tabLst/>
                  <a:defRPr/>
                </a:pPr>
                <a:r>
                  <a:rPr kumimoji="0" lang="en-GB" sz="9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Life sciences </a:t>
                </a:r>
                <a:br>
                  <a:rPr kumimoji="0" lang="en-GB" sz="9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br>
                <a:r>
                  <a:rPr kumimoji="0" lang="en-GB" sz="9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&amp; healthcare </a:t>
                </a:r>
              </a:p>
            </p:txBody>
          </p:sp>
          <p:sp>
            <p:nvSpPr>
              <p:cNvPr id="91" name="Isosceles Triangle 90">
                <a:extLst>
                  <a:ext uri="{FF2B5EF4-FFF2-40B4-BE49-F238E27FC236}">
                    <a16:creationId xmlns:a16="http://schemas.microsoft.com/office/drawing/2014/main" id="{30BCD7FA-5452-16E2-406F-DB2364ACCDB6}"/>
                  </a:ext>
                </a:extLst>
              </p:cNvPr>
              <p:cNvSpPr/>
              <p:nvPr/>
            </p:nvSpPr>
            <p:spPr bwMode="gray">
              <a:xfrm rot="5400000">
                <a:off x="9087591" y="4402111"/>
                <a:ext cx="103948" cy="89610"/>
              </a:xfrm>
              <a:prstGeom prst="triangle">
                <a:avLst/>
              </a:prstGeom>
              <a:solidFill>
                <a:srgbClr val="046A38"/>
              </a:solidFill>
              <a:ln w="19050" algn="ctr">
                <a:noFill/>
                <a:miter lim="800000"/>
                <a:headEnd/>
                <a:tailEnd/>
              </a:ln>
            </p:spPr>
            <p:txBody>
              <a:bodyPr wrap="square" lIns="88900" tIns="88900" rIns="88900" bIns="88900" rtlCol="0" anchor="ctr"/>
              <a:lstStyle/>
              <a:p>
                <a:pPr marL="0" marR="0" lvl="0" indent="0" algn="ctr" defTabSz="1219170" eaLnBrk="1" fontAlgn="auto" latinLnBrk="0" hangingPunct="1">
                  <a:lnSpc>
                    <a:spcPct val="106000"/>
                  </a:lnSpc>
                  <a:spcBef>
                    <a:spcPts val="0"/>
                  </a:spcBef>
                  <a:spcAft>
                    <a:spcPts val="0"/>
                  </a:spcAft>
                  <a:buClrTx/>
                  <a:buSzTx/>
                  <a:buFont typeface="Wingdings 2" pitchFamily="18" charset="2"/>
                  <a:buNone/>
                  <a:tabLst/>
                  <a:defRPr/>
                </a:pPr>
                <a:endParaRPr kumimoji="0" lang="en-IN" sz="18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nvGrpSpPr>
              <p:cNvPr id="92" name="Group 327">
                <a:extLst>
                  <a:ext uri="{FF2B5EF4-FFF2-40B4-BE49-F238E27FC236}">
                    <a16:creationId xmlns:a16="http://schemas.microsoft.com/office/drawing/2014/main" id="{B576F349-4D8C-2996-D0EC-B104FA6A9B75}"/>
                  </a:ext>
                </a:extLst>
              </p:cNvPr>
              <p:cNvGrpSpPr>
                <a:grpSpLocks/>
              </p:cNvGrpSpPr>
              <p:nvPr/>
            </p:nvGrpSpPr>
            <p:grpSpPr bwMode="auto">
              <a:xfrm>
                <a:off x="9217701" y="4258173"/>
                <a:ext cx="351923" cy="353506"/>
                <a:chOff x="5029" y="1186"/>
                <a:chExt cx="340" cy="340"/>
              </a:xfrm>
              <a:solidFill>
                <a:srgbClr val="046A38"/>
              </a:solidFill>
            </p:grpSpPr>
            <p:sp>
              <p:nvSpPr>
                <p:cNvPr id="93" name="Freeform 328">
                  <a:extLst>
                    <a:ext uri="{FF2B5EF4-FFF2-40B4-BE49-F238E27FC236}">
                      <a16:creationId xmlns:a16="http://schemas.microsoft.com/office/drawing/2014/main" id="{35F2578F-5068-8563-58D4-3A8317DD7565}"/>
                    </a:ext>
                  </a:extLst>
                </p:cNvPr>
                <p:cNvSpPr>
                  <a:spLocks noEditPoints="1"/>
                </p:cNvSpPr>
                <p:nvPr/>
              </p:nvSpPr>
              <p:spPr bwMode="auto">
                <a:xfrm>
                  <a:off x="5109" y="1266"/>
                  <a:ext cx="180" cy="180"/>
                </a:xfrm>
                <a:custGeom>
                  <a:avLst/>
                  <a:gdLst>
                    <a:gd name="T0" fmla="*/ 248 w 270"/>
                    <a:gd name="T1" fmla="*/ 142 h 270"/>
                    <a:gd name="T2" fmla="*/ 187 w 270"/>
                    <a:gd name="T3" fmla="*/ 82 h 270"/>
                    <a:gd name="T4" fmla="*/ 127 w 270"/>
                    <a:gd name="T5" fmla="*/ 22 h 270"/>
                    <a:gd name="T6" fmla="*/ 74 w 270"/>
                    <a:gd name="T7" fmla="*/ 0 h 270"/>
                    <a:gd name="T8" fmla="*/ 22 w 270"/>
                    <a:gd name="T9" fmla="*/ 22 h 270"/>
                    <a:gd name="T10" fmla="*/ 0 w 270"/>
                    <a:gd name="T11" fmla="*/ 74 h 270"/>
                    <a:gd name="T12" fmla="*/ 22 w 270"/>
                    <a:gd name="T13" fmla="*/ 127 h 270"/>
                    <a:gd name="T14" fmla="*/ 82 w 270"/>
                    <a:gd name="T15" fmla="*/ 187 h 270"/>
                    <a:gd name="T16" fmla="*/ 142 w 270"/>
                    <a:gd name="T17" fmla="*/ 248 h 270"/>
                    <a:gd name="T18" fmla="*/ 195 w 270"/>
                    <a:gd name="T19" fmla="*/ 270 h 270"/>
                    <a:gd name="T20" fmla="*/ 248 w 270"/>
                    <a:gd name="T21" fmla="*/ 248 h 270"/>
                    <a:gd name="T22" fmla="*/ 270 w 270"/>
                    <a:gd name="T23" fmla="*/ 195 h 270"/>
                    <a:gd name="T24" fmla="*/ 248 w 270"/>
                    <a:gd name="T25" fmla="*/ 142 h 270"/>
                    <a:gd name="T26" fmla="*/ 240 w 270"/>
                    <a:gd name="T27" fmla="*/ 167 h 270"/>
                    <a:gd name="T28" fmla="*/ 118 w 270"/>
                    <a:gd name="T29" fmla="*/ 167 h 270"/>
                    <a:gd name="T30" fmla="*/ 139 w 270"/>
                    <a:gd name="T31" fmla="*/ 145 h 270"/>
                    <a:gd name="T32" fmla="*/ 220 w 270"/>
                    <a:gd name="T33" fmla="*/ 145 h 270"/>
                    <a:gd name="T34" fmla="*/ 220 w 270"/>
                    <a:gd name="T35" fmla="*/ 145 h 270"/>
                    <a:gd name="T36" fmla="*/ 233 w 270"/>
                    <a:gd name="T37" fmla="*/ 157 h 270"/>
                    <a:gd name="T38" fmla="*/ 240 w 270"/>
                    <a:gd name="T39" fmla="*/ 167 h 270"/>
                    <a:gd name="T40" fmla="*/ 248 w 270"/>
                    <a:gd name="T41" fmla="*/ 195 h 270"/>
                    <a:gd name="T42" fmla="*/ 246 w 270"/>
                    <a:gd name="T43" fmla="*/ 209 h 270"/>
                    <a:gd name="T44" fmla="*/ 135 w 270"/>
                    <a:gd name="T45" fmla="*/ 209 h 270"/>
                    <a:gd name="T46" fmla="*/ 135 w 270"/>
                    <a:gd name="T47" fmla="*/ 210 h 270"/>
                    <a:gd name="T48" fmla="*/ 113 w 270"/>
                    <a:gd name="T49" fmla="*/ 188 h 270"/>
                    <a:gd name="T50" fmla="*/ 248 w 270"/>
                    <a:gd name="T51" fmla="*/ 188 h 270"/>
                    <a:gd name="T52" fmla="*/ 248 w 270"/>
                    <a:gd name="T53" fmla="*/ 195 h 270"/>
                    <a:gd name="T54" fmla="*/ 180 w 270"/>
                    <a:gd name="T55" fmla="*/ 105 h 270"/>
                    <a:gd name="T56" fmla="*/ 199 w 270"/>
                    <a:gd name="T57" fmla="*/ 124 h 270"/>
                    <a:gd name="T58" fmla="*/ 160 w 270"/>
                    <a:gd name="T59" fmla="*/ 124 h 270"/>
                    <a:gd name="T60" fmla="*/ 180 w 270"/>
                    <a:gd name="T61" fmla="*/ 105 h 270"/>
                    <a:gd name="T62" fmla="*/ 21 w 270"/>
                    <a:gd name="T63" fmla="*/ 74 h 270"/>
                    <a:gd name="T64" fmla="*/ 37 w 270"/>
                    <a:gd name="T65" fmla="*/ 37 h 270"/>
                    <a:gd name="T66" fmla="*/ 74 w 270"/>
                    <a:gd name="T67" fmla="*/ 21 h 270"/>
                    <a:gd name="T68" fmla="*/ 112 w 270"/>
                    <a:gd name="T69" fmla="*/ 37 h 270"/>
                    <a:gd name="T70" fmla="*/ 165 w 270"/>
                    <a:gd name="T71" fmla="*/ 89 h 270"/>
                    <a:gd name="T72" fmla="*/ 89 w 270"/>
                    <a:gd name="T73" fmla="*/ 165 h 270"/>
                    <a:gd name="T74" fmla="*/ 37 w 270"/>
                    <a:gd name="T75" fmla="*/ 112 h 270"/>
                    <a:gd name="T76" fmla="*/ 21 w 270"/>
                    <a:gd name="T77" fmla="*/ 74 h 270"/>
                    <a:gd name="T78" fmla="*/ 195 w 270"/>
                    <a:gd name="T79" fmla="*/ 248 h 270"/>
                    <a:gd name="T80" fmla="*/ 157 w 270"/>
                    <a:gd name="T81" fmla="*/ 233 h 270"/>
                    <a:gd name="T82" fmla="*/ 155 w 270"/>
                    <a:gd name="T83" fmla="*/ 231 h 270"/>
                    <a:gd name="T84" fmla="*/ 234 w 270"/>
                    <a:gd name="T85" fmla="*/ 231 h 270"/>
                    <a:gd name="T86" fmla="*/ 233 w 270"/>
                    <a:gd name="T87" fmla="*/ 233 h 270"/>
                    <a:gd name="T88" fmla="*/ 195 w 270"/>
                    <a:gd name="T89" fmla="*/ 248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70" h="270">
                      <a:moveTo>
                        <a:pt x="248" y="142"/>
                      </a:moveTo>
                      <a:cubicBezTo>
                        <a:pt x="187" y="82"/>
                        <a:pt x="187" y="82"/>
                        <a:pt x="187" y="82"/>
                      </a:cubicBezTo>
                      <a:cubicBezTo>
                        <a:pt x="127" y="22"/>
                        <a:pt x="127" y="22"/>
                        <a:pt x="127" y="22"/>
                      </a:cubicBezTo>
                      <a:cubicBezTo>
                        <a:pt x="113" y="7"/>
                        <a:pt x="94" y="0"/>
                        <a:pt x="74" y="0"/>
                      </a:cubicBezTo>
                      <a:cubicBezTo>
                        <a:pt x="54" y="0"/>
                        <a:pt x="36" y="7"/>
                        <a:pt x="22" y="22"/>
                      </a:cubicBezTo>
                      <a:cubicBezTo>
                        <a:pt x="7" y="36"/>
                        <a:pt x="0" y="54"/>
                        <a:pt x="0" y="74"/>
                      </a:cubicBezTo>
                      <a:cubicBezTo>
                        <a:pt x="0" y="94"/>
                        <a:pt x="7" y="113"/>
                        <a:pt x="22" y="127"/>
                      </a:cubicBezTo>
                      <a:cubicBezTo>
                        <a:pt x="82" y="187"/>
                        <a:pt x="82" y="187"/>
                        <a:pt x="82" y="187"/>
                      </a:cubicBezTo>
                      <a:cubicBezTo>
                        <a:pt x="142" y="248"/>
                        <a:pt x="142" y="248"/>
                        <a:pt x="142" y="248"/>
                      </a:cubicBezTo>
                      <a:cubicBezTo>
                        <a:pt x="156" y="262"/>
                        <a:pt x="175" y="270"/>
                        <a:pt x="195" y="270"/>
                      </a:cubicBezTo>
                      <a:cubicBezTo>
                        <a:pt x="215" y="270"/>
                        <a:pt x="234" y="262"/>
                        <a:pt x="248" y="248"/>
                      </a:cubicBezTo>
                      <a:cubicBezTo>
                        <a:pt x="262" y="234"/>
                        <a:pt x="270" y="215"/>
                        <a:pt x="270" y="195"/>
                      </a:cubicBezTo>
                      <a:cubicBezTo>
                        <a:pt x="270" y="175"/>
                        <a:pt x="262" y="156"/>
                        <a:pt x="248" y="142"/>
                      </a:cubicBezTo>
                      <a:close/>
                      <a:moveTo>
                        <a:pt x="240" y="167"/>
                      </a:moveTo>
                      <a:cubicBezTo>
                        <a:pt x="118" y="167"/>
                        <a:pt x="118" y="167"/>
                        <a:pt x="118" y="167"/>
                      </a:cubicBezTo>
                      <a:cubicBezTo>
                        <a:pt x="139" y="145"/>
                        <a:pt x="139" y="145"/>
                        <a:pt x="139" y="145"/>
                      </a:cubicBezTo>
                      <a:cubicBezTo>
                        <a:pt x="220" y="145"/>
                        <a:pt x="220" y="145"/>
                        <a:pt x="220" y="145"/>
                      </a:cubicBezTo>
                      <a:cubicBezTo>
                        <a:pt x="220" y="145"/>
                        <a:pt x="220" y="145"/>
                        <a:pt x="220" y="145"/>
                      </a:cubicBezTo>
                      <a:cubicBezTo>
                        <a:pt x="233" y="157"/>
                        <a:pt x="233" y="157"/>
                        <a:pt x="233" y="157"/>
                      </a:cubicBezTo>
                      <a:cubicBezTo>
                        <a:pt x="236" y="160"/>
                        <a:pt x="238" y="163"/>
                        <a:pt x="240" y="167"/>
                      </a:cubicBezTo>
                      <a:close/>
                      <a:moveTo>
                        <a:pt x="248" y="195"/>
                      </a:moveTo>
                      <a:cubicBezTo>
                        <a:pt x="248" y="200"/>
                        <a:pt x="247" y="205"/>
                        <a:pt x="246" y="209"/>
                      </a:cubicBezTo>
                      <a:cubicBezTo>
                        <a:pt x="135" y="209"/>
                        <a:pt x="135" y="209"/>
                        <a:pt x="135" y="209"/>
                      </a:cubicBezTo>
                      <a:cubicBezTo>
                        <a:pt x="135" y="210"/>
                        <a:pt x="135" y="210"/>
                        <a:pt x="135" y="210"/>
                      </a:cubicBezTo>
                      <a:cubicBezTo>
                        <a:pt x="113" y="188"/>
                        <a:pt x="113" y="188"/>
                        <a:pt x="113" y="188"/>
                      </a:cubicBezTo>
                      <a:cubicBezTo>
                        <a:pt x="248" y="188"/>
                        <a:pt x="248" y="188"/>
                        <a:pt x="248" y="188"/>
                      </a:cubicBezTo>
                      <a:cubicBezTo>
                        <a:pt x="248" y="190"/>
                        <a:pt x="248" y="193"/>
                        <a:pt x="248" y="195"/>
                      </a:cubicBezTo>
                      <a:close/>
                      <a:moveTo>
                        <a:pt x="180" y="105"/>
                      </a:moveTo>
                      <a:cubicBezTo>
                        <a:pt x="199" y="124"/>
                        <a:pt x="199" y="124"/>
                        <a:pt x="199" y="124"/>
                      </a:cubicBezTo>
                      <a:cubicBezTo>
                        <a:pt x="160" y="124"/>
                        <a:pt x="160" y="124"/>
                        <a:pt x="160" y="124"/>
                      </a:cubicBezTo>
                      <a:lnTo>
                        <a:pt x="180" y="105"/>
                      </a:lnTo>
                      <a:close/>
                      <a:moveTo>
                        <a:pt x="21" y="74"/>
                      </a:moveTo>
                      <a:cubicBezTo>
                        <a:pt x="21" y="60"/>
                        <a:pt x="27" y="47"/>
                        <a:pt x="37" y="37"/>
                      </a:cubicBezTo>
                      <a:cubicBezTo>
                        <a:pt x="47" y="27"/>
                        <a:pt x="60" y="21"/>
                        <a:pt x="74" y="21"/>
                      </a:cubicBezTo>
                      <a:cubicBezTo>
                        <a:pt x="89" y="21"/>
                        <a:pt x="102" y="27"/>
                        <a:pt x="112" y="37"/>
                      </a:cubicBezTo>
                      <a:cubicBezTo>
                        <a:pt x="165" y="89"/>
                        <a:pt x="165" y="89"/>
                        <a:pt x="165" y="89"/>
                      </a:cubicBezTo>
                      <a:cubicBezTo>
                        <a:pt x="89" y="165"/>
                        <a:pt x="89" y="165"/>
                        <a:pt x="89" y="165"/>
                      </a:cubicBezTo>
                      <a:cubicBezTo>
                        <a:pt x="37" y="112"/>
                        <a:pt x="37" y="112"/>
                        <a:pt x="37" y="112"/>
                      </a:cubicBezTo>
                      <a:cubicBezTo>
                        <a:pt x="27" y="102"/>
                        <a:pt x="21" y="89"/>
                        <a:pt x="21" y="74"/>
                      </a:cubicBezTo>
                      <a:close/>
                      <a:moveTo>
                        <a:pt x="195" y="248"/>
                      </a:moveTo>
                      <a:cubicBezTo>
                        <a:pt x="181" y="248"/>
                        <a:pt x="167" y="243"/>
                        <a:pt x="157" y="233"/>
                      </a:cubicBezTo>
                      <a:cubicBezTo>
                        <a:pt x="155" y="231"/>
                        <a:pt x="155" y="231"/>
                        <a:pt x="155" y="231"/>
                      </a:cubicBezTo>
                      <a:cubicBezTo>
                        <a:pt x="234" y="231"/>
                        <a:pt x="234" y="231"/>
                        <a:pt x="234" y="231"/>
                      </a:cubicBezTo>
                      <a:cubicBezTo>
                        <a:pt x="234" y="231"/>
                        <a:pt x="233" y="232"/>
                        <a:pt x="233" y="233"/>
                      </a:cubicBezTo>
                      <a:cubicBezTo>
                        <a:pt x="223" y="243"/>
                        <a:pt x="209" y="248"/>
                        <a:pt x="195" y="248"/>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78872" tIns="39436" rIns="78872" bIns="39436" numCol="1" anchor="t" anchorCtr="0" compatLnSpc="1">
                  <a:prstTxWarp prst="textNoShape">
                    <a:avLst/>
                  </a:prstTxWarp>
                </a:bodyPr>
                <a:lstStyle/>
                <a:p>
                  <a:pPr marL="0" marR="0" lvl="0" indent="0" defTabSz="905428"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94" name="Freeform 329">
                  <a:extLst>
                    <a:ext uri="{FF2B5EF4-FFF2-40B4-BE49-F238E27FC236}">
                      <a16:creationId xmlns:a16="http://schemas.microsoft.com/office/drawing/2014/main" id="{BD64AFE7-21C7-0B55-AFF2-95FAB1C4EC05}"/>
                    </a:ext>
                  </a:extLst>
                </p:cNvPr>
                <p:cNvSpPr>
                  <a:spLocks noEditPoints="1"/>
                </p:cNvSpPr>
                <p:nvPr/>
              </p:nvSpPr>
              <p:spPr bwMode="auto">
                <a:xfrm>
                  <a:off x="5029" y="1186"/>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78872" tIns="39436" rIns="78872" bIns="39436" numCol="1" anchor="t" anchorCtr="0" compatLnSpc="1">
                  <a:prstTxWarp prst="textNoShape">
                    <a:avLst/>
                  </a:prstTxWarp>
                </a:bodyPr>
                <a:lstStyle/>
                <a:p>
                  <a:pPr marL="0" marR="0" lvl="0" indent="0" defTabSz="905428"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grpSp>
        <p:grpSp>
          <p:nvGrpSpPr>
            <p:cNvPr id="62" name="Group 768">
              <a:extLst>
                <a:ext uri="{FF2B5EF4-FFF2-40B4-BE49-F238E27FC236}">
                  <a16:creationId xmlns:a16="http://schemas.microsoft.com/office/drawing/2014/main" id="{C811BFFF-1E3D-136B-5AFF-B18A2203C316}"/>
                </a:ext>
              </a:extLst>
            </p:cNvPr>
            <p:cNvGrpSpPr>
              <a:grpSpLocks/>
            </p:cNvGrpSpPr>
            <p:nvPr/>
          </p:nvGrpSpPr>
          <p:grpSpPr bwMode="auto">
            <a:xfrm>
              <a:off x="6959477" y="5284626"/>
              <a:ext cx="351923" cy="353505"/>
              <a:chOff x="6591" y="3054"/>
              <a:chExt cx="340" cy="340"/>
            </a:xfrm>
            <a:solidFill>
              <a:srgbClr val="75787B">
                <a:lumMod val="50000"/>
              </a:srgbClr>
            </a:solidFill>
          </p:grpSpPr>
          <p:sp>
            <p:nvSpPr>
              <p:cNvPr id="86" name="Freeform 769">
                <a:extLst>
                  <a:ext uri="{FF2B5EF4-FFF2-40B4-BE49-F238E27FC236}">
                    <a16:creationId xmlns:a16="http://schemas.microsoft.com/office/drawing/2014/main" id="{9A2FDA53-AA2B-3248-8BAC-B9C32F4F8A74}"/>
                  </a:ext>
                </a:extLst>
              </p:cNvPr>
              <p:cNvSpPr>
                <a:spLocks noEditPoints="1"/>
              </p:cNvSpPr>
              <p:nvPr/>
            </p:nvSpPr>
            <p:spPr bwMode="auto">
              <a:xfrm>
                <a:off x="6591" y="3054"/>
                <a:ext cx="340" cy="340"/>
              </a:xfrm>
              <a:custGeom>
                <a:avLst/>
                <a:gdLst>
                  <a:gd name="T0" fmla="*/ 256 w 512"/>
                  <a:gd name="T1" fmla="*/ 22 h 512"/>
                  <a:gd name="T2" fmla="*/ 491 w 512"/>
                  <a:gd name="T3" fmla="*/ 256 h 512"/>
                  <a:gd name="T4" fmla="*/ 256 w 512"/>
                  <a:gd name="T5" fmla="*/ 491 h 512"/>
                  <a:gd name="T6" fmla="*/ 21 w 512"/>
                  <a:gd name="T7" fmla="*/ 256 h 512"/>
                  <a:gd name="T8" fmla="*/ 256 w 512"/>
                  <a:gd name="T9" fmla="*/ 22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2"/>
                    </a:moveTo>
                    <a:cubicBezTo>
                      <a:pt x="385" y="22"/>
                      <a:pt x="491" y="127"/>
                      <a:pt x="491" y="256"/>
                    </a:cubicBezTo>
                    <a:cubicBezTo>
                      <a:pt x="491" y="386"/>
                      <a:pt x="385" y="491"/>
                      <a:pt x="256" y="491"/>
                    </a:cubicBezTo>
                    <a:cubicBezTo>
                      <a:pt x="127" y="491"/>
                      <a:pt x="21" y="386"/>
                      <a:pt x="21" y="256"/>
                    </a:cubicBezTo>
                    <a:cubicBezTo>
                      <a:pt x="21" y="127"/>
                      <a:pt x="127" y="22"/>
                      <a:pt x="256" y="22"/>
                    </a:cubicBezTo>
                    <a:moveTo>
                      <a:pt x="256" y="0"/>
                    </a:moveTo>
                    <a:cubicBezTo>
                      <a:pt x="115" y="0"/>
                      <a:pt x="0" y="115"/>
                      <a:pt x="0" y="256"/>
                    </a:cubicBezTo>
                    <a:cubicBezTo>
                      <a:pt x="0" y="398"/>
                      <a:pt x="115" y="512"/>
                      <a:pt x="256" y="512"/>
                    </a:cubicBezTo>
                    <a:cubicBezTo>
                      <a:pt x="397" y="512"/>
                      <a:pt x="512" y="398"/>
                      <a:pt x="512" y="256"/>
                    </a:cubicBezTo>
                    <a:cubicBezTo>
                      <a:pt x="512" y="115"/>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78872" tIns="39436" rIns="78872" bIns="39436" numCol="1" anchor="t" anchorCtr="0" compatLnSpc="1">
                <a:prstTxWarp prst="textNoShape">
                  <a:avLst/>
                </a:prstTxWarp>
              </a:bodyPr>
              <a:lstStyle/>
              <a:p>
                <a:pPr marL="0" marR="0" lvl="0" indent="0" defTabSz="905428"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87" name="Freeform 770">
                <a:extLst>
                  <a:ext uri="{FF2B5EF4-FFF2-40B4-BE49-F238E27FC236}">
                    <a16:creationId xmlns:a16="http://schemas.microsoft.com/office/drawing/2014/main" id="{E6195C25-0E8C-A447-2680-2D7201C8EE5B}"/>
                  </a:ext>
                </a:extLst>
              </p:cNvPr>
              <p:cNvSpPr>
                <a:spLocks noEditPoints="1"/>
              </p:cNvSpPr>
              <p:nvPr/>
            </p:nvSpPr>
            <p:spPr bwMode="auto">
              <a:xfrm>
                <a:off x="6690" y="3132"/>
                <a:ext cx="149" cy="198"/>
              </a:xfrm>
              <a:custGeom>
                <a:avLst/>
                <a:gdLst>
                  <a:gd name="T0" fmla="*/ 142 w 224"/>
                  <a:gd name="T1" fmla="*/ 97 h 298"/>
                  <a:gd name="T2" fmla="*/ 147 w 224"/>
                  <a:gd name="T3" fmla="*/ 93 h 298"/>
                  <a:gd name="T4" fmla="*/ 147 w 224"/>
                  <a:gd name="T5" fmla="*/ 77 h 298"/>
                  <a:gd name="T6" fmla="*/ 131 w 224"/>
                  <a:gd name="T7" fmla="*/ 77 h 298"/>
                  <a:gd name="T8" fmla="*/ 127 w 224"/>
                  <a:gd name="T9" fmla="*/ 82 h 298"/>
                  <a:gd name="T10" fmla="*/ 74 w 224"/>
                  <a:gd name="T11" fmla="*/ 30 h 298"/>
                  <a:gd name="T12" fmla="*/ 59 w 224"/>
                  <a:gd name="T13" fmla="*/ 30 h 298"/>
                  <a:gd name="T14" fmla="*/ 59 w 224"/>
                  <a:gd name="T15" fmla="*/ 165 h 298"/>
                  <a:gd name="T16" fmla="*/ 64 w 224"/>
                  <a:gd name="T17" fmla="*/ 170 h 298"/>
                  <a:gd name="T18" fmla="*/ 25 w 224"/>
                  <a:gd name="T19" fmla="*/ 277 h 298"/>
                  <a:gd name="T20" fmla="*/ 11 w 224"/>
                  <a:gd name="T21" fmla="*/ 277 h 298"/>
                  <a:gd name="T22" fmla="*/ 0 w 224"/>
                  <a:gd name="T23" fmla="*/ 288 h 298"/>
                  <a:gd name="T24" fmla="*/ 11 w 224"/>
                  <a:gd name="T25" fmla="*/ 298 h 298"/>
                  <a:gd name="T26" fmla="*/ 139 w 224"/>
                  <a:gd name="T27" fmla="*/ 298 h 298"/>
                  <a:gd name="T28" fmla="*/ 150 w 224"/>
                  <a:gd name="T29" fmla="*/ 288 h 298"/>
                  <a:gd name="T30" fmla="*/ 139 w 224"/>
                  <a:gd name="T31" fmla="*/ 277 h 298"/>
                  <a:gd name="T32" fmla="*/ 125 w 224"/>
                  <a:gd name="T33" fmla="*/ 277 h 298"/>
                  <a:gd name="T34" fmla="*/ 92 w 224"/>
                  <a:gd name="T35" fmla="*/ 187 h 298"/>
                  <a:gd name="T36" fmla="*/ 127 w 224"/>
                  <a:gd name="T37" fmla="*/ 193 h 298"/>
                  <a:gd name="T38" fmla="*/ 194 w 224"/>
                  <a:gd name="T39" fmla="*/ 165 h 298"/>
                  <a:gd name="T40" fmla="*/ 198 w 224"/>
                  <a:gd name="T41" fmla="*/ 158 h 298"/>
                  <a:gd name="T42" fmla="*/ 194 w 224"/>
                  <a:gd name="T43" fmla="*/ 150 h 298"/>
                  <a:gd name="T44" fmla="*/ 142 w 224"/>
                  <a:gd name="T45" fmla="*/ 97 h 298"/>
                  <a:gd name="T46" fmla="*/ 48 w 224"/>
                  <a:gd name="T47" fmla="*/ 277 h 298"/>
                  <a:gd name="T48" fmla="*/ 75 w 224"/>
                  <a:gd name="T49" fmla="*/ 202 h 298"/>
                  <a:gd name="T50" fmla="*/ 102 w 224"/>
                  <a:gd name="T51" fmla="*/ 277 h 298"/>
                  <a:gd name="T52" fmla="*/ 48 w 224"/>
                  <a:gd name="T53" fmla="*/ 277 h 298"/>
                  <a:gd name="T54" fmla="*/ 74 w 224"/>
                  <a:gd name="T55" fmla="*/ 150 h 298"/>
                  <a:gd name="T56" fmla="*/ 67 w 224"/>
                  <a:gd name="T57" fmla="*/ 53 h 298"/>
                  <a:gd name="T58" fmla="*/ 171 w 224"/>
                  <a:gd name="T59" fmla="*/ 157 h 298"/>
                  <a:gd name="T60" fmla="*/ 74 w 224"/>
                  <a:gd name="T61" fmla="*/ 150 h 298"/>
                  <a:gd name="T62" fmla="*/ 139 w 224"/>
                  <a:gd name="T63" fmla="*/ 64 h 298"/>
                  <a:gd name="T64" fmla="*/ 128 w 224"/>
                  <a:gd name="T65" fmla="*/ 53 h 298"/>
                  <a:gd name="T66" fmla="*/ 139 w 224"/>
                  <a:gd name="T67" fmla="*/ 42 h 298"/>
                  <a:gd name="T68" fmla="*/ 182 w 224"/>
                  <a:gd name="T69" fmla="*/ 85 h 298"/>
                  <a:gd name="T70" fmla="*/ 171 w 224"/>
                  <a:gd name="T71" fmla="*/ 96 h 298"/>
                  <a:gd name="T72" fmla="*/ 160 w 224"/>
                  <a:gd name="T73" fmla="*/ 85 h 298"/>
                  <a:gd name="T74" fmla="*/ 139 w 224"/>
                  <a:gd name="T75" fmla="*/ 64 h 298"/>
                  <a:gd name="T76" fmla="*/ 224 w 224"/>
                  <a:gd name="T77" fmla="*/ 85 h 298"/>
                  <a:gd name="T78" fmla="*/ 214 w 224"/>
                  <a:gd name="T79" fmla="*/ 96 h 298"/>
                  <a:gd name="T80" fmla="*/ 203 w 224"/>
                  <a:gd name="T81" fmla="*/ 85 h 298"/>
                  <a:gd name="T82" fmla="*/ 139 w 224"/>
                  <a:gd name="T83" fmla="*/ 21 h 298"/>
                  <a:gd name="T84" fmla="*/ 128 w 224"/>
                  <a:gd name="T85" fmla="*/ 10 h 298"/>
                  <a:gd name="T86" fmla="*/ 139 w 224"/>
                  <a:gd name="T87" fmla="*/ 0 h 298"/>
                  <a:gd name="T88" fmla="*/ 224 w 224"/>
                  <a:gd name="T89" fmla="*/ 85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24" h="298">
                    <a:moveTo>
                      <a:pt x="142" y="97"/>
                    </a:moveTo>
                    <a:cubicBezTo>
                      <a:pt x="147" y="93"/>
                      <a:pt x="147" y="93"/>
                      <a:pt x="147" y="93"/>
                    </a:cubicBezTo>
                    <a:cubicBezTo>
                      <a:pt x="151" y="88"/>
                      <a:pt x="151" y="82"/>
                      <a:pt x="147" y="77"/>
                    </a:cubicBezTo>
                    <a:cubicBezTo>
                      <a:pt x="142" y="73"/>
                      <a:pt x="136" y="73"/>
                      <a:pt x="131" y="77"/>
                    </a:cubicBezTo>
                    <a:cubicBezTo>
                      <a:pt x="127" y="82"/>
                      <a:pt x="127" y="82"/>
                      <a:pt x="127" y="82"/>
                    </a:cubicBezTo>
                    <a:cubicBezTo>
                      <a:pt x="74" y="30"/>
                      <a:pt x="74" y="30"/>
                      <a:pt x="74" y="30"/>
                    </a:cubicBezTo>
                    <a:cubicBezTo>
                      <a:pt x="70" y="25"/>
                      <a:pt x="63" y="25"/>
                      <a:pt x="59" y="30"/>
                    </a:cubicBezTo>
                    <a:cubicBezTo>
                      <a:pt x="21" y="67"/>
                      <a:pt x="21" y="128"/>
                      <a:pt x="59" y="165"/>
                    </a:cubicBezTo>
                    <a:cubicBezTo>
                      <a:pt x="60" y="167"/>
                      <a:pt x="62" y="169"/>
                      <a:pt x="64" y="170"/>
                    </a:cubicBezTo>
                    <a:cubicBezTo>
                      <a:pt x="25" y="277"/>
                      <a:pt x="25" y="277"/>
                      <a:pt x="25" y="277"/>
                    </a:cubicBezTo>
                    <a:cubicBezTo>
                      <a:pt x="11" y="277"/>
                      <a:pt x="11" y="277"/>
                      <a:pt x="11" y="277"/>
                    </a:cubicBezTo>
                    <a:cubicBezTo>
                      <a:pt x="5" y="277"/>
                      <a:pt x="0" y="282"/>
                      <a:pt x="0" y="288"/>
                    </a:cubicBezTo>
                    <a:cubicBezTo>
                      <a:pt x="0" y="294"/>
                      <a:pt x="5" y="298"/>
                      <a:pt x="11" y="298"/>
                    </a:cubicBezTo>
                    <a:cubicBezTo>
                      <a:pt x="139" y="298"/>
                      <a:pt x="139" y="298"/>
                      <a:pt x="139" y="298"/>
                    </a:cubicBezTo>
                    <a:cubicBezTo>
                      <a:pt x="145" y="298"/>
                      <a:pt x="150" y="294"/>
                      <a:pt x="150" y="288"/>
                    </a:cubicBezTo>
                    <a:cubicBezTo>
                      <a:pt x="150" y="282"/>
                      <a:pt x="145" y="277"/>
                      <a:pt x="139" y="277"/>
                    </a:cubicBezTo>
                    <a:cubicBezTo>
                      <a:pt x="125" y="277"/>
                      <a:pt x="125" y="277"/>
                      <a:pt x="125" y="277"/>
                    </a:cubicBezTo>
                    <a:cubicBezTo>
                      <a:pt x="92" y="187"/>
                      <a:pt x="92" y="187"/>
                      <a:pt x="92" y="187"/>
                    </a:cubicBezTo>
                    <a:cubicBezTo>
                      <a:pt x="103" y="191"/>
                      <a:pt x="115" y="193"/>
                      <a:pt x="127" y="193"/>
                    </a:cubicBezTo>
                    <a:cubicBezTo>
                      <a:pt x="151" y="193"/>
                      <a:pt x="176" y="184"/>
                      <a:pt x="194" y="165"/>
                    </a:cubicBezTo>
                    <a:cubicBezTo>
                      <a:pt x="196" y="163"/>
                      <a:pt x="198" y="161"/>
                      <a:pt x="198" y="158"/>
                    </a:cubicBezTo>
                    <a:cubicBezTo>
                      <a:pt x="198" y="155"/>
                      <a:pt x="196" y="152"/>
                      <a:pt x="194" y="150"/>
                    </a:cubicBezTo>
                    <a:lnTo>
                      <a:pt x="142" y="97"/>
                    </a:lnTo>
                    <a:close/>
                    <a:moveTo>
                      <a:pt x="48" y="277"/>
                    </a:moveTo>
                    <a:cubicBezTo>
                      <a:pt x="75" y="202"/>
                      <a:pt x="75" y="202"/>
                      <a:pt x="75" y="202"/>
                    </a:cubicBezTo>
                    <a:cubicBezTo>
                      <a:pt x="102" y="277"/>
                      <a:pt x="102" y="277"/>
                      <a:pt x="102" y="277"/>
                    </a:cubicBezTo>
                    <a:lnTo>
                      <a:pt x="48" y="277"/>
                    </a:lnTo>
                    <a:close/>
                    <a:moveTo>
                      <a:pt x="74" y="150"/>
                    </a:moveTo>
                    <a:cubicBezTo>
                      <a:pt x="47" y="124"/>
                      <a:pt x="45" y="82"/>
                      <a:pt x="67" y="53"/>
                    </a:cubicBezTo>
                    <a:cubicBezTo>
                      <a:pt x="171" y="157"/>
                      <a:pt x="171" y="157"/>
                      <a:pt x="171" y="157"/>
                    </a:cubicBezTo>
                    <a:cubicBezTo>
                      <a:pt x="142" y="179"/>
                      <a:pt x="100" y="177"/>
                      <a:pt x="74" y="150"/>
                    </a:cubicBezTo>
                    <a:close/>
                    <a:moveTo>
                      <a:pt x="139" y="64"/>
                    </a:moveTo>
                    <a:cubicBezTo>
                      <a:pt x="133" y="64"/>
                      <a:pt x="128" y="59"/>
                      <a:pt x="128" y="53"/>
                    </a:cubicBezTo>
                    <a:cubicBezTo>
                      <a:pt x="128" y="47"/>
                      <a:pt x="133" y="42"/>
                      <a:pt x="139" y="42"/>
                    </a:cubicBezTo>
                    <a:cubicBezTo>
                      <a:pt x="163" y="42"/>
                      <a:pt x="182" y="61"/>
                      <a:pt x="182" y="85"/>
                    </a:cubicBezTo>
                    <a:cubicBezTo>
                      <a:pt x="182" y="91"/>
                      <a:pt x="177" y="96"/>
                      <a:pt x="171" y="96"/>
                    </a:cubicBezTo>
                    <a:cubicBezTo>
                      <a:pt x="165" y="96"/>
                      <a:pt x="160" y="91"/>
                      <a:pt x="160" y="85"/>
                    </a:cubicBezTo>
                    <a:cubicBezTo>
                      <a:pt x="160" y="73"/>
                      <a:pt x="151" y="64"/>
                      <a:pt x="139" y="64"/>
                    </a:cubicBezTo>
                    <a:close/>
                    <a:moveTo>
                      <a:pt x="224" y="85"/>
                    </a:moveTo>
                    <a:cubicBezTo>
                      <a:pt x="224" y="91"/>
                      <a:pt x="220" y="96"/>
                      <a:pt x="214" y="96"/>
                    </a:cubicBezTo>
                    <a:cubicBezTo>
                      <a:pt x="208" y="96"/>
                      <a:pt x="203" y="91"/>
                      <a:pt x="203" y="85"/>
                    </a:cubicBezTo>
                    <a:cubicBezTo>
                      <a:pt x="203" y="50"/>
                      <a:pt x="174" y="21"/>
                      <a:pt x="139" y="21"/>
                    </a:cubicBezTo>
                    <a:cubicBezTo>
                      <a:pt x="133" y="21"/>
                      <a:pt x="128" y="16"/>
                      <a:pt x="128" y="10"/>
                    </a:cubicBezTo>
                    <a:cubicBezTo>
                      <a:pt x="128" y="4"/>
                      <a:pt x="133" y="0"/>
                      <a:pt x="139" y="0"/>
                    </a:cubicBezTo>
                    <a:cubicBezTo>
                      <a:pt x="186" y="0"/>
                      <a:pt x="224" y="38"/>
                      <a:pt x="224" y="85"/>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78872" tIns="39436" rIns="78872" bIns="39436" numCol="1" anchor="t" anchorCtr="0" compatLnSpc="1">
                <a:prstTxWarp prst="textNoShape">
                  <a:avLst/>
                </a:prstTxWarp>
              </a:bodyPr>
              <a:lstStyle/>
              <a:p>
                <a:pPr marL="0" marR="0" lvl="0" indent="0" defTabSz="905428"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grpSp>
          <p:nvGrpSpPr>
            <p:cNvPr id="63" name="Group 62">
              <a:extLst>
                <a:ext uri="{FF2B5EF4-FFF2-40B4-BE49-F238E27FC236}">
                  <a16:creationId xmlns:a16="http://schemas.microsoft.com/office/drawing/2014/main" id="{D800B3E3-38ED-E937-A5DF-DB5FD13C2F6E}"/>
                </a:ext>
              </a:extLst>
            </p:cNvPr>
            <p:cNvGrpSpPr/>
            <p:nvPr/>
          </p:nvGrpSpPr>
          <p:grpSpPr>
            <a:xfrm>
              <a:off x="8043685" y="4969598"/>
              <a:ext cx="2054387" cy="900427"/>
              <a:chOff x="8206515" y="4969598"/>
              <a:chExt cx="2054387" cy="900427"/>
            </a:xfrm>
          </p:grpSpPr>
          <p:grpSp>
            <p:nvGrpSpPr>
              <p:cNvPr id="72" name="Group 71">
                <a:extLst>
                  <a:ext uri="{FF2B5EF4-FFF2-40B4-BE49-F238E27FC236}">
                    <a16:creationId xmlns:a16="http://schemas.microsoft.com/office/drawing/2014/main" id="{DB0AD49E-BAD4-5009-9958-18447529C671}"/>
                  </a:ext>
                </a:extLst>
              </p:cNvPr>
              <p:cNvGrpSpPr/>
              <p:nvPr/>
            </p:nvGrpSpPr>
            <p:grpSpPr>
              <a:xfrm>
                <a:off x="9504099" y="4969598"/>
                <a:ext cx="756803" cy="900427"/>
                <a:chOff x="6760515" y="3143193"/>
                <a:chExt cx="756803" cy="900427"/>
              </a:xfrm>
            </p:grpSpPr>
            <p:sp>
              <p:nvSpPr>
                <p:cNvPr id="80" name="Rectangle 79">
                  <a:extLst>
                    <a:ext uri="{FF2B5EF4-FFF2-40B4-BE49-F238E27FC236}">
                      <a16:creationId xmlns:a16="http://schemas.microsoft.com/office/drawing/2014/main" id="{AA3A26E2-417F-08F5-5492-D9ACAB3EFEBF}"/>
                    </a:ext>
                  </a:extLst>
                </p:cNvPr>
                <p:cNvSpPr/>
                <p:nvPr/>
              </p:nvSpPr>
              <p:spPr bwMode="gray">
                <a:xfrm>
                  <a:off x="6917392" y="3143193"/>
                  <a:ext cx="599925" cy="900427"/>
                </a:xfrm>
                <a:prstGeom prst="rect">
                  <a:avLst/>
                </a:prstGeom>
                <a:solidFill>
                  <a:sysClr val="window" lastClr="FFFFFF"/>
                </a:solidFill>
                <a:ln w="19050" algn="ctr">
                  <a:solidFill>
                    <a:srgbClr val="012169"/>
                  </a:solidFill>
                  <a:miter lim="800000"/>
                  <a:headEnd/>
                  <a:tailEnd/>
                </a:ln>
              </p:spPr>
              <p:txBody>
                <a:bodyPr wrap="square" lIns="88900" tIns="88900" rIns="88900" bIns="88900" rtlCol="0" anchor="ctr"/>
                <a:lstStyle/>
                <a:p>
                  <a:pPr marL="0" marR="0" lvl="0" indent="0" algn="ctr" defTabSz="1219170" eaLnBrk="1" fontAlgn="auto" latinLnBrk="0" hangingPunct="1">
                    <a:lnSpc>
                      <a:spcPct val="106000"/>
                    </a:lnSpc>
                    <a:spcBef>
                      <a:spcPts val="0"/>
                    </a:spcBef>
                    <a:spcAft>
                      <a:spcPts val="0"/>
                    </a:spcAft>
                    <a:buClrTx/>
                    <a:buSzTx/>
                    <a:buFont typeface="Wingdings 2" pitchFamily="18" charset="2"/>
                    <a:buNone/>
                    <a:tabLst/>
                    <a:defRPr/>
                  </a:pPr>
                  <a:r>
                    <a:rPr kumimoji="0" lang="en-US" sz="18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rPr>
                    <a:t>4</a:t>
                  </a:r>
                  <a:endParaRPr kumimoji="0" lang="en-IN" sz="18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81" name="Rectangle 80">
                  <a:extLst>
                    <a:ext uri="{FF2B5EF4-FFF2-40B4-BE49-F238E27FC236}">
                      <a16:creationId xmlns:a16="http://schemas.microsoft.com/office/drawing/2014/main" id="{7F43E0B5-1417-BF4A-F457-30A3DDECF672}"/>
                    </a:ext>
                  </a:extLst>
                </p:cNvPr>
                <p:cNvSpPr/>
                <p:nvPr/>
              </p:nvSpPr>
              <p:spPr>
                <a:xfrm>
                  <a:off x="7072960" y="3274738"/>
                  <a:ext cx="312906" cy="276999"/>
                </a:xfrm>
                <a:prstGeom prst="rect">
                  <a:avLst/>
                </a:prstGeom>
              </p:spPr>
              <p:txBody>
                <a:bodyPr wrap="none" tIns="0" bIns="0">
                  <a:spAutoFit/>
                </a:bodyPr>
                <a:lstStyle/>
                <a:p>
                  <a:r>
                    <a:rPr lang="en-IN" b="1">
                      <a:latin typeface="Arial" panose="020B0604020202020204" pitchFamily="34" charset="0"/>
                      <a:cs typeface="Arial" panose="020B0604020202020204" pitchFamily="34" charset="0"/>
                    </a:rPr>
                    <a:t>6</a:t>
                  </a:r>
                </a:p>
              </p:txBody>
            </p:sp>
            <p:sp>
              <p:nvSpPr>
                <p:cNvPr id="82" name="Rectangle 81">
                  <a:extLst>
                    <a:ext uri="{FF2B5EF4-FFF2-40B4-BE49-F238E27FC236}">
                      <a16:creationId xmlns:a16="http://schemas.microsoft.com/office/drawing/2014/main" id="{DDD31B27-63E8-BD3B-8844-F9F9FC828866}"/>
                    </a:ext>
                  </a:extLst>
                </p:cNvPr>
                <p:cNvSpPr/>
                <p:nvPr/>
              </p:nvSpPr>
              <p:spPr>
                <a:xfrm>
                  <a:off x="7102931" y="3723078"/>
                  <a:ext cx="284052" cy="215444"/>
                </a:xfrm>
                <a:prstGeom prst="rect">
                  <a:avLst/>
                </a:prstGeom>
              </p:spPr>
              <p:txBody>
                <a:bodyPr wrap="none" tIns="0" bIns="0">
                  <a:spAutoFit/>
                </a:bodyPr>
                <a:lstStyle/>
                <a:p>
                  <a:r>
                    <a:rPr lang="en-IN" sz="1400">
                      <a:solidFill>
                        <a:srgbClr val="313131"/>
                      </a:solidFill>
                      <a:latin typeface="Arial" panose="020B0604020202020204" pitchFamily="34" charset="0"/>
                      <a:cs typeface="Arial" panose="020B0604020202020204" pitchFamily="34" charset="0"/>
                    </a:rPr>
                    <a:t>7</a:t>
                  </a:r>
                </a:p>
              </p:txBody>
            </p:sp>
            <p:sp>
              <p:nvSpPr>
                <p:cNvPr id="83" name="Rectangle 82">
                  <a:extLst>
                    <a:ext uri="{FF2B5EF4-FFF2-40B4-BE49-F238E27FC236}">
                      <a16:creationId xmlns:a16="http://schemas.microsoft.com/office/drawing/2014/main" id="{7A9023DA-CEA1-036B-2EAC-8EB78494BBA2}"/>
                    </a:ext>
                  </a:extLst>
                </p:cNvPr>
                <p:cNvSpPr/>
                <p:nvPr/>
              </p:nvSpPr>
              <p:spPr>
                <a:xfrm>
                  <a:off x="6760515" y="3538179"/>
                  <a:ext cx="756803" cy="161583"/>
                </a:xfrm>
                <a:prstGeom prst="rect">
                  <a:avLst/>
                </a:prstGeom>
                <a:solidFill>
                  <a:srgbClr val="012169"/>
                </a:solidFill>
              </p:spPr>
              <p:txBody>
                <a:bodyPr wrap="square" lIns="274320" tIns="0" bIns="0">
                  <a:spAutoFit/>
                </a:bodyPr>
                <a:lstStyle/>
                <a:p>
                  <a:pPr marL="0" marR="0" lvl="0" indent="0" algn="ctr" defTabSz="121917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rPr>
                    <a:t>of</a:t>
                  </a:r>
                  <a:endParaRPr kumimoji="0" lang="en-IN" sz="105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84" name="Rectangle 83">
                  <a:extLst>
                    <a:ext uri="{FF2B5EF4-FFF2-40B4-BE49-F238E27FC236}">
                      <a16:creationId xmlns:a16="http://schemas.microsoft.com/office/drawing/2014/main" id="{EF6AD5D6-CE15-9C11-0F2A-947BFA0B9FB4}"/>
                    </a:ext>
                  </a:extLst>
                </p:cNvPr>
                <p:cNvSpPr/>
                <p:nvPr/>
              </p:nvSpPr>
              <p:spPr>
                <a:xfrm>
                  <a:off x="6950513" y="3882663"/>
                  <a:ext cx="557845" cy="138499"/>
                </a:xfrm>
                <a:prstGeom prst="rect">
                  <a:avLst/>
                </a:prstGeom>
              </p:spPr>
              <p:txBody>
                <a:bodyPr wrap="none" lIns="0" tIns="0" rIns="0" bIns="0">
                  <a:spAutoFit/>
                </a:bodyPr>
                <a:lstStyle/>
                <a:p>
                  <a:pPr marL="0" marR="0" lvl="0" indent="0" defTabSz="1032282"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313131"/>
                      </a:solidFill>
                      <a:effectLst/>
                      <a:uLnTx/>
                      <a:uFillTx/>
                      <a:latin typeface="Arial" panose="020B0604020202020204" pitchFamily="34" charset="0"/>
                      <a:cs typeface="Arial" panose="020B0604020202020204" pitchFamily="34" charset="0"/>
                    </a:rPr>
                    <a:t>companies</a:t>
                  </a:r>
                </a:p>
              </p:txBody>
            </p:sp>
            <p:sp>
              <p:nvSpPr>
                <p:cNvPr id="85" name="Rectangle 84">
                  <a:extLst>
                    <a:ext uri="{FF2B5EF4-FFF2-40B4-BE49-F238E27FC236}">
                      <a16:creationId xmlns:a16="http://schemas.microsoft.com/office/drawing/2014/main" id="{53223FCD-CF96-8A10-526F-1B75A581588D}"/>
                    </a:ext>
                  </a:extLst>
                </p:cNvPr>
                <p:cNvSpPr/>
                <p:nvPr/>
              </p:nvSpPr>
              <p:spPr>
                <a:xfrm>
                  <a:off x="7054045" y="3171396"/>
                  <a:ext cx="359073" cy="138499"/>
                </a:xfrm>
                <a:prstGeom prst="rect">
                  <a:avLst/>
                </a:prstGeom>
              </p:spPr>
              <p:txBody>
                <a:bodyPr wrap="none" lIns="0" tIns="0" rIns="0" bIns="0">
                  <a:spAutoFit/>
                </a:bodyPr>
                <a:lstStyle/>
                <a:p>
                  <a:pPr marL="0" marR="0" lvl="0" indent="0" defTabSz="1032282"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313131"/>
                      </a:solidFill>
                      <a:effectLst/>
                      <a:uLnTx/>
                      <a:uFillTx/>
                      <a:latin typeface="Arial" panose="020B0604020202020204" pitchFamily="34" charset="0"/>
                      <a:cs typeface="Arial" panose="020B0604020202020204" pitchFamily="34" charset="0"/>
                    </a:rPr>
                    <a:t>Serves</a:t>
                  </a:r>
                </a:p>
              </p:txBody>
            </p:sp>
          </p:grpSp>
          <p:sp>
            <p:nvSpPr>
              <p:cNvPr id="73" name="Oval 72">
                <a:extLst>
                  <a:ext uri="{FF2B5EF4-FFF2-40B4-BE49-F238E27FC236}">
                    <a16:creationId xmlns:a16="http://schemas.microsoft.com/office/drawing/2014/main" id="{D44CEAFD-8EA4-3CDF-645E-CCE1DB15C2F2}"/>
                  </a:ext>
                </a:extLst>
              </p:cNvPr>
              <p:cNvSpPr/>
              <p:nvPr/>
            </p:nvSpPr>
            <p:spPr bwMode="gray">
              <a:xfrm>
                <a:off x="9190709" y="5245593"/>
                <a:ext cx="405566" cy="405566"/>
              </a:xfrm>
              <a:prstGeom prst="ellipse">
                <a:avLst/>
              </a:prstGeom>
              <a:solidFill>
                <a:sysClr val="window" lastClr="FFFFFF"/>
              </a:solidFill>
              <a:ln w="19050" algn="ctr">
                <a:noFill/>
                <a:miter lim="800000"/>
                <a:headEnd/>
                <a:tailEnd/>
              </a:ln>
            </p:spPr>
            <p:txBody>
              <a:bodyPr wrap="square" lIns="88900" tIns="88900" rIns="88900" bIns="88900" rtlCol="0" anchor="ctr"/>
              <a:lstStyle/>
              <a:p>
                <a:pPr marL="0" marR="0" lvl="0" indent="0" algn="ctr" defTabSz="1219170" eaLnBrk="1" fontAlgn="auto" latinLnBrk="0" hangingPunct="1">
                  <a:lnSpc>
                    <a:spcPct val="106000"/>
                  </a:lnSpc>
                  <a:spcBef>
                    <a:spcPts val="0"/>
                  </a:spcBef>
                  <a:spcAft>
                    <a:spcPts val="0"/>
                  </a:spcAft>
                  <a:buClrTx/>
                  <a:buSzTx/>
                  <a:buFont typeface="Wingdings 2" pitchFamily="18" charset="2"/>
                  <a:buNone/>
                  <a:tabLst/>
                  <a:defRPr/>
                </a:pPr>
                <a:endParaRPr kumimoji="0" lang="en-IN" sz="18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74" name="Rectangle 73">
                <a:extLst>
                  <a:ext uri="{FF2B5EF4-FFF2-40B4-BE49-F238E27FC236}">
                    <a16:creationId xmlns:a16="http://schemas.microsoft.com/office/drawing/2014/main" id="{CC22B7C2-B9D1-AF54-3733-659841EAC182}"/>
                  </a:ext>
                </a:extLst>
              </p:cNvPr>
              <p:cNvSpPr/>
              <p:nvPr/>
            </p:nvSpPr>
            <p:spPr>
              <a:xfrm>
                <a:off x="8206515" y="5344868"/>
                <a:ext cx="827972" cy="348813"/>
              </a:xfrm>
              <a:prstGeom prst="rect">
                <a:avLst/>
              </a:prstGeom>
            </p:spPr>
            <p:txBody>
              <a:bodyPr wrap="square" lIns="0" rIns="0">
                <a:spAutoFit/>
              </a:bodyPr>
              <a:lstStyle/>
              <a:p>
                <a:pPr marL="0" marR="0" lvl="0" indent="0" algn="r" defTabSz="905428" eaLnBrk="1" fontAlgn="auto" latinLnBrk="0" hangingPunct="1">
                  <a:lnSpc>
                    <a:spcPts val="1000"/>
                  </a:lnSpc>
                  <a:spcBef>
                    <a:spcPts val="0"/>
                  </a:spcBef>
                  <a:spcAft>
                    <a:spcPts val="0"/>
                  </a:spcAft>
                  <a:buClrTx/>
                  <a:buSzTx/>
                  <a:buFontTx/>
                  <a:buNone/>
                  <a:tabLst/>
                  <a:defRPr/>
                </a:pPr>
                <a:r>
                  <a:rPr kumimoji="0" lang="en-GB" sz="9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Government</a:t>
                </a:r>
                <a:br>
                  <a:rPr kumimoji="0" lang="en-GB" sz="9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br>
                <a:r>
                  <a:rPr kumimoji="0" lang="en-GB" sz="9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Public sector</a:t>
                </a:r>
              </a:p>
            </p:txBody>
          </p:sp>
          <p:sp>
            <p:nvSpPr>
              <p:cNvPr id="75" name="Isosceles Triangle 74">
                <a:extLst>
                  <a:ext uri="{FF2B5EF4-FFF2-40B4-BE49-F238E27FC236}">
                    <a16:creationId xmlns:a16="http://schemas.microsoft.com/office/drawing/2014/main" id="{AC551531-EB68-C4B3-8AE1-476FF2B2E5D7}"/>
                  </a:ext>
                </a:extLst>
              </p:cNvPr>
              <p:cNvSpPr/>
              <p:nvPr/>
            </p:nvSpPr>
            <p:spPr bwMode="gray">
              <a:xfrm rot="5400000">
                <a:off x="9087591" y="5410424"/>
                <a:ext cx="103948" cy="89610"/>
              </a:xfrm>
              <a:prstGeom prst="triangle">
                <a:avLst/>
              </a:prstGeom>
              <a:solidFill>
                <a:srgbClr val="012169"/>
              </a:solidFill>
              <a:ln w="19050" algn="ctr">
                <a:noFill/>
                <a:miter lim="800000"/>
                <a:headEnd/>
                <a:tailEnd/>
              </a:ln>
            </p:spPr>
            <p:txBody>
              <a:bodyPr wrap="square" lIns="88900" tIns="88900" rIns="88900" bIns="88900" rtlCol="0" anchor="ctr"/>
              <a:lstStyle/>
              <a:p>
                <a:pPr marL="0" marR="0" lvl="0" indent="0" algn="ctr" defTabSz="1219170" eaLnBrk="1" fontAlgn="auto" latinLnBrk="0" hangingPunct="1">
                  <a:lnSpc>
                    <a:spcPct val="106000"/>
                  </a:lnSpc>
                  <a:spcBef>
                    <a:spcPts val="0"/>
                  </a:spcBef>
                  <a:spcAft>
                    <a:spcPts val="0"/>
                  </a:spcAft>
                  <a:buClrTx/>
                  <a:buSzTx/>
                  <a:buFont typeface="Wingdings 2" pitchFamily="18" charset="2"/>
                  <a:buNone/>
                  <a:tabLst/>
                  <a:defRPr/>
                </a:pPr>
                <a:endParaRPr kumimoji="0" lang="en-IN" sz="18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nvGrpSpPr>
              <p:cNvPr id="76" name="Group 29">
                <a:extLst>
                  <a:ext uri="{FF2B5EF4-FFF2-40B4-BE49-F238E27FC236}">
                    <a16:creationId xmlns:a16="http://schemas.microsoft.com/office/drawing/2014/main" id="{52D57ADD-AE90-B63F-023F-1E8B0351AFEF}"/>
                  </a:ext>
                </a:extLst>
              </p:cNvPr>
              <p:cNvGrpSpPr>
                <a:grpSpLocks/>
              </p:cNvGrpSpPr>
              <p:nvPr/>
            </p:nvGrpSpPr>
            <p:grpSpPr bwMode="auto">
              <a:xfrm>
                <a:off x="9216275" y="5276665"/>
                <a:ext cx="351922" cy="352176"/>
                <a:chOff x="2899" y="653"/>
                <a:chExt cx="340" cy="340"/>
              </a:xfrm>
              <a:solidFill>
                <a:srgbClr val="012169"/>
              </a:solidFill>
            </p:grpSpPr>
            <p:sp>
              <p:nvSpPr>
                <p:cNvPr id="77" name="Freeform 30">
                  <a:extLst>
                    <a:ext uri="{FF2B5EF4-FFF2-40B4-BE49-F238E27FC236}">
                      <a16:creationId xmlns:a16="http://schemas.microsoft.com/office/drawing/2014/main" id="{CD39F4BC-0029-1F2E-A3A5-4E6C16C3448D}"/>
                    </a:ext>
                  </a:extLst>
                </p:cNvPr>
                <p:cNvSpPr>
                  <a:spLocks noEditPoints="1"/>
                </p:cNvSpPr>
                <p:nvPr/>
              </p:nvSpPr>
              <p:spPr bwMode="auto">
                <a:xfrm>
                  <a:off x="2963" y="717"/>
                  <a:ext cx="212" cy="213"/>
                </a:xfrm>
                <a:custGeom>
                  <a:avLst/>
                  <a:gdLst>
                    <a:gd name="T0" fmla="*/ 316 w 320"/>
                    <a:gd name="T1" fmla="*/ 126 h 321"/>
                    <a:gd name="T2" fmla="*/ 275 w 320"/>
                    <a:gd name="T3" fmla="*/ 105 h 321"/>
                    <a:gd name="T4" fmla="*/ 289 w 320"/>
                    <a:gd name="T5" fmla="*/ 66 h 321"/>
                    <a:gd name="T6" fmla="*/ 287 w 320"/>
                    <a:gd name="T7" fmla="*/ 63 h 321"/>
                    <a:gd name="T8" fmla="*/ 254 w 320"/>
                    <a:gd name="T9" fmla="*/ 31 h 321"/>
                    <a:gd name="T10" fmla="*/ 215 w 320"/>
                    <a:gd name="T11" fmla="*/ 45 h 321"/>
                    <a:gd name="T12" fmla="*/ 194 w 320"/>
                    <a:gd name="T13" fmla="*/ 4 h 321"/>
                    <a:gd name="T14" fmla="*/ 125 w 320"/>
                    <a:gd name="T15" fmla="*/ 4 h 321"/>
                    <a:gd name="T16" fmla="*/ 105 w 320"/>
                    <a:gd name="T17" fmla="*/ 45 h 321"/>
                    <a:gd name="T18" fmla="*/ 64 w 320"/>
                    <a:gd name="T19" fmla="*/ 32 h 321"/>
                    <a:gd name="T20" fmla="*/ 26 w 320"/>
                    <a:gd name="T21" fmla="*/ 87 h 321"/>
                    <a:gd name="T22" fmla="*/ 14 w 320"/>
                    <a:gd name="T23" fmla="*/ 118 h 321"/>
                    <a:gd name="T24" fmla="*/ 0 w 320"/>
                    <a:gd name="T25" fmla="*/ 147 h 321"/>
                    <a:gd name="T26" fmla="*/ 0 w 320"/>
                    <a:gd name="T27" fmla="*/ 156 h 321"/>
                    <a:gd name="T28" fmla="*/ 0 w 320"/>
                    <a:gd name="T29" fmla="*/ 160 h 321"/>
                    <a:gd name="T30" fmla="*/ 3 w 320"/>
                    <a:gd name="T31" fmla="*/ 195 h 321"/>
                    <a:gd name="T32" fmla="*/ 44 w 320"/>
                    <a:gd name="T33" fmla="*/ 215 h 321"/>
                    <a:gd name="T34" fmla="*/ 31 w 320"/>
                    <a:gd name="T35" fmla="*/ 254 h 321"/>
                    <a:gd name="T36" fmla="*/ 33 w 320"/>
                    <a:gd name="T37" fmla="*/ 257 h 321"/>
                    <a:gd name="T38" fmla="*/ 65 w 320"/>
                    <a:gd name="T39" fmla="*/ 289 h 321"/>
                    <a:gd name="T40" fmla="*/ 105 w 320"/>
                    <a:gd name="T41" fmla="*/ 275 h 321"/>
                    <a:gd name="T42" fmla="*/ 125 w 320"/>
                    <a:gd name="T43" fmla="*/ 317 h 321"/>
                    <a:gd name="T44" fmla="*/ 147 w 320"/>
                    <a:gd name="T45" fmla="*/ 321 h 321"/>
                    <a:gd name="T46" fmla="*/ 160 w 320"/>
                    <a:gd name="T47" fmla="*/ 321 h 321"/>
                    <a:gd name="T48" fmla="*/ 168 w 320"/>
                    <a:gd name="T49" fmla="*/ 321 h 321"/>
                    <a:gd name="T50" fmla="*/ 173 w 320"/>
                    <a:gd name="T51" fmla="*/ 321 h 321"/>
                    <a:gd name="T52" fmla="*/ 202 w 320"/>
                    <a:gd name="T53" fmla="*/ 306 h 321"/>
                    <a:gd name="T54" fmla="*/ 233 w 320"/>
                    <a:gd name="T55" fmla="*/ 293 h 321"/>
                    <a:gd name="T56" fmla="*/ 288 w 320"/>
                    <a:gd name="T57" fmla="*/ 256 h 321"/>
                    <a:gd name="T58" fmla="*/ 275 w 320"/>
                    <a:gd name="T59" fmla="*/ 215 h 321"/>
                    <a:gd name="T60" fmla="*/ 316 w 320"/>
                    <a:gd name="T61" fmla="*/ 195 h 321"/>
                    <a:gd name="T62" fmla="*/ 320 w 320"/>
                    <a:gd name="T63" fmla="*/ 147 h 321"/>
                    <a:gd name="T64" fmla="*/ 272 w 320"/>
                    <a:gd name="T65" fmla="*/ 182 h 321"/>
                    <a:gd name="T66" fmla="*/ 255 w 320"/>
                    <a:gd name="T67" fmla="*/ 225 h 321"/>
                    <a:gd name="T68" fmla="*/ 243 w 320"/>
                    <a:gd name="T69" fmla="*/ 271 h 321"/>
                    <a:gd name="T70" fmla="*/ 212 w 320"/>
                    <a:gd name="T71" fmla="*/ 253 h 321"/>
                    <a:gd name="T72" fmla="*/ 181 w 320"/>
                    <a:gd name="T73" fmla="*/ 297 h 321"/>
                    <a:gd name="T74" fmla="*/ 149 w 320"/>
                    <a:gd name="T75" fmla="*/ 299 h 321"/>
                    <a:gd name="T76" fmla="*/ 138 w 320"/>
                    <a:gd name="T77" fmla="*/ 297 h 321"/>
                    <a:gd name="T78" fmla="*/ 108 w 320"/>
                    <a:gd name="T79" fmla="*/ 253 h 321"/>
                    <a:gd name="T80" fmla="*/ 77 w 320"/>
                    <a:gd name="T81" fmla="*/ 271 h 321"/>
                    <a:gd name="T82" fmla="*/ 50 w 320"/>
                    <a:gd name="T83" fmla="*/ 244 h 321"/>
                    <a:gd name="T84" fmla="*/ 48 w 320"/>
                    <a:gd name="T85" fmla="*/ 242 h 321"/>
                    <a:gd name="T86" fmla="*/ 57 w 320"/>
                    <a:gd name="T87" fmla="*/ 189 h 321"/>
                    <a:gd name="T88" fmla="*/ 22 w 320"/>
                    <a:gd name="T89" fmla="*/ 171 h 321"/>
                    <a:gd name="T90" fmla="*/ 23 w 320"/>
                    <a:gd name="T91" fmla="*/ 139 h 321"/>
                    <a:gd name="T92" fmla="*/ 67 w 320"/>
                    <a:gd name="T93" fmla="*/ 108 h 321"/>
                    <a:gd name="T94" fmla="*/ 49 w 320"/>
                    <a:gd name="T95" fmla="*/ 77 h 321"/>
                    <a:gd name="T96" fmla="*/ 95 w 320"/>
                    <a:gd name="T97" fmla="*/ 65 h 321"/>
                    <a:gd name="T98" fmla="*/ 138 w 320"/>
                    <a:gd name="T99" fmla="*/ 47 h 321"/>
                    <a:gd name="T100" fmla="*/ 171 w 320"/>
                    <a:gd name="T101" fmla="*/ 22 h 321"/>
                    <a:gd name="T102" fmla="*/ 189 w 320"/>
                    <a:gd name="T103" fmla="*/ 58 h 321"/>
                    <a:gd name="T104" fmla="*/ 241 w 320"/>
                    <a:gd name="T105" fmla="*/ 48 h 321"/>
                    <a:gd name="T106" fmla="*/ 244 w 320"/>
                    <a:gd name="T107" fmla="*/ 50 h 321"/>
                    <a:gd name="T108" fmla="*/ 270 w 320"/>
                    <a:gd name="T109" fmla="*/ 77 h 321"/>
                    <a:gd name="T110" fmla="*/ 253 w 320"/>
                    <a:gd name="T111" fmla="*/ 108 h 321"/>
                    <a:gd name="T112" fmla="*/ 297 w 320"/>
                    <a:gd name="T113" fmla="*/ 139 h 321"/>
                    <a:gd name="T114" fmla="*/ 298 w 320"/>
                    <a:gd name="T115" fmla="*/ 171 h 3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20" h="321">
                      <a:moveTo>
                        <a:pt x="320" y="147"/>
                      </a:moveTo>
                      <a:cubicBezTo>
                        <a:pt x="320" y="147"/>
                        <a:pt x="320" y="147"/>
                        <a:pt x="320" y="147"/>
                      </a:cubicBezTo>
                      <a:cubicBezTo>
                        <a:pt x="318" y="140"/>
                        <a:pt x="318" y="133"/>
                        <a:pt x="316" y="126"/>
                      </a:cubicBezTo>
                      <a:cubicBezTo>
                        <a:pt x="315" y="121"/>
                        <a:pt x="310" y="118"/>
                        <a:pt x="305" y="118"/>
                      </a:cubicBezTo>
                      <a:cubicBezTo>
                        <a:pt x="280" y="118"/>
                        <a:pt x="280" y="118"/>
                        <a:pt x="280" y="118"/>
                      </a:cubicBezTo>
                      <a:cubicBezTo>
                        <a:pt x="279" y="113"/>
                        <a:pt x="277" y="109"/>
                        <a:pt x="275" y="105"/>
                      </a:cubicBezTo>
                      <a:cubicBezTo>
                        <a:pt x="293" y="87"/>
                        <a:pt x="293" y="87"/>
                        <a:pt x="293" y="87"/>
                      </a:cubicBezTo>
                      <a:cubicBezTo>
                        <a:pt x="296" y="84"/>
                        <a:pt x="297" y="78"/>
                        <a:pt x="294" y="74"/>
                      </a:cubicBezTo>
                      <a:cubicBezTo>
                        <a:pt x="293" y="71"/>
                        <a:pt x="291" y="68"/>
                        <a:pt x="289" y="66"/>
                      </a:cubicBezTo>
                      <a:cubicBezTo>
                        <a:pt x="289" y="66"/>
                        <a:pt x="289" y="66"/>
                        <a:pt x="289" y="66"/>
                      </a:cubicBezTo>
                      <a:cubicBezTo>
                        <a:pt x="288" y="65"/>
                        <a:pt x="288" y="65"/>
                        <a:pt x="288" y="64"/>
                      </a:cubicBezTo>
                      <a:cubicBezTo>
                        <a:pt x="287" y="64"/>
                        <a:pt x="287" y="63"/>
                        <a:pt x="287" y="63"/>
                      </a:cubicBezTo>
                      <a:cubicBezTo>
                        <a:pt x="278" y="52"/>
                        <a:pt x="268" y="42"/>
                        <a:pt x="257" y="33"/>
                      </a:cubicBezTo>
                      <a:cubicBezTo>
                        <a:pt x="257" y="33"/>
                        <a:pt x="256" y="32"/>
                        <a:pt x="255" y="32"/>
                      </a:cubicBezTo>
                      <a:cubicBezTo>
                        <a:pt x="255" y="32"/>
                        <a:pt x="254" y="31"/>
                        <a:pt x="254" y="31"/>
                      </a:cubicBezTo>
                      <a:cubicBezTo>
                        <a:pt x="251" y="29"/>
                        <a:pt x="249" y="27"/>
                        <a:pt x="246" y="25"/>
                      </a:cubicBezTo>
                      <a:cubicBezTo>
                        <a:pt x="242" y="23"/>
                        <a:pt x="236" y="23"/>
                        <a:pt x="233" y="27"/>
                      </a:cubicBezTo>
                      <a:cubicBezTo>
                        <a:pt x="215" y="45"/>
                        <a:pt x="215" y="45"/>
                        <a:pt x="215" y="45"/>
                      </a:cubicBezTo>
                      <a:cubicBezTo>
                        <a:pt x="211" y="43"/>
                        <a:pt x="207" y="41"/>
                        <a:pt x="202" y="39"/>
                      </a:cubicBezTo>
                      <a:cubicBezTo>
                        <a:pt x="202" y="14"/>
                        <a:pt x="202" y="14"/>
                        <a:pt x="202" y="14"/>
                      </a:cubicBezTo>
                      <a:cubicBezTo>
                        <a:pt x="202" y="9"/>
                        <a:pt x="199" y="5"/>
                        <a:pt x="194" y="4"/>
                      </a:cubicBezTo>
                      <a:cubicBezTo>
                        <a:pt x="187" y="2"/>
                        <a:pt x="180" y="1"/>
                        <a:pt x="172" y="1"/>
                      </a:cubicBezTo>
                      <a:cubicBezTo>
                        <a:pt x="164" y="0"/>
                        <a:pt x="155" y="0"/>
                        <a:pt x="147" y="1"/>
                      </a:cubicBezTo>
                      <a:cubicBezTo>
                        <a:pt x="140" y="1"/>
                        <a:pt x="132" y="2"/>
                        <a:pt x="125" y="4"/>
                      </a:cubicBezTo>
                      <a:cubicBezTo>
                        <a:pt x="120" y="5"/>
                        <a:pt x="117" y="9"/>
                        <a:pt x="117" y="14"/>
                      </a:cubicBezTo>
                      <a:cubicBezTo>
                        <a:pt x="117" y="39"/>
                        <a:pt x="117" y="39"/>
                        <a:pt x="117" y="39"/>
                      </a:cubicBezTo>
                      <a:cubicBezTo>
                        <a:pt x="113" y="41"/>
                        <a:pt x="109" y="43"/>
                        <a:pt x="105" y="45"/>
                      </a:cubicBezTo>
                      <a:cubicBezTo>
                        <a:pt x="87" y="27"/>
                        <a:pt x="87" y="27"/>
                        <a:pt x="87" y="27"/>
                      </a:cubicBezTo>
                      <a:cubicBezTo>
                        <a:pt x="83" y="23"/>
                        <a:pt x="78" y="23"/>
                        <a:pt x="73" y="25"/>
                      </a:cubicBezTo>
                      <a:cubicBezTo>
                        <a:pt x="70" y="27"/>
                        <a:pt x="67" y="30"/>
                        <a:pt x="64" y="32"/>
                      </a:cubicBezTo>
                      <a:cubicBezTo>
                        <a:pt x="52" y="41"/>
                        <a:pt x="41" y="52"/>
                        <a:pt x="32" y="64"/>
                      </a:cubicBezTo>
                      <a:cubicBezTo>
                        <a:pt x="29" y="67"/>
                        <a:pt x="27" y="71"/>
                        <a:pt x="25" y="74"/>
                      </a:cubicBezTo>
                      <a:cubicBezTo>
                        <a:pt x="22" y="78"/>
                        <a:pt x="23" y="84"/>
                        <a:pt x="26" y="87"/>
                      </a:cubicBezTo>
                      <a:cubicBezTo>
                        <a:pt x="44" y="105"/>
                        <a:pt x="44" y="105"/>
                        <a:pt x="44" y="105"/>
                      </a:cubicBezTo>
                      <a:cubicBezTo>
                        <a:pt x="42" y="109"/>
                        <a:pt x="41" y="113"/>
                        <a:pt x="39" y="118"/>
                      </a:cubicBezTo>
                      <a:cubicBezTo>
                        <a:pt x="14" y="118"/>
                        <a:pt x="14" y="118"/>
                        <a:pt x="14" y="118"/>
                      </a:cubicBezTo>
                      <a:cubicBezTo>
                        <a:pt x="9" y="118"/>
                        <a:pt x="4" y="121"/>
                        <a:pt x="3" y="126"/>
                      </a:cubicBezTo>
                      <a:cubicBezTo>
                        <a:pt x="2" y="133"/>
                        <a:pt x="1" y="140"/>
                        <a:pt x="0" y="147"/>
                      </a:cubicBezTo>
                      <a:cubicBezTo>
                        <a:pt x="0" y="147"/>
                        <a:pt x="0" y="147"/>
                        <a:pt x="0" y="147"/>
                      </a:cubicBezTo>
                      <a:cubicBezTo>
                        <a:pt x="0" y="147"/>
                        <a:pt x="0" y="147"/>
                        <a:pt x="0" y="147"/>
                      </a:cubicBezTo>
                      <a:cubicBezTo>
                        <a:pt x="0" y="147"/>
                        <a:pt x="0" y="147"/>
                        <a:pt x="0" y="147"/>
                      </a:cubicBezTo>
                      <a:cubicBezTo>
                        <a:pt x="0" y="150"/>
                        <a:pt x="0" y="153"/>
                        <a:pt x="0" y="156"/>
                      </a:cubicBezTo>
                      <a:cubicBezTo>
                        <a:pt x="0" y="157"/>
                        <a:pt x="0" y="159"/>
                        <a:pt x="0" y="160"/>
                      </a:cubicBezTo>
                      <a:cubicBezTo>
                        <a:pt x="0" y="160"/>
                        <a:pt x="0" y="160"/>
                        <a:pt x="0" y="160"/>
                      </a:cubicBezTo>
                      <a:cubicBezTo>
                        <a:pt x="0" y="160"/>
                        <a:pt x="0" y="160"/>
                        <a:pt x="0" y="160"/>
                      </a:cubicBezTo>
                      <a:cubicBezTo>
                        <a:pt x="0" y="161"/>
                        <a:pt x="0" y="163"/>
                        <a:pt x="0" y="164"/>
                      </a:cubicBezTo>
                      <a:cubicBezTo>
                        <a:pt x="0" y="167"/>
                        <a:pt x="0" y="170"/>
                        <a:pt x="0" y="173"/>
                      </a:cubicBezTo>
                      <a:cubicBezTo>
                        <a:pt x="1" y="180"/>
                        <a:pt x="2" y="188"/>
                        <a:pt x="3" y="195"/>
                      </a:cubicBezTo>
                      <a:cubicBezTo>
                        <a:pt x="4" y="200"/>
                        <a:pt x="9" y="203"/>
                        <a:pt x="14" y="203"/>
                      </a:cubicBezTo>
                      <a:cubicBezTo>
                        <a:pt x="39" y="203"/>
                        <a:pt x="39" y="203"/>
                        <a:pt x="39" y="203"/>
                      </a:cubicBezTo>
                      <a:cubicBezTo>
                        <a:pt x="41" y="207"/>
                        <a:pt x="42" y="211"/>
                        <a:pt x="44" y="215"/>
                      </a:cubicBezTo>
                      <a:cubicBezTo>
                        <a:pt x="26" y="233"/>
                        <a:pt x="26" y="233"/>
                        <a:pt x="26" y="233"/>
                      </a:cubicBezTo>
                      <a:cubicBezTo>
                        <a:pt x="23" y="237"/>
                        <a:pt x="22" y="242"/>
                        <a:pt x="25" y="246"/>
                      </a:cubicBezTo>
                      <a:cubicBezTo>
                        <a:pt x="27" y="249"/>
                        <a:pt x="29" y="252"/>
                        <a:pt x="31" y="254"/>
                      </a:cubicBezTo>
                      <a:cubicBezTo>
                        <a:pt x="31" y="254"/>
                        <a:pt x="31" y="254"/>
                        <a:pt x="31" y="254"/>
                      </a:cubicBezTo>
                      <a:cubicBezTo>
                        <a:pt x="31" y="255"/>
                        <a:pt x="31" y="255"/>
                        <a:pt x="32" y="256"/>
                      </a:cubicBezTo>
                      <a:cubicBezTo>
                        <a:pt x="32" y="256"/>
                        <a:pt x="32" y="257"/>
                        <a:pt x="33" y="257"/>
                      </a:cubicBezTo>
                      <a:cubicBezTo>
                        <a:pt x="41" y="268"/>
                        <a:pt x="51" y="278"/>
                        <a:pt x="62" y="287"/>
                      </a:cubicBezTo>
                      <a:cubicBezTo>
                        <a:pt x="63" y="287"/>
                        <a:pt x="64" y="288"/>
                        <a:pt x="64" y="288"/>
                      </a:cubicBezTo>
                      <a:cubicBezTo>
                        <a:pt x="64" y="288"/>
                        <a:pt x="65" y="289"/>
                        <a:pt x="65" y="289"/>
                      </a:cubicBezTo>
                      <a:cubicBezTo>
                        <a:pt x="68" y="291"/>
                        <a:pt x="71" y="293"/>
                        <a:pt x="73" y="295"/>
                      </a:cubicBezTo>
                      <a:cubicBezTo>
                        <a:pt x="78" y="297"/>
                        <a:pt x="83" y="297"/>
                        <a:pt x="87" y="293"/>
                      </a:cubicBezTo>
                      <a:cubicBezTo>
                        <a:pt x="105" y="275"/>
                        <a:pt x="105" y="275"/>
                        <a:pt x="105" y="275"/>
                      </a:cubicBezTo>
                      <a:cubicBezTo>
                        <a:pt x="109" y="277"/>
                        <a:pt x="113" y="279"/>
                        <a:pt x="117" y="281"/>
                      </a:cubicBezTo>
                      <a:cubicBezTo>
                        <a:pt x="117" y="306"/>
                        <a:pt x="117" y="306"/>
                        <a:pt x="117" y="306"/>
                      </a:cubicBezTo>
                      <a:cubicBezTo>
                        <a:pt x="117" y="311"/>
                        <a:pt x="120" y="316"/>
                        <a:pt x="125" y="317"/>
                      </a:cubicBezTo>
                      <a:cubicBezTo>
                        <a:pt x="132" y="318"/>
                        <a:pt x="139" y="321"/>
                        <a:pt x="147" y="321"/>
                      </a:cubicBezTo>
                      <a:cubicBezTo>
                        <a:pt x="147" y="321"/>
                        <a:pt x="147" y="321"/>
                        <a:pt x="147" y="321"/>
                      </a:cubicBezTo>
                      <a:cubicBezTo>
                        <a:pt x="147" y="321"/>
                        <a:pt x="147" y="321"/>
                        <a:pt x="147" y="321"/>
                      </a:cubicBezTo>
                      <a:cubicBezTo>
                        <a:pt x="147" y="321"/>
                        <a:pt x="147" y="321"/>
                        <a:pt x="147" y="321"/>
                      </a:cubicBezTo>
                      <a:cubicBezTo>
                        <a:pt x="149" y="321"/>
                        <a:pt x="151" y="321"/>
                        <a:pt x="153" y="321"/>
                      </a:cubicBezTo>
                      <a:cubicBezTo>
                        <a:pt x="155" y="321"/>
                        <a:pt x="157" y="321"/>
                        <a:pt x="160" y="321"/>
                      </a:cubicBezTo>
                      <a:cubicBezTo>
                        <a:pt x="160" y="321"/>
                        <a:pt x="160" y="321"/>
                        <a:pt x="160" y="321"/>
                      </a:cubicBezTo>
                      <a:cubicBezTo>
                        <a:pt x="160" y="321"/>
                        <a:pt x="160" y="321"/>
                        <a:pt x="160" y="321"/>
                      </a:cubicBezTo>
                      <a:cubicBezTo>
                        <a:pt x="162" y="321"/>
                        <a:pt x="165" y="321"/>
                        <a:pt x="168" y="321"/>
                      </a:cubicBezTo>
                      <a:cubicBezTo>
                        <a:pt x="169" y="320"/>
                        <a:pt x="171" y="321"/>
                        <a:pt x="172" y="321"/>
                      </a:cubicBezTo>
                      <a:cubicBezTo>
                        <a:pt x="172" y="321"/>
                        <a:pt x="172" y="321"/>
                        <a:pt x="172" y="321"/>
                      </a:cubicBezTo>
                      <a:cubicBezTo>
                        <a:pt x="172" y="321"/>
                        <a:pt x="172" y="321"/>
                        <a:pt x="173" y="321"/>
                      </a:cubicBezTo>
                      <a:cubicBezTo>
                        <a:pt x="173" y="321"/>
                        <a:pt x="173" y="320"/>
                        <a:pt x="173" y="320"/>
                      </a:cubicBezTo>
                      <a:cubicBezTo>
                        <a:pt x="180" y="319"/>
                        <a:pt x="187" y="318"/>
                        <a:pt x="194" y="317"/>
                      </a:cubicBezTo>
                      <a:cubicBezTo>
                        <a:pt x="199" y="315"/>
                        <a:pt x="202" y="311"/>
                        <a:pt x="202" y="306"/>
                      </a:cubicBezTo>
                      <a:cubicBezTo>
                        <a:pt x="202" y="281"/>
                        <a:pt x="202" y="281"/>
                        <a:pt x="202" y="281"/>
                      </a:cubicBezTo>
                      <a:cubicBezTo>
                        <a:pt x="207" y="279"/>
                        <a:pt x="211" y="277"/>
                        <a:pt x="215" y="275"/>
                      </a:cubicBezTo>
                      <a:cubicBezTo>
                        <a:pt x="233" y="293"/>
                        <a:pt x="233" y="293"/>
                        <a:pt x="233" y="293"/>
                      </a:cubicBezTo>
                      <a:cubicBezTo>
                        <a:pt x="236" y="297"/>
                        <a:pt x="242" y="297"/>
                        <a:pt x="246" y="295"/>
                      </a:cubicBezTo>
                      <a:cubicBezTo>
                        <a:pt x="249" y="293"/>
                        <a:pt x="252" y="290"/>
                        <a:pt x="255" y="288"/>
                      </a:cubicBezTo>
                      <a:cubicBezTo>
                        <a:pt x="268" y="279"/>
                        <a:pt x="279" y="268"/>
                        <a:pt x="288" y="256"/>
                      </a:cubicBezTo>
                      <a:cubicBezTo>
                        <a:pt x="290" y="253"/>
                        <a:pt x="292" y="249"/>
                        <a:pt x="294" y="246"/>
                      </a:cubicBezTo>
                      <a:cubicBezTo>
                        <a:pt x="297" y="242"/>
                        <a:pt x="296" y="236"/>
                        <a:pt x="293" y="233"/>
                      </a:cubicBezTo>
                      <a:cubicBezTo>
                        <a:pt x="275" y="215"/>
                        <a:pt x="275" y="215"/>
                        <a:pt x="275" y="215"/>
                      </a:cubicBezTo>
                      <a:cubicBezTo>
                        <a:pt x="277" y="211"/>
                        <a:pt x="279" y="207"/>
                        <a:pt x="280" y="203"/>
                      </a:cubicBezTo>
                      <a:cubicBezTo>
                        <a:pt x="305" y="203"/>
                        <a:pt x="305" y="203"/>
                        <a:pt x="305" y="203"/>
                      </a:cubicBezTo>
                      <a:cubicBezTo>
                        <a:pt x="310" y="203"/>
                        <a:pt x="315" y="200"/>
                        <a:pt x="316" y="195"/>
                      </a:cubicBezTo>
                      <a:cubicBezTo>
                        <a:pt x="317" y="188"/>
                        <a:pt x="318" y="180"/>
                        <a:pt x="319" y="173"/>
                      </a:cubicBezTo>
                      <a:cubicBezTo>
                        <a:pt x="319" y="169"/>
                        <a:pt x="320" y="164"/>
                        <a:pt x="320" y="160"/>
                      </a:cubicBezTo>
                      <a:cubicBezTo>
                        <a:pt x="320" y="156"/>
                        <a:pt x="320" y="152"/>
                        <a:pt x="320" y="147"/>
                      </a:cubicBezTo>
                      <a:close/>
                      <a:moveTo>
                        <a:pt x="298" y="171"/>
                      </a:moveTo>
                      <a:cubicBezTo>
                        <a:pt x="297" y="175"/>
                        <a:pt x="297" y="178"/>
                        <a:pt x="297" y="182"/>
                      </a:cubicBezTo>
                      <a:cubicBezTo>
                        <a:pt x="272" y="182"/>
                        <a:pt x="272" y="182"/>
                        <a:pt x="272" y="182"/>
                      </a:cubicBezTo>
                      <a:cubicBezTo>
                        <a:pt x="268" y="182"/>
                        <a:pt x="263" y="185"/>
                        <a:pt x="262" y="189"/>
                      </a:cubicBezTo>
                      <a:cubicBezTo>
                        <a:pt x="260" y="197"/>
                        <a:pt x="257" y="205"/>
                        <a:pt x="253" y="212"/>
                      </a:cubicBezTo>
                      <a:cubicBezTo>
                        <a:pt x="250" y="216"/>
                        <a:pt x="251" y="221"/>
                        <a:pt x="255" y="225"/>
                      </a:cubicBezTo>
                      <a:cubicBezTo>
                        <a:pt x="272" y="242"/>
                        <a:pt x="272" y="242"/>
                        <a:pt x="272" y="242"/>
                      </a:cubicBezTo>
                      <a:cubicBezTo>
                        <a:pt x="271" y="242"/>
                        <a:pt x="271" y="243"/>
                        <a:pt x="271" y="243"/>
                      </a:cubicBezTo>
                      <a:cubicBezTo>
                        <a:pt x="263" y="254"/>
                        <a:pt x="253" y="263"/>
                        <a:pt x="243" y="271"/>
                      </a:cubicBezTo>
                      <a:cubicBezTo>
                        <a:pt x="242" y="271"/>
                        <a:pt x="242" y="272"/>
                        <a:pt x="241" y="272"/>
                      </a:cubicBezTo>
                      <a:cubicBezTo>
                        <a:pt x="224" y="255"/>
                        <a:pt x="224" y="255"/>
                        <a:pt x="224" y="255"/>
                      </a:cubicBezTo>
                      <a:cubicBezTo>
                        <a:pt x="221" y="251"/>
                        <a:pt x="216" y="251"/>
                        <a:pt x="212" y="253"/>
                      </a:cubicBezTo>
                      <a:cubicBezTo>
                        <a:pt x="204" y="257"/>
                        <a:pt x="197" y="260"/>
                        <a:pt x="189" y="262"/>
                      </a:cubicBezTo>
                      <a:cubicBezTo>
                        <a:pt x="184" y="264"/>
                        <a:pt x="181" y="268"/>
                        <a:pt x="181" y="273"/>
                      </a:cubicBezTo>
                      <a:cubicBezTo>
                        <a:pt x="181" y="297"/>
                        <a:pt x="181" y="297"/>
                        <a:pt x="181" y="297"/>
                      </a:cubicBezTo>
                      <a:cubicBezTo>
                        <a:pt x="178" y="297"/>
                        <a:pt x="174" y="298"/>
                        <a:pt x="171" y="299"/>
                      </a:cubicBezTo>
                      <a:cubicBezTo>
                        <a:pt x="163" y="299"/>
                        <a:pt x="156" y="299"/>
                        <a:pt x="149" y="299"/>
                      </a:cubicBezTo>
                      <a:cubicBezTo>
                        <a:pt x="149" y="299"/>
                        <a:pt x="149" y="299"/>
                        <a:pt x="149" y="299"/>
                      </a:cubicBezTo>
                      <a:cubicBezTo>
                        <a:pt x="149" y="299"/>
                        <a:pt x="149" y="299"/>
                        <a:pt x="149" y="299"/>
                      </a:cubicBezTo>
                      <a:cubicBezTo>
                        <a:pt x="149" y="299"/>
                        <a:pt x="149" y="299"/>
                        <a:pt x="149" y="299"/>
                      </a:cubicBezTo>
                      <a:cubicBezTo>
                        <a:pt x="145" y="299"/>
                        <a:pt x="142" y="297"/>
                        <a:pt x="138" y="297"/>
                      </a:cubicBezTo>
                      <a:cubicBezTo>
                        <a:pt x="138" y="273"/>
                        <a:pt x="138" y="273"/>
                        <a:pt x="138" y="273"/>
                      </a:cubicBezTo>
                      <a:cubicBezTo>
                        <a:pt x="138" y="268"/>
                        <a:pt x="135" y="264"/>
                        <a:pt x="131" y="262"/>
                      </a:cubicBezTo>
                      <a:cubicBezTo>
                        <a:pt x="123" y="260"/>
                        <a:pt x="115" y="257"/>
                        <a:pt x="108" y="253"/>
                      </a:cubicBezTo>
                      <a:cubicBezTo>
                        <a:pt x="104" y="251"/>
                        <a:pt x="98" y="251"/>
                        <a:pt x="95" y="255"/>
                      </a:cubicBezTo>
                      <a:cubicBezTo>
                        <a:pt x="78" y="272"/>
                        <a:pt x="78" y="272"/>
                        <a:pt x="78" y="272"/>
                      </a:cubicBezTo>
                      <a:cubicBezTo>
                        <a:pt x="77" y="271"/>
                        <a:pt x="77" y="271"/>
                        <a:pt x="77" y="271"/>
                      </a:cubicBezTo>
                      <a:cubicBezTo>
                        <a:pt x="77" y="271"/>
                        <a:pt x="76" y="270"/>
                        <a:pt x="76" y="270"/>
                      </a:cubicBezTo>
                      <a:cubicBezTo>
                        <a:pt x="76" y="270"/>
                        <a:pt x="76" y="270"/>
                        <a:pt x="76" y="270"/>
                      </a:cubicBezTo>
                      <a:cubicBezTo>
                        <a:pt x="66" y="262"/>
                        <a:pt x="57" y="254"/>
                        <a:pt x="50" y="244"/>
                      </a:cubicBezTo>
                      <a:cubicBezTo>
                        <a:pt x="50" y="244"/>
                        <a:pt x="49" y="244"/>
                        <a:pt x="49" y="244"/>
                      </a:cubicBezTo>
                      <a:cubicBezTo>
                        <a:pt x="49" y="243"/>
                        <a:pt x="49" y="243"/>
                        <a:pt x="49" y="243"/>
                      </a:cubicBezTo>
                      <a:cubicBezTo>
                        <a:pt x="48" y="242"/>
                        <a:pt x="48" y="242"/>
                        <a:pt x="48" y="242"/>
                      </a:cubicBezTo>
                      <a:cubicBezTo>
                        <a:pt x="65" y="225"/>
                        <a:pt x="65" y="225"/>
                        <a:pt x="65" y="225"/>
                      </a:cubicBezTo>
                      <a:cubicBezTo>
                        <a:pt x="68" y="221"/>
                        <a:pt x="69" y="216"/>
                        <a:pt x="67" y="212"/>
                      </a:cubicBezTo>
                      <a:cubicBezTo>
                        <a:pt x="63" y="205"/>
                        <a:pt x="59" y="197"/>
                        <a:pt x="57" y="189"/>
                      </a:cubicBezTo>
                      <a:cubicBezTo>
                        <a:pt x="56" y="185"/>
                        <a:pt x="52" y="182"/>
                        <a:pt x="47" y="182"/>
                      </a:cubicBezTo>
                      <a:cubicBezTo>
                        <a:pt x="23" y="182"/>
                        <a:pt x="23" y="182"/>
                        <a:pt x="23" y="182"/>
                      </a:cubicBezTo>
                      <a:cubicBezTo>
                        <a:pt x="22" y="178"/>
                        <a:pt x="22" y="175"/>
                        <a:pt x="22" y="171"/>
                      </a:cubicBezTo>
                      <a:cubicBezTo>
                        <a:pt x="21" y="168"/>
                        <a:pt x="21" y="164"/>
                        <a:pt x="21" y="160"/>
                      </a:cubicBezTo>
                      <a:cubicBezTo>
                        <a:pt x="21" y="156"/>
                        <a:pt x="21" y="153"/>
                        <a:pt x="22" y="149"/>
                      </a:cubicBezTo>
                      <a:cubicBezTo>
                        <a:pt x="22" y="146"/>
                        <a:pt x="22" y="142"/>
                        <a:pt x="23" y="139"/>
                      </a:cubicBezTo>
                      <a:cubicBezTo>
                        <a:pt x="47" y="139"/>
                        <a:pt x="47" y="139"/>
                        <a:pt x="47" y="139"/>
                      </a:cubicBezTo>
                      <a:cubicBezTo>
                        <a:pt x="52" y="139"/>
                        <a:pt x="56" y="136"/>
                        <a:pt x="57" y="131"/>
                      </a:cubicBezTo>
                      <a:cubicBezTo>
                        <a:pt x="59" y="123"/>
                        <a:pt x="63" y="115"/>
                        <a:pt x="67" y="108"/>
                      </a:cubicBezTo>
                      <a:cubicBezTo>
                        <a:pt x="69" y="104"/>
                        <a:pt x="68" y="99"/>
                        <a:pt x="65" y="95"/>
                      </a:cubicBezTo>
                      <a:cubicBezTo>
                        <a:pt x="48" y="78"/>
                        <a:pt x="48" y="78"/>
                        <a:pt x="48" y="78"/>
                      </a:cubicBezTo>
                      <a:cubicBezTo>
                        <a:pt x="48" y="78"/>
                        <a:pt x="48" y="78"/>
                        <a:pt x="49" y="77"/>
                      </a:cubicBezTo>
                      <a:cubicBezTo>
                        <a:pt x="57" y="66"/>
                        <a:pt x="66" y="57"/>
                        <a:pt x="77" y="49"/>
                      </a:cubicBezTo>
                      <a:cubicBezTo>
                        <a:pt x="77" y="49"/>
                        <a:pt x="78" y="48"/>
                        <a:pt x="78" y="48"/>
                      </a:cubicBezTo>
                      <a:cubicBezTo>
                        <a:pt x="95" y="65"/>
                        <a:pt x="95" y="65"/>
                        <a:pt x="95" y="65"/>
                      </a:cubicBezTo>
                      <a:cubicBezTo>
                        <a:pt x="98" y="69"/>
                        <a:pt x="104" y="69"/>
                        <a:pt x="108" y="67"/>
                      </a:cubicBezTo>
                      <a:cubicBezTo>
                        <a:pt x="115" y="63"/>
                        <a:pt x="123" y="60"/>
                        <a:pt x="131" y="58"/>
                      </a:cubicBezTo>
                      <a:cubicBezTo>
                        <a:pt x="135" y="56"/>
                        <a:pt x="138" y="52"/>
                        <a:pt x="138" y="47"/>
                      </a:cubicBezTo>
                      <a:cubicBezTo>
                        <a:pt x="138" y="23"/>
                        <a:pt x="138" y="23"/>
                        <a:pt x="138" y="23"/>
                      </a:cubicBezTo>
                      <a:cubicBezTo>
                        <a:pt x="142" y="23"/>
                        <a:pt x="145" y="22"/>
                        <a:pt x="149" y="22"/>
                      </a:cubicBezTo>
                      <a:cubicBezTo>
                        <a:pt x="156" y="21"/>
                        <a:pt x="163" y="21"/>
                        <a:pt x="171" y="22"/>
                      </a:cubicBezTo>
                      <a:cubicBezTo>
                        <a:pt x="174" y="22"/>
                        <a:pt x="178" y="23"/>
                        <a:pt x="181" y="23"/>
                      </a:cubicBezTo>
                      <a:cubicBezTo>
                        <a:pt x="181" y="47"/>
                        <a:pt x="181" y="47"/>
                        <a:pt x="181" y="47"/>
                      </a:cubicBezTo>
                      <a:cubicBezTo>
                        <a:pt x="181" y="52"/>
                        <a:pt x="184" y="56"/>
                        <a:pt x="189" y="58"/>
                      </a:cubicBezTo>
                      <a:cubicBezTo>
                        <a:pt x="197" y="60"/>
                        <a:pt x="204" y="63"/>
                        <a:pt x="212" y="67"/>
                      </a:cubicBezTo>
                      <a:cubicBezTo>
                        <a:pt x="216" y="69"/>
                        <a:pt x="221" y="69"/>
                        <a:pt x="224" y="65"/>
                      </a:cubicBezTo>
                      <a:cubicBezTo>
                        <a:pt x="241" y="48"/>
                        <a:pt x="241" y="48"/>
                        <a:pt x="241" y="48"/>
                      </a:cubicBezTo>
                      <a:cubicBezTo>
                        <a:pt x="242" y="49"/>
                        <a:pt x="242" y="49"/>
                        <a:pt x="242" y="49"/>
                      </a:cubicBezTo>
                      <a:cubicBezTo>
                        <a:pt x="243" y="49"/>
                        <a:pt x="243" y="50"/>
                        <a:pt x="243" y="50"/>
                      </a:cubicBezTo>
                      <a:cubicBezTo>
                        <a:pt x="244" y="50"/>
                        <a:pt x="244" y="50"/>
                        <a:pt x="244" y="50"/>
                      </a:cubicBezTo>
                      <a:cubicBezTo>
                        <a:pt x="253" y="58"/>
                        <a:pt x="262" y="66"/>
                        <a:pt x="270" y="76"/>
                      </a:cubicBezTo>
                      <a:cubicBezTo>
                        <a:pt x="270" y="76"/>
                        <a:pt x="270" y="76"/>
                        <a:pt x="270" y="76"/>
                      </a:cubicBezTo>
                      <a:cubicBezTo>
                        <a:pt x="270" y="77"/>
                        <a:pt x="270" y="77"/>
                        <a:pt x="270" y="77"/>
                      </a:cubicBezTo>
                      <a:cubicBezTo>
                        <a:pt x="271" y="78"/>
                        <a:pt x="271" y="78"/>
                        <a:pt x="271" y="78"/>
                      </a:cubicBezTo>
                      <a:cubicBezTo>
                        <a:pt x="255" y="95"/>
                        <a:pt x="255" y="95"/>
                        <a:pt x="255" y="95"/>
                      </a:cubicBezTo>
                      <a:cubicBezTo>
                        <a:pt x="251" y="99"/>
                        <a:pt x="250" y="104"/>
                        <a:pt x="253" y="108"/>
                      </a:cubicBezTo>
                      <a:cubicBezTo>
                        <a:pt x="257" y="115"/>
                        <a:pt x="260" y="123"/>
                        <a:pt x="262" y="131"/>
                      </a:cubicBezTo>
                      <a:cubicBezTo>
                        <a:pt x="263" y="136"/>
                        <a:pt x="268" y="139"/>
                        <a:pt x="272" y="139"/>
                      </a:cubicBezTo>
                      <a:cubicBezTo>
                        <a:pt x="297" y="139"/>
                        <a:pt x="297" y="139"/>
                        <a:pt x="297" y="139"/>
                      </a:cubicBezTo>
                      <a:cubicBezTo>
                        <a:pt x="297" y="142"/>
                        <a:pt x="297" y="146"/>
                        <a:pt x="298" y="149"/>
                      </a:cubicBezTo>
                      <a:cubicBezTo>
                        <a:pt x="298" y="153"/>
                        <a:pt x="298" y="157"/>
                        <a:pt x="298" y="160"/>
                      </a:cubicBezTo>
                      <a:cubicBezTo>
                        <a:pt x="298" y="164"/>
                        <a:pt x="298" y="168"/>
                        <a:pt x="298" y="17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78872" tIns="39436" rIns="78872" bIns="39436" numCol="1" anchor="t" anchorCtr="0" compatLnSpc="1">
                  <a:prstTxWarp prst="textNoShape">
                    <a:avLst/>
                  </a:prstTxWarp>
                </a:bodyPr>
                <a:lstStyle/>
                <a:p>
                  <a:pPr marL="0" marR="0" lvl="0" indent="0" defTabSz="905428"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78" name="Freeform 31">
                  <a:extLst>
                    <a:ext uri="{FF2B5EF4-FFF2-40B4-BE49-F238E27FC236}">
                      <a16:creationId xmlns:a16="http://schemas.microsoft.com/office/drawing/2014/main" id="{B521A117-73E2-BE7B-16C5-EB999A3714F2}"/>
                    </a:ext>
                  </a:extLst>
                </p:cNvPr>
                <p:cNvSpPr>
                  <a:spLocks noEditPoints="1"/>
                </p:cNvSpPr>
                <p:nvPr/>
              </p:nvSpPr>
              <p:spPr bwMode="auto">
                <a:xfrm>
                  <a:off x="3026" y="781"/>
                  <a:ext cx="85" cy="85"/>
                </a:xfrm>
                <a:custGeom>
                  <a:avLst/>
                  <a:gdLst>
                    <a:gd name="T0" fmla="*/ 64 w 128"/>
                    <a:gd name="T1" fmla="*/ 0 h 128"/>
                    <a:gd name="T2" fmla="*/ 0 w 128"/>
                    <a:gd name="T3" fmla="*/ 64 h 128"/>
                    <a:gd name="T4" fmla="*/ 64 w 128"/>
                    <a:gd name="T5" fmla="*/ 128 h 128"/>
                    <a:gd name="T6" fmla="*/ 128 w 128"/>
                    <a:gd name="T7" fmla="*/ 64 h 128"/>
                    <a:gd name="T8" fmla="*/ 64 w 128"/>
                    <a:gd name="T9" fmla="*/ 0 h 128"/>
                    <a:gd name="T10" fmla="*/ 64 w 128"/>
                    <a:gd name="T11" fmla="*/ 107 h 128"/>
                    <a:gd name="T12" fmla="*/ 21 w 128"/>
                    <a:gd name="T13" fmla="*/ 64 h 128"/>
                    <a:gd name="T14" fmla="*/ 64 w 128"/>
                    <a:gd name="T15" fmla="*/ 21 h 128"/>
                    <a:gd name="T16" fmla="*/ 106 w 128"/>
                    <a:gd name="T17" fmla="*/ 64 h 128"/>
                    <a:gd name="T18" fmla="*/ 64 w 128"/>
                    <a:gd name="T19" fmla="*/ 107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128">
                      <a:moveTo>
                        <a:pt x="64" y="0"/>
                      </a:moveTo>
                      <a:cubicBezTo>
                        <a:pt x="28" y="0"/>
                        <a:pt x="0" y="29"/>
                        <a:pt x="0" y="64"/>
                      </a:cubicBezTo>
                      <a:cubicBezTo>
                        <a:pt x="0" y="99"/>
                        <a:pt x="28" y="128"/>
                        <a:pt x="64" y="128"/>
                      </a:cubicBezTo>
                      <a:cubicBezTo>
                        <a:pt x="99" y="128"/>
                        <a:pt x="128" y="99"/>
                        <a:pt x="128" y="64"/>
                      </a:cubicBezTo>
                      <a:cubicBezTo>
                        <a:pt x="128" y="29"/>
                        <a:pt x="99" y="0"/>
                        <a:pt x="64" y="0"/>
                      </a:cubicBezTo>
                      <a:close/>
                      <a:moveTo>
                        <a:pt x="64" y="107"/>
                      </a:moveTo>
                      <a:cubicBezTo>
                        <a:pt x="40" y="107"/>
                        <a:pt x="21" y="88"/>
                        <a:pt x="21" y="64"/>
                      </a:cubicBezTo>
                      <a:cubicBezTo>
                        <a:pt x="21" y="40"/>
                        <a:pt x="40" y="21"/>
                        <a:pt x="64" y="21"/>
                      </a:cubicBezTo>
                      <a:cubicBezTo>
                        <a:pt x="87" y="21"/>
                        <a:pt x="106" y="40"/>
                        <a:pt x="106" y="64"/>
                      </a:cubicBezTo>
                      <a:cubicBezTo>
                        <a:pt x="106" y="88"/>
                        <a:pt x="87" y="107"/>
                        <a:pt x="64" y="107"/>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78872" tIns="39436" rIns="78872" bIns="39436" numCol="1" anchor="t" anchorCtr="0" compatLnSpc="1">
                  <a:prstTxWarp prst="textNoShape">
                    <a:avLst/>
                  </a:prstTxWarp>
                </a:bodyPr>
                <a:lstStyle/>
                <a:p>
                  <a:pPr marL="0" marR="0" lvl="0" indent="0" defTabSz="905428"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79" name="Freeform 32">
                  <a:extLst>
                    <a:ext uri="{FF2B5EF4-FFF2-40B4-BE49-F238E27FC236}">
                      <a16:creationId xmlns:a16="http://schemas.microsoft.com/office/drawing/2014/main" id="{076473B8-B8F0-4024-8520-D44EA860A044}"/>
                    </a:ext>
                  </a:extLst>
                </p:cNvPr>
                <p:cNvSpPr>
                  <a:spLocks noEditPoints="1"/>
                </p:cNvSpPr>
                <p:nvPr/>
              </p:nvSpPr>
              <p:spPr bwMode="auto">
                <a:xfrm>
                  <a:off x="2899" y="653"/>
                  <a:ext cx="340" cy="340"/>
                </a:xfrm>
                <a:custGeom>
                  <a:avLst/>
                  <a:gdLst>
                    <a:gd name="T0" fmla="*/ 256 w 512"/>
                    <a:gd name="T1" fmla="*/ 21 h 512"/>
                    <a:gd name="T2" fmla="*/ 490 w 512"/>
                    <a:gd name="T3" fmla="*/ 256 h 512"/>
                    <a:gd name="T4" fmla="*/ 256 w 512"/>
                    <a:gd name="T5" fmla="*/ 491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7"/>
                        <a:pt x="490" y="256"/>
                      </a:cubicBezTo>
                      <a:cubicBezTo>
                        <a:pt x="490" y="385"/>
                        <a:pt x="385" y="491"/>
                        <a:pt x="256" y="491"/>
                      </a:cubicBezTo>
                      <a:cubicBezTo>
                        <a:pt x="126" y="491"/>
                        <a:pt x="21" y="385"/>
                        <a:pt x="21" y="256"/>
                      </a:cubicBezTo>
                      <a:cubicBezTo>
                        <a:pt x="21" y="127"/>
                        <a:pt x="126" y="21"/>
                        <a:pt x="256" y="21"/>
                      </a:cubicBezTo>
                      <a:moveTo>
                        <a:pt x="256" y="0"/>
                      </a:moveTo>
                      <a:cubicBezTo>
                        <a:pt x="114" y="0"/>
                        <a:pt x="0" y="115"/>
                        <a:pt x="0" y="256"/>
                      </a:cubicBezTo>
                      <a:cubicBezTo>
                        <a:pt x="0" y="397"/>
                        <a:pt x="114" y="512"/>
                        <a:pt x="256" y="512"/>
                      </a:cubicBezTo>
                      <a:cubicBezTo>
                        <a:pt x="397" y="512"/>
                        <a:pt x="512" y="397"/>
                        <a:pt x="512" y="256"/>
                      </a:cubicBezTo>
                      <a:cubicBezTo>
                        <a:pt x="512" y="115"/>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78872" tIns="39436" rIns="78872" bIns="39436" numCol="1" anchor="t" anchorCtr="0" compatLnSpc="1">
                  <a:prstTxWarp prst="textNoShape">
                    <a:avLst/>
                  </a:prstTxWarp>
                </a:bodyPr>
                <a:lstStyle/>
                <a:p>
                  <a:pPr marL="0" marR="0" lvl="0" indent="0" defTabSz="905428"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grpSp>
        <p:grpSp>
          <p:nvGrpSpPr>
            <p:cNvPr id="64" name="Group 63">
              <a:extLst>
                <a:ext uri="{FF2B5EF4-FFF2-40B4-BE49-F238E27FC236}">
                  <a16:creationId xmlns:a16="http://schemas.microsoft.com/office/drawing/2014/main" id="{0507E4CB-E9E2-E51C-E706-0BC71B288F65}"/>
                </a:ext>
              </a:extLst>
            </p:cNvPr>
            <p:cNvGrpSpPr>
              <a:grpSpLocks noChangeAspect="1"/>
            </p:cNvGrpSpPr>
            <p:nvPr/>
          </p:nvGrpSpPr>
          <p:grpSpPr>
            <a:xfrm>
              <a:off x="5905202" y="2315170"/>
              <a:ext cx="372672" cy="370802"/>
              <a:chOff x="5672138" y="4513263"/>
              <a:chExt cx="1579562" cy="1571625"/>
            </a:xfrm>
            <a:solidFill>
              <a:srgbClr val="046A38"/>
            </a:solidFill>
          </p:grpSpPr>
          <p:sp>
            <p:nvSpPr>
              <p:cNvPr id="65" name="Rectangle 5">
                <a:extLst>
                  <a:ext uri="{FF2B5EF4-FFF2-40B4-BE49-F238E27FC236}">
                    <a16:creationId xmlns:a16="http://schemas.microsoft.com/office/drawing/2014/main" id="{DB917353-3A7A-E53D-5999-18816ED1FABA}"/>
                  </a:ext>
                </a:extLst>
              </p:cNvPr>
              <p:cNvSpPr>
                <a:spLocks noChangeArrowheads="1"/>
              </p:cNvSpPr>
              <p:nvPr/>
            </p:nvSpPr>
            <p:spPr bwMode="auto">
              <a:xfrm>
                <a:off x="6067425" y="5135563"/>
                <a:ext cx="131762" cy="196850"/>
              </a:xfrm>
              <a:prstGeom prst="rect">
                <a:avLst/>
              </a:prstGeom>
              <a:solidFill>
                <a:srgbClr val="0097A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6" name="Oval 6">
                <a:extLst>
                  <a:ext uri="{FF2B5EF4-FFF2-40B4-BE49-F238E27FC236}">
                    <a16:creationId xmlns:a16="http://schemas.microsoft.com/office/drawing/2014/main" id="{9DDE4D01-A7AA-7467-2E7E-ED9A58E6320B}"/>
                  </a:ext>
                </a:extLst>
              </p:cNvPr>
              <p:cNvSpPr>
                <a:spLocks noChangeArrowheads="1"/>
              </p:cNvSpPr>
              <p:nvPr/>
            </p:nvSpPr>
            <p:spPr bwMode="auto">
              <a:xfrm>
                <a:off x="6100763" y="4873626"/>
                <a:ext cx="65087" cy="65088"/>
              </a:xfrm>
              <a:prstGeom prst="ellipse">
                <a:avLst/>
              </a:prstGeom>
              <a:solidFill>
                <a:srgbClr val="0097A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7" name="Rectangle 7">
                <a:extLst>
                  <a:ext uri="{FF2B5EF4-FFF2-40B4-BE49-F238E27FC236}">
                    <a16:creationId xmlns:a16="http://schemas.microsoft.com/office/drawing/2014/main" id="{518AFEF8-956A-64D4-0155-1FE68F69C230}"/>
                  </a:ext>
                </a:extLst>
              </p:cNvPr>
              <p:cNvSpPr>
                <a:spLocks noChangeArrowheads="1"/>
              </p:cNvSpPr>
              <p:nvPr/>
            </p:nvSpPr>
            <p:spPr bwMode="auto">
              <a:xfrm>
                <a:off x="6396038" y="5135563"/>
                <a:ext cx="131762" cy="196850"/>
              </a:xfrm>
              <a:prstGeom prst="rect">
                <a:avLst/>
              </a:prstGeom>
              <a:solidFill>
                <a:srgbClr val="0097A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8" name="Oval 8">
                <a:extLst>
                  <a:ext uri="{FF2B5EF4-FFF2-40B4-BE49-F238E27FC236}">
                    <a16:creationId xmlns:a16="http://schemas.microsoft.com/office/drawing/2014/main" id="{CCD4B099-1711-73F5-9B4D-817193F40BD8}"/>
                  </a:ext>
                </a:extLst>
              </p:cNvPr>
              <p:cNvSpPr>
                <a:spLocks noChangeArrowheads="1"/>
              </p:cNvSpPr>
              <p:nvPr/>
            </p:nvSpPr>
            <p:spPr bwMode="auto">
              <a:xfrm>
                <a:off x="6429375" y="4873626"/>
                <a:ext cx="65087" cy="65088"/>
              </a:xfrm>
              <a:prstGeom prst="ellipse">
                <a:avLst/>
              </a:prstGeom>
              <a:solidFill>
                <a:srgbClr val="0097A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9" name="Oval 9">
                <a:extLst>
                  <a:ext uri="{FF2B5EF4-FFF2-40B4-BE49-F238E27FC236}">
                    <a16:creationId xmlns:a16="http://schemas.microsoft.com/office/drawing/2014/main" id="{3E5278CD-7E8C-0D60-2D65-C765F24A26B9}"/>
                  </a:ext>
                </a:extLst>
              </p:cNvPr>
              <p:cNvSpPr>
                <a:spLocks noChangeArrowheads="1"/>
              </p:cNvSpPr>
              <p:nvPr/>
            </p:nvSpPr>
            <p:spPr bwMode="auto">
              <a:xfrm>
                <a:off x="6757988" y="4873626"/>
                <a:ext cx="66675" cy="65088"/>
              </a:xfrm>
              <a:prstGeom prst="ellipse">
                <a:avLst/>
              </a:prstGeom>
              <a:solidFill>
                <a:srgbClr val="0097A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70" name="Freeform 10">
                <a:extLst>
                  <a:ext uri="{FF2B5EF4-FFF2-40B4-BE49-F238E27FC236}">
                    <a16:creationId xmlns:a16="http://schemas.microsoft.com/office/drawing/2014/main" id="{908ABB5F-D929-C802-2FEB-B7B37A6837C2}"/>
                  </a:ext>
                </a:extLst>
              </p:cNvPr>
              <p:cNvSpPr>
                <a:spLocks noEditPoints="1"/>
              </p:cNvSpPr>
              <p:nvPr/>
            </p:nvSpPr>
            <p:spPr bwMode="auto">
              <a:xfrm>
                <a:off x="5672138" y="4513263"/>
                <a:ext cx="1579562" cy="1571625"/>
              </a:xfrm>
              <a:custGeom>
                <a:avLst/>
                <a:gdLst>
                  <a:gd name="T0" fmla="*/ 0 w 384"/>
                  <a:gd name="T1" fmla="*/ 192 h 384"/>
                  <a:gd name="T2" fmla="*/ 384 w 384"/>
                  <a:gd name="T3" fmla="*/ 192 h 384"/>
                  <a:gd name="T4" fmla="*/ 272 w 384"/>
                  <a:gd name="T5" fmla="*/ 72 h 384"/>
                  <a:gd name="T6" fmla="*/ 272 w 384"/>
                  <a:gd name="T7" fmla="*/ 120 h 384"/>
                  <a:gd name="T8" fmla="*/ 272 w 384"/>
                  <a:gd name="T9" fmla="*/ 72 h 384"/>
                  <a:gd name="T10" fmla="*/ 216 w 384"/>
                  <a:gd name="T11" fmla="*/ 96 h 384"/>
                  <a:gd name="T12" fmla="*/ 168 w 384"/>
                  <a:gd name="T13" fmla="*/ 96 h 384"/>
                  <a:gd name="T14" fmla="*/ 112 w 384"/>
                  <a:gd name="T15" fmla="*/ 72 h 384"/>
                  <a:gd name="T16" fmla="*/ 112 w 384"/>
                  <a:gd name="T17" fmla="*/ 120 h 384"/>
                  <a:gd name="T18" fmla="*/ 112 w 384"/>
                  <a:gd name="T19" fmla="*/ 72 h 384"/>
                  <a:gd name="T20" fmla="*/ 136 w 384"/>
                  <a:gd name="T21" fmla="*/ 216 h 384"/>
                  <a:gd name="T22" fmla="*/ 128 w 384"/>
                  <a:gd name="T23" fmla="*/ 296 h 384"/>
                  <a:gd name="T24" fmla="*/ 120 w 384"/>
                  <a:gd name="T25" fmla="*/ 216 h 384"/>
                  <a:gd name="T26" fmla="*/ 104 w 384"/>
                  <a:gd name="T27" fmla="*/ 288 h 384"/>
                  <a:gd name="T28" fmla="*/ 88 w 384"/>
                  <a:gd name="T29" fmla="*/ 288 h 384"/>
                  <a:gd name="T30" fmla="*/ 80 w 384"/>
                  <a:gd name="T31" fmla="*/ 208 h 384"/>
                  <a:gd name="T32" fmla="*/ 88 w 384"/>
                  <a:gd name="T33" fmla="*/ 136 h 384"/>
                  <a:gd name="T34" fmla="*/ 144 w 384"/>
                  <a:gd name="T35" fmla="*/ 144 h 384"/>
                  <a:gd name="T36" fmla="*/ 224 w 384"/>
                  <a:gd name="T37" fmla="*/ 208 h 384"/>
                  <a:gd name="T38" fmla="*/ 216 w 384"/>
                  <a:gd name="T39" fmla="*/ 288 h 384"/>
                  <a:gd name="T40" fmla="*/ 200 w 384"/>
                  <a:gd name="T41" fmla="*/ 288 h 384"/>
                  <a:gd name="T42" fmla="*/ 184 w 384"/>
                  <a:gd name="T43" fmla="*/ 216 h 384"/>
                  <a:gd name="T44" fmla="*/ 176 w 384"/>
                  <a:gd name="T45" fmla="*/ 296 h 384"/>
                  <a:gd name="T46" fmla="*/ 168 w 384"/>
                  <a:gd name="T47" fmla="*/ 216 h 384"/>
                  <a:gd name="T48" fmla="*/ 160 w 384"/>
                  <a:gd name="T49" fmla="*/ 144 h 384"/>
                  <a:gd name="T50" fmla="*/ 216 w 384"/>
                  <a:gd name="T51" fmla="*/ 136 h 384"/>
                  <a:gd name="T52" fmla="*/ 224 w 384"/>
                  <a:gd name="T53" fmla="*/ 208 h 384"/>
                  <a:gd name="T54" fmla="*/ 296 w 384"/>
                  <a:gd name="T55" fmla="*/ 232 h 384"/>
                  <a:gd name="T56" fmla="*/ 288 w 384"/>
                  <a:gd name="T57" fmla="*/ 296 h 384"/>
                  <a:gd name="T58" fmla="*/ 280 w 384"/>
                  <a:gd name="T59" fmla="*/ 232 h 384"/>
                  <a:gd name="T60" fmla="*/ 264 w 384"/>
                  <a:gd name="T61" fmla="*/ 288 h 384"/>
                  <a:gd name="T62" fmla="*/ 248 w 384"/>
                  <a:gd name="T63" fmla="*/ 288 h 384"/>
                  <a:gd name="T64" fmla="*/ 241 w 384"/>
                  <a:gd name="T65" fmla="*/ 229 h 384"/>
                  <a:gd name="T66" fmla="*/ 256 w 384"/>
                  <a:gd name="T67" fmla="*/ 142 h 384"/>
                  <a:gd name="T68" fmla="*/ 280 w 384"/>
                  <a:gd name="T69" fmla="*/ 136 h 384"/>
                  <a:gd name="T70" fmla="*/ 304 w 384"/>
                  <a:gd name="T71" fmla="*/ 222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84" h="384">
                    <a:moveTo>
                      <a:pt x="192" y="0"/>
                    </a:moveTo>
                    <a:cubicBezTo>
                      <a:pt x="86" y="0"/>
                      <a:pt x="0" y="86"/>
                      <a:pt x="0" y="192"/>
                    </a:cubicBezTo>
                    <a:cubicBezTo>
                      <a:pt x="0" y="298"/>
                      <a:pt x="86" y="384"/>
                      <a:pt x="192" y="384"/>
                    </a:cubicBezTo>
                    <a:cubicBezTo>
                      <a:pt x="298" y="384"/>
                      <a:pt x="384" y="298"/>
                      <a:pt x="384" y="192"/>
                    </a:cubicBezTo>
                    <a:cubicBezTo>
                      <a:pt x="384" y="86"/>
                      <a:pt x="298" y="0"/>
                      <a:pt x="192" y="0"/>
                    </a:cubicBezTo>
                    <a:close/>
                    <a:moveTo>
                      <a:pt x="272" y="72"/>
                    </a:moveTo>
                    <a:cubicBezTo>
                      <a:pt x="285" y="72"/>
                      <a:pt x="296" y="82"/>
                      <a:pt x="296" y="96"/>
                    </a:cubicBezTo>
                    <a:cubicBezTo>
                      <a:pt x="296" y="109"/>
                      <a:pt x="285" y="120"/>
                      <a:pt x="272" y="120"/>
                    </a:cubicBezTo>
                    <a:cubicBezTo>
                      <a:pt x="258" y="120"/>
                      <a:pt x="248" y="109"/>
                      <a:pt x="248" y="96"/>
                    </a:cubicBezTo>
                    <a:cubicBezTo>
                      <a:pt x="248" y="82"/>
                      <a:pt x="258" y="72"/>
                      <a:pt x="272" y="72"/>
                    </a:cubicBezTo>
                    <a:close/>
                    <a:moveTo>
                      <a:pt x="192" y="72"/>
                    </a:moveTo>
                    <a:cubicBezTo>
                      <a:pt x="205" y="72"/>
                      <a:pt x="216" y="82"/>
                      <a:pt x="216" y="96"/>
                    </a:cubicBezTo>
                    <a:cubicBezTo>
                      <a:pt x="216" y="109"/>
                      <a:pt x="205" y="120"/>
                      <a:pt x="192" y="120"/>
                    </a:cubicBezTo>
                    <a:cubicBezTo>
                      <a:pt x="178" y="120"/>
                      <a:pt x="168" y="109"/>
                      <a:pt x="168" y="96"/>
                    </a:cubicBezTo>
                    <a:cubicBezTo>
                      <a:pt x="168" y="82"/>
                      <a:pt x="178" y="72"/>
                      <a:pt x="192" y="72"/>
                    </a:cubicBezTo>
                    <a:close/>
                    <a:moveTo>
                      <a:pt x="112" y="72"/>
                    </a:moveTo>
                    <a:cubicBezTo>
                      <a:pt x="125" y="72"/>
                      <a:pt x="136" y="82"/>
                      <a:pt x="136" y="96"/>
                    </a:cubicBezTo>
                    <a:cubicBezTo>
                      <a:pt x="136" y="109"/>
                      <a:pt x="125" y="120"/>
                      <a:pt x="112" y="120"/>
                    </a:cubicBezTo>
                    <a:cubicBezTo>
                      <a:pt x="98" y="120"/>
                      <a:pt x="88" y="109"/>
                      <a:pt x="88" y="96"/>
                    </a:cubicBezTo>
                    <a:cubicBezTo>
                      <a:pt x="88" y="82"/>
                      <a:pt x="98" y="72"/>
                      <a:pt x="112" y="72"/>
                    </a:cubicBezTo>
                    <a:close/>
                    <a:moveTo>
                      <a:pt x="144" y="208"/>
                    </a:moveTo>
                    <a:cubicBezTo>
                      <a:pt x="144" y="212"/>
                      <a:pt x="140" y="216"/>
                      <a:pt x="136" y="216"/>
                    </a:cubicBezTo>
                    <a:cubicBezTo>
                      <a:pt x="136" y="288"/>
                      <a:pt x="136" y="288"/>
                      <a:pt x="136" y="288"/>
                    </a:cubicBezTo>
                    <a:cubicBezTo>
                      <a:pt x="136" y="292"/>
                      <a:pt x="132" y="296"/>
                      <a:pt x="128" y="296"/>
                    </a:cubicBezTo>
                    <a:cubicBezTo>
                      <a:pt x="123" y="296"/>
                      <a:pt x="120" y="292"/>
                      <a:pt x="120" y="288"/>
                    </a:cubicBezTo>
                    <a:cubicBezTo>
                      <a:pt x="120" y="216"/>
                      <a:pt x="120" y="216"/>
                      <a:pt x="120" y="216"/>
                    </a:cubicBezTo>
                    <a:cubicBezTo>
                      <a:pt x="104" y="216"/>
                      <a:pt x="104" y="216"/>
                      <a:pt x="104" y="216"/>
                    </a:cubicBezTo>
                    <a:cubicBezTo>
                      <a:pt x="104" y="288"/>
                      <a:pt x="104" y="288"/>
                      <a:pt x="104" y="288"/>
                    </a:cubicBezTo>
                    <a:cubicBezTo>
                      <a:pt x="104" y="292"/>
                      <a:pt x="100" y="296"/>
                      <a:pt x="96" y="296"/>
                    </a:cubicBezTo>
                    <a:cubicBezTo>
                      <a:pt x="91" y="296"/>
                      <a:pt x="88" y="292"/>
                      <a:pt x="88" y="288"/>
                    </a:cubicBezTo>
                    <a:cubicBezTo>
                      <a:pt x="88" y="216"/>
                      <a:pt x="88" y="216"/>
                      <a:pt x="88" y="216"/>
                    </a:cubicBezTo>
                    <a:cubicBezTo>
                      <a:pt x="84" y="216"/>
                      <a:pt x="80" y="212"/>
                      <a:pt x="80" y="208"/>
                    </a:cubicBezTo>
                    <a:cubicBezTo>
                      <a:pt x="80" y="144"/>
                      <a:pt x="80" y="144"/>
                      <a:pt x="80" y="144"/>
                    </a:cubicBezTo>
                    <a:cubicBezTo>
                      <a:pt x="80" y="139"/>
                      <a:pt x="83" y="136"/>
                      <a:pt x="88" y="136"/>
                    </a:cubicBezTo>
                    <a:cubicBezTo>
                      <a:pt x="136" y="136"/>
                      <a:pt x="136" y="136"/>
                      <a:pt x="136" y="136"/>
                    </a:cubicBezTo>
                    <a:cubicBezTo>
                      <a:pt x="140" y="136"/>
                      <a:pt x="144" y="139"/>
                      <a:pt x="144" y="144"/>
                    </a:cubicBezTo>
                    <a:lnTo>
                      <a:pt x="144" y="208"/>
                    </a:lnTo>
                    <a:close/>
                    <a:moveTo>
                      <a:pt x="224" y="208"/>
                    </a:moveTo>
                    <a:cubicBezTo>
                      <a:pt x="224" y="212"/>
                      <a:pt x="224" y="216"/>
                      <a:pt x="216" y="216"/>
                    </a:cubicBezTo>
                    <a:cubicBezTo>
                      <a:pt x="216" y="288"/>
                      <a:pt x="216" y="288"/>
                      <a:pt x="216" y="288"/>
                    </a:cubicBezTo>
                    <a:cubicBezTo>
                      <a:pt x="216" y="292"/>
                      <a:pt x="212" y="296"/>
                      <a:pt x="208" y="296"/>
                    </a:cubicBezTo>
                    <a:cubicBezTo>
                      <a:pt x="203" y="296"/>
                      <a:pt x="200" y="292"/>
                      <a:pt x="200" y="288"/>
                    </a:cubicBezTo>
                    <a:cubicBezTo>
                      <a:pt x="200" y="216"/>
                      <a:pt x="200" y="216"/>
                      <a:pt x="200" y="216"/>
                    </a:cubicBezTo>
                    <a:cubicBezTo>
                      <a:pt x="184" y="216"/>
                      <a:pt x="184" y="216"/>
                      <a:pt x="184" y="216"/>
                    </a:cubicBezTo>
                    <a:cubicBezTo>
                      <a:pt x="184" y="288"/>
                      <a:pt x="184" y="288"/>
                      <a:pt x="184" y="288"/>
                    </a:cubicBezTo>
                    <a:cubicBezTo>
                      <a:pt x="184" y="292"/>
                      <a:pt x="180" y="296"/>
                      <a:pt x="176" y="296"/>
                    </a:cubicBezTo>
                    <a:cubicBezTo>
                      <a:pt x="171" y="296"/>
                      <a:pt x="168" y="292"/>
                      <a:pt x="168" y="288"/>
                    </a:cubicBezTo>
                    <a:cubicBezTo>
                      <a:pt x="168" y="216"/>
                      <a:pt x="168" y="216"/>
                      <a:pt x="168" y="216"/>
                    </a:cubicBezTo>
                    <a:cubicBezTo>
                      <a:pt x="160" y="216"/>
                      <a:pt x="160" y="212"/>
                      <a:pt x="160" y="208"/>
                    </a:cubicBezTo>
                    <a:cubicBezTo>
                      <a:pt x="160" y="144"/>
                      <a:pt x="160" y="144"/>
                      <a:pt x="160" y="144"/>
                    </a:cubicBezTo>
                    <a:cubicBezTo>
                      <a:pt x="160" y="139"/>
                      <a:pt x="163" y="136"/>
                      <a:pt x="168" y="136"/>
                    </a:cubicBezTo>
                    <a:cubicBezTo>
                      <a:pt x="216" y="136"/>
                      <a:pt x="216" y="136"/>
                      <a:pt x="216" y="136"/>
                    </a:cubicBezTo>
                    <a:cubicBezTo>
                      <a:pt x="220" y="136"/>
                      <a:pt x="224" y="139"/>
                      <a:pt x="224" y="144"/>
                    </a:cubicBezTo>
                    <a:lnTo>
                      <a:pt x="224" y="208"/>
                    </a:lnTo>
                    <a:close/>
                    <a:moveTo>
                      <a:pt x="302" y="229"/>
                    </a:moveTo>
                    <a:cubicBezTo>
                      <a:pt x="300" y="231"/>
                      <a:pt x="296" y="232"/>
                      <a:pt x="296" y="232"/>
                    </a:cubicBezTo>
                    <a:cubicBezTo>
                      <a:pt x="296" y="288"/>
                      <a:pt x="296" y="288"/>
                      <a:pt x="296" y="288"/>
                    </a:cubicBezTo>
                    <a:cubicBezTo>
                      <a:pt x="296" y="292"/>
                      <a:pt x="292" y="296"/>
                      <a:pt x="288" y="296"/>
                    </a:cubicBezTo>
                    <a:cubicBezTo>
                      <a:pt x="283" y="296"/>
                      <a:pt x="280" y="292"/>
                      <a:pt x="280" y="288"/>
                    </a:cubicBezTo>
                    <a:cubicBezTo>
                      <a:pt x="280" y="232"/>
                      <a:pt x="280" y="232"/>
                      <a:pt x="280" y="232"/>
                    </a:cubicBezTo>
                    <a:cubicBezTo>
                      <a:pt x="264" y="232"/>
                      <a:pt x="264" y="232"/>
                      <a:pt x="264" y="232"/>
                    </a:cubicBezTo>
                    <a:cubicBezTo>
                      <a:pt x="264" y="288"/>
                      <a:pt x="264" y="288"/>
                      <a:pt x="264" y="288"/>
                    </a:cubicBezTo>
                    <a:cubicBezTo>
                      <a:pt x="264" y="292"/>
                      <a:pt x="260" y="296"/>
                      <a:pt x="256" y="296"/>
                    </a:cubicBezTo>
                    <a:cubicBezTo>
                      <a:pt x="251" y="296"/>
                      <a:pt x="248" y="292"/>
                      <a:pt x="248" y="288"/>
                    </a:cubicBezTo>
                    <a:cubicBezTo>
                      <a:pt x="248" y="232"/>
                      <a:pt x="248" y="232"/>
                      <a:pt x="248" y="232"/>
                    </a:cubicBezTo>
                    <a:cubicBezTo>
                      <a:pt x="248" y="232"/>
                      <a:pt x="243" y="231"/>
                      <a:pt x="241" y="229"/>
                    </a:cubicBezTo>
                    <a:cubicBezTo>
                      <a:pt x="240" y="227"/>
                      <a:pt x="239" y="224"/>
                      <a:pt x="240" y="222"/>
                    </a:cubicBezTo>
                    <a:cubicBezTo>
                      <a:pt x="256" y="142"/>
                      <a:pt x="256" y="142"/>
                      <a:pt x="256" y="142"/>
                    </a:cubicBezTo>
                    <a:cubicBezTo>
                      <a:pt x="257" y="138"/>
                      <a:pt x="260" y="136"/>
                      <a:pt x="264" y="136"/>
                    </a:cubicBezTo>
                    <a:cubicBezTo>
                      <a:pt x="280" y="136"/>
                      <a:pt x="280" y="136"/>
                      <a:pt x="280" y="136"/>
                    </a:cubicBezTo>
                    <a:cubicBezTo>
                      <a:pt x="283" y="136"/>
                      <a:pt x="287" y="138"/>
                      <a:pt x="288" y="142"/>
                    </a:cubicBezTo>
                    <a:cubicBezTo>
                      <a:pt x="304" y="222"/>
                      <a:pt x="304" y="222"/>
                      <a:pt x="304" y="222"/>
                    </a:cubicBezTo>
                    <a:cubicBezTo>
                      <a:pt x="304" y="224"/>
                      <a:pt x="303" y="227"/>
                      <a:pt x="302" y="229"/>
                    </a:cubicBezTo>
                    <a:close/>
                  </a:path>
                </a:pathLst>
              </a:custGeom>
              <a:solidFill>
                <a:srgbClr val="0097A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71" name="Freeform 11">
                <a:extLst>
                  <a:ext uri="{FF2B5EF4-FFF2-40B4-BE49-F238E27FC236}">
                    <a16:creationId xmlns:a16="http://schemas.microsoft.com/office/drawing/2014/main" id="{8453C79E-DBD4-F899-64B2-0FA8BE3425E1}"/>
                  </a:ext>
                </a:extLst>
              </p:cNvPr>
              <p:cNvSpPr>
                <a:spLocks/>
              </p:cNvSpPr>
              <p:nvPr/>
            </p:nvSpPr>
            <p:spPr bwMode="auto">
              <a:xfrm>
                <a:off x="6729413" y="5135563"/>
                <a:ext cx="119062" cy="261938"/>
              </a:xfrm>
              <a:custGeom>
                <a:avLst/>
                <a:gdLst>
                  <a:gd name="T0" fmla="*/ 34 w 75"/>
                  <a:gd name="T1" fmla="*/ 0 h 165"/>
                  <a:gd name="T2" fmla="*/ 0 w 75"/>
                  <a:gd name="T3" fmla="*/ 165 h 165"/>
                  <a:gd name="T4" fmla="*/ 75 w 75"/>
                  <a:gd name="T5" fmla="*/ 165 h 165"/>
                  <a:gd name="T6" fmla="*/ 41 w 75"/>
                  <a:gd name="T7" fmla="*/ 0 h 165"/>
                  <a:gd name="T8" fmla="*/ 34 w 75"/>
                  <a:gd name="T9" fmla="*/ 0 h 165"/>
                </a:gdLst>
                <a:ahLst/>
                <a:cxnLst>
                  <a:cxn ang="0">
                    <a:pos x="T0" y="T1"/>
                  </a:cxn>
                  <a:cxn ang="0">
                    <a:pos x="T2" y="T3"/>
                  </a:cxn>
                  <a:cxn ang="0">
                    <a:pos x="T4" y="T5"/>
                  </a:cxn>
                  <a:cxn ang="0">
                    <a:pos x="T6" y="T7"/>
                  </a:cxn>
                  <a:cxn ang="0">
                    <a:pos x="T8" y="T9"/>
                  </a:cxn>
                </a:cxnLst>
                <a:rect l="0" t="0" r="r" b="b"/>
                <a:pathLst>
                  <a:path w="75" h="165">
                    <a:moveTo>
                      <a:pt x="34" y="0"/>
                    </a:moveTo>
                    <a:lnTo>
                      <a:pt x="0" y="165"/>
                    </a:lnTo>
                    <a:lnTo>
                      <a:pt x="75" y="165"/>
                    </a:lnTo>
                    <a:lnTo>
                      <a:pt x="41" y="0"/>
                    </a:lnTo>
                    <a:lnTo>
                      <a:pt x="34" y="0"/>
                    </a:lnTo>
                    <a:close/>
                  </a:path>
                </a:pathLst>
              </a:custGeom>
              <a:solidFill>
                <a:srgbClr val="0097A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grpSp>
      <p:grpSp>
        <p:nvGrpSpPr>
          <p:cNvPr id="146" name="Group 145">
            <a:extLst>
              <a:ext uri="{FF2B5EF4-FFF2-40B4-BE49-F238E27FC236}">
                <a16:creationId xmlns:a16="http://schemas.microsoft.com/office/drawing/2014/main" id="{1F4FCBD2-019B-FB36-ABF8-D3556B80A9C9}"/>
              </a:ext>
            </a:extLst>
          </p:cNvPr>
          <p:cNvGrpSpPr/>
          <p:nvPr/>
        </p:nvGrpSpPr>
        <p:grpSpPr>
          <a:xfrm>
            <a:off x="1884687" y="1594405"/>
            <a:ext cx="3014589" cy="2902612"/>
            <a:chOff x="6785533" y="1562777"/>
            <a:chExt cx="2517580" cy="2539158"/>
          </a:xfrm>
        </p:grpSpPr>
        <p:sp>
          <p:nvSpPr>
            <p:cNvPr id="147" name="Freeform 14">
              <a:extLst>
                <a:ext uri="{FF2B5EF4-FFF2-40B4-BE49-F238E27FC236}">
                  <a16:creationId xmlns:a16="http://schemas.microsoft.com/office/drawing/2014/main" id="{087C40D1-7F98-8737-FE1B-F91C1EB34310}"/>
                </a:ext>
              </a:extLst>
            </p:cNvPr>
            <p:cNvSpPr>
              <a:spLocks noChangeAspect="1"/>
            </p:cNvSpPr>
            <p:nvPr/>
          </p:nvSpPr>
          <p:spPr bwMode="auto">
            <a:xfrm>
              <a:off x="6785533" y="1562777"/>
              <a:ext cx="2517580" cy="2539158"/>
            </a:xfrm>
            <a:custGeom>
              <a:avLst/>
              <a:gdLst>
                <a:gd name="T0" fmla="*/ 2147483647 w 1903"/>
                <a:gd name="T1" fmla="*/ 2147483647 h 2101"/>
                <a:gd name="T2" fmla="*/ 2147483647 w 1903"/>
                <a:gd name="T3" fmla="*/ 2147483647 h 2101"/>
                <a:gd name="T4" fmla="*/ 2147483647 w 1903"/>
                <a:gd name="T5" fmla="*/ 2147483647 h 2101"/>
                <a:gd name="T6" fmla="*/ 2147483647 w 1903"/>
                <a:gd name="T7" fmla="*/ 2147483647 h 2101"/>
                <a:gd name="T8" fmla="*/ 2147483647 w 1903"/>
                <a:gd name="T9" fmla="*/ 2147483647 h 2101"/>
                <a:gd name="T10" fmla="*/ 2147483647 w 1903"/>
                <a:gd name="T11" fmla="*/ 2147483647 h 2101"/>
                <a:gd name="T12" fmla="*/ 2147483647 w 1903"/>
                <a:gd name="T13" fmla="*/ 2147483647 h 2101"/>
                <a:gd name="T14" fmla="*/ 2147483647 w 1903"/>
                <a:gd name="T15" fmla="*/ 2147483647 h 2101"/>
                <a:gd name="T16" fmla="*/ 2147483647 w 1903"/>
                <a:gd name="T17" fmla="*/ 2147483647 h 2101"/>
                <a:gd name="T18" fmla="*/ 2147483647 w 1903"/>
                <a:gd name="T19" fmla="*/ 2147483647 h 2101"/>
                <a:gd name="T20" fmla="*/ 2147483647 w 1903"/>
                <a:gd name="T21" fmla="*/ 2147483647 h 2101"/>
                <a:gd name="T22" fmla="*/ 2147483647 w 1903"/>
                <a:gd name="T23" fmla="*/ 2147483647 h 2101"/>
                <a:gd name="T24" fmla="*/ 2147483647 w 1903"/>
                <a:gd name="T25" fmla="*/ 2147483647 h 2101"/>
                <a:gd name="T26" fmla="*/ 2147483647 w 1903"/>
                <a:gd name="T27" fmla="*/ 2147483647 h 2101"/>
                <a:gd name="T28" fmla="*/ 2147483647 w 1903"/>
                <a:gd name="T29" fmla="*/ 2147483647 h 2101"/>
                <a:gd name="T30" fmla="*/ 2147483647 w 1903"/>
                <a:gd name="T31" fmla="*/ 2147483647 h 2101"/>
                <a:gd name="T32" fmla="*/ 2147483647 w 1903"/>
                <a:gd name="T33" fmla="*/ 2147483647 h 2101"/>
                <a:gd name="T34" fmla="*/ 2147483647 w 1903"/>
                <a:gd name="T35" fmla="*/ 2147483647 h 2101"/>
                <a:gd name="T36" fmla="*/ 2147483647 w 1903"/>
                <a:gd name="T37" fmla="*/ 2147483647 h 2101"/>
                <a:gd name="T38" fmla="*/ 2147483647 w 1903"/>
                <a:gd name="T39" fmla="*/ 1847412083 h 2101"/>
                <a:gd name="T40" fmla="*/ 2147483647 w 1903"/>
                <a:gd name="T41" fmla="*/ 256577569 h 2101"/>
                <a:gd name="T42" fmla="*/ 2147483647 w 1903"/>
                <a:gd name="T43" fmla="*/ 2147483647 h 2101"/>
                <a:gd name="T44" fmla="*/ 2147483647 w 1903"/>
                <a:gd name="T45" fmla="*/ 2147483647 h 2101"/>
                <a:gd name="T46" fmla="*/ 2147483647 w 1903"/>
                <a:gd name="T47" fmla="*/ 2147483647 h 2101"/>
                <a:gd name="T48" fmla="*/ 2147483647 w 1903"/>
                <a:gd name="T49" fmla="*/ 2147483647 h 2101"/>
                <a:gd name="T50" fmla="*/ 2147483647 w 1903"/>
                <a:gd name="T51" fmla="*/ 2147483647 h 2101"/>
                <a:gd name="T52" fmla="*/ 2147483647 w 1903"/>
                <a:gd name="T53" fmla="*/ 2147483647 h 2101"/>
                <a:gd name="T54" fmla="*/ 2147483647 w 1903"/>
                <a:gd name="T55" fmla="*/ 2147483647 h 2101"/>
                <a:gd name="T56" fmla="*/ 2147483647 w 1903"/>
                <a:gd name="T57" fmla="*/ 2147483647 h 2101"/>
                <a:gd name="T58" fmla="*/ 2147483647 w 1903"/>
                <a:gd name="T59" fmla="*/ 2147483647 h 2101"/>
                <a:gd name="T60" fmla="*/ 2147483647 w 1903"/>
                <a:gd name="T61" fmla="*/ 2147483647 h 2101"/>
                <a:gd name="T62" fmla="*/ 2016059137 w 1903"/>
                <a:gd name="T63" fmla="*/ 2147483647 h 2101"/>
                <a:gd name="T64" fmla="*/ 2147483647 w 1903"/>
                <a:gd name="T65" fmla="*/ 2147483647 h 2101"/>
                <a:gd name="T66" fmla="*/ 2147483647 w 1903"/>
                <a:gd name="T67" fmla="*/ 2147483647 h 2101"/>
                <a:gd name="T68" fmla="*/ 2147483647 w 1903"/>
                <a:gd name="T69" fmla="*/ 2147483647 h 2101"/>
                <a:gd name="T70" fmla="*/ 2147483647 w 1903"/>
                <a:gd name="T71" fmla="*/ 2147483647 h 2101"/>
                <a:gd name="T72" fmla="*/ 2147483647 w 1903"/>
                <a:gd name="T73" fmla="*/ 2147483647 h 2101"/>
                <a:gd name="T74" fmla="*/ 2147483647 w 1903"/>
                <a:gd name="T75" fmla="*/ 2147483647 h 2101"/>
                <a:gd name="T76" fmla="*/ 2147483647 w 1903"/>
                <a:gd name="T77" fmla="*/ 2147483647 h 2101"/>
                <a:gd name="T78" fmla="*/ 2147483647 w 1903"/>
                <a:gd name="T79" fmla="*/ 2147483647 h 2101"/>
                <a:gd name="T80" fmla="*/ 2147483647 w 1903"/>
                <a:gd name="T81" fmla="*/ 2147483647 h 2101"/>
                <a:gd name="T82" fmla="*/ 2147483647 w 1903"/>
                <a:gd name="T83" fmla="*/ 2147483647 h 2101"/>
                <a:gd name="T84" fmla="*/ 2147483647 w 1903"/>
                <a:gd name="T85" fmla="*/ 2147483647 h 2101"/>
                <a:gd name="T86" fmla="*/ 2147483647 w 1903"/>
                <a:gd name="T87" fmla="*/ 2147483647 h 2101"/>
                <a:gd name="T88" fmla="*/ 2147483647 w 1903"/>
                <a:gd name="T89" fmla="*/ 2147483647 h 2101"/>
                <a:gd name="T90" fmla="*/ 2147483647 w 1903"/>
                <a:gd name="T91" fmla="*/ 2147483647 h 2101"/>
                <a:gd name="T92" fmla="*/ 2147483647 w 1903"/>
                <a:gd name="T93" fmla="*/ 2147483647 h 2101"/>
                <a:gd name="T94" fmla="*/ 2147483647 w 1903"/>
                <a:gd name="T95" fmla="*/ 2147483647 h 2101"/>
                <a:gd name="T96" fmla="*/ 2147483647 w 1903"/>
                <a:gd name="T97" fmla="*/ 2147483647 h 2101"/>
                <a:gd name="T98" fmla="*/ 2147483647 w 1903"/>
                <a:gd name="T99" fmla="*/ 2147483647 h 2101"/>
                <a:gd name="T100" fmla="*/ 2147483647 w 1903"/>
                <a:gd name="T101" fmla="*/ 2147483647 h 2101"/>
                <a:gd name="T102" fmla="*/ 2147483647 w 1903"/>
                <a:gd name="T103" fmla="*/ 2147483647 h 2101"/>
                <a:gd name="T104" fmla="*/ 2147483647 w 1903"/>
                <a:gd name="T105" fmla="*/ 2147483647 h 2101"/>
                <a:gd name="T106" fmla="*/ 2147483647 w 1903"/>
                <a:gd name="T107" fmla="*/ 2147483647 h 2101"/>
                <a:gd name="T108" fmla="*/ 2147483647 w 1903"/>
                <a:gd name="T109" fmla="*/ 2147483647 h 2101"/>
                <a:gd name="T110" fmla="*/ 2147483647 w 1903"/>
                <a:gd name="T111" fmla="*/ 2147483647 h 2101"/>
                <a:gd name="T112" fmla="*/ 2147483647 w 1903"/>
                <a:gd name="T113" fmla="*/ 2147483647 h 2101"/>
                <a:gd name="T114" fmla="*/ 2147483647 w 1903"/>
                <a:gd name="T115" fmla="*/ 2147483647 h 2101"/>
                <a:gd name="T116" fmla="*/ 2147483647 w 1903"/>
                <a:gd name="T117" fmla="*/ 2147483647 h 2101"/>
                <a:gd name="T118" fmla="*/ 2147483647 w 1903"/>
                <a:gd name="T119" fmla="*/ 2147483647 h 2101"/>
                <a:gd name="T120" fmla="*/ 2147483647 w 1903"/>
                <a:gd name="T121" fmla="*/ 2147483647 h 2101"/>
                <a:gd name="T122" fmla="*/ 2147483647 w 1903"/>
                <a:gd name="T123" fmla="*/ 2147483647 h 2101"/>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903"/>
                <a:gd name="T187" fmla="*/ 0 h 2101"/>
                <a:gd name="T188" fmla="*/ 1903 w 1903"/>
                <a:gd name="T189" fmla="*/ 2101 h 2101"/>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903" h="2101">
                  <a:moveTo>
                    <a:pt x="1856" y="553"/>
                  </a:moveTo>
                  <a:lnTo>
                    <a:pt x="1839" y="543"/>
                  </a:lnTo>
                  <a:lnTo>
                    <a:pt x="1840" y="542"/>
                  </a:lnTo>
                  <a:lnTo>
                    <a:pt x="1841" y="537"/>
                  </a:lnTo>
                  <a:lnTo>
                    <a:pt x="1839" y="532"/>
                  </a:lnTo>
                  <a:lnTo>
                    <a:pt x="1832" y="522"/>
                  </a:lnTo>
                  <a:lnTo>
                    <a:pt x="1824" y="513"/>
                  </a:lnTo>
                  <a:lnTo>
                    <a:pt x="1820" y="510"/>
                  </a:lnTo>
                  <a:lnTo>
                    <a:pt x="1818" y="507"/>
                  </a:lnTo>
                  <a:lnTo>
                    <a:pt x="1815" y="503"/>
                  </a:lnTo>
                  <a:lnTo>
                    <a:pt x="1811" y="496"/>
                  </a:lnTo>
                  <a:lnTo>
                    <a:pt x="1803" y="491"/>
                  </a:lnTo>
                  <a:lnTo>
                    <a:pt x="1792" y="497"/>
                  </a:lnTo>
                  <a:lnTo>
                    <a:pt x="1783" y="507"/>
                  </a:lnTo>
                  <a:lnTo>
                    <a:pt x="1777" y="514"/>
                  </a:lnTo>
                  <a:lnTo>
                    <a:pt x="1771" y="518"/>
                  </a:lnTo>
                  <a:lnTo>
                    <a:pt x="1764" y="519"/>
                  </a:lnTo>
                  <a:lnTo>
                    <a:pt x="1759" y="518"/>
                  </a:lnTo>
                  <a:lnTo>
                    <a:pt x="1752" y="517"/>
                  </a:lnTo>
                  <a:lnTo>
                    <a:pt x="1744" y="514"/>
                  </a:lnTo>
                  <a:lnTo>
                    <a:pt x="1736" y="513"/>
                  </a:lnTo>
                  <a:lnTo>
                    <a:pt x="1727" y="511"/>
                  </a:lnTo>
                  <a:lnTo>
                    <a:pt x="1719" y="511"/>
                  </a:lnTo>
                  <a:lnTo>
                    <a:pt x="1712" y="512"/>
                  </a:lnTo>
                  <a:lnTo>
                    <a:pt x="1707" y="514"/>
                  </a:lnTo>
                  <a:lnTo>
                    <a:pt x="1699" y="522"/>
                  </a:lnTo>
                  <a:lnTo>
                    <a:pt x="1690" y="529"/>
                  </a:lnTo>
                  <a:lnTo>
                    <a:pt x="1682" y="537"/>
                  </a:lnTo>
                  <a:lnTo>
                    <a:pt x="1675" y="547"/>
                  </a:lnTo>
                  <a:lnTo>
                    <a:pt x="1672" y="552"/>
                  </a:lnTo>
                  <a:lnTo>
                    <a:pt x="1667" y="557"/>
                  </a:lnTo>
                  <a:lnTo>
                    <a:pt x="1661" y="560"/>
                  </a:lnTo>
                  <a:lnTo>
                    <a:pt x="1655" y="565"/>
                  </a:lnTo>
                  <a:lnTo>
                    <a:pt x="1648" y="568"/>
                  </a:lnTo>
                  <a:lnTo>
                    <a:pt x="1643" y="573"/>
                  </a:lnTo>
                  <a:lnTo>
                    <a:pt x="1637" y="578"/>
                  </a:lnTo>
                  <a:lnTo>
                    <a:pt x="1632" y="582"/>
                  </a:lnTo>
                  <a:lnTo>
                    <a:pt x="1624" y="592"/>
                  </a:lnTo>
                  <a:lnTo>
                    <a:pt x="1616" y="600"/>
                  </a:lnTo>
                  <a:lnTo>
                    <a:pt x="1608" y="608"/>
                  </a:lnTo>
                  <a:lnTo>
                    <a:pt x="1600" y="615"/>
                  </a:lnTo>
                  <a:lnTo>
                    <a:pt x="1596" y="618"/>
                  </a:lnTo>
                  <a:lnTo>
                    <a:pt x="1589" y="623"/>
                  </a:lnTo>
                  <a:lnTo>
                    <a:pt x="1582" y="626"/>
                  </a:lnTo>
                  <a:lnTo>
                    <a:pt x="1575" y="628"/>
                  </a:lnTo>
                  <a:lnTo>
                    <a:pt x="1568" y="632"/>
                  </a:lnTo>
                  <a:lnTo>
                    <a:pt x="1563" y="633"/>
                  </a:lnTo>
                  <a:lnTo>
                    <a:pt x="1559" y="635"/>
                  </a:lnTo>
                  <a:lnTo>
                    <a:pt x="1558" y="635"/>
                  </a:lnTo>
                  <a:lnTo>
                    <a:pt x="1554" y="635"/>
                  </a:lnTo>
                  <a:lnTo>
                    <a:pt x="1547" y="638"/>
                  </a:lnTo>
                  <a:lnTo>
                    <a:pt x="1540" y="645"/>
                  </a:lnTo>
                  <a:lnTo>
                    <a:pt x="1537" y="657"/>
                  </a:lnTo>
                  <a:lnTo>
                    <a:pt x="1541" y="668"/>
                  </a:lnTo>
                  <a:lnTo>
                    <a:pt x="1553" y="672"/>
                  </a:lnTo>
                  <a:lnTo>
                    <a:pt x="1562" y="676"/>
                  </a:lnTo>
                  <a:lnTo>
                    <a:pt x="1566" y="685"/>
                  </a:lnTo>
                  <a:lnTo>
                    <a:pt x="1561" y="693"/>
                  </a:lnTo>
                  <a:lnTo>
                    <a:pt x="1552" y="695"/>
                  </a:lnTo>
                  <a:lnTo>
                    <a:pt x="1543" y="694"/>
                  </a:lnTo>
                  <a:lnTo>
                    <a:pt x="1533" y="696"/>
                  </a:lnTo>
                  <a:lnTo>
                    <a:pt x="1529" y="699"/>
                  </a:lnTo>
                  <a:lnTo>
                    <a:pt x="1525" y="700"/>
                  </a:lnTo>
                  <a:lnTo>
                    <a:pt x="1521" y="702"/>
                  </a:lnTo>
                  <a:lnTo>
                    <a:pt x="1516" y="702"/>
                  </a:lnTo>
                  <a:lnTo>
                    <a:pt x="1510" y="703"/>
                  </a:lnTo>
                  <a:lnTo>
                    <a:pt x="1506" y="703"/>
                  </a:lnTo>
                  <a:lnTo>
                    <a:pt x="1502" y="703"/>
                  </a:lnTo>
                  <a:lnTo>
                    <a:pt x="1498" y="703"/>
                  </a:lnTo>
                  <a:lnTo>
                    <a:pt x="1493" y="703"/>
                  </a:lnTo>
                  <a:lnTo>
                    <a:pt x="1488" y="701"/>
                  </a:lnTo>
                  <a:lnTo>
                    <a:pt x="1483" y="700"/>
                  </a:lnTo>
                  <a:lnTo>
                    <a:pt x="1476" y="699"/>
                  </a:lnTo>
                  <a:lnTo>
                    <a:pt x="1470" y="698"/>
                  </a:lnTo>
                  <a:lnTo>
                    <a:pt x="1463" y="699"/>
                  </a:lnTo>
                  <a:lnTo>
                    <a:pt x="1457" y="702"/>
                  </a:lnTo>
                  <a:lnTo>
                    <a:pt x="1452" y="707"/>
                  </a:lnTo>
                  <a:lnTo>
                    <a:pt x="1445" y="715"/>
                  </a:lnTo>
                  <a:lnTo>
                    <a:pt x="1441" y="716"/>
                  </a:lnTo>
                  <a:lnTo>
                    <a:pt x="1434" y="714"/>
                  </a:lnTo>
                  <a:lnTo>
                    <a:pt x="1419" y="710"/>
                  </a:lnTo>
                  <a:lnTo>
                    <a:pt x="1409" y="709"/>
                  </a:lnTo>
                  <a:lnTo>
                    <a:pt x="1401" y="708"/>
                  </a:lnTo>
                  <a:lnTo>
                    <a:pt x="1393" y="706"/>
                  </a:lnTo>
                  <a:lnTo>
                    <a:pt x="1386" y="704"/>
                  </a:lnTo>
                  <a:lnTo>
                    <a:pt x="1380" y="702"/>
                  </a:lnTo>
                  <a:lnTo>
                    <a:pt x="1377" y="700"/>
                  </a:lnTo>
                  <a:lnTo>
                    <a:pt x="1374" y="696"/>
                  </a:lnTo>
                  <a:lnTo>
                    <a:pt x="1373" y="693"/>
                  </a:lnTo>
                  <a:lnTo>
                    <a:pt x="1373" y="685"/>
                  </a:lnTo>
                  <a:lnTo>
                    <a:pt x="1373" y="676"/>
                  </a:lnTo>
                  <a:lnTo>
                    <a:pt x="1373" y="665"/>
                  </a:lnTo>
                  <a:lnTo>
                    <a:pt x="1373" y="654"/>
                  </a:lnTo>
                  <a:lnTo>
                    <a:pt x="1373" y="640"/>
                  </a:lnTo>
                  <a:lnTo>
                    <a:pt x="1371" y="628"/>
                  </a:lnTo>
                  <a:lnTo>
                    <a:pt x="1366" y="621"/>
                  </a:lnTo>
                  <a:lnTo>
                    <a:pt x="1356" y="618"/>
                  </a:lnTo>
                  <a:lnTo>
                    <a:pt x="1343" y="620"/>
                  </a:lnTo>
                  <a:lnTo>
                    <a:pt x="1335" y="626"/>
                  </a:lnTo>
                  <a:lnTo>
                    <a:pt x="1329" y="633"/>
                  </a:lnTo>
                  <a:lnTo>
                    <a:pt x="1327" y="635"/>
                  </a:lnTo>
                  <a:lnTo>
                    <a:pt x="1324" y="636"/>
                  </a:lnTo>
                  <a:lnTo>
                    <a:pt x="1317" y="640"/>
                  </a:lnTo>
                  <a:lnTo>
                    <a:pt x="1309" y="646"/>
                  </a:lnTo>
                  <a:lnTo>
                    <a:pt x="1305" y="654"/>
                  </a:lnTo>
                  <a:lnTo>
                    <a:pt x="1305" y="668"/>
                  </a:lnTo>
                  <a:lnTo>
                    <a:pt x="1306" y="687"/>
                  </a:lnTo>
                  <a:lnTo>
                    <a:pt x="1309" y="707"/>
                  </a:lnTo>
                  <a:lnTo>
                    <a:pt x="1313" y="721"/>
                  </a:lnTo>
                  <a:lnTo>
                    <a:pt x="1317" y="730"/>
                  </a:lnTo>
                  <a:lnTo>
                    <a:pt x="1316" y="738"/>
                  </a:lnTo>
                  <a:lnTo>
                    <a:pt x="1311" y="744"/>
                  </a:lnTo>
                  <a:lnTo>
                    <a:pt x="1302" y="746"/>
                  </a:lnTo>
                  <a:lnTo>
                    <a:pt x="1295" y="746"/>
                  </a:lnTo>
                  <a:lnTo>
                    <a:pt x="1285" y="746"/>
                  </a:lnTo>
                  <a:lnTo>
                    <a:pt x="1273" y="747"/>
                  </a:lnTo>
                  <a:lnTo>
                    <a:pt x="1260" y="747"/>
                  </a:lnTo>
                  <a:lnTo>
                    <a:pt x="1248" y="747"/>
                  </a:lnTo>
                  <a:lnTo>
                    <a:pt x="1236" y="746"/>
                  </a:lnTo>
                  <a:lnTo>
                    <a:pt x="1227" y="745"/>
                  </a:lnTo>
                  <a:lnTo>
                    <a:pt x="1221" y="742"/>
                  </a:lnTo>
                  <a:lnTo>
                    <a:pt x="1215" y="740"/>
                  </a:lnTo>
                  <a:lnTo>
                    <a:pt x="1209" y="737"/>
                  </a:lnTo>
                  <a:lnTo>
                    <a:pt x="1200" y="734"/>
                  </a:lnTo>
                  <a:lnTo>
                    <a:pt x="1191" y="732"/>
                  </a:lnTo>
                  <a:lnTo>
                    <a:pt x="1183" y="731"/>
                  </a:lnTo>
                  <a:lnTo>
                    <a:pt x="1176" y="729"/>
                  </a:lnTo>
                  <a:lnTo>
                    <a:pt x="1172" y="727"/>
                  </a:lnTo>
                  <a:lnTo>
                    <a:pt x="1171" y="727"/>
                  </a:lnTo>
                  <a:lnTo>
                    <a:pt x="1169" y="725"/>
                  </a:lnTo>
                  <a:lnTo>
                    <a:pt x="1166" y="719"/>
                  </a:lnTo>
                  <a:lnTo>
                    <a:pt x="1159" y="716"/>
                  </a:lnTo>
                  <a:lnTo>
                    <a:pt x="1150" y="717"/>
                  </a:lnTo>
                  <a:lnTo>
                    <a:pt x="1144" y="719"/>
                  </a:lnTo>
                  <a:lnTo>
                    <a:pt x="1137" y="719"/>
                  </a:lnTo>
                  <a:lnTo>
                    <a:pt x="1131" y="719"/>
                  </a:lnTo>
                  <a:lnTo>
                    <a:pt x="1124" y="718"/>
                  </a:lnTo>
                  <a:lnTo>
                    <a:pt x="1119" y="717"/>
                  </a:lnTo>
                  <a:lnTo>
                    <a:pt x="1114" y="715"/>
                  </a:lnTo>
                  <a:lnTo>
                    <a:pt x="1112" y="714"/>
                  </a:lnTo>
                  <a:lnTo>
                    <a:pt x="1111" y="714"/>
                  </a:lnTo>
                  <a:lnTo>
                    <a:pt x="1111" y="712"/>
                  </a:lnTo>
                  <a:lnTo>
                    <a:pt x="1110" y="709"/>
                  </a:lnTo>
                  <a:lnTo>
                    <a:pt x="1107" y="703"/>
                  </a:lnTo>
                  <a:lnTo>
                    <a:pt x="1104" y="698"/>
                  </a:lnTo>
                  <a:lnTo>
                    <a:pt x="1098" y="692"/>
                  </a:lnTo>
                  <a:lnTo>
                    <a:pt x="1091" y="686"/>
                  </a:lnTo>
                  <a:lnTo>
                    <a:pt x="1083" y="683"/>
                  </a:lnTo>
                  <a:lnTo>
                    <a:pt x="1072" y="681"/>
                  </a:lnTo>
                  <a:lnTo>
                    <a:pt x="1059" y="681"/>
                  </a:lnTo>
                  <a:lnTo>
                    <a:pt x="1045" y="681"/>
                  </a:lnTo>
                  <a:lnTo>
                    <a:pt x="1030" y="680"/>
                  </a:lnTo>
                  <a:lnTo>
                    <a:pt x="1017" y="679"/>
                  </a:lnTo>
                  <a:lnTo>
                    <a:pt x="1005" y="679"/>
                  </a:lnTo>
                  <a:lnTo>
                    <a:pt x="995" y="678"/>
                  </a:lnTo>
                  <a:lnTo>
                    <a:pt x="989" y="678"/>
                  </a:lnTo>
                  <a:lnTo>
                    <a:pt x="986" y="678"/>
                  </a:lnTo>
                  <a:lnTo>
                    <a:pt x="986" y="677"/>
                  </a:lnTo>
                  <a:lnTo>
                    <a:pt x="985" y="676"/>
                  </a:lnTo>
                  <a:lnTo>
                    <a:pt x="983" y="672"/>
                  </a:lnTo>
                  <a:lnTo>
                    <a:pt x="979" y="669"/>
                  </a:lnTo>
                  <a:lnTo>
                    <a:pt x="974" y="666"/>
                  </a:lnTo>
                  <a:lnTo>
                    <a:pt x="967" y="663"/>
                  </a:lnTo>
                  <a:lnTo>
                    <a:pt x="959" y="662"/>
                  </a:lnTo>
                  <a:lnTo>
                    <a:pt x="947" y="661"/>
                  </a:lnTo>
                  <a:lnTo>
                    <a:pt x="946" y="659"/>
                  </a:lnTo>
                  <a:lnTo>
                    <a:pt x="944" y="658"/>
                  </a:lnTo>
                  <a:lnTo>
                    <a:pt x="940" y="655"/>
                  </a:lnTo>
                  <a:lnTo>
                    <a:pt x="936" y="651"/>
                  </a:lnTo>
                  <a:lnTo>
                    <a:pt x="930" y="649"/>
                  </a:lnTo>
                  <a:lnTo>
                    <a:pt x="923" y="647"/>
                  </a:lnTo>
                  <a:lnTo>
                    <a:pt x="916" y="646"/>
                  </a:lnTo>
                  <a:lnTo>
                    <a:pt x="908" y="647"/>
                  </a:lnTo>
                  <a:lnTo>
                    <a:pt x="906" y="645"/>
                  </a:lnTo>
                  <a:lnTo>
                    <a:pt x="899" y="640"/>
                  </a:lnTo>
                  <a:lnTo>
                    <a:pt x="888" y="632"/>
                  </a:lnTo>
                  <a:lnTo>
                    <a:pt x="877" y="623"/>
                  </a:lnTo>
                  <a:lnTo>
                    <a:pt x="864" y="615"/>
                  </a:lnTo>
                  <a:lnTo>
                    <a:pt x="852" y="606"/>
                  </a:lnTo>
                  <a:lnTo>
                    <a:pt x="841" y="602"/>
                  </a:lnTo>
                  <a:lnTo>
                    <a:pt x="834" y="600"/>
                  </a:lnTo>
                  <a:lnTo>
                    <a:pt x="826" y="597"/>
                  </a:lnTo>
                  <a:lnTo>
                    <a:pt x="820" y="593"/>
                  </a:lnTo>
                  <a:lnTo>
                    <a:pt x="818" y="588"/>
                  </a:lnTo>
                  <a:lnTo>
                    <a:pt x="817" y="586"/>
                  </a:lnTo>
                  <a:lnTo>
                    <a:pt x="818" y="583"/>
                  </a:lnTo>
                  <a:lnTo>
                    <a:pt x="823" y="578"/>
                  </a:lnTo>
                  <a:lnTo>
                    <a:pt x="827" y="570"/>
                  </a:lnTo>
                  <a:lnTo>
                    <a:pt x="831" y="557"/>
                  </a:lnTo>
                  <a:lnTo>
                    <a:pt x="833" y="544"/>
                  </a:lnTo>
                  <a:lnTo>
                    <a:pt x="837" y="532"/>
                  </a:lnTo>
                  <a:lnTo>
                    <a:pt x="842" y="522"/>
                  </a:lnTo>
                  <a:lnTo>
                    <a:pt x="849" y="514"/>
                  </a:lnTo>
                  <a:lnTo>
                    <a:pt x="857" y="509"/>
                  </a:lnTo>
                  <a:lnTo>
                    <a:pt x="863" y="502"/>
                  </a:lnTo>
                  <a:lnTo>
                    <a:pt x="863" y="492"/>
                  </a:lnTo>
                  <a:lnTo>
                    <a:pt x="856" y="483"/>
                  </a:lnTo>
                  <a:lnTo>
                    <a:pt x="849" y="477"/>
                  </a:lnTo>
                  <a:lnTo>
                    <a:pt x="841" y="473"/>
                  </a:lnTo>
                  <a:lnTo>
                    <a:pt x="832" y="467"/>
                  </a:lnTo>
                  <a:lnTo>
                    <a:pt x="825" y="464"/>
                  </a:lnTo>
                  <a:lnTo>
                    <a:pt x="817" y="459"/>
                  </a:lnTo>
                  <a:lnTo>
                    <a:pt x="811" y="457"/>
                  </a:lnTo>
                  <a:lnTo>
                    <a:pt x="808" y="456"/>
                  </a:lnTo>
                  <a:lnTo>
                    <a:pt x="807" y="454"/>
                  </a:lnTo>
                  <a:lnTo>
                    <a:pt x="804" y="451"/>
                  </a:lnTo>
                  <a:lnTo>
                    <a:pt x="799" y="442"/>
                  </a:lnTo>
                  <a:lnTo>
                    <a:pt x="789" y="431"/>
                  </a:lnTo>
                  <a:lnTo>
                    <a:pt x="778" y="426"/>
                  </a:lnTo>
                  <a:lnTo>
                    <a:pt x="765" y="422"/>
                  </a:lnTo>
                  <a:lnTo>
                    <a:pt x="755" y="419"/>
                  </a:lnTo>
                  <a:lnTo>
                    <a:pt x="748" y="416"/>
                  </a:lnTo>
                  <a:lnTo>
                    <a:pt x="746" y="415"/>
                  </a:lnTo>
                  <a:lnTo>
                    <a:pt x="743" y="413"/>
                  </a:lnTo>
                  <a:lnTo>
                    <a:pt x="739" y="407"/>
                  </a:lnTo>
                  <a:lnTo>
                    <a:pt x="733" y="397"/>
                  </a:lnTo>
                  <a:lnTo>
                    <a:pt x="725" y="383"/>
                  </a:lnTo>
                  <a:lnTo>
                    <a:pt x="720" y="374"/>
                  </a:lnTo>
                  <a:lnTo>
                    <a:pt x="721" y="373"/>
                  </a:lnTo>
                  <a:lnTo>
                    <a:pt x="720" y="371"/>
                  </a:lnTo>
                  <a:lnTo>
                    <a:pt x="714" y="362"/>
                  </a:lnTo>
                  <a:lnTo>
                    <a:pt x="710" y="356"/>
                  </a:lnTo>
                  <a:lnTo>
                    <a:pt x="706" y="351"/>
                  </a:lnTo>
                  <a:lnTo>
                    <a:pt x="704" y="346"/>
                  </a:lnTo>
                  <a:lnTo>
                    <a:pt x="702" y="343"/>
                  </a:lnTo>
                  <a:lnTo>
                    <a:pt x="702" y="340"/>
                  </a:lnTo>
                  <a:lnTo>
                    <a:pt x="703" y="338"/>
                  </a:lnTo>
                  <a:lnTo>
                    <a:pt x="704" y="336"/>
                  </a:lnTo>
                  <a:lnTo>
                    <a:pt x="705" y="333"/>
                  </a:lnTo>
                  <a:lnTo>
                    <a:pt x="710" y="330"/>
                  </a:lnTo>
                  <a:lnTo>
                    <a:pt x="716" y="332"/>
                  </a:lnTo>
                  <a:lnTo>
                    <a:pt x="723" y="339"/>
                  </a:lnTo>
                  <a:lnTo>
                    <a:pt x="731" y="348"/>
                  </a:lnTo>
                  <a:lnTo>
                    <a:pt x="735" y="351"/>
                  </a:lnTo>
                  <a:lnTo>
                    <a:pt x="739" y="352"/>
                  </a:lnTo>
                  <a:lnTo>
                    <a:pt x="743" y="351"/>
                  </a:lnTo>
                  <a:lnTo>
                    <a:pt x="748" y="348"/>
                  </a:lnTo>
                  <a:lnTo>
                    <a:pt x="752" y="346"/>
                  </a:lnTo>
                  <a:lnTo>
                    <a:pt x="757" y="343"/>
                  </a:lnTo>
                  <a:lnTo>
                    <a:pt x="762" y="339"/>
                  </a:lnTo>
                  <a:lnTo>
                    <a:pt x="766" y="336"/>
                  </a:lnTo>
                  <a:lnTo>
                    <a:pt x="771" y="327"/>
                  </a:lnTo>
                  <a:lnTo>
                    <a:pt x="770" y="314"/>
                  </a:lnTo>
                  <a:lnTo>
                    <a:pt x="764" y="302"/>
                  </a:lnTo>
                  <a:lnTo>
                    <a:pt x="757" y="293"/>
                  </a:lnTo>
                  <a:lnTo>
                    <a:pt x="754" y="290"/>
                  </a:lnTo>
                  <a:lnTo>
                    <a:pt x="751" y="285"/>
                  </a:lnTo>
                  <a:lnTo>
                    <a:pt x="750" y="279"/>
                  </a:lnTo>
                  <a:lnTo>
                    <a:pt x="748" y="274"/>
                  </a:lnTo>
                  <a:lnTo>
                    <a:pt x="748" y="271"/>
                  </a:lnTo>
                  <a:lnTo>
                    <a:pt x="748" y="269"/>
                  </a:lnTo>
                  <a:lnTo>
                    <a:pt x="747" y="267"/>
                  </a:lnTo>
                  <a:lnTo>
                    <a:pt x="746" y="264"/>
                  </a:lnTo>
                  <a:lnTo>
                    <a:pt x="744" y="261"/>
                  </a:lnTo>
                  <a:lnTo>
                    <a:pt x="742" y="257"/>
                  </a:lnTo>
                  <a:lnTo>
                    <a:pt x="741" y="254"/>
                  </a:lnTo>
                  <a:lnTo>
                    <a:pt x="739" y="250"/>
                  </a:lnTo>
                  <a:lnTo>
                    <a:pt x="735" y="244"/>
                  </a:lnTo>
                  <a:lnTo>
                    <a:pt x="738" y="238"/>
                  </a:lnTo>
                  <a:lnTo>
                    <a:pt x="744" y="234"/>
                  </a:lnTo>
                  <a:lnTo>
                    <a:pt x="754" y="233"/>
                  </a:lnTo>
                  <a:lnTo>
                    <a:pt x="761" y="231"/>
                  </a:lnTo>
                  <a:lnTo>
                    <a:pt x="765" y="227"/>
                  </a:lnTo>
                  <a:lnTo>
                    <a:pt x="766" y="223"/>
                  </a:lnTo>
                  <a:lnTo>
                    <a:pt x="767" y="216"/>
                  </a:lnTo>
                  <a:lnTo>
                    <a:pt x="769" y="211"/>
                  </a:lnTo>
                  <a:lnTo>
                    <a:pt x="772" y="206"/>
                  </a:lnTo>
                  <a:lnTo>
                    <a:pt x="776" y="200"/>
                  </a:lnTo>
                  <a:lnTo>
                    <a:pt x="780" y="193"/>
                  </a:lnTo>
                  <a:lnTo>
                    <a:pt x="786" y="186"/>
                  </a:lnTo>
                  <a:lnTo>
                    <a:pt x="792" y="179"/>
                  </a:lnTo>
                  <a:lnTo>
                    <a:pt x="797" y="172"/>
                  </a:lnTo>
                  <a:lnTo>
                    <a:pt x="803" y="165"/>
                  </a:lnTo>
                  <a:lnTo>
                    <a:pt x="810" y="150"/>
                  </a:lnTo>
                  <a:lnTo>
                    <a:pt x="811" y="134"/>
                  </a:lnTo>
                  <a:lnTo>
                    <a:pt x="807" y="120"/>
                  </a:lnTo>
                  <a:lnTo>
                    <a:pt x="800" y="112"/>
                  </a:lnTo>
                  <a:lnTo>
                    <a:pt x="792" y="108"/>
                  </a:lnTo>
                  <a:lnTo>
                    <a:pt x="784" y="101"/>
                  </a:lnTo>
                  <a:lnTo>
                    <a:pt x="776" y="93"/>
                  </a:lnTo>
                  <a:lnTo>
                    <a:pt x="766" y="82"/>
                  </a:lnTo>
                  <a:lnTo>
                    <a:pt x="761" y="78"/>
                  </a:lnTo>
                  <a:lnTo>
                    <a:pt x="752" y="76"/>
                  </a:lnTo>
                  <a:lnTo>
                    <a:pt x="743" y="76"/>
                  </a:lnTo>
                  <a:lnTo>
                    <a:pt x="733" y="79"/>
                  </a:lnTo>
                  <a:lnTo>
                    <a:pt x="721" y="82"/>
                  </a:lnTo>
                  <a:lnTo>
                    <a:pt x="710" y="87"/>
                  </a:lnTo>
                  <a:lnTo>
                    <a:pt x="698" y="93"/>
                  </a:lnTo>
                  <a:lnTo>
                    <a:pt x="688" y="98"/>
                  </a:lnTo>
                  <a:lnTo>
                    <a:pt x="680" y="104"/>
                  </a:lnTo>
                  <a:lnTo>
                    <a:pt x="674" y="109"/>
                  </a:lnTo>
                  <a:lnTo>
                    <a:pt x="668" y="115"/>
                  </a:lnTo>
                  <a:lnTo>
                    <a:pt x="665" y="119"/>
                  </a:lnTo>
                  <a:lnTo>
                    <a:pt x="660" y="116"/>
                  </a:lnTo>
                  <a:lnTo>
                    <a:pt x="656" y="113"/>
                  </a:lnTo>
                  <a:lnTo>
                    <a:pt x="649" y="112"/>
                  </a:lnTo>
                  <a:lnTo>
                    <a:pt x="643" y="112"/>
                  </a:lnTo>
                  <a:lnTo>
                    <a:pt x="636" y="112"/>
                  </a:lnTo>
                  <a:lnTo>
                    <a:pt x="630" y="111"/>
                  </a:lnTo>
                  <a:lnTo>
                    <a:pt x="626" y="111"/>
                  </a:lnTo>
                  <a:lnTo>
                    <a:pt x="622" y="109"/>
                  </a:lnTo>
                  <a:lnTo>
                    <a:pt x="619" y="106"/>
                  </a:lnTo>
                  <a:lnTo>
                    <a:pt x="615" y="105"/>
                  </a:lnTo>
                  <a:lnTo>
                    <a:pt x="610" y="104"/>
                  </a:lnTo>
                  <a:lnTo>
                    <a:pt x="605" y="103"/>
                  </a:lnTo>
                  <a:lnTo>
                    <a:pt x="599" y="103"/>
                  </a:lnTo>
                  <a:lnTo>
                    <a:pt x="595" y="101"/>
                  </a:lnTo>
                  <a:lnTo>
                    <a:pt x="590" y="98"/>
                  </a:lnTo>
                  <a:lnTo>
                    <a:pt x="587" y="95"/>
                  </a:lnTo>
                  <a:lnTo>
                    <a:pt x="581" y="89"/>
                  </a:lnTo>
                  <a:lnTo>
                    <a:pt x="576" y="86"/>
                  </a:lnTo>
                  <a:lnTo>
                    <a:pt x="571" y="83"/>
                  </a:lnTo>
                  <a:lnTo>
                    <a:pt x="564" y="80"/>
                  </a:lnTo>
                  <a:lnTo>
                    <a:pt x="557" y="74"/>
                  </a:lnTo>
                  <a:lnTo>
                    <a:pt x="551" y="68"/>
                  </a:lnTo>
                  <a:lnTo>
                    <a:pt x="549" y="62"/>
                  </a:lnTo>
                  <a:lnTo>
                    <a:pt x="549" y="53"/>
                  </a:lnTo>
                  <a:lnTo>
                    <a:pt x="550" y="44"/>
                  </a:lnTo>
                  <a:lnTo>
                    <a:pt x="546" y="36"/>
                  </a:lnTo>
                  <a:lnTo>
                    <a:pt x="541" y="30"/>
                  </a:lnTo>
                  <a:lnTo>
                    <a:pt x="534" y="28"/>
                  </a:lnTo>
                  <a:lnTo>
                    <a:pt x="528" y="27"/>
                  </a:lnTo>
                  <a:lnTo>
                    <a:pt x="523" y="23"/>
                  </a:lnTo>
                  <a:lnTo>
                    <a:pt x="519" y="18"/>
                  </a:lnTo>
                  <a:lnTo>
                    <a:pt x="515" y="10"/>
                  </a:lnTo>
                  <a:lnTo>
                    <a:pt x="509" y="4"/>
                  </a:lnTo>
                  <a:lnTo>
                    <a:pt x="501" y="2"/>
                  </a:lnTo>
                  <a:lnTo>
                    <a:pt x="491" y="3"/>
                  </a:lnTo>
                  <a:lnTo>
                    <a:pt x="483" y="2"/>
                  </a:lnTo>
                  <a:lnTo>
                    <a:pt x="480" y="0"/>
                  </a:lnTo>
                  <a:lnTo>
                    <a:pt x="475" y="0"/>
                  </a:lnTo>
                  <a:lnTo>
                    <a:pt x="470" y="0"/>
                  </a:lnTo>
                  <a:lnTo>
                    <a:pt x="466" y="2"/>
                  </a:lnTo>
                  <a:lnTo>
                    <a:pt x="461" y="3"/>
                  </a:lnTo>
                  <a:lnTo>
                    <a:pt x="457" y="5"/>
                  </a:lnTo>
                  <a:lnTo>
                    <a:pt x="452" y="7"/>
                  </a:lnTo>
                  <a:lnTo>
                    <a:pt x="448" y="10"/>
                  </a:lnTo>
                  <a:lnTo>
                    <a:pt x="445" y="13"/>
                  </a:lnTo>
                  <a:lnTo>
                    <a:pt x="440" y="15"/>
                  </a:lnTo>
                  <a:lnTo>
                    <a:pt x="435" y="18"/>
                  </a:lnTo>
                  <a:lnTo>
                    <a:pt x="430" y="19"/>
                  </a:lnTo>
                  <a:lnTo>
                    <a:pt x="424" y="20"/>
                  </a:lnTo>
                  <a:lnTo>
                    <a:pt x="419" y="21"/>
                  </a:lnTo>
                  <a:lnTo>
                    <a:pt x="414" y="21"/>
                  </a:lnTo>
                  <a:lnTo>
                    <a:pt x="410" y="21"/>
                  </a:lnTo>
                  <a:lnTo>
                    <a:pt x="404" y="21"/>
                  </a:lnTo>
                  <a:lnTo>
                    <a:pt x="395" y="23"/>
                  </a:lnTo>
                  <a:lnTo>
                    <a:pt x="386" y="26"/>
                  </a:lnTo>
                  <a:lnTo>
                    <a:pt x="379" y="29"/>
                  </a:lnTo>
                  <a:lnTo>
                    <a:pt x="372" y="36"/>
                  </a:lnTo>
                  <a:lnTo>
                    <a:pt x="362" y="45"/>
                  </a:lnTo>
                  <a:lnTo>
                    <a:pt x="353" y="56"/>
                  </a:lnTo>
                  <a:lnTo>
                    <a:pt x="347" y="63"/>
                  </a:lnTo>
                  <a:lnTo>
                    <a:pt x="346" y="67"/>
                  </a:lnTo>
                  <a:lnTo>
                    <a:pt x="348" y="72"/>
                  </a:lnTo>
                  <a:lnTo>
                    <a:pt x="353" y="75"/>
                  </a:lnTo>
                  <a:lnTo>
                    <a:pt x="360" y="78"/>
                  </a:lnTo>
                  <a:lnTo>
                    <a:pt x="363" y="79"/>
                  </a:lnTo>
                  <a:lnTo>
                    <a:pt x="367" y="81"/>
                  </a:lnTo>
                  <a:lnTo>
                    <a:pt x="370" y="83"/>
                  </a:lnTo>
                  <a:lnTo>
                    <a:pt x="374" y="87"/>
                  </a:lnTo>
                  <a:lnTo>
                    <a:pt x="378" y="90"/>
                  </a:lnTo>
                  <a:lnTo>
                    <a:pt x="384" y="94"/>
                  </a:lnTo>
                  <a:lnTo>
                    <a:pt x="390" y="98"/>
                  </a:lnTo>
                  <a:lnTo>
                    <a:pt x="397" y="102"/>
                  </a:lnTo>
                  <a:lnTo>
                    <a:pt x="409" y="111"/>
                  </a:lnTo>
                  <a:lnTo>
                    <a:pt x="419" y="123"/>
                  </a:lnTo>
                  <a:lnTo>
                    <a:pt x="424" y="134"/>
                  </a:lnTo>
                  <a:lnTo>
                    <a:pt x="427" y="142"/>
                  </a:lnTo>
                  <a:lnTo>
                    <a:pt x="423" y="150"/>
                  </a:lnTo>
                  <a:lnTo>
                    <a:pt x="415" y="161"/>
                  </a:lnTo>
                  <a:lnTo>
                    <a:pt x="406" y="172"/>
                  </a:lnTo>
                  <a:lnTo>
                    <a:pt x="398" y="179"/>
                  </a:lnTo>
                  <a:lnTo>
                    <a:pt x="394" y="185"/>
                  </a:lnTo>
                  <a:lnTo>
                    <a:pt x="393" y="193"/>
                  </a:lnTo>
                  <a:lnTo>
                    <a:pt x="394" y="203"/>
                  </a:lnTo>
                  <a:lnTo>
                    <a:pt x="397" y="215"/>
                  </a:lnTo>
                  <a:lnTo>
                    <a:pt x="398" y="231"/>
                  </a:lnTo>
                  <a:lnTo>
                    <a:pt x="399" y="249"/>
                  </a:lnTo>
                  <a:lnTo>
                    <a:pt x="400" y="268"/>
                  </a:lnTo>
                  <a:lnTo>
                    <a:pt x="404" y="280"/>
                  </a:lnTo>
                  <a:lnTo>
                    <a:pt x="407" y="285"/>
                  </a:lnTo>
                  <a:lnTo>
                    <a:pt x="412" y="290"/>
                  </a:lnTo>
                  <a:lnTo>
                    <a:pt x="417" y="293"/>
                  </a:lnTo>
                  <a:lnTo>
                    <a:pt x="424" y="298"/>
                  </a:lnTo>
                  <a:lnTo>
                    <a:pt x="430" y="301"/>
                  </a:lnTo>
                  <a:lnTo>
                    <a:pt x="436" y="303"/>
                  </a:lnTo>
                  <a:lnTo>
                    <a:pt x="442" y="306"/>
                  </a:lnTo>
                  <a:lnTo>
                    <a:pt x="447" y="308"/>
                  </a:lnTo>
                  <a:lnTo>
                    <a:pt x="447" y="309"/>
                  </a:lnTo>
                  <a:lnTo>
                    <a:pt x="447" y="317"/>
                  </a:lnTo>
                  <a:lnTo>
                    <a:pt x="448" y="324"/>
                  </a:lnTo>
                  <a:lnTo>
                    <a:pt x="453" y="330"/>
                  </a:lnTo>
                  <a:lnTo>
                    <a:pt x="458" y="335"/>
                  </a:lnTo>
                  <a:lnTo>
                    <a:pt x="463" y="338"/>
                  </a:lnTo>
                  <a:lnTo>
                    <a:pt x="469" y="340"/>
                  </a:lnTo>
                  <a:lnTo>
                    <a:pt x="476" y="343"/>
                  </a:lnTo>
                  <a:lnTo>
                    <a:pt x="483" y="344"/>
                  </a:lnTo>
                  <a:lnTo>
                    <a:pt x="488" y="345"/>
                  </a:lnTo>
                  <a:lnTo>
                    <a:pt x="490" y="347"/>
                  </a:lnTo>
                  <a:lnTo>
                    <a:pt x="489" y="350"/>
                  </a:lnTo>
                  <a:lnTo>
                    <a:pt x="485" y="351"/>
                  </a:lnTo>
                  <a:lnTo>
                    <a:pt x="481" y="353"/>
                  </a:lnTo>
                  <a:lnTo>
                    <a:pt x="475" y="355"/>
                  </a:lnTo>
                  <a:lnTo>
                    <a:pt x="470" y="358"/>
                  </a:lnTo>
                  <a:lnTo>
                    <a:pt x="466" y="359"/>
                  </a:lnTo>
                  <a:lnTo>
                    <a:pt x="457" y="362"/>
                  </a:lnTo>
                  <a:lnTo>
                    <a:pt x="448" y="367"/>
                  </a:lnTo>
                  <a:lnTo>
                    <a:pt x="443" y="375"/>
                  </a:lnTo>
                  <a:lnTo>
                    <a:pt x="440" y="386"/>
                  </a:lnTo>
                  <a:lnTo>
                    <a:pt x="439" y="400"/>
                  </a:lnTo>
                  <a:lnTo>
                    <a:pt x="437" y="415"/>
                  </a:lnTo>
                  <a:lnTo>
                    <a:pt x="433" y="428"/>
                  </a:lnTo>
                  <a:lnTo>
                    <a:pt x="427" y="441"/>
                  </a:lnTo>
                  <a:lnTo>
                    <a:pt x="416" y="452"/>
                  </a:lnTo>
                  <a:lnTo>
                    <a:pt x="406" y="465"/>
                  </a:lnTo>
                  <a:lnTo>
                    <a:pt x="398" y="479"/>
                  </a:lnTo>
                  <a:lnTo>
                    <a:pt x="394" y="490"/>
                  </a:lnTo>
                  <a:lnTo>
                    <a:pt x="391" y="497"/>
                  </a:lnTo>
                  <a:lnTo>
                    <a:pt x="382" y="502"/>
                  </a:lnTo>
                  <a:lnTo>
                    <a:pt x="371" y="507"/>
                  </a:lnTo>
                  <a:lnTo>
                    <a:pt x="362" y="519"/>
                  </a:lnTo>
                  <a:lnTo>
                    <a:pt x="354" y="532"/>
                  </a:lnTo>
                  <a:lnTo>
                    <a:pt x="346" y="541"/>
                  </a:lnTo>
                  <a:lnTo>
                    <a:pt x="340" y="550"/>
                  </a:lnTo>
                  <a:lnTo>
                    <a:pt x="338" y="562"/>
                  </a:lnTo>
                  <a:lnTo>
                    <a:pt x="337" y="567"/>
                  </a:lnTo>
                  <a:lnTo>
                    <a:pt x="332" y="571"/>
                  </a:lnTo>
                  <a:lnTo>
                    <a:pt x="326" y="572"/>
                  </a:lnTo>
                  <a:lnTo>
                    <a:pt x="319" y="574"/>
                  </a:lnTo>
                  <a:lnTo>
                    <a:pt x="311" y="575"/>
                  </a:lnTo>
                  <a:lnTo>
                    <a:pt x="305" y="579"/>
                  </a:lnTo>
                  <a:lnTo>
                    <a:pt x="299" y="582"/>
                  </a:lnTo>
                  <a:lnTo>
                    <a:pt x="295" y="589"/>
                  </a:lnTo>
                  <a:lnTo>
                    <a:pt x="288" y="604"/>
                  </a:lnTo>
                  <a:lnTo>
                    <a:pt x="279" y="617"/>
                  </a:lnTo>
                  <a:lnTo>
                    <a:pt x="271" y="628"/>
                  </a:lnTo>
                  <a:lnTo>
                    <a:pt x="266" y="639"/>
                  </a:lnTo>
                  <a:lnTo>
                    <a:pt x="224" y="650"/>
                  </a:lnTo>
                  <a:lnTo>
                    <a:pt x="223" y="651"/>
                  </a:lnTo>
                  <a:lnTo>
                    <a:pt x="218" y="653"/>
                  </a:lnTo>
                  <a:lnTo>
                    <a:pt x="212" y="651"/>
                  </a:lnTo>
                  <a:lnTo>
                    <a:pt x="207" y="647"/>
                  </a:lnTo>
                  <a:lnTo>
                    <a:pt x="201" y="638"/>
                  </a:lnTo>
                  <a:lnTo>
                    <a:pt x="194" y="631"/>
                  </a:lnTo>
                  <a:lnTo>
                    <a:pt x="186" y="627"/>
                  </a:lnTo>
                  <a:lnTo>
                    <a:pt x="174" y="628"/>
                  </a:lnTo>
                  <a:lnTo>
                    <a:pt x="167" y="632"/>
                  </a:lnTo>
                  <a:lnTo>
                    <a:pt x="161" y="638"/>
                  </a:lnTo>
                  <a:lnTo>
                    <a:pt x="155" y="643"/>
                  </a:lnTo>
                  <a:lnTo>
                    <a:pt x="150" y="650"/>
                  </a:lnTo>
                  <a:lnTo>
                    <a:pt x="146" y="657"/>
                  </a:lnTo>
                  <a:lnTo>
                    <a:pt x="142" y="663"/>
                  </a:lnTo>
                  <a:lnTo>
                    <a:pt x="140" y="666"/>
                  </a:lnTo>
                  <a:lnTo>
                    <a:pt x="139" y="668"/>
                  </a:lnTo>
                  <a:lnTo>
                    <a:pt x="134" y="670"/>
                  </a:lnTo>
                  <a:lnTo>
                    <a:pt x="123" y="677"/>
                  </a:lnTo>
                  <a:lnTo>
                    <a:pt x="111" y="689"/>
                  </a:lnTo>
                  <a:lnTo>
                    <a:pt x="106" y="710"/>
                  </a:lnTo>
                  <a:lnTo>
                    <a:pt x="109" y="732"/>
                  </a:lnTo>
                  <a:lnTo>
                    <a:pt x="116" y="747"/>
                  </a:lnTo>
                  <a:lnTo>
                    <a:pt x="125" y="757"/>
                  </a:lnTo>
                  <a:lnTo>
                    <a:pt x="135" y="763"/>
                  </a:lnTo>
                  <a:lnTo>
                    <a:pt x="136" y="770"/>
                  </a:lnTo>
                  <a:lnTo>
                    <a:pt x="139" y="787"/>
                  </a:lnTo>
                  <a:lnTo>
                    <a:pt x="144" y="806"/>
                  </a:lnTo>
                  <a:lnTo>
                    <a:pt x="152" y="817"/>
                  </a:lnTo>
                  <a:lnTo>
                    <a:pt x="164" y="827"/>
                  </a:lnTo>
                  <a:lnTo>
                    <a:pt x="174" y="842"/>
                  </a:lnTo>
                  <a:lnTo>
                    <a:pt x="181" y="854"/>
                  </a:lnTo>
                  <a:lnTo>
                    <a:pt x="185" y="860"/>
                  </a:lnTo>
                  <a:lnTo>
                    <a:pt x="188" y="913"/>
                  </a:lnTo>
                  <a:lnTo>
                    <a:pt x="187" y="912"/>
                  </a:lnTo>
                  <a:lnTo>
                    <a:pt x="185" y="908"/>
                  </a:lnTo>
                  <a:lnTo>
                    <a:pt x="181" y="905"/>
                  </a:lnTo>
                  <a:lnTo>
                    <a:pt x="176" y="900"/>
                  </a:lnTo>
                  <a:lnTo>
                    <a:pt x="167" y="898"/>
                  </a:lnTo>
                  <a:lnTo>
                    <a:pt x="158" y="897"/>
                  </a:lnTo>
                  <a:lnTo>
                    <a:pt x="148" y="898"/>
                  </a:lnTo>
                  <a:lnTo>
                    <a:pt x="135" y="903"/>
                  </a:lnTo>
                  <a:lnTo>
                    <a:pt x="133" y="903"/>
                  </a:lnTo>
                  <a:lnTo>
                    <a:pt x="126" y="900"/>
                  </a:lnTo>
                  <a:lnTo>
                    <a:pt x="116" y="899"/>
                  </a:lnTo>
                  <a:lnTo>
                    <a:pt x="103" y="897"/>
                  </a:lnTo>
                  <a:lnTo>
                    <a:pt x="90" y="895"/>
                  </a:lnTo>
                  <a:lnTo>
                    <a:pt x="78" y="893"/>
                  </a:lnTo>
                  <a:lnTo>
                    <a:pt x="67" y="891"/>
                  </a:lnTo>
                  <a:lnTo>
                    <a:pt x="60" y="891"/>
                  </a:lnTo>
                  <a:lnTo>
                    <a:pt x="51" y="896"/>
                  </a:lnTo>
                  <a:lnTo>
                    <a:pt x="45" y="905"/>
                  </a:lnTo>
                  <a:lnTo>
                    <a:pt x="41" y="915"/>
                  </a:lnTo>
                  <a:lnTo>
                    <a:pt x="40" y="920"/>
                  </a:lnTo>
                  <a:lnTo>
                    <a:pt x="38" y="920"/>
                  </a:lnTo>
                  <a:lnTo>
                    <a:pt x="35" y="920"/>
                  </a:lnTo>
                  <a:lnTo>
                    <a:pt x="29" y="921"/>
                  </a:lnTo>
                  <a:lnTo>
                    <a:pt x="22" y="922"/>
                  </a:lnTo>
                  <a:lnTo>
                    <a:pt x="15" y="924"/>
                  </a:lnTo>
                  <a:lnTo>
                    <a:pt x="10" y="927"/>
                  </a:lnTo>
                  <a:lnTo>
                    <a:pt x="4" y="931"/>
                  </a:lnTo>
                  <a:lnTo>
                    <a:pt x="0" y="937"/>
                  </a:lnTo>
                  <a:lnTo>
                    <a:pt x="3" y="937"/>
                  </a:lnTo>
                  <a:lnTo>
                    <a:pt x="9" y="939"/>
                  </a:lnTo>
                  <a:lnTo>
                    <a:pt x="15" y="943"/>
                  </a:lnTo>
                  <a:lnTo>
                    <a:pt x="21" y="952"/>
                  </a:lnTo>
                  <a:lnTo>
                    <a:pt x="50" y="941"/>
                  </a:lnTo>
                  <a:lnTo>
                    <a:pt x="49" y="944"/>
                  </a:lnTo>
                  <a:lnTo>
                    <a:pt x="44" y="952"/>
                  </a:lnTo>
                  <a:lnTo>
                    <a:pt x="37" y="960"/>
                  </a:lnTo>
                  <a:lnTo>
                    <a:pt x="28" y="966"/>
                  </a:lnTo>
                  <a:lnTo>
                    <a:pt x="32" y="969"/>
                  </a:lnTo>
                  <a:lnTo>
                    <a:pt x="38" y="979"/>
                  </a:lnTo>
                  <a:lnTo>
                    <a:pt x="48" y="990"/>
                  </a:lnTo>
                  <a:lnTo>
                    <a:pt x="57" y="1002"/>
                  </a:lnTo>
                  <a:lnTo>
                    <a:pt x="62" y="1006"/>
                  </a:lnTo>
                  <a:lnTo>
                    <a:pt x="65" y="1011"/>
                  </a:lnTo>
                  <a:lnTo>
                    <a:pt x="71" y="1014"/>
                  </a:lnTo>
                  <a:lnTo>
                    <a:pt x="75" y="1017"/>
                  </a:lnTo>
                  <a:lnTo>
                    <a:pt x="81" y="1019"/>
                  </a:lnTo>
                  <a:lnTo>
                    <a:pt x="87" y="1021"/>
                  </a:lnTo>
                  <a:lnTo>
                    <a:pt x="93" y="1022"/>
                  </a:lnTo>
                  <a:lnTo>
                    <a:pt x="100" y="1022"/>
                  </a:lnTo>
                  <a:lnTo>
                    <a:pt x="106" y="1022"/>
                  </a:lnTo>
                  <a:lnTo>
                    <a:pt x="114" y="1021"/>
                  </a:lnTo>
                  <a:lnTo>
                    <a:pt x="121" y="1019"/>
                  </a:lnTo>
                  <a:lnTo>
                    <a:pt x="129" y="1017"/>
                  </a:lnTo>
                  <a:lnTo>
                    <a:pt x="135" y="1016"/>
                  </a:lnTo>
                  <a:lnTo>
                    <a:pt x="141" y="1013"/>
                  </a:lnTo>
                  <a:lnTo>
                    <a:pt x="144" y="1012"/>
                  </a:lnTo>
                  <a:lnTo>
                    <a:pt x="146" y="1012"/>
                  </a:lnTo>
                  <a:lnTo>
                    <a:pt x="147" y="1016"/>
                  </a:lnTo>
                  <a:lnTo>
                    <a:pt x="149" y="1024"/>
                  </a:lnTo>
                  <a:lnTo>
                    <a:pt x="149" y="1034"/>
                  </a:lnTo>
                  <a:lnTo>
                    <a:pt x="142" y="1041"/>
                  </a:lnTo>
                  <a:lnTo>
                    <a:pt x="133" y="1044"/>
                  </a:lnTo>
                  <a:lnTo>
                    <a:pt x="125" y="1045"/>
                  </a:lnTo>
                  <a:lnTo>
                    <a:pt x="118" y="1048"/>
                  </a:lnTo>
                  <a:lnTo>
                    <a:pt x="110" y="1051"/>
                  </a:lnTo>
                  <a:lnTo>
                    <a:pt x="101" y="1055"/>
                  </a:lnTo>
                  <a:lnTo>
                    <a:pt x="90" y="1056"/>
                  </a:lnTo>
                  <a:lnTo>
                    <a:pt x="82" y="1055"/>
                  </a:lnTo>
                  <a:lnTo>
                    <a:pt x="79" y="1055"/>
                  </a:lnTo>
                  <a:lnTo>
                    <a:pt x="60" y="1048"/>
                  </a:lnTo>
                  <a:lnTo>
                    <a:pt x="64" y="1065"/>
                  </a:lnTo>
                  <a:lnTo>
                    <a:pt x="67" y="1069"/>
                  </a:lnTo>
                  <a:lnTo>
                    <a:pt x="75" y="1075"/>
                  </a:lnTo>
                  <a:lnTo>
                    <a:pt x="86" y="1087"/>
                  </a:lnTo>
                  <a:lnTo>
                    <a:pt x="93" y="1097"/>
                  </a:lnTo>
                  <a:lnTo>
                    <a:pt x="96" y="1103"/>
                  </a:lnTo>
                  <a:lnTo>
                    <a:pt x="100" y="1111"/>
                  </a:lnTo>
                  <a:lnTo>
                    <a:pt x="104" y="1119"/>
                  </a:lnTo>
                  <a:lnTo>
                    <a:pt x="110" y="1128"/>
                  </a:lnTo>
                  <a:lnTo>
                    <a:pt x="117" y="1138"/>
                  </a:lnTo>
                  <a:lnTo>
                    <a:pt x="124" y="1147"/>
                  </a:lnTo>
                  <a:lnTo>
                    <a:pt x="131" y="1154"/>
                  </a:lnTo>
                  <a:lnTo>
                    <a:pt x="139" y="1161"/>
                  </a:lnTo>
                  <a:lnTo>
                    <a:pt x="146" y="1165"/>
                  </a:lnTo>
                  <a:lnTo>
                    <a:pt x="151" y="1169"/>
                  </a:lnTo>
                  <a:lnTo>
                    <a:pt x="156" y="1172"/>
                  </a:lnTo>
                  <a:lnTo>
                    <a:pt x="161" y="1174"/>
                  </a:lnTo>
                  <a:lnTo>
                    <a:pt x="164" y="1176"/>
                  </a:lnTo>
                  <a:lnTo>
                    <a:pt x="170" y="1177"/>
                  </a:lnTo>
                  <a:lnTo>
                    <a:pt x="177" y="1178"/>
                  </a:lnTo>
                  <a:lnTo>
                    <a:pt x="185" y="1178"/>
                  </a:lnTo>
                  <a:lnTo>
                    <a:pt x="195" y="1177"/>
                  </a:lnTo>
                  <a:lnTo>
                    <a:pt x="205" y="1174"/>
                  </a:lnTo>
                  <a:lnTo>
                    <a:pt x="216" y="1171"/>
                  </a:lnTo>
                  <a:lnTo>
                    <a:pt x="226" y="1168"/>
                  </a:lnTo>
                  <a:lnTo>
                    <a:pt x="235" y="1163"/>
                  </a:lnTo>
                  <a:lnTo>
                    <a:pt x="243" y="1160"/>
                  </a:lnTo>
                  <a:lnTo>
                    <a:pt x="250" y="1156"/>
                  </a:lnTo>
                  <a:lnTo>
                    <a:pt x="256" y="1154"/>
                  </a:lnTo>
                  <a:lnTo>
                    <a:pt x="264" y="1148"/>
                  </a:lnTo>
                  <a:lnTo>
                    <a:pt x="270" y="1140"/>
                  </a:lnTo>
                  <a:lnTo>
                    <a:pt x="275" y="1128"/>
                  </a:lnTo>
                  <a:lnTo>
                    <a:pt x="277" y="1116"/>
                  </a:lnTo>
                  <a:lnTo>
                    <a:pt x="278" y="1102"/>
                  </a:lnTo>
                  <a:lnTo>
                    <a:pt x="281" y="1090"/>
                  </a:lnTo>
                  <a:lnTo>
                    <a:pt x="287" y="1083"/>
                  </a:lnTo>
                  <a:lnTo>
                    <a:pt x="295" y="1083"/>
                  </a:lnTo>
                  <a:lnTo>
                    <a:pt x="301" y="1090"/>
                  </a:lnTo>
                  <a:lnTo>
                    <a:pt x="302" y="1098"/>
                  </a:lnTo>
                  <a:lnTo>
                    <a:pt x="302" y="1110"/>
                  </a:lnTo>
                  <a:lnTo>
                    <a:pt x="302" y="1123"/>
                  </a:lnTo>
                  <a:lnTo>
                    <a:pt x="305" y="1135"/>
                  </a:lnTo>
                  <a:lnTo>
                    <a:pt x="310" y="1149"/>
                  </a:lnTo>
                  <a:lnTo>
                    <a:pt x="315" y="1163"/>
                  </a:lnTo>
                  <a:lnTo>
                    <a:pt x="316" y="1178"/>
                  </a:lnTo>
                  <a:lnTo>
                    <a:pt x="313" y="1193"/>
                  </a:lnTo>
                  <a:lnTo>
                    <a:pt x="309" y="1208"/>
                  </a:lnTo>
                  <a:lnTo>
                    <a:pt x="306" y="1225"/>
                  </a:lnTo>
                  <a:lnTo>
                    <a:pt x="302" y="1246"/>
                  </a:lnTo>
                  <a:lnTo>
                    <a:pt x="303" y="1267"/>
                  </a:lnTo>
                  <a:lnTo>
                    <a:pt x="309" y="1283"/>
                  </a:lnTo>
                  <a:lnTo>
                    <a:pt x="315" y="1297"/>
                  </a:lnTo>
                  <a:lnTo>
                    <a:pt x="316" y="1309"/>
                  </a:lnTo>
                  <a:lnTo>
                    <a:pt x="313" y="1323"/>
                  </a:lnTo>
                  <a:lnTo>
                    <a:pt x="309" y="1338"/>
                  </a:lnTo>
                  <a:lnTo>
                    <a:pt x="308" y="1353"/>
                  </a:lnTo>
                  <a:lnTo>
                    <a:pt x="313" y="1367"/>
                  </a:lnTo>
                  <a:lnTo>
                    <a:pt x="317" y="1375"/>
                  </a:lnTo>
                  <a:lnTo>
                    <a:pt x="323" y="1386"/>
                  </a:lnTo>
                  <a:lnTo>
                    <a:pt x="329" y="1399"/>
                  </a:lnTo>
                  <a:lnTo>
                    <a:pt x="334" y="1413"/>
                  </a:lnTo>
                  <a:lnTo>
                    <a:pt x="339" y="1427"/>
                  </a:lnTo>
                  <a:lnTo>
                    <a:pt x="343" y="1441"/>
                  </a:lnTo>
                  <a:lnTo>
                    <a:pt x="345" y="1453"/>
                  </a:lnTo>
                  <a:lnTo>
                    <a:pt x="345" y="1463"/>
                  </a:lnTo>
                  <a:lnTo>
                    <a:pt x="343" y="1478"/>
                  </a:lnTo>
                  <a:lnTo>
                    <a:pt x="344" y="1492"/>
                  </a:lnTo>
                  <a:lnTo>
                    <a:pt x="347" y="1510"/>
                  </a:lnTo>
                  <a:lnTo>
                    <a:pt x="355" y="1533"/>
                  </a:lnTo>
                  <a:lnTo>
                    <a:pt x="361" y="1545"/>
                  </a:lnTo>
                  <a:lnTo>
                    <a:pt x="367" y="1558"/>
                  </a:lnTo>
                  <a:lnTo>
                    <a:pt x="372" y="1570"/>
                  </a:lnTo>
                  <a:lnTo>
                    <a:pt x="378" y="1580"/>
                  </a:lnTo>
                  <a:lnTo>
                    <a:pt x="384" y="1592"/>
                  </a:lnTo>
                  <a:lnTo>
                    <a:pt x="389" y="1602"/>
                  </a:lnTo>
                  <a:lnTo>
                    <a:pt x="393" y="1612"/>
                  </a:lnTo>
                  <a:lnTo>
                    <a:pt x="398" y="1623"/>
                  </a:lnTo>
                  <a:lnTo>
                    <a:pt x="402" y="1638"/>
                  </a:lnTo>
                  <a:lnTo>
                    <a:pt x="404" y="1647"/>
                  </a:lnTo>
                  <a:lnTo>
                    <a:pt x="405" y="1660"/>
                  </a:lnTo>
                  <a:lnTo>
                    <a:pt x="412" y="1683"/>
                  </a:lnTo>
                  <a:lnTo>
                    <a:pt x="417" y="1699"/>
                  </a:lnTo>
                  <a:lnTo>
                    <a:pt x="423" y="1714"/>
                  </a:lnTo>
                  <a:lnTo>
                    <a:pt x="430" y="1729"/>
                  </a:lnTo>
                  <a:lnTo>
                    <a:pt x="435" y="1743"/>
                  </a:lnTo>
                  <a:lnTo>
                    <a:pt x="440" y="1755"/>
                  </a:lnTo>
                  <a:lnTo>
                    <a:pt x="444" y="1767"/>
                  </a:lnTo>
                  <a:lnTo>
                    <a:pt x="446" y="1775"/>
                  </a:lnTo>
                  <a:lnTo>
                    <a:pt x="447" y="1782"/>
                  </a:lnTo>
                  <a:lnTo>
                    <a:pt x="448" y="1789"/>
                  </a:lnTo>
                  <a:lnTo>
                    <a:pt x="452" y="1796"/>
                  </a:lnTo>
                  <a:lnTo>
                    <a:pt x="457" y="1805"/>
                  </a:lnTo>
                  <a:lnTo>
                    <a:pt x="462" y="1813"/>
                  </a:lnTo>
                  <a:lnTo>
                    <a:pt x="469" y="1822"/>
                  </a:lnTo>
                  <a:lnTo>
                    <a:pt x="476" y="1829"/>
                  </a:lnTo>
                  <a:lnTo>
                    <a:pt x="483" y="1835"/>
                  </a:lnTo>
                  <a:lnTo>
                    <a:pt x="490" y="1839"/>
                  </a:lnTo>
                  <a:lnTo>
                    <a:pt x="493" y="1849"/>
                  </a:lnTo>
                  <a:lnTo>
                    <a:pt x="503" y="1869"/>
                  </a:lnTo>
                  <a:lnTo>
                    <a:pt x="513" y="1896"/>
                  </a:lnTo>
                  <a:lnTo>
                    <a:pt x="519" y="1921"/>
                  </a:lnTo>
                  <a:lnTo>
                    <a:pt x="523" y="1938"/>
                  </a:lnTo>
                  <a:lnTo>
                    <a:pt x="530" y="1951"/>
                  </a:lnTo>
                  <a:lnTo>
                    <a:pt x="537" y="1964"/>
                  </a:lnTo>
                  <a:lnTo>
                    <a:pt x="539" y="1978"/>
                  </a:lnTo>
                  <a:lnTo>
                    <a:pt x="542" y="1995"/>
                  </a:lnTo>
                  <a:lnTo>
                    <a:pt x="548" y="2012"/>
                  </a:lnTo>
                  <a:lnTo>
                    <a:pt x="556" y="2031"/>
                  </a:lnTo>
                  <a:lnTo>
                    <a:pt x="565" y="2046"/>
                  </a:lnTo>
                  <a:lnTo>
                    <a:pt x="571" y="2052"/>
                  </a:lnTo>
                  <a:lnTo>
                    <a:pt x="577" y="2062"/>
                  </a:lnTo>
                  <a:lnTo>
                    <a:pt x="586" y="2070"/>
                  </a:lnTo>
                  <a:lnTo>
                    <a:pt x="594" y="2079"/>
                  </a:lnTo>
                  <a:lnTo>
                    <a:pt x="600" y="2086"/>
                  </a:lnTo>
                  <a:lnTo>
                    <a:pt x="605" y="2093"/>
                  </a:lnTo>
                  <a:lnTo>
                    <a:pt x="610" y="2097"/>
                  </a:lnTo>
                  <a:lnTo>
                    <a:pt x="611" y="2099"/>
                  </a:lnTo>
                  <a:lnTo>
                    <a:pt x="612" y="2099"/>
                  </a:lnTo>
                  <a:lnTo>
                    <a:pt x="615" y="2100"/>
                  </a:lnTo>
                  <a:lnTo>
                    <a:pt x="620" y="2101"/>
                  </a:lnTo>
                  <a:lnTo>
                    <a:pt x="626" y="2101"/>
                  </a:lnTo>
                  <a:lnTo>
                    <a:pt x="629" y="2101"/>
                  </a:lnTo>
                  <a:lnTo>
                    <a:pt x="634" y="2101"/>
                  </a:lnTo>
                  <a:lnTo>
                    <a:pt x="637" y="2100"/>
                  </a:lnTo>
                  <a:lnTo>
                    <a:pt x="642" y="2099"/>
                  </a:lnTo>
                  <a:lnTo>
                    <a:pt x="647" y="2096"/>
                  </a:lnTo>
                  <a:lnTo>
                    <a:pt x="651" y="2095"/>
                  </a:lnTo>
                  <a:lnTo>
                    <a:pt x="656" y="2092"/>
                  </a:lnTo>
                  <a:lnTo>
                    <a:pt x="660" y="2088"/>
                  </a:lnTo>
                  <a:lnTo>
                    <a:pt x="673" y="2072"/>
                  </a:lnTo>
                  <a:lnTo>
                    <a:pt x="678" y="2057"/>
                  </a:lnTo>
                  <a:lnTo>
                    <a:pt x="680" y="2046"/>
                  </a:lnTo>
                  <a:lnTo>
                    <a:pt x="686" y="2037"/>
                  </a:lnTo>
                  <a:lnTo>
                    <a:pt x="691" y="2035"/>
                  </a:lnTo>
                  <a:lnTo>
                    <a:pt x="697" y="2032"/>
                  </a:lnTo>
                  <a:lnTo>
                    <a:pt x="704" y="2029"/>
                  </a:lnTo>
                  <a:lnTo>
                    <a:pt x="711" y="2026"/>
                  </a:lnTo>
                  <a:lnTo>
                    <a:pt x="716" y="2024"/>
                  </a:lnTo>
                  <a:lnTo>
                    <a:pt x="720" y="2021"/>
                  </a:lnTo>
                  <a:lnTo>
                    <a:pt x="724" y="2020"/>
                  </a:lnTo>
                  <a:lnTo>
                    <a:pt x="725" y="2020"/>
                  </a:lnTo>
                  <a:lnTo>
                    <a:pt x="725" y="2018"/>
                  </a:lnTo>
                  <a:lnTo>
                    <a:pt x="726" y="2012"/>
                  </a:lnTo>
                  <a:lnTo>
                    <a:pt x="728" y="2004"/>
                  </a:lnTo>
                  <a:lnTo>
                    <a:pt x="732" y="1995"/>
                  </a:lnTo>
                  <a:lnTo>
                    <a:pt x="738" y="1987"/>
                  </a:lnTo>
                  <a:lnTo>
                    <a:pt x="746" y="1978"/>
                  </a:lnTo>
                  <a:lnTo>
                    <a:pt x="752" y="1968"/>
                  </a:lnTo>
                  <a:lnTo>
                    <a:pt x="757" y="1959"/>
                  </a:lnTo>
                  <a:lnTo>
                    <a:pt x="761" y="1953"/>
                  </a:lnTo>
                  <a:lnTo>
                    <a:pt x="766" y="1950"/>
                  </a:lnTo>
                  <a:lnTo>
                    <a:pt x="773" y="1949"/>
                  </a:lnTo>
                  <a:lnTo>
                    <a:pt x="781" y="1949"/>
                  </a:lnTo>
                  <a:lnTo>
                    <a:pt x="789" y="1948"/>
                  </a:lnTo>
                  <a:lnTo>
                    <a:pt x="796" y="1943"/>
                  </a:lnTo>
                  <a:lnTo>
                    <a:pt x="801" y="1940"/>
                  </a:lnTo>
                  <a:lnTo>
                    <a:pt x="803" y="1938"/>
                  </a:lnTo>
                  <a:lnTo>
                    <a:pt x="803" y="1934"/>
                  </a:lnTo>
                  <a:lnTo>
                    <a:pt x="802" y="1922"/>
                  </a:lnTo>
                  <a:lnTo>
                    <a:pt x="802" y="1908"/>
                  </a:lnTo>
                  <a:lnTo>
                    <a:pt x="803" y="1896"/>
                  </a:lnTo>
                  <a:lnTo>
                    <a:pt x="802" y="1884"/>
                  </a:lnTo>
                  <a:lnTo>
                    <a:pt x="797" y="1872"/>
                  </a:lnTo>
                  <a:lnTo>
                    <a:pt x="791" y="1859"/>
                  </a:lnTo>
                  <a:lnTo>
                    <a:pt x="788" y="1850"/>
                  </a:lnTo>
                  <a:lnTo>
                    <a:pt x="789" y="1842"/>
                  </a:lnTo>
                  <a:lnTo>
                    <a:pt x="794" y="1834"/>
                  </a:lnTo>
                  <a:lnTo>
                    <a:pt x="801" y="1824"/>
                  </a:lnTo>
                  <a:lnTo>
                    <a:pt x="810" y="1810"/>
                  </a:lnTo>
                  <a:lnTo>
                    <a:pt x="820" y="1792"/>
                  </a:lnTo>
                  <a:lnTo>
                    <a:pt x="829" y="1764"/>
                  </a:lnTo>
                  <a:lnTo>
                    <a:pt x="829" y="1725"/>
                  </a:lnTo>
                  <a:lnTo>
                    <a:pt x="817" y="1669"/>
                  </a:lnTo>
                  <a:lnTo>
                    <a:pt x="817" y="1661"/>
                  </a:lnTo>
                  <a:lnTo>
                    <a:pt x="817" y="1640"/>
                  </a:lnTo>
                  <a:lnTo>
                    <a:pt x="816" y="1616"/>
                  </a:lnTo>
                  <a:lnTo>
                    <a:pt x="814" y="1594"/>
                  </a:lnTo>
                  <a:lnTo>
                    <a:pt x="814" y="1577"/>
                  </a:lnTo>
                  <a:lnTo>
                    <a:pt x="819" y="1563"/>
                  </a:lnTo>
                  <a:lnTo>
                    <a:pt x="830" y="1552"/>
                  </a:lnTo>
                  <a:lnTo>
                    <a:pt x="842" y="1548"/>
                  </a:lnTo>
                  <a:lnTo>
                    <a:pt x="853" y="1547"/>
                  </a:lnTo>
                  <a:lnTo>
                    <a:pt x="858" y="1548"/>
                  </a:lnTo>
                  <a:lnTo>
                    <a:pt x="861" y="1550"/>
                  </a:lnTo>
                  <a:lnTo>
                    <a:pt x="862" y="1551"/>
                  </a:lnTo>
                  <a:lnTo>
                    <a:pt x="867" y="1550"/>
                  </a:lnTo>
                  <a:lnTo>
                    <a:pt x="877" y="1545"/>
                  </a:lnTo>
                  <a:lnTo>
                    <a:pt x="887" y="1537"/>
                  </a:lnTo>
                  <a:lnTo>
                    <a:pt x="894" y="1526"/>
                  </a:lnTo>
                  <a:lnTo>
                    <a:pt x="900" y="1516"/>
                  </a:lnTo>
                  <a:lnTo>
                    <a:pt x="908" y="1509"/>
                  </a:lnTo>
                  <a:lnTo>
                    <a:pt x="915" y="1506"/>
                  </a:lnTo>
                  <a:lnTo>
                    <a:pt x="918" y="1505"/>
                  </a:lnTo>
                  <a:lnTo>
                    <a:pt x="921" y="1505"/>
                  </a:lnTo>
                  <a:lnTo>
                    <a:pt x="925" y="1505"/>
                  </a:lnTo>
                  <a:lnTo>
                    <a:pt x="933" y="1504"/>
                  </a:lnTo>
                  <a:lnTo>
                    <a:pt x="943" y="1503"/>
                  </a:lnTo>
                  <a:lnTo>
                    <a:pt x="952" y="1502"/>
                  </a:lnTo>
                  <a:lnTo>
                    <a:pt x="961" y="1499"/>
                  </a:lnTo>
                  <a:lnTo>
                    <a:pt x="968" y="1495"/>
                  </a:lnTo>
                  <a:lnTo>
                    <a:pt x="972" y="1490"/>
                  </a:lnTo>
                  <a:lnTo>
                    <a:pt x="974" y="1484"/>
                  </a:lnTo>
                  <a:lnTo>
                    <a:pt x="972" y="1479"/>
                  </a:lnTo>
                  <a:lnTo>
                    <a:pt x="969" y="1472"/>
                  </a:lnTo>
                  <a:lnTo>
                    <a:pt x="967" y="1465"/>
                  </a:lnTo>
                  <a:lnTo>
                    <a:pt x="966" y="1458"/>
                  </a:lnTo>
                  <a:lnTo>
                    <a:pt x="967" y="1451"/>
                  </a:lnTo>
                  <a:lnTo>
                    <a:pt x="972" y="1445"/>
                  </a:lnTo>
                  <a:lnTo>
                    <a:pt x="983" y="1441"/>
                  </a:lnTo>
                  <a:lnTo>
                    <a:pt x="995" y="1436"/>
                  </a:lnTo>
                  <a:lnTo>
                    <a:pt x="1005" y="1430"/>
                  </a:lnTo>
                  <a:lnTo>
                    <a:pt x="1013" y="1423"/>
                  </a:lnTo>
                  <a:lnTo>
                    <a:pt x="1021" y="1416"/>
                  </a:lnTo>
                  <a:lnTo>
                    <a:pt x="1028" y="1408"/>
                  </a:lnTo>
                  <a:lnTo>
                    <a:pt x="1033" y="1400"/>
                  </a:lnTo>
                  <a:lnTo>
                    <a:pt x="1042" y="1392"/>
                  </a:lnTo>
                  <a:lnTo>
                    <a:pt x="1050" y="1384"/>
                  </a:lnTo>
                  <a:lnTo>
                    <a:pt x="1060" y="1376"/>
                  </a:lnTo>
                  <a:lnTo>
                    <a:pt x="1070" y="1368"/>
                  </a:lnTo>
                  <a:lnTo>
                    <a:pt x="1082" y="1359"/>
                  </a:lnTo>
                  <a:lnTo>
                    <a:pt x="1093" y="1351"/>
                  </a:lnTo>
                  <a:lnTo>
                    <a:pt x="1104" y="1342"/>
                  </a:lnTo>
                  <a:lnTo>
                    <a:pt x="1113" y="1331"/>
                  </a:lnTo>
                  <a:lnTo>
                    <a:pt x="1122" y="1321"/>
                  </a:lnTo>
                  <a:lnTo>
                    <a:pt x="1128" y="1309"/>
                  </a:lnTo>
                  <a:lnTo>
                    <a:pt x="1135" y="1298"/>
                  </a:lnTo>
                  <a:lnTo>
                    <a:pt x="1142" y="1287"/>
                  </a:lnTo>
                  <a:lnTo>
                    <a:pt x="1151" y="1279"/>
                  </a:lnTo>
                  <a:lnTo>
                    <a:pt x="1160" y="1271"/>
                  </a:lnTo>
                  <a:lnTo>
                    <a:pt x="1169" y="1264"/>
                  </a:lnTo>
                  <a:lnTo>
                    <a:pt x="1179" y="1259"/>
                  </a:lnTo>
                  <a:lnTo>
                    <a:pt x="1186" y="1254"/>
                  </a:lnTo>
                  <a:lnTo>
                    <a:pt x="1192" y="1249"/>
                  </a:lnTo>
                  <a:lnTo>
                    <a:pt x="1198" y="1246"/>
                  </a:lnTo>
                  <a:lnTo>
                    <a:pt x="1206" y="1244"/>
                  </a:lnTo>
                  <a:lnTo>
                    <a:pt x="1214" y="1242"/>
                  </a:lnTo>
                  <a:lnTo>
                    <a:pt x="1222" y="1241"/>
                  </a:lnTo>
                  <a:lnTo>
                    <a:pt x="1230" y="1240"/>
                  </a:lnTo>
                  <a:lnTo>
                    <a:pt x="1237" y="1239"/>
                  </a:lnTo>
                  <a:lnTo>
                    <a:pt x="1243" y="1236"/>
                  </a:lnTo>
                  <a:lnTo>
                    <a:pt x="1245" y="1231"/>
                  </a:lnTo>
                  <a:lnTo>
                    <a:pt x="1250" y="1218"/>
                  </a:lnTo>
                  <a:lnTo>
                    <a:pt x="1259" y="1204"/>
                  </a:lnTo>
                  <a:lnTo>
                    <a:pt x="1268" y="1192"/>
                  </a:lnTo>
                  <a:lnTo>
                    <a:pt x="1278" y="1181"/>
                  </a:lnTo>
                  <a:lnTo>
                    <a:pt x="1281" y="1172"/>
                  </a:lnTo>
                  <a:lnTo>
                    <a:pt x="1278" y="1162"/>
                  </a:lnTo>
                  <a:lnTo>
                    <a:pt x="1273" y="1153"/>
                  </a:lnTo>
                  <a:lnTo>
                    <a:pt x="1271" y="1149"/>
                  </a:lnTo>
                  <a:lnTo>
                    <a:pt x="1270" y="1147"/>
                  </a:lnTo>
                  <a:lnTo>
                    <a:pt x="1270" y="1140"/>
                  </a:lnTo>
                  <a:lnTo>
                    <a:pt x="1274" y="1130"/>
                  </a:lnTo>
                  <a:lnTo>
                    <a:pt x="1288" y="1116"/>
                  </a:lnTo>
                  <a:lnTo>
                    <a:pt x="1297" y="1109"/>
                  </a:lnTo>
                  <a:lnTo>
                    <a:pt x="1306" y="1103"/>
                  </a:lnTo>
                  <a:lnTo>
                    <a:pt x="1315" y="1098"/>
                  </a:lnTo>
                  <a:lnTo>
                    <a:pt x="1321" y="1096"/>
                  </a:lnTo>
                  <a:lnTo>
                    <a:pt x="1328" y="1094"/>
                  </a:lnTo>
                  <a:lnTo>
                    <a:pt x="1335" y="1094"/>
                  </a:lnTo>
                  <a:lnTo>
                    <a:pt x="1340" y="1095"/>
                  </a:lnTo>
                  <a:lnTo>
                    <a:pt x="1344" y="1097"/>
                  </a:lnTo>
                  <a:lnTo>
                    <a:pt x="1349" y="1100"/>
                  </a:lnTo>
                  <a:lnTo>
                    <a:pt x="1354" y="1101"/>
                  </a:lnTo>
                  <a:lnTo>
                    <a:pt x="1358" y="1102"/>
                  </a:lnTo>
                  <a:lnTo>
                    <a:pt x="1363" y="1103"/>
                  </a:lnTo>
                  <a:lnTo>
                    <a:pt x="1369" y="1103"/>
                  </a:lnTo>
                  <a:lnTo>
                    <a:pt x="1373" y="1103"/>
                  </a:lnTo>
                  <a:lnTo>
                    <a:pt x="1379" y="1102"/>
                  </a:lnTo>
                  <a:lnTo>
                    <a:pt x="1384" y="1101"/>
                  </a:lnTo>
                  <a:lnTo>
                    <a:pt x="1395" y="1098"/>
                  </a:lnTo>
                  <a:lnTo>
                    <a:pt x="1405" y="1096"/>
                  </a:lnTo>
                  <a:lnTo>
                    <a:pt x="1412" y="1095"/>
                  </a:lnTo>
                  <a:lnTo>
                    <a:pt x="1416" y="1094"/>
                  </a:lnTo>
                  <a:lnTo>
                    <a:pt x="1415" y="1086"/>
                  </a:lnTo>
                  <a:lnTo>
                    <a:pt x="1414" y="1069"/>
                  </a:lnTo>
                  <a:lnTo>
                    <a:pt x="1411" y="1045"/>
                  </a:lnTo>
                  <a:lnTo>
                    <a:pt x="1409" y="1026"/>
                  </a:lnTo>
                  <a:lnTo>
                    <a:pt x="1404" y="1005"/>
                  </a:lnTo>
                  <a:lnTo>
                    <a:pt x="1397" y="981"/>
                  </a:lnTo>
                  <a:lnTo>
                    <a:pt x="1387" y="959"/>
                  </a:lnTo>
                  <a:lnTo>
                    <a:pt x="1377" y="949"/>
                  </a:lnTo>
                  <a:lnTo>
                    <a:pt x="1379" y="945"/>
                  </a:lnTo>
                  <a:lnTo>
                    <a:pt x="1384" y="937"/>
                  </a:lnTo>
                  <a:lnTo>
                    <a:pt x="1387" y="927"/>
                  </a:lnTo>
                  <a:lnTo>
                    <a:pt x="1387" y="916"/>
                  </a:lnTo>
                  <a:lnTo>
                    <a:pt x="1385" y="907"/>
                  </a:lnTo>
                  <a:lnTo>
                    <a:pt x="1381" y="901"/>
                  </a:lnTo>
                  <a:lnTo>
                    <a:pt x="1377" y="898"/>
                  </a:lnTo>
                  <a:lnTo>
                    <a:pt x="1370" y="895"/>
                  </a:lnTo>
                  <a:lnTo>
                    <a:pt x="1365" y="892"/>
                  </a:lnTo>
                  <a:lnTo>
                    <a:pt x="1359" y="890"/>
                  </a:lnTo>
                  <a:lnTo>
                    <a:pt x="1354" y="888"/>
                  </a:lnTo>
                  <a:lnTo>
                    <a:pt x="1348" y="884"/>
                  </a:lnTo>
                  <a:lnTo>
                    <a:pt x="1342" y="882"/>
                  </a:lnTo>
                  <a:lnTo>
                    <a:pt x="1339" y="880"/>
                  </a:lnTo>
                  <a:lnTo>
                    <a:pt x="1335" y="878"/>
                  </a:lnTo>
                  <a:lnTo>
                    <a:pt x="1334" y="877"/>
                  </a:lnTo>
                  <a:lnTo>
                    <a:pt x="1335" y="876"/>
                  </a:lnTo>
                  <a:lnTo>
                    <a:pt x="1339" y="873"/>
                  </a:lnTo>
                  <a:lnTo>
                    <a:pt x="1344" y="867"/>
                  </a:lnTo>
                  <a:lnTo>
                    <a:pt x="1350" y="861"/>
                  </a:lnTo>
                  <a:lnTo>
                    <a:pt x="1357" y="855"/>
                  </a:lnTo>
                  <a:lnTo>
                    <a:pt x="1364" y="850"/>
                  </a:lnTo>
                  <a:lnTo>
                    <a:pt x="1371" y="846"/>
                  </a:lnTo>
                  <a:lnTo>
                    <a:pt x="1377" y="845"/>
                  </a:lnTo>
                  <a:lnTo>
                    <a:pt x="1385" y="840"/>
                  </a:lnTo>
                  <a:lnTo>
                    <a:pt x="1387" y="829"/>
                  </a:lnTo>
                  <a:lnTo>
                    <a:pt x="1384" y="817"/>
                  </a:lnTo>
                  <a:lnTo>
                    <a:pt x="1373" y="813"/>
                  </a:lnTo>
                  <a:lnTo>
                    <a:pt x="1366" y="813"/>
                  </a:lnTo>
                  <a:lnTo>
                    <a:pt x="1361" y="810"/>
                  </a:lnTo>
                  <a:lnTo>
                    <a:pt x="1354" y="807"/>
                  </a:lnTo>
                  <a:lnTo>
                    <a:pt x="1349" y="802"/>
                  </a:lnTo>
                  <a:lnTo>
                    <a:pt x="1346" y="795"/>
                  </a:lnTo>
                  <a:lnTo>
                    <a:pt x="1343" y="786"/>
                  </a:lnTo>
                  <a:lnTo>
                    <a:pt x="1344" y="775"/>
                  </a:lnTo>
                  <a:lnTo>
                    <a:pt x="1348" y="760"/>
                  </a:lnTo>
                  <a:lnTo>
                    <a:pt x="1350" y="761"/>
                  </a:lnTo>
                  <a:lnTo>
                    <a:pt x="1356" y="763"/>
                  </a:lnTo>
                  <a:lnTo>
                    <a:pt x="1365" y="767"/>
                  </a:lnTo>
                  <a:lnTo>
                    <a:pt x="1376" y="772"/>
                  </a:lnTo>
                  <a:lnTo>
                    <a:pt x="1387" y="777"/>
                  </a:lnTo>
                  <a:lnTo>
                    <a:pt x="1397" y="783"/>
                  </a:lnTo>
                  <a:lnTo>
                    <a:pt x="1408" y="787"/>
                  </a:lnTo>
                  <a:lnTo>
                    <a:pt x="1416" y="792"/>
                  </a:lnTo>
                  <a:lnTo>
                    <a:pt x="1425" y="801"/>
                  </a:lnTo>
                  <a:lnTo>
                    <a:pt x="1430" y="814"/>
                  </a:lnTo>
                  <a:lnTo>
                    <a:pt x="1433" y="827"/>
                  </a:lnTo>
                  <a:lnTo>
                    <a:pt x="1441" y="838"/>
                  </a:lnTo>
                  <a:lnTo>
                    <a:pt x="1447" y="843"/>
                  </a:lnTo>
                  <a:lnTo>
                    <a:pt x="1454" y="845"/>
                  </a:lnTo>
                  <a:lnTo>
                    <a:pt x="1462" y="847"/>
                  </a:lnTo>
                  <a:lnTo>
                    <a:pt x="1470" y="848"/>
                  </a:lnTo>
                  <a:lnTo>
                    <a:pt x="1479" y="848"/>
                  </a:lnTo>
                  <a:lnTo>
                    <a:pt x="1488" y="847"/>
                  </a:lnTo>
                  <a:lnTo>
                    <a:pt x="1496" y="846"/>
                  </a:lnTo>
                  <a:lnTo>
                    <a:pt x="1505" y="845"/>
                  </a:lnTo>
                  <a:lnTo>
                    <a:pt x="1515" y="844"/>
                  </a:lnTo>
                  <a:lnTo>
                    <a:pt x="1528" y="844"/>
                  </a:lnTo>
                  <a:lnTo>
                    <a:pt x="1543" y="844"/>
                  </a:lnTo>
                  <a:lnTo>
                    <a:pt x="1558" y="844"/>
                  </a:lnTo>
                  <a:lnTo>
                    <a:pt x="1571" y="844"/>
                  </a:lnTo>
                  <a:lnTo>
                    <a:pt x="1583" y="845"/>
                  </a:lnTo>
                  <a:lnTo>
                    <a:pt x="1590" y="845"/>
                  </a:lnTo>
                  <a:lnTo>
                    <a:pt x="1593" y="845"/>
                  </a:lnTo>
                  <a:lnTo>
                    <a:pt x="1591" y="850"/>
                  </a:lnTo>
                  <a:lnTo>
                    <a:pt x="1586" y="862"/>
                  </a:lnTo>
                  <a:lnTo>
                    <a:pt x="1581" y="875"/>
                  </a:lnTo>
                  <a:lnTo>
                    <a:pt x="1572" y="884"/>
                  </a:lnTo>
                  <a:lnTo>
                    <a:pt x="1568" y="888"/>
                  </a:lnTo>
                  <a:lnTo>
                    <a:pt x="1561" y="892"/>
                  </a:lnTo>
                  <a:lnTo>
                    <a:pt x="1553" y="898"/>
                  </a:lnTo>
                  <a:lnTo>
                    <a:pt x="1545" y="905"/>
                  </a:lnTo>
                  <a:lnTo>
                    <a:pt x="1538" y="912"/>
                  </a:lnTo>
                  <a:lnTo>
                    <a:pt x="1531" y="919"/>
                  </a:lnTo>
                  <a:lnTo>
                    <a:pt x="1525" y="924"/>
                  </a:lnTo>
                  <a:lnTo>
                    <a:pt x="1523" y="930"/>
                  </a:lnTo>
                  <a:lnTo>
                    <a:pt x="1524" y="941"/>
                  </a:lnTo>
                  <a:lnTo>
                    <a:pt x="1530" y="951"/>
                  </a:lnTo>
                  <a:lnTo>
                    <a:pt x="1537" y="961"/>
                  </a:lnTo>
                  <a:lnTo>
                    <a:pt x="1544" y="973"/>
                  </a:lnTo>
                  <a:lnTo>
                    <a:pt x="1551" y="987"/>
                  </a:lnTo>
                  <a:lnTo>
                    <a:pt x="1561" y="997"/>
                  </a:lnTo>
                  <a:lnTo>
                    <a:pt x="1569" y="1005"/>
                  </a:lnTo>
                  <a:lnTo>
                    <a:pt x="1572" y="1009"/>
                  </a:lnTo>
                  <a:lnTo>
                    <a:pt x="1576" y="1006"/>
                  </a:lnTo>
                  <a:lnTo>
                    <a:pt x="1585" y="999"/>
                  </a:lnTo>
                  <a:lnTo>
                    <a:pt x="1593" y="989"/>
                  </a:lnTo>
                  <a:lnTo>
                    <a:pt x="1597" y="976"/>
                  </a:lnTo>
                  <a:lnTo>
                    <a:pt x="1598" y="963"/>
                  </a:lnTo>
                  <a:lnTo>
                    <a:pt x="1601" y="951"/>
                  </a:lnTo>
                  <a:lnTo>
                    <a:pt x="1606" y="949"/>
                  </a:lnTo>
                  <a:lnTo>
                    <a:pt x="1612" y="963"/>
                  </a:lnTo>
                  <a:lnTo>
                    <a:pt x="1619" y="987"/>
                  </a:lnTo>
                  <a:lnTo>
                    <a:pt x="1627" y="1010"/>
                  </a:lnTo>
                  <a:lnTo>
                    <a:pt x="1634" y="1029"/>
                  </a:lnTo>
                  <a:lnTo>
                    <a:pt x="1636" y="1041"/>
                  </a:lnTo>
                  <a:lnTo>
                    <a:pt x="1637" y="1044"/>
                  </a:lnTo>
                  <a:lnTo>
                    <a:pt x="1639" y="1049"/>
                  </a:lnTo>
                  <a:lnTo>
                    <a:pt x="1643" y="1052"/>
                  </a:lnTo>
                  <a:lnTo>
                    <a:pt x="1647" y="1056"/>
                  </a:lnTo>
                  <a:lnTo>
                    <a:pt x="1653" y="1059"/>
                  </a:lnTo>
                  <a:lnTo>
                    <a:pt x="1659" y="1062"/>
                  </a:lnTo>
                  <a:lnTo>
                    <a:pt x="1665" y="1062"/>
                  </a:lnTo>
                  <a:lnTo>
                    <a:pt x="1672" y="1062"/>
                  </a:lnTo>
                  <a:lnTo>
                    <a:pt x="1682" y="1057"/>
                  </a:lnTo>
                  <a:lnTo>
                    <a:pt x="1688" y="1049"/>
                  </a:lnTo>
                  <a:lnTo>
                    <a:pt x="1690" y="1040"/>
                  </a:lnTo>
                  <a:lnTo>
                    <a:pt x="1690" y="1030"/>
                  </a:lnTo>
                  <a:lnTo>
                    <a:pt x="1689" y="1020"/>
                  </a:lnTo>
                  <a:lnTo>
                    <a:pt x="1686" y="1006"/>
                  </a:lnTo>
                  <a:lnTo>
                    <a:pt x="1686" y="994"/>
                  </a:lnTo>
                  <a:lnTo>
                    <a:pt x="1690" y="983"/>
                  </a:lnTo>
                  <a:lnTo>
                    <a:pt x="1693" y="976"/>
                  </a:lnTo>
                  <a:lnTo>
                    <a:pt x="1696" y="971"/>
                  </a:lnTo>
                  <a:lnTo>
                    <a:pt x="1697" y="963"/>
                  </a:lnTo>
                  <a:lnTo>
                    <a:pt x="1697" y="949"/>
                  </a:lnTo>
                  <a:lnTo>
                    <a:pt x="1697" y="933"/>
                  </a:lnTo>
                  <a:lnTo>
                    <a:pt x="1697" y="922"/>
                  </a:lnTo>
                  <a:lnTo>
                    <a:pt x="1700" y="916"/>
                  </a:lnTo>
                  <a:lnTo>
                    <a:pt x="1707" y="916"/>
                  </a:lnTo>
                  <a:lnTo>
                    <a:pt x="1713" y="918"/>
                  </a:lnTo>
                  <a:lnTo>
                    <a:pt x="1718" y="919"/>
                  </a:lnTo>
                  <a:lnTo>
                    <a:pt x="1723" y="921"/>
                  </a:lnTo>
                  <a:lnTo>
                    <a:pt x="1729" y="921"/>
                  </a:lnTo>
                  <a:lnTo>
                    <a:pt x="1734" y="921"/>
                  </a:lnTo>
                  <a:lnTo>
                    <a:pt x="1738" y="920"/>
                  </a:lnTo>
                  <a:lnTo>
                    <a:pt x="1741" y="918"/>
                  </a:lnTo>
                  <a:lnTo>
                    <a:pt x="1743" y="913"/>
                  </a:lnTo>
                  <a:lnTo>
                    <a:pt x="1749" y="900"/>
                  </a:lnTo>
                  <a:lnTo>
                    <a:pt x="1757" y="884"/>
                  </a:lnTo>
                  <a:lnTo>
                    <a:pt x="1764" y="867"/>
                  </a:lnTo>
                  <a:lnTo>
                    <a:pt x="1767" y="848"/>
                  </a:lnTo>
                  <a:lnTo>
                    <a:pt x="1767" y="831"/>
                  </a:lnTo>
                  <a:lnTo>
                    <a:pt x="1767" y="816"/>
                  </a:lnTo>
                  <a:lnTo>
                    <a:pt x="1767" y="806"/>
                  </a:lnTo>
                  <a:lnTo>
                    <a:pt x="1767" y="802"/>
                  </a:lnTo>
                  <a:lnTo>
                    <a:pt x="1782" y="775"/>
                  </a:lnTo>
                  <a:lnTo>
                    <a:pt x="1783" y="771"/>
                  </a:lnTo>
                  <a:lnTo>
                    <a:pt x="1786" y="761"/>
                  </a:lnTo>
                  <a:lnTo>
                    <a:pt x="1787" y="746"/>
                  </a:lnTo>
                  <a:lnTo>
                    <a:pt x="1786" y="727"/>
                  </a:lnTo>
                  <a:lnTo>
                    <a:pt x="1786" y="712"/>
                  </a:lnTo>
                  <a:lnTo>
                    <a:pt x="1789" y="702"/>
                  </a:lnTo>
                  <a:lnTo>
                    <a:pt x="1795" y="696"/>
                  </a:lnTo>
                  <a:lnTo>
                    <a:pt x="1803" y="693"/>
                  </a:lnTo>
                  <a:lnTo>
                    <a:pt x="1810" y="689"/>
                  </a:lnTo>
                  <a:lnTo>
                    <a:pt x="1817" y="686"/>
                  </a:lnTo>
                  <a:lnTo>
                    <a:pt x="1821" y="680"/>
                  </a:lnTo>
                  <a:lnTo>
                    <a:pt x="1825" y="671"/>
                  </a:lnTo>
                  <a:lnTo>
                    <a:pt x="1826" y="666"/>
                  </a:lnTo>
                  <a:lnTo>
                    <a:pt x="1828" y="662"/>
                  </a:lnTo>
                  <a:lnTo>
                    <a:pt x="1832" y="658"/>
                  </a:lnTo>
                  <a:lnTo>
                    <a:pt x="1836" y="655"/>
                  </a:lnTo>
                  <a:lnTo>
                    <a:pt x="1842" y="653"/>
                  </a:lnTo>
                  <a:lnTo>
                    <a:pt x="1850" y="650"/>
                  </a:lnTo>
                  <a:lnTo>
                    <a:pt x="1862" y="648"/>
                  </a:lnTo>
                  <a:lnTo>
                    <a:pt x="1874" y="647"/>
                  </a:lnTo>
                  <a:lnTo>
                    <a:pt x="1885" y="632"/>
                  </a:lnTo>
                  <a:lnTo>
                    <a:pt x="1883" y="630"/>
                  </a:lnTo>
                  <a:lnTo>
                    <a:pt x="1882" y="625"/>
                  </a:lnTo>
                  <a:lnTo>
                    <a:pt x="1883" y="619"/>
                  </a:lnTo>
                  <a:lnTo>
                    <a:pt x="1888" y="615"/>
                  </a:lnTo>
                  <a:lnTo>
                    <a:pt x="1895" y="605"/>
                  </a:lnTo>
                  <a:lnTo>
                    <a:pt x="1900" y="590"/>
                  </a:lnTo>
                  <a:lnTo>
                    <a:pt x="1902" y="575"/>
                  </a:lnTo>
                  <a:lnTo>
                    <a:pt x="1903" y="568"/>
                  </a:lnTo>
                  <a:lnTo>
                    <a:pt x="1856" y="553"/>
                  </a:lnTo>
                  <a:close/>
                </a:path>
              </a:pathLst>
            </a:custGeom>
            <a:solidFill>
              <a:srgbClr val="0097A9"/>
            </a:solidFill>
            <a:ln w="6350">
              <a:solidFill>
                <a:srgbClr val="FFFFFF"/>
              </a:solidFill>
              <a:round/>
              <a:headEnd/>
              <a:tailEnd/>
            </a:ln>
          </p:spPr>
          <p:txBody>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48" name="TextBox 290">
              <a:extLst>
                <a:ext uri="{FF2B5EF4-FFF2-40B4-BE49-F238E27FC236}">
                  <a16:creationId xmlns:a16="http://schemas.microsoft.com/office/drawing/2014/main" id="{ED49F48E-3A11-45D8-66A9-7A7F826C3E17}"/>
                </a:ext>
              </a:extLst>
            </p:cNvPr>
            <p:cNvSpPr txBox="1">
              <a:spLocks noChangeArrowheads="1"/>
            </p:cNvSpPr>
            <p:nvPr/>
          </p:nvSpPr>
          <p:spPr bwMode="auto">
            <a:xfrm>
              <a:off x="7381332" y="2137098"/>
              <a:ext cx="489738" cy="107696"/>
            </a:xfrm>
            <a:prstGeom prst="rect">
              <a:avLst/>
            </a:prstGeom>
            <a:noFill/>
            <a:ln w="9525">
              <a:noFill/>
              <a:miter lim="800000"/>
              <a:headEnd/>
              <a:tailEnd/>
            </a:ln>
          </p:spPr>
          <p:txBody>
            <a:bodyPr wrap="square" lIns="0" tIns="0" rIns="0" bIns="0">
              <a:spAutoFit/>
            </a:bodyPr>
            <a:lstStyle/>
            <a:p>
              <a:pPr marL="0" marR="0" lvl="0" indent="0" defTabSz="121917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rPr>
                <a:t>New Delhi</a:t>
              </a:r>
            </a:p>
          </p:txBody>
        </p:sp>
        <p:sp>
          <p:nvSpPr>
            <p:cNvPr id="149" name="Oval 148">
              <a:extLst>
                <a:ext uri="{FF2B5EF4-FFF2-40B4-BE49-F238E27FC236}">
                  <a16:creationId xmlns:a16="http://schemas.microsoft.com/office/drawing/2014/main" id="{9F357619-C933-5D52-D4C2-90B1D5D6CDDD}"/>
                </a:ext>
              </a:extLst>
            </p:cNvPr>
            <p:cNvSpPr/>
            <p:nvPr/>
          </p:nvSpPr>
          <p:spPr>
            <a:xfrm>
              <a:off x="8100496" y="2688450"/>
              <a:ext cx="58968" cy="58968"/>
            </a:xfrm>
            <a:prstGeom prst="ellipse">
              <a:avLst/>
            </a:prstGeom>
            <a:solidFill>
              <a:sysClr val="window" lastClr="FFFFFF"/>
            </a:solidFill>
            <a:ln w="9525" cap="flat" cmpd="sng" algn="ctr">
              <a:solidFill>
                <a:sysClr val="window" lastClr="FFFFFF"/>
              </a:solidFill>
              <a:prstDash val="solid"/>
            </a:ln>
            <a:effectLst>
              <a:outerShdw blurRad="63500" sx="102000" sy="102000" algn="ctr" rotWithShape="0">
                <a:prstClr val="black">
                  <a:alpha val="40000"/>
                </a:prstClr>
              </a:outerShdw>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50" name="Oval 149">
              <a:extLst>
                <a:ext uri="{FF2B5EF4-FFF2-40B4-BE49-F238E27FC236}">
                  <a16:creationId xmlns:a16="http://schemas.microsoft.com/office/drawing/2014/main" id="{C00D653D-0C53-A8E6-E017-202233202611}"/>
                </a:ext>
              </a:extLst>
            </p:cNvPr>
            <p:cNvSpPr/>
            <p:nvPr/>
          </p:nvSpPr>
          <p:spPr>
            <a:xfrm>
              <a:off x="8404545" y="2812170"/>
              <a:ext cx="58968" cy="58968"/>
            </a:xfrm>
            <a:prstGeom prst="ellipse">
              <a:avLst/>
            </a:prstGeom>
            <a:solidFill>
              <a:sysClr val="window" lastClr="FFFFFF"/>
            </a:solidFill>
            <a:ln w="9525" cap="flat" cmpd="sng" algn="ctr">
              <a:solidFill>
                <a:sysClr val="window" lastClr="FFFFFF"/>
              </a:solidFill>
              <a:prstDash val="solid"/>
            </a:ln>
            <a:effectLst>
              <a:outerShdw blurRad="63500" sx="102000" sy="102000" algn="ctr" rotWithShape="0">
                <a:prstClr val="black">
                  <a:alpha val="40000"/>
                </a:prstClr>
              </a:outerShdw>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51" name="Oval 150">
              <a:extLst>
                <a:ext uri="{FF2B5EF4-FFF2-40B4-BE49-F238E27FC236}">
                  <a16:creationId xmlns:a16="http://schemas.microsoft.com/office/drawing/2014/main" id="{B9580222-910E-C9FB-0E1B-89D75B34A03A}"/>
                </a:ext>
              </a:extLst>
            </p:cNvPr>
            <p:cNvSpPr/>
            <p:nvPr/>
          </p:nvSpPr>
          <p:spPr>
            <a:xfrm>
              <a:off x="7182299" y="2773389"/>
              <a:ext cx="58967" cy="58967"/>
            </a:xfrm>
            <a:prstGeom prst="ellipse">
              <a:avLst/>
            </a:prstGeom>
            <a:solidFill>
              <a:sysClr val="window" lastClr="FFFFFF"/>
            </a:solidFill>
            <a:ln w="9525" cap="flat" cmpd="sng" algn="ctr">
              <a:solidFill>
                <a:sysClr val="window" lastClr="FFFFFF"/>
              </a:solidFill>
              <a:prstDash val="solid"/>
            </a:ln>
            <a:effectLst>
              <a:outerShdw blurRad="63500" sx="102000" sy="102000" algn="ctr" rotWithShape="0">
                <a:prstClr val="black">
                  <a:alpha val="40000"/>
                </a:prstClr>
              </a:outerShdw>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52" name="Oval 151">
              <a:extLst>
                <a:ext uri="{FF2B5EF4-FFF2-40B4-BE49-F238E27FC236}">
                  <a16:creationId xmlns:a16="http://schemas.microsoft.com/office/drawing/2014/main" id="{44BB25E0-6FF4-C617-B339-A2A806BC525C}"/>
                </a:ext>
              </a:extLst>
            </p:cNvPr>
            <p:cNvSpPr/>
            <p:nvPr/>
          </p:nvSpPr>
          <p:spPr>
            <a:xfrm>
              <a:off x="7361771" y="3168517"/>
              <a:ext cx="58968" cy="58968"/>
            </a:xfrm>
            <a:prstGeom prst="ellipse">
              <a:avLst/>
            </a:prstGeom>
            <a:solidFill>
              <a:sysClr val="window" lastClr="FFFFFF"/>
            </a:solidFill>
            <a:ln w="9525" cap="flat" cmpd="sng" algn="ctr">
              <a:solidFill>
                <a:sysClr val="window" lastClr="FFFFFF"/>
              </a:solidFill>
              <a:prstDash val="solid"/>
            </a:ln>
            <a:effectLst>
              <a:outerShdw blurRad="63500" sx="102000" sy="102000" algn="ctr" rotWithShape="0">
                <a:prstClr val="black">
                  <a:alpha val="40000"/>
                </a:prstClr>
              </a:outerShdw>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53" name="Oval 152">
              <a:extLst>
                <a:ext uri="{FF2B5EF4-FFF2-40B4-BE49-F238E27FC236}">
                  <a16:creationId xmlns:a16="http://schemas.microsoft.com/office/drawing/2014/main" id="{2AF48DD7-E981-4AE5-5CEF-0C5CECCAC8AB}"/>
                </a:ext>
              </a:extLst>
            </p:cNvPr>
            <p:cNvSpPr/>
            <p:nvPr/>
          </p:nvSpPr>
          <p:spPr>
            <a:xfrm>
              <a:off x="7249267" y="3386712"/>
              <a:ext cx="58968" cy="58968"/>
            </a:xfrm>
            <a:prstGeom prst="ellipse">
              <a:avLst/>
            </a:prstGeom>
            <a:solidFill>
              <a:sysClr val="window" lastClr="FFFFFF"/>
            </a:solidFill>
            <a:ln w="9525" cap="flat" cmpd="sng" algn="ctr">
              <a:solidFill>
                <a:sysClr val="window" lastClr="FFFFFF"/>
              </a:solidFill>
              <a:prstDash val="solid"/>
            </a:ln>
            <a:effectLst>
              <a:outerShdw blurRad="63500" sx="102000" sy="102000" algn="ctr" rotWithShape="0">
                <a:prstClr val="black">
                  <a:alpha val="40000"/>
                </a:prstClr>
              </a:outerShdw>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54" name="Oval 153">
              <a:extLst>
                <a:ext uri="{FF2B5EF4-FFF2-40B4-BE49-F238E27FC236}">
                  <a16:creationId xmlns:a16="http://schemas.microsoft.com/office/drawing/2014/main" id="{02353400-42CE-4EBE-1BE3-D8D8645E63DB}"/>
                </a:ext>
              </a:extLst>
            </p:cNvPr>
            <p:cNvSpPr/>
            <p:nvPr/>
          </p:nvSpPr>
          <p:spPr>
            <a:xfrm>
              <a:off x="7813064" y="3691185"/>
              <a:ext cx="58968" cy="58968"/>
            </a:xfrm>
            <a:prstGeom prst="ellipse">
              <a:avLst/>
            </a:prstGeom>
            <a:solidFill>
              <a:sysClr val="window" lastClr="FFFFFF"/>
            </a:solidFill>
            <a:ln w="9525" cap="flat" cmpd="sng" algn="ctr">
              <a:solidFill>
                <a:sysClr val="window" lastClr="FFFFFF"/>
              </a:solidFill>
              <a:prstDash val="solid"/>
            </a:ln>
            <a:effectLst>
              <a:outerShdw blurRad="63500" sx="102000" sy="102000" algn="ctr" rotWithShape="0">
                <a:prstClr val="black">
                  <a:alpha val="40000"/>
                </a:prstClr>
              </a:outerShdw>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55" name="Oval 154">
              <a:extLst>
                <a:ext uri="{FF2B5EF4-FFF2-40B4-BE49-F238E27FC236}">
                  <a16:creationId xmlns:a16="http://schemas.microsoft.com/office/drawing/2014/main" id="{87AD4BC8-2D00-285D-BB46-DF0E50D18F9A}"/>
                </a:ext>
              </a:extLst>
            </p:cNvPr>
            <p:cNvSpPr/>
            <p:nvPr/>
          </p:nvSpPr>
          <p:spPr>
            <a:xfrm>
              <a:off x="7567233" y="3860279"/>
              <a:ext cx="58968" cy="58968"/>
            </a:xfrm>
            <a:prstGeom prst="ellipse">
              <a:avLst/>
            </a:prstGeom>
            <a:solidFill>
              <a:sysClr val="window" lastClr="FFFFFF"/>
            </a:solidFill>
            <a:ln w="9525" cap="flat" cmpd="sng" algn="ctr">
              <a:solidFill>
                <a:sysClr val="window" lastClr="FFFFFF"/>
              </a:solidFill>
              <a:prstDash val="solid"/>
            </a:ln>
            <a:effectLst>
              <a:outerShdw blurRad="63500" sx="102000" sy="102000" algn="ctr" rotWithShape="0">
                <a:prstClr val="black">
                  <a:alpha val="40000"/>
                </a:prstClr>
              </a:outerShdw>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56" name="Oval 155">
              <a:extLst>
                <a:ext uri="{FF2B5EF4-FFF2-40B4-BE49-F238E27FC236}">
                  <a16:creationId xmlns:a16="http://schemas.microsoft.com/office/drawing/2014/main" id="{3EF99F28-89F3-3B7C-43F2-8B7BAAD6C25B}"/>
                </a:ext>
              </a:extLst>
            </p:cNvPr>
            <p:cNvSpPr/>
            <p:nvPr/>
          </p:nvSpPr>
          <p:spPr>
            <a:xfrm>
              <a:off x="7462849" y="3909987"/>
              <a:ext cx="58968" cy="58968"/>
            </a:xfrm>
            <a:prstGeom prst="ellipse">
              <a:avLst/>
            </a:prstGeom>
            <a:solidFill>
              <a:sysClr val="window" lastClr="FFFFFF"/>
            </a:solidFill>
            <a:ln w="9525" cap="flat" cmpd="sng" algn="ctr">
              <a:solidFill>
                <a:sysClr val="window" lastClr="FFFFFF"/>
              </a:solidFill>
              <a:prstDash val="solid"/>
            </a:ln>
            <a:effectLst>
              <a:outerShdw blurRad="63500" sx="102000" sy="102000" algn="ctr" rotWithShape="0">
                <a:prstClr val="black">
                  <a:alpha val="40000"/>
                </a:prstClr>
              </a:outerShdw>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57" name="TextBox 290">
              <a:extLst>
                <a:ext uri="{FF2B5EF4-FFF2-40B4-BE49-F238E27FC236}">
                  <a16:creationId xmlns:a16="http://schemas.microsoft.com/office/drawing/2014/main" id="{614191C9-6692-C0DC-3818-4F39B177541A}"/>
                </a:ext>
              </a:extLst>
            </p:cNvPr>
            <p:cNvSpPr txBox="1">
              <a:spLocks noChangeArrowheads="1"/>
            </p:cNvSpPr>
            <p:nvPr/>
          </p:nvSpPr>
          <p:spPr bwMode="auto">
            <a:xfrm>
              <a:off x="7171273" y="2633422"/>
              <a:ext cx="568677" cy="107696"/>
            </a:xfrm>
            <a:prstGeom prst="rect">
              <a:avLst/>
            </a:prstGeom>
            <a:noFill/>
            <a:ln w="9525">
              <a:noFill/>
              <a:miter lim="800000"/>
              <a:headEnd/>
              <a:tailEnd/>
            </a:ln>
          </p:spPr>
          <p:txBody>
            <a:bodyPr wrap="square" lIns="0" tIns="0" rIns="0" bIns="0">
              <a:spAutoFit/>
            </a:bodyPr>
            <a:lstStyle/>
            <a:p>
              <a:pPr marL="0" marR="0" lvl="0" indent="0" defTabSz="121917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rPr>
                <a:t>Ahmedabad</a:t>
              </a:r>
            </a:p>
          </p:txBody>
        </p:sp>
        <p:sp>
          <p:nvSpPr>
            <p:cNvPr id="158" name="TextBox 290">
              <a:extLst>
                <a:ext uri="{FF2B5EF4-FFF2-40B4-BE49-F238E27FC236}">
                  <a16:creationId xmlns:a16="http://schemas.microsoft.com/office/drawing/2014/main" id="{EA561A79-2DE6-4BBB-8277-B268BFEC4070}"/>
                </a:ext>
              </a:extLst>
            </p:cNvPr>
            <p:cNvSpPr txBox="1">
              <a:spLocks noChangeArrowheads="1"/>
            </p:cNvSpPr>
            <p:nvPr/>
          </p:nvSpPr>
          <p:spPr bwMode="auto">
            <a:xfrm>
              <a:off x="6858593" y="3068216"/>
              <a:ext cx="350565" cy="107696"/>
            </a:xfrm>
            <a:prstGeom prst="rect">
              <a:avLst/>
            </a:prstGeom>
            <a:noFill/>
            <a:ln w="9525">
              <a:noFill/>
              <a:miter lim="800000"/>
              <a:headEnd/>
              <a:tailEnd/>
            </a:ln>
          </p:spPr>
          <p:txBody>
            <a:bodyPr wrap="square" lIns="0" tIns="0" rIns="0" bIns="0">
              <a:spAutoFit/>
            </a:bodyPr>
            <a:lstStyle/>
            <a:p>
              <a:pPr marL="0" marR="0" lvl="0" indent="0" defTabSz="121917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Mumbai</a:t>
              </a:r>
            </a:p>
          </p:txBody>
        </p:sp>
        <p:sp>
          <p:nvSpPr>
            <p:cNvPr id="159" name="TextBox 290">
              <a:extLst>
                <a:ext uri="{FF2B5EF4-FFF2-40B4-BE49-F238E27FC236}">
                  <a16:creationId xmlns:a16="http://schemas.microsoft.com/office/drawing/2014/main" id="{83202C4E-DE21-2AFD-AB79-AE9749E9B0D6}"/>
                </a:ext>
              </a:extLst>
            </p:cNvPr>
            <p:cNvSpPr txBox="1">
              <a:spLocks noChangeArrowheads="1"/>
            </p:cNvSpPr>
            <p:nvPr/>
          </p:nvSpPr>
          <p:spPr bwMode="auto">
            <a:xfrm>
              <a:off x="7286709" y="3237008"/>
              <a:ext cx="226739" cy="107696"/>
            </a:xfrm>
            <a:prstGeom prst="rect">
              <a:avLst/>
            </a:prstGeom>
            <a:noFill/>
            <a:ln w="9525">
              <a:noFill/>
              <a:miter lim="800000"/>
              <a:headEnd/>
              <a:tailEnd/>
            </a:ln>
          </p:spPr>
          <p:txBody>
            <a:bodyPr wrap="square" lIns="0" tIns="0" rIns="0" bIns="0">
              <a:spAutoFit/>
            </a:bodyPr>
            <a:lstStyle/>
            <a:p>
              <a:pPr marL="0" marR="0" lvl="0" indent="0" defTabSz="121917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rPr>
                <a:t>Pune</a:t>
              </a:r>
            </a:p>
          </p:txBody>
        </p:sp>
        <p:sp>
          <p:nvSpPr>
            <p:cNvPr id="160" name="TextBox 290">
              <a:extLst>
                <a:ext uri="{FF2B5EF4-FFF2-40B4-BE49-F238E27FC236}">
                  <a16:creationId xmlns:a16="http://schemas.microsoft.com/office/drawing/2014/main" id="{84AF5A35-D546-A2CC-083E-37A40578396C}"/>
                </a:ext>
              </a:extLst>
            </p:cNvPr>
            <p:cNvSpPr txBox="1">
              <a:spLocks noChangeArrowheads="1"/>
            </p:cNvSpPr>
            <p:nvPr/>
          </p:nvSpPr>
          <p:spPr bwMode="auto">
            <a:xfrm>
              <a:off x="7363142" y="3359827"/>
              <a:ext cx="226739" cy="107696"/>
            </a:xfrm>
            <a:prstGeom prst="rect">
              <a:avLst/>
            </a:prstGeom>
            <a:noFill/>
            <a:ln w="9525">
              <a:noFill/>
              <a:miter lim="800000"/>
              <a:headEnd/>
              <a:tailEnd/>
            </a:ln>
          </p:spPr>
          <p:txBody>
            <a:bodyPr wrap="square" lIns="0" tIns="0" rIns="0" bIns="0">
              <a:spAutoFit/>
            </a:bodyPr>
            <a:lstStyle/>
            <a:p>
              <a:pPr marL="0" marR="0" lvl="0" indent="0" defTabSz="121917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rPr>
                <a:t>Goa</a:t>
              </a:r>
            </a:p>
          </p:txBody>
        </p:sp>
        <p:sp>
          <p:nvSpPr>
            <p:cNvPr id="161" name="TextBox 290">
              <a:extLst>
                <a:ext uri="{FF2B5EF4-FFF2-40B4-BE49-F238E27FC236}">
                  <a16:creationId xmlns:a16="http://schemas.microsoft.com/office/drawing/2014/main" id="{D430E08F-B2EB-0DF1-F479-1277CD68FDFB}"/>
                </a:ext>
              </a:extLst>
            </p:cNvPr>
            <p:cNvSpPr txBox="1">
              <a:spLocks noChangeArrowheads="1"/>
            </p:cNvSpPr>
            <p:nvPr/>
          </p:nvSpPr>
          <p:spPr bwMode="auto">
            <a:xfrm>
              <a:off x="7739632" y="3097346"/>
              <a:ext cx="486762" cy="107696"/>
            </a:xfrm>
            <a:prstGeom prst="rect">
              <a:avLst/>
            </a:prstGeom>
            <a:noFill/>
            <a:ln w="9525">
              <a:noFill/>
              <a:miter lim="800000"/>
              <a:headEnd/>
              <a:tailEnd/>
            </a:ln>
          </p:spPr>
          <p:txBody>
            <a:bodyPr wrap="square" lIns="0" tIns="0" rIns="0" bIns="0">
              <a:spAutoFit/>
            </a:bodyPr>
            <a:lstStyle/>
            <a:p>
              <a:pPr marL="0" marR="0" lvl="0" indent="0" defTabSz="121917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rPr>
                <a:t>Hyderabad</a:t>
              </a:r>
            </a:p>
          </p:txBody>
        </p:sp>
        <p:sp>
          <p:nvSpPr>
            <p:cNvPr id="162" name="TextBox 290">
              <a:extLst>
                <a:ext uri="{FF2B5EF4-FFF2-40B4-BE49-F238E27FC236}">
                  <a16:creationId xmlns:a16="http://schemas.microsoft.com/office/drawing/2014/main" id="{057FDC42-BDE8-CCB2-9148-E3894B8121AB}"/>
                </a:ext>
              </a:extLst>
            </p:cNvPr>
            <p:cNvSpPr txBox="1">
              <a:spLocks noChangeArrowheads="1"/>
            </p:cNvSpPr>
            <p:nvPr/>
          </p:nvSpPr>
          <p:spPr bwMode="auto">
            <a:xfrm>
              <a:off x="7953973" y="3664936"/>
              <a:ext cx="486762" cy="107696"/>
            </a:xfrm>
            <a:prstGeom prst="rect">
              <a:avLst/>
            </a:prstGeom>
            <a:noFill/>
            <a:ln w="9525">
              <a:noFill/>
              <a:miter lim="800000"/>
              <a:headEnd/>
              <a:tailEnd/>
            </a:ln>
          </p:spPr>
          <p:txBody>
            <a:bodyPr wrap="square" lIns="0" tIns="0" rIns="0" bIns="0">
              <a:spAutoFit/>
            </a:bodyPr>
            <a:lstStyle/>
            <a:p>
              <a:pPr marL="0" marR="0" lvl="0" indent="0" defTabSz="121917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Chennai</a:t>
              </a:r>
            </a:p>
          </p:txBody>
        </p:sp>
        <p:sp>
          <p:nvSpPr>
            <p:cNvPr id="163" name="TextBox 290">
              <a:extLst>
                <a:ext uri="{FF2B5EF4-FFF2-40B4-BE49-F238E27FC236}">
                  <a16:creationId xmlns:a16="http://schemas.microsoft.com/office/drawing/2014/main" id="{9A712F2C-9E4C-07ED-343A-9543F6BAEAE6}"/>
                </a:ext>
              </a:extLst>
            </p:cNvPr>
            <p:cNvSpPr txBox="1">
              <a:spLocks noChangeArrowheads="1"/>
            </p:cNvSpPr>
            <p:nvPr/>
          </p:nvSpPr>
          <p:spPr bwMode="auto">
            <a:xfrm>
              <a:off x="7671617" y="3833421"/>
              <a:ext cx="486762" cy="107696"/>
            </a:xfrm>
            <a:prstGeom prst="rect">
              <a:avLst/>
            </a:prstGeom>
            <a:noFill/>
            <a:ln w="9525">
              <a:noFill/>
              <a:miter lim="800000"/>
              <a:headEnd/>
              <a:tailEnd/>
            </a:ln>
          </p:spPr>
          <p:txBody>
            <a:bodyPr wrap="square" lIns="0" tIns="0" rIns="0" bIns="0">
              <a:spAutoFit/>
            </a:bodyPr>
            <a:lstStyle/>
            <a:p>
              <a:pPr marL="0" marR="0" lvl="0" indent="0" defTabSz="121917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Coimbatore</a:t>
              </a:r>
            </a:p>
          </p:txBody>
        </p:sp>
        <p:sp>
          <p:nvSpPr>
            <p:cNvPr id="164" name="TextBox 290">
              <a:extLst>
                <a:ext uri="{FF2B5EF4-FFF2-40B4-BE49-F238E27FC236}">
                  <a16:creationId xmlns:a16="http://schemas.microsoft.com/office/drawing/2014/main" id="{792A7387-831D-0CEF-059F-A6D9E3F4142E}"/>
                </a:ext>
              </a:extLst>
            </p:cNvPr>
            <p:cNvSpPr txBox="1">
              <a:spLocks noChangeArrowheads="1"/>
            </p:cNvSpPr>
            <p:nvPr/>
          </p:nvSpPr>
          <p:spPr bwMode="auto">
            <a:xfrm>
              <a:off x="7171272" y="3900524"/>
              <a:ext cx="280987" cy="107696"/>
            </a:xfrm>
            <a:prstGeom prst="rect">
              <a:avLst/>
            </a:prstGeom>
            <a:noFill/>
            <a:ln w="9525">
              <a:noFill/>
              <a:miter lim="800000"/>
              <a:headEnd/>
              <a:tailEnd/>
            </a:ln>
          </p:spPr>
          <p:txBody>
            <a:bodyPr wrap="square" lIns="0" tIns="0" rIns="0" bIns="0">
              <a:spAutoFit/>
            </a:bodyPr>
            <a:lstStyle/>
            <a:p>
              <a:pPr marL="0" marR="0" lvl="0" indent="0" defTabSz="121917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Kochi</a:t>
              </a:r>
            </a:p>
          </p:txBody>
        </p:sp>
        <p:sp>
          <p:nvSpPr>
            <p:cNvPr id="165" name="TextBox 290">
              <a:extLst>
                <a:ext uri="{FF2B5EF4-FFF2-40B4-BE49-F238E27FC236}">
                  <a16:creationId xmlns:a16="http://schemas.microsoft.com/office/drawing/2014/main" id="{7CD1EAC8-97D2-FAFC-4EEC-60226B2F3706}"/>
                </a:ext>
              </a:extLst>
            </p:cNvPr>
            <p:cNvSpPr txBox="1">
              <a:spLocks noChangeArrowheads="1"/>
            </p:cNvSpPr>
            <p:nvPr/>
          </p:nvSpPr>
          <p:spPr bwMode="auto">
            <a:xfrm>
              <a:off x="7379634" y="3474181"/>
              <a:ext cx="486762" cy="107696"/>
            </a:xfrm>
            <a:prstGeom prst="rect">
              <a:avLst/>
            </a:prstGeom>
            <a:noFill/>
            <a:ln w="9525">
              <a:noFill/>
              <a:miter lim="800000"/>
              <a:headEnd/>
              <a:tailEnd/>
            </a:ln>
          </p:spPr>
          <p:txBody>
            <a:bodyPr wrap="square" lIns="0" tIns="0" rIns="0" bIns="0">
              <a:spAutoFit/>
            </a:bodyPr>
            <a:lstStyle/>
            <a:p>
              <a:pPr marL="0" marR="0" lvl="0" indent="0" defTabSz="121917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rPr>
                <a:t>Bengaluru</a:t>
              </a:r>
            </a:p>
          </p:txBody>
        </p:sp>
        <p:sp>
          <p:nvSpPr>
            <p:cNvPr id="166" name="TextBox 165">
              <a:extLst>
                <a:ext uri="{FF2B5EF4-FFF2-40B4-BE49-F238E27FC236}">
                  <a16:creationId xmlns:a16="http://schemas.microsoft.com/office/drawing/2014/main" id="{742D073F-9142-CBED-B43F-AD61B777097E}"/>
                </a:ext>
              </a:extLst>
            </p:cNvPr>
            <p:cNvSpPr txBox="1">
              <a:spLocks noChangeArrowheads="1"/>
            </p:cNvSpPr>
            <p:nvPr/>
          </p:nvSpPr>
          <p:spPr bwMode="auto">
            <a:xfrm>
              <a:off x="8025131" y="2568867"/>
              <a:ext cx="611014" cy="107696"/>
            </a:xfrm>
            <a:prstGeom prst="rect">
              <a:avLst/>
            </a:prstGeom>
            <a:noFill/>
            <a:ln w="9525">
              <a:noFill/>
              <a:miter lim="800000"/>
              <a:headEnd/>
              <a:tailEnd/>
            </a:ln>
          </p:spPr>
          <p:txBody>
            <a:bodyPr wrap="square" lIns="0" tIns="0" rIns="0" bIns="0">
              <a:spAutoFit/>
            </a:bodyPr>
            <a:lstStyle/>
            <a:p>
              <a:pPr marL="0" marR="0" lvl="0" indent="0" defTabSz="121917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rPr>
                <a:t>Jamshedpur</a:t>
              </a:r>
            </a:p>
          </p:txBody>
        </p:sp>
        <p:sp>
          <p:nvSpPr>
            <p:cNvPr id="167" name="TextBox 290">
              <a:extLst>
                <a:ext uri="{FF2B5EF4-FFF2-40B4-BE49-F238E27FC236}">
                  <a16:creationId xmlns:a16="http://schemas.microsoft.com/office/drawing/2014/main" id="{B15CC3EA-5A86-C351-1FDB-A57BF4C37CC9}"/>
                </a:ext>
              </a:extLst>
            </p:cNvPr>
            <p:cNvSpPr txBox="1">
              <a:spLocks noChangeArrowheads="1"/>
            </p:cNvSpPr>
            <p:nvPr/>
          </p:nvSpPr>
          <p:spPr bwMode="auto">
            <a:xfrm>
              <a:off x="8062848" y="2848746"/>
              <a:ext cx="341697" cy="107696"/>
            </a:xfrm>
            <a:prstGeom prst="rect">
              <a:avLst/>
            </a:prstGeom>
            <a:noFill/>
            <a:ln w="9525">
              <a:noFill/>
              <a:miter lim="800000"/>
              <a:headEnd/>
              <a:tailEnd/>
            </a:ln>
          </p:spPr>
          <p:txBody>
            <a:bodyPr wrap="square" lIns="0" tIns="0" rIns="0" bIns="0">
              <a:spAutoFit/>
            </a:bodyPr>
            <a:lstStyle/>
            <a:p>
              <a:pPr marL="0" marR="0" lvl="0" indent="0" algn="r" defTabSz="121917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rPr>
                <a:t>Kolkata</a:t>
              </a:r>
            </a:p>
          </p:txBody>
        </p:sp>
        <p:sp>
          <p:nvSpPr>
            <p:cNvPr id="168" name="Oval 167">
              <a:extLst>
                <a:ext uri="{FF2B5EF4-FFF2-40B4-BE49-F238E27FC236}">
                  <a16:creationId xmlns:a16="http://schemas.microsoft.com/office/drawing/2014/main" id="{23B1921B-EC47-6D43-83FA-B9C3C555E338}"/>
                </a:ext>
              </a:extLst>
            </p:cNvPr>
            <p:cNvSpPr/>
            <p:nvPr/>
          </p:nvSpPr>
          <p:spPr>
            <a:xfrm>
              <a:off x="7526656" y="2282767"/>
              <a:ext cx="58968" cy="58968"/>
            </a:xfrm>
            <a:prstGeom prst="ellipse">
              <a:avLst/>
            </a:prstGeom>
            <a:solidFill>
              <a:sysClr val="window" lastClr="FFFFFF"/>
            </a:solidFill>
            <a:ln w="9525" cap="flat" cmpd="sng" algn="ctr">
              <a:solidFill>
                <a:sysClr val="window" lastClr="FFFFFF"/>
              </a:solidFill>
              <a:prstDash val="solid"/>
            </a:ln>
            <a:effectLst>
              <a:outerShdw blurRad="63500" sx="102000" sy="102000" algn="ctr" rotWithShape="0">
                <a:prstClr val="black">
                  <a:alpha val="40000"/>
                </a:prstClr>
              </a:outerShdw>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69" name="Oval 168">
              <a:extLst>
                <a:ext uri="{FF2B5EF4-FFF2-40B4-BE49-F238E27FC236}">
                  <a16:creationId xmlns:a16="http://schemas.microsoft.com/office/drawing/2014/main" id="{520203C1-8DB0-C8D7-A691-6959CF7D7F6E}"/>
                </a:ext>
              </a:extLst>
            </p:cNvPr>
            <p:cNvSpPr/>
            <p:nvPr/>
          </p:nvSpPr>
          <p:spPr>
            <a:xfrm>
              <a:off x="7229554" y="3078062"/>
              <a:ext cx="58968" cy="58968"/>
            </a:xfrm>
            <a:prstGeom prst="ellipse">
              <a:avLst/>
            </a:prstGeom>
            <a:solidFill>
              <a:sysClr val="window" lastClr="FFFFFF"/>
            </a:solidFill>
            <a:ln w="9525" cap="flat" cmpd="sng" algn="ctr">
              <a:solidFill>
                <a:sysClr val="window" lastClr="FFFFFF"/>
              </a:solidFill>
              <a:prstDash val="solid"/>
            </a:ln>
            <a:effectLst>
              <a:outerShdw blurRad="63500" sx="102000" sy="102000" algn="ctr" rotWithShape="0">
                <a:prstClr val="black">
                  <a:alpha val="40000"/>
                </a:prstClr>
              </a:outerShdw>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70" name="Oval 169">
              <a:extLst>
                <a:ext uri="{FF2B5EF4-FFF2-40B4-BE49-F238E27FC236}">
                  <a16:creationId xmlns:a16="http://schemas.microsoft.com/office/drawing/2014/main" id="{756BC0DE-C1F3-10BC-4E0E-1A6659399D0E}"/>
                </a:ext>
              </a:extLst>
            </p:cNvPr>
            <p:cNvSpPr/>
            <p:nvPr/>
          </p:nvSpPr>
          <p:spPr>
            <a:xfrm>
              <a:off x="7750260" y="3213058"/>
              <a:ext cx="58968" cy="58968"/>
            </a:xfrm>
            <a:prstGeom prst="ellipse">
              <a:avLst/>
            </a:prstGeom>
            <a:solidFill>
              <a:sysClr val="window" lastClr="FFFFFF"/>
            </a:solidFill>
            <a:ln w="9525" cap="flat" cmpd="sng" algn="ctr">
              <a:solidFill>
                <a:sysClr val="window" lastClr="FFFFFF"/>
              </a:solidFill>
              <a:prstDash val="solid"/>
            </a:ln>
            <a:effectLst>
              <a:outerShdw blurRad="63500" sx="102000" sy="102000" algn="ctr" rotWithShape="0">
                <a:prstClr val="black">
                  <a:alpha val="40000"/>
                </a:prstClr>
              </a:outerShdw>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71" name="Oval 170">
              <a:extLst>
                <a:ext uri="{FF2B5EF4-FFF2-40B4-BE49-F238E27FC236}">
                  <a16:creationId xmlns:a16="http://schemas.microsoft.com/office/drawing/2014/main" id="{D10F75B4-3495-6504-08A1-7311DA5D8D96}"/>
                </a:ext>
              </a:extLst>
            </p:cNvPr>
            <p:cNvSpPr/>
            <p:nvPr/>
          </p:nvSpPr>
          <p:spPr>
            <a:xfrm>
              <a:off x="7560397" y="3636992"/>
              <a:ext cx="58968" cy="58968"/>
            </a:xfrm>
            <a:prstGeom prst="ellipse">
              <a:avLst/>
            </a:prstGeom>
            <a:solidFill>
              <a:sysClr val="window" lastClr="FFFFFF"/>
            </a:solidFill>
            <a:ln w="9525" cap="flat" cmpd="sng" algn="ctr">
              <a:solidFill>
                <a:sysClr val="window" lastClr="FFFFFF"/>
              </a:solidFill>
              <a:prstDash val="solid"/>
            </a:ln>
            <a:effectLst>
              <a:outerShdw blurRad="63500" sx="102000" sy="102000" algn="ctr" rotWithShape="0">
                <a:prstClr val="black">
                  <a:alpha val="40000"/>
                </a:prstClr>
              </a:outerShdw>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173" name="Group 172">
            <a:extLst>
              <a:ext uri="{FF2B5EF4-FFF2-40B4-BE49-F238E27FC236}">
                <a16:creationId xmlns:a16="http://schemas.microsoft.com/office/drawing/2014/main" id="{AFBD9DE6-D536-0AF4-1702-8638FB07DF2A}"/>
              </a:ext>
            </a:extLst>
          </p:cNvPr>
          <p:cNvGrpSpPr/>
          <p:nvPr/>
        </p:nvGrpSpPr>
        <p:grpSpPr>
          <a:xfrm>
            <a:off x="5168612" y="4264639"/>
            <a:ext cx="2085688" cy="1356546"/>
            <a:chOff x="3318448" y="5198237"/>
            <a:chExt cx="2280053" cy="1482963"/>
          </a:xfrm>
          <a:solidFill>
            <a:srgbClr val="75787B">
              <a:lumMod val="60000"/>
              <a:lumOff val="40000"/>
            </a:srgbClr>
          </a:solidFill>
        </p:grpSpPr>
        <p:grpSp>
          <p:nvGrpSpPr>
            <p:cNvPr id="174" name="Group 173">
              <a:extLst>
                <a:ext uri="{FF2B5EF4-FFF2-40B4-BE49-F238E27FC236}">
                  <a16:creationId xmlns:a16="http://schemas.microsoft.com/office/drawing/2014/main" id="{7FC332F8-6926-620B-FBE6-4E781273156C}"/>
                </a:ext>
              </a:extLst>
            </p:cNvPr>
            <p:cNvGrpSpPr/>
            <p:nvPr/>
          </p:nvGrpSpPr>
          <p:grpSpPr>
            <a:xfrm>
              <a:off x="3318448" y="5198237"/>
              <a:ext cx="2280053" cy="978028"/>
              <a:chOff x="3318448" y="5198237"/>
              <a:chExt cx="2280053" cy="978028"/>
            </a:xfrm>
            <a:grpFill/>
          </p:grpSpPr>
          <p:grpSp>
            <p:nvGrpSpPr>
              <p:cNvPr id="196" name="Group 195">
                <a:extLst>
                  <a:ext uri="{FF2B5EF4-FFF2-40B4-BE49-F238E27FC236}">
                    <a16:creationId xmlns:a16="http://schemas.microsoft.com/office/drawing/2014/main" id="{AA487B5D-CFF4-C30F-8EEF-36147C35BE51}"/>
                  </a:ext>
                </a:extLst>
              </p:cNvPr>
              <p:cNvGrpSpPr/>
              <p:nvPr/>
            </p:nvGrpSpPr>
            <p:grpSpPr>
              <a:xfrm>
                <a:off x="3318448" y="5198237"/>
                <a:ext cx="2280053" cy="473489"/>
                <a:chOff x="3318448" y="5198237"/>
                <a:chExt cx="2280053" cy="473489"/>
              </a:xfrm>
              <a:grpFill/>
            </p:grpSpPr>
            <p:grpSp>
              <p:nvGrpSpPr>
                <p:cNvPr id="218" name="Group 217">
                  <a:extLst>
                    <a:ext uri="{FF2B5EF4-FFF2-40B4-BE49-F238E27FC236}">
                      <a16:creationId xmlns:a16="http://schemas.microsoft.com/office/drawing/2014/main" id="{3C9AE261-F6FB-C081-F9BE-7E7FDA65318F}"/>
                    </a:ext>
                  </a:extLst>
                </p:cNvPr>
                <p:cNvGrpSpPr/>
                <p:nvPr/>
              </p:nvGrpSpPr>
              <p:grpSpPr>
                <a:xfrm>
                  <a:off x="3318448" y="5198237"/>
                  <a:ext cx="2280053" cy="219456"/>
                  <a:chOff x="3318448" y="5198237"/>
                  <a:chExt cx="2280053" cy="219456"/>
                </a:xfrm>
                <a:grpFill/>
              </p:grpSpPr>
              <p:sp>
                <p:nvSpPr>
                  <p:cNvPr id="229" name="Freeform 988">
                    <a:extLst>
                      <a:ext uri="{FF2B5EF4-FFF2-40B4-BE49-F238E27FC236}">
                        <a16:creationId xmlns:a16="http://schemas.microsoft.com/office/drawing/2014/main" id="{7BAAD214-2CCD-5504-FAAC-54844A0868CB}"/>
                      </a:ext>
                    </a:extLst>
                  </p:cNvPr>
                  <p:cNvSpPr>
                    <a:spLocks noChangeAspect="1" noEditPoints="1"/>
                  </p:cNvSpPr>
                  <p:nvPr/>
                </p:nvSpPr>
                <p:spPr bwMode="auto">
                  <a:xfrm>
                    <a:off x="3318448"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30" name="Freeform 988">
                    <a:extLst>
                      <a:ext uri="{FF2B5EF4-FFF2-40B4-BE49-F238E27FC236}">
                        <a16:creationId xmlns:a16="http://schemas.microsoft.com/office/drawing/2014/main" id="{2C36DA13-CD2B-E95E-6E6D-D54675741B31}"/>
                      </a:ext>
                    </a:extLst>
                  </p:cNvPr>
                  <p:cNvSpPr>
                    <a:spLocks noChangeAspect="1" noEditPoints="1"/>
                  </p:cNvSpPr>
                  <p:nvPr/>
                </p:nvSpPr>
                <p:spPr bwMode="auto">
                  <a:xfrm>
                    <a:off x="3580080"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31" name="Freeform 988">
                    <a:extLst>
                      <a:ext uri="{FF2B5EF4-FFF2-40B4-BE49-F238E27FC236}">
                        <a16:creationId xmlns:a16="http://schemas.microsoft.com/office/drawing/2014/main" id="{F88F339D-7E18-E2FD-3AA4-711872B9C9D4}"/>
                      </a:ext>
                    </a:extLst>
                  </p:cNvPr>
                  <p:cNvSpPr>
                    <a:spLocks noChangeAspect="1" noEditPoints="1"/>
                  </p:cNvSpPr>
                  <p:nvPr/>
                </p:nvSpPr>
                <p:spPr bwMode="auto">
                  <a:xfrm>
                    <a:off x="383217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32" name="Freeform 988">
                    <a:extLst>
                      <a:ext uri="{FF2B5EF4-FFF2-40B4-BE49-F238E27FC236}">
                        <a16:creationId xmlns:a16="http://schemas.microsoft.com/office/drawing/2014/main" id="{4CFD97AD-6086-7C4D-AF26-A99D3D15FEB9}"/>
                      </a:ext>
                    </a:extLst>
                  </p:cNvPr>
                  <p:cNvSpPr>
                    <a:spLocks noChangeAspect="1" noEditPoints="1"/>
                  </p:cNvSpPr>
                  <p:nvPr/>
                </p:nvSpPr>
                <p:spPr bwMode="auto">
                  <a:xfrm>
                    <a:off x="4093807"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33" name="Freeform 988">
                    <a:extLst>
                      <a:ext uri="{FF2B5EF4-FFF2-40B4-BE49-F238E27FC236}">
                        <a16:creationId xmlns:a16="http://schemas.microsoft.com/office/drawing/2014/main" id="{B31E5179-9B8B-3291-F42A-40427D2435FD}"/>
                      </a:ext>
                    </a:extLst>
                  </p:cNvPr>
                  <p:cNvSpPr>
                    <a:spLocks noChangeAspect="1" noEditPoints="1"/>
                  </p:cNvSpPr>
                  <p:nvPr/>
                </p:nvSpPr>
                <p:spPr bwMode="auto">
                  <a:xfrm>
                    <a:off x="4355744"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34" name="Freeform 988">
                    <a:extLst>
                      <a:ext uri="{FF2B5EF4-FFF2-40B4-BE49-F238E27FC236}">
                        <a16:creationId xmlns:a16="http://schemas.microsoft.com/office/drawing/2014/main" id="{F6145D9F-F697-F14A-48CA-005FBDFDB43C}"/>
                      </a:ext>
                    </a:extLst>
                  </p:cNvPr>
                  <p:cNvSpPr>
                    <a:spLocks noChangeAspect="1" noEditPoints="1"/>
                  </p:cNvSpPr>
                  <p:nvPr/>
                </p:nvSpPr>
                <p:spPr bwMode="auto">
                  <a:xfrm>
                    <a:off x="4617376"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35" name="Freeform 988">
                    <a:extLst>
                      <a:ext uri="{FF2B5EF4-FFF2-40B4-BE49-F238E27FC236}">
                        <a16:creationId xmlns:a16="http://schemas.microsoft.com/office/drawing/2014/main" id="{62A5E5DF-A1E1-5E51-4F38-997AD5BEB6B0}"/>
                      </a:ext>
                    </a:extLst>
                  </p:cNvPr>
                  <p:cNvSpPr>
                    <a:spLocks noChangeAspect="1" noEditPoints="1"/>
                  </p:cNvSpPr>
                  <p:nvPr/>
                </p:nvSpPr>
                <p:spPr bwMode="auto">
                  <a:xfrm>
                    <a:off x="4869471"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36" name="Freeform 988">
                    <a:extLst>
                      <a:ext uri="{FF2B5EF4-FFF2-40B4-BE49-F238E27FC236}">
                        <a16:creationId xmlns:a16="http://schemas.microsoft.com/office/drawing/2014/main" id="{48851A16-E121-F99E-0278-8A934025D823}"/>
                      </a:ext>
                    </a:extLst>
                  </p:cNvPr>
                  <p:cNvSpPr>
                    <a:spLocks noChangeAspect="1" noEditPoints="1"/>
                  </p:cNvSpPr>
                  <p:nvPr/>
                </p:nvSpPr>
                <p:spPr bwMode="auto">
                  <a:xfrm>
                    <a:off x="5131103"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37" name="Freeform 988">
                    <a:extLst>
                      <a:ext uri="{FF2B5EF4-FFF2-40B4-BE49-F238E27FC236}">
                        <a16:creationId xmlns:a16="http://schemas.microsoft.com/office/drawing/2014/main" id="{4C3A965F-9CD6-3F61-32E4-44A8CAE5B082}"/>
                      </a:ext>
                    </a:extLst>
                  </p:cNvPr>
                  <p:cNvSpPr>
                    <a:spLocks noChangeAspect="1" noEditPoints="1"/>
                  </p:cNvSpPr>
                  <p:nvPr/>
                </p:nvSpPr>
                <p:spPr bwMode="auto">
                  <a:xfrm>
                    <a:off x="537904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grpSp>
              <p:nvGrpSpPr>
                <p:cNvPr id="219" name="Group 218">
                  <a:extLst>
                    <a:ext uri="{FF2B5EF4-FFF2-40B4-BE49-F238E27FC236}">
                      <a16:creationId xmlns:a16="http://schemas.microsoft.com/office/drawing/2014/main" id="{DAC8DCCA-2EBA-1444-F3DE-03F7B23B10DA}"/>
                    </a:ext>
                  </a:extLst>
                </p:cNvPr>
                <p:cNvGrpSpPr/>
                <p:nvPr/>
              </p:nvGrpSpPr>
              <p:grpSpPr>
                <a:xfrm>
                  <a:off x="3318448" y="5452270"/>
                  <a:ext cx="2280053" cy="219456"/>
                  <a:chOff x="3318448" y="5198237"/>
                  <a:chExt cx="2280053" cy="219456"/>
                </a:xfrm>
                <a:grpFill/>
              </p:grpSpPr>
              <p:sp>
                <p:nvSpPr>
                  <p:cNvPr id="220" name="Freeform 988">
                    <a:extLst>
                      <a:ext uri="{FF2B5EF4-FFF2-40B4-BE49-F238E27FC236}">
                        <a16:creationId xmlns:a16="http://schemas.microsoft.com/office/drawing/2014/main" id="{E54DC51A-6A27-E68F-81D3-977E911265D3}"/>
                      </a:ext>
                    </a:extLst>
                  </p:cNvPr>
                  <p:cNvSpPr>
                    <a:spLocks noChangeAspect="1" noEditPoints="1"/>
                  </p:cNvSpPr>
                  <p:nvPr/>
                </p:nvSpPr>
                <p:spPr bwMode="auto">
                  <a:xfrm>
                    <a:off x="3318448"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21" name="Freeform 988">
                    <a:extLst>
                      <a:ext uri="{FF2B5EF4-FFF2-40B4-BE49-F238E27FC236}">
                        <a16:creationId xmlns:a16="http://schemas.microsoft.com/office/drawing/2014/main" id="{20279039-6D16-772E-F181-E87C1B16DA8D}"/>
                      </a:ext>
                    </a:extLst>
                  </p:cNvPr>
                  <p:cNvSpPr>
                    <a:spLocks noChangeAspect="1" noEditPoints="1"/>
                  </p:cNvSpPr>
                  <p:nvPr/>
                </p:nvSpPr>
                <p:spPr bwMode="auto">
                  <a:xfrm>
                    <a:off x="3580080"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22" name="Freeform 988">
                    <a:extLst>
                      <a:ext uri="{FF2B5EF4-FFF2-40B4-BE49-F238E27FC236}">
                        <a16:creationId xmlns:a16="http://schemas.microsoft.com/office/drawing/2014/main" id="{E1819E01-078E-E6F3-EDE1-B069B9D59EE7}"/>
                      </a:ext>
                    </a:extLst>
                  </p:cNvPr>
                  <p:cNvSpPr>
                    <a:spLocks noChangeAspect="1" noEditPoints="1"/>
                  </p:cNvSpPr>
                  <p:nvPr/>
                </p:nvSpPr>
                <p:spPr bwMode="auto">
                  <a:xfrm>
                    <a:off x="383217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23" name="Freeform 988">
                    <a:extLst>
                      <a:ext uri="{FF2B5EF4-FFF2-40B4-BE49-F238E27FC236}">
                        <a16:creationId xmlns:a16="http://schemas.microsoft.com/office/drawing/2014/main" id="{FFFC507F-8B2E-9EFB-B6BE-5AEDC3951475}"/>
                      </a:ext>
                    </a:extLst>
                  </p:cNvPr>
                  <p:cNvSpPr>
                    <a:spLocks noChangeAspect="1" noEditPoints="1"/>
                  </p:cNvSpPr>
                  <p:nvPr/>
                </p:nvSpPr>
                <p:spPr bwMode="auto">
                  <a:xfrm>
                    <a:off x="4093807"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24" name="Freeform 988">
                    <a:extLst>
                      <a:ext uri="{FF2B5EF4-FFF2-40B4-BE49-F238E27FC236}">
                        <a16:creationId xmlns:a16="http://schemas.microsoft.com/office/drawing/2014/main" id="{957F8BBD-EBA8-0CFF-4339-7DB5F673F409}"/>
                      </a:ext>
                    </a:extLst>
                  </p:cNvPr>
                  <p:cNvSpPr>
                    <a:spLocks noChangeAspect="1" noEditPoints="1"/>
                  </p:cNvSpPr>
                  <p:nvPr/>
                </p:nvSpPr>
                <p:spPr bwMode="auto">
                  <a:xfrm>
                    <a:off x="4355744"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25" name="Freeform 988">
                    <a:extLst>
                      <a:ext uri="{FF2B5EF4-FFF2-40B4-BE49-F238E27FC236}">
                        <a16:creationId xmlns:a16="http://schemas.microsoft.com/office/drawing/2014/main" id="{8E2E4542-0E6B-646C-F049-A433DF7AFD4D}"/>
                      </a:ext>
                    </a:extLst>
                  </p:cNvPr>
                  <p:cNvSpPr>
                    <a:spLocks noChangeAspect="1" noEditPoints="1"/>
                  </p:cNvSpPr>
                  <p:nvPr/>
                </p:nvSpPr>
                <p:spPr bwMode="auto">
                  <a:xfrm>
                    <a:off x="4617376"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26" name="Freeform 988">
                    <a:extLst>
                      <a:ext uri="{FF2B5EF4-FFF2-40B4-BE49-F238E27FC236}">
                        <a16:creationId xmlns:a16="http://schemas.microsoft.com/office/drawing/2014/main" id="{B85FDBB9-8762-4028-C3BE-F9B6E3AE4C4B}"/>
                      </a:ext>
                    </a:extLst>
                  </p:cNvPr>
                  <p:cNvSpPr>
                    <a:spLocks noChangeAspect="1" noEditPoints="1"/>
                  </p:cNvSpPr>
                  <p:nvPr/>
                </p:nvSpPr>
                <p:spPr bwMode="auto">
                  <a:xfrm>
                    <a:off x="4869471"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27" name="Freeform 988">
                    <a:extLst>
                      <a:ext uri="{FF2B5EF4-FFF2-40B4-BE49-F238E27FC236}">
                        <a16:creationId xmlns:a16="http://schemas.microsoft.com/office/drawing/2014/main" id="{8DC53D45-8693-30A2-ED1D-FE953A9FD13F}"/>
                      </a:ext>
                    </a:extLst>
                  </p:cNvPr>
                  <p:cNvSpPr>
                    <a:spLocks noChangeAspect="1" noEditPoints="1"/>
                  </p:cNvSpPr>
                  <p:nvPr/>
                </p:nvSpPr>
                <p:spPr bwMode="auto">
                  <a:xfrm>
                    <a:off x="5131103"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28" name="Freeform 988">
                    <a:extLst>
                      <a:ext uri="{FF2B5EF4-FFF2-40B4-BE49-F238E27FC236}">
                        <a16:creationId xmlns:a16="http://schemas.microsoft.com/office/drawing/2014/main" id="{CAD2DD3C-F9D7-2F90-3A36-D4F896B7A17D}"/>
                      </a:ext>
                    </a:extLst>
                  </p:cNvPr>
                  <p:cNvSpPr>
                    <a:spLocks noChangeAspect="1" noEditPoints="1"/>
                  </p:cNvSpPr>
                  <p:nvPr/>
                </p:nvSpPr>
                <p:spPr bwMode="auto">
                  <a:xfrm>
                    <a:off x="537904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grpSp>
          <p:grpSp>
            <p:nvGrpSpPr>
              <p:cNvPr id="197" name="Group 196">
                <a:extLst>
                  <a:ext uri="{FF2B5EF4-FFF2-40B4-BE49-F238E27FC236}">
                    <a16:creationId xmlns:a16="http://schemas.microsoft.com/office/drawing/2014/main" id="{20F7265E-2EDC-3220-ABB3-76BE4939524B}"/>
                  </a:ext>
                </a:extLst>
              </p:cNvPr>
              <p:cNvGrpSpPr/>
              <p:nvPr/>
            </p:nvGrpSpPr>
            <p:grpSpPr>
              <a:xfrm>
                <a:off x="3318448" y="5702776"/>
                <a:ext cx="2280053" cy="473489"/>
                <a:chOff x="3318448" y="5198237"/>
                <a:chExt cx="2280053" cy="473489"/>
              </a:xfrm>
              <a:grpFill/>
            </p:grpSpPr>
            <p:grpSp>
              <p:nvGrpSpPr>
                <p:cNvPr id="198" name="Group 197">
                  <a:extLst>
                    <a:ext uri="{FF2B5EF4-FFF2-40B4-BE49-F238E27FC236}">
                      <a16:creationId xmlns:a16="http://schemas.microsoft.com/office/drawing/2014/main" id="{95FB6646-EB7E-C373-7ED9-19D705517D50}"/>
                    </a:ext>
                  </a:extLst>
                </p:cNvPr>
                <p:cNvGrpSpPr/>
                <p:nvPr/>
              </p:nvGrpSpPr>
              <p:grpSpPr>
                <a:xfrm>
                  <a:off x="3318448" y="5198237"/>
                  <a:ext cx="2280053" cy="219456"/>
                  <a:chOff x="3318448" y="5198237"/>
                  <a:chExt cx="2280053" cy="219456"/>
                </a:xfrm>
                <a:grpFill/>
              </p:grpSpPr>
              <p:sp>
                <p:nvSpPr>
                  <p:cNvPr id="209" name="Freeform 988">
                    <a:extLst>
                      <a:ext uri="{FF2B5EF4-FFF2-40B4-BE49-F238E27FC236}">
                        <a16:creationId xmlns:a16="http://schemas.microsoft.com/office/drawing/2014/main" id="{52CAA283-D358-AE9E-8C24-059FD81F7446}"/>
                      </a:ext>
                    </a:extLst>
                  </p:cNvPr>
                  <p:cNvSpPr>
                    <a:spLocks noChangeAspect="1" noEditPoints="1"/>
                  </p:cNvSpPr>
                  <p:nvPr/>
                </p:nvSpPr>
                <p:spPr bwMode="auto">
                  <a:xfrm>
                    <a:off x="3318448"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10" name="Freeform 988">
                    <a:extLst>
                      <a:ext uri="{FF2B5EF4-FFF2-40B4-BE49-F238E27FC236}">
                        <a16:creationId xmlns:a16="http://schemas.microsoft.com/office/drawing/2014/main" id="{130FD131-B9BD-BA85-CEE9-208BA3642BEC}"/>
                      </a:ext>
                    </a:extLst>
                  </p:cNvPr>
                  <p:cNvSpPr>
                    <a:spLocks noChangeAspect="1" noEditPoints="1"/>
                  </p:cNvSpPr>
                  <p:nvPr/>
                </p:nvSpPr>
                <p:spPr bwMode="auto">
                  <a:xfrm>
                    <a:off x="3580080"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11" name="Freeform 988">
                    <a:extLst>
                      <a:ext uri="{FF2B5EF4-FFF2-40B4-BE49-F238E27FC236}">
                        <a16:creationId xmlns:a16="http://schemas.microsoft.com/office/drawing/2014/main" id="{C3FAF556-2FCE-D086-FF0F-5A23E73331B9}"/>
                      </a:ext>
                    </a:extLst>
                  </p:cNvPr>
                  <p:cNvSpPr>
                    <a:spLocks noChangeAspect="1" noEditPoints="1"/>
                  </p:cNvSpPr>
                  <p:nvPr/>
                </p:nvSpPr>
                <p:spPr bwMode="auto">
                  <a:xfrm>
                    <a:off x="383217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12" name="Freeform 988">
                    <a:extLst>
                      <a:ext uri="{FF2B5EF4-FFF2-40B4-BE49-F238E27FC236}">
                        <a16:creationId xmlns:a16="http://schemas.microsoft.com/office/drawing/2014/main" id="{3725A48D-BFE1-82C8-E417-95C171BADD6E}"/>
                      </a:ext>
                    </a:extLst>
                  </p:cNvPr>
                  <p:cNvSpPr>
                    <a:spLocks noChangeAspect="1" noEditPoints="1"/>
                  </p:cNvSpPr>
                  <p:nvPr/>
                </p:nvSpPr>
                <p:spPr bwMode="auto">
                  <a:xfrm>
                    <a:off x="4093807"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13" name="Freeform 988">
                    <a:extLst>
                      <a:ext uri="{FF2B5EF4-FFF2-40B4-BE49-F238E27FC236}">
                        <a16:creationId xmlns:a16="http://schemas.microsoft.com/office/drawing/2014/main" id="{1F7601F0-3619-461F-98E8-DAB730D9674A}"/>
                      </a:ext>
                    </a:extLst>
                  </p:cNvPr>
                  <p:cNvSpPr>
                    <a:spLocks noChangeAspect="1" noEditPoints="1"/>
                  </p:cNvSpPr>
                  <p:nvPr/>
                </p:nvSpPr>
                <p:spPr bwMode="auto">
                  <a:xfrm>
                    <a:off x="4355744"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14" name="Freeform 988">
                    <a:extLst>
                      <a:ext uri="{FF2B5EF4-FFF2-40B4-BE49-F238E27FC236}">
                        <a16:creationId xmlns:a16="http://schemas.microsoft.com/office/drawing/2014/main" id="{86D5FA18-EB11-7921-F0BC-5BBEBBA57A71}"/>
                      </a:ext>
                    </a:extLst>
                  </p:cNvPr>
                  <p:cNvSpPr>
                    <a:spLocks noChangeAspect="1" noEditPoints="1"/>
                  </p:cNvSpPr>
                  <p:nvPr/>
                </p:nvSpPr>
                <p:spPr bwMode="auto">
                  <a:xfrm>
                    <a:off x="4617376"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15" name="Freeform 988">
                    <a:extLst>
                      <a:ext uri="{FF2B5EF4-FFF2-40B4-BE49-F238E27FC236}">
                        <a16:creationId xmlns:a16="http://schemas.microsoft.com/office/drawing/2014/main" id="{A41793ED-4364-FD85-506E-E0080E2D3F39}"/>
                      </a:ext>
                    </a:extLst>
                  </p:cNvPr>
                  <p:cNvSpPr>
                    <a:spLocks noChangeAspect="1" noEditPoints="1"/>
                  </p:cNvSpPr>
                  <p:nvPr/>
                </p:nvSpPr>
                <p:spPr bwMode="auto">
                  <a:xfrm>
                    <a:off x="4869471"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16" name="Freeform 988">
                    <a:extLst>
                      <a:ext uri="{FF2B5EF4-FFF2-40B4-BE49-F238E27FC236}">
                        <a16:creationId xmlns:a16="http://schemas.microsoft.com/office/drawing/2014/main" id="{79C26E85-D351-1A1C-832D-A67737C9BC04}"/>
                      </a:ext>
                    </a:extLst>
                  </p:cNvPr>
                  <p:cNvSpPr>
                    <a:spLocks noChangeAspect="1" noEditPoints="1"/>
                  </p:cNvSpPr>
                  <p:nvPr/>
                </p:nvSpPr>
                <p:spPr bwMode="auto">
                  <a:xfrm>
                    <a:off x="5131103"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17" name="Freeform 988">
                    <a:extLst>
                      <a:ext uri="{FF2B5EF4-FFF2-40B4-BE49-F238E27FC236}">
                        <a16:creationId xmlns:a16="http://schemas.microsoft.com/office/drawing/2014/main" id="{AF63F152-3010-0A9B-E274-8A9B21AA3141}"/>
                      </a:ext>
                    </a:extLst>
                  </p:cNvPr>
                  <p:cNvSpPr>
                    <a:spLocks noChangeAspect="1" noEditPoints="1"/>
                  </p:cNvSpPr>
                  <p:nvPr/>
                </p:nvSpPr>
                <p:spPr bwMode="auto">
                  <a:xfrm>
                    <a:off x="537904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grpSp>
              <p:nvGrpSpPr>
                <p:cNvPr id="199" name="Group 198">
                  <a:extLst>
                    <a:ext uri="{FF2B5EF4-FFF2-40B4-BE49-F238E27FC236}">
                      <a16:creationId xmlns:a16="http://schemas.microsoft.com/office/drawing/2014/main" id="{2C01533E-E23A-DCBF-573A-17DF3220F946}"/>
                    </a:ext>
                  </a:extLst>
                </p:cNvPr>
                <p:cNvGrpSpPr/>
                <p:nvPr/>
              </p:nvGrpSpPr>
              <p:grpSpPr>
                <a:xfrm>
                  <a:off x="3318448" y="5452270"/>
                  <a:ext cx="2280053" cy="219456"/>
                  <a:chOff x="3318448" y="5198237"/>
                  <a:chExt cx="2280053" cy="219456"/>
                </a:xfrm>
                <a:grpFill/>
              </p:grpSpPr>
              <p:sp>
                <p:nvSpPr>
                  <p:cNvPr id="200" name="Freeform 988">
                    <a:extLst>
                      <a:ext uri="{FF2B5EF4-FFF2-40B4-BE49-F238E27FC236}">
                        <a16:creationId xmlns:a16="http://schemas.microsoft.com/office/drawing/2014/main" id="{944AFA85-A564-A255-C18E-0386A45DD13B}"/>
                      </a:ext>
                    </a:extLst>
                  </p:cNvPr>
                  <p:cNvSpPr>
                    <a:spLocks noChangeAspect="1" noEditPoints="1"/>
                  </p:cNvSpPr>
                  <p:nvPr/>
                </p:nvSpPr>
                <p:spPr bwMode="auto">
                  <a:xfrm>
                    <a:off x="3318448"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01" name="Freeform 988">
                    <a:extLst>
                      <a:ext uri="{FF2B5EF4-FFF2-40B4-BE49-F238E27FC236}">
                        <a16:creationId xmlns:a16="http://schemas.microsoft.com/office/drawing/2014/main" id="{88818B33-BE79-F109-CF12-A5CA622D4715}"/>
                      </a:ext>
                    </a:extLst>
                  </p:cNvPr>
                  <p:cNvSpPr>
                    <a:spLocks noChangeAspect="1" noEditPoints="1"/>
                  </p:cNvSpPr>
                  <p:nvPr/>
                </p:nvSpPr>
                <p:spPr bwMode="auto">
                  <a:xfrm>
                    <a:off x="3580080"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02" name="Freeform 988">
                    <a:extLst>
                      <a:ext uri="{FF2B5EF4-FFF2-40B4-BE49-F238E27FC236}">
                        <a16:creationId xmlns:a16="http://schemas.microsoft.com/office/drawing/2014/main" id="{F0DD0748-15F1-EF04-0990-FCAEF067118D}"/>
                      </a:ext>
                    </a:extLst>
                  </p:cNvPr>
                  <p:cNvSpPr>
                    <a:spLocks noChangeAspect="1" noEditPoints="1"/>
                  </p:cNvSpPr>
                  <p:nvPr/>
                </p:nvSpPr>
                <p:spPr bwMode="auto">
                  <a:xfrm>
                    <a:off x="383217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03" name="Freeform 988">
                    <a:extLst>
                      <a:ext uri="{FF2B5EF4-FFF2-40B4-BE49-F238E27FC236}">
                        <a16:creationId xmlns:a16="http://schemas.microsoft.com/office/drawing/2014/main" id="{12253C7C-231C-B49A-8117-6ACED07175A3}"/>
                      </a:ext>
                    </a:extLst>
                  </p:cNvPr>
                  <p:cNvSpPr>
                    <a:spLocks noChangeAspect="1" noEditPoints="1"/>
                  </p:cNvSpPr>
                  <p:nvPr/>
                </p:nvSpPr>
                <p:spPr bwMode="auto">
                  <a:xfrm>
                    <a:off x="4093807"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04" name="Freeform 988">
                    <a:extLst>
                      <a:ext uri="{FF2B5EF4-FFF2-40B4-BE49-F238E27FC236}">
                        <a16:creationId xmlns:a16="http://schemas.microsoft.com/office/drawing/2014/main" id="{FCD74DF7-8288-F7AA-09A2-A1382573094F}"/>
                      </a:ext>
                    </a:extLst>
                  </p:cNvPr>
                  <p:cNvSpPr>
                    <a:spLocks noChangeAspect="1" noEditPoints="1"/>
                  </p:cNvSpPr>
                  <p:nvPr/>
                </p:nvSpPr>
                <p:spPr bwMode="auto">
                  <a:xfrm>
                    <a:off x="4355744"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05" name="Freeform 988">
                    <a:extLst>
                      <a:ext uri="{FF2B5EF4-FFF2-40B4-BE49-F238E27FC236}">
                        <a16:creationId xmlns:a16="http://schemas.microsoft.com/office/drawing/2014/main" id="{87E14116-CE66-2FD4-FD50-42C239F8E3CC}"/>
                      </a:ext>
                    </a:extLst>
                  </p:cNvPr>
                  <p:cNvSpPr>
                    <a:spLocks noChangeAspect="1" noEditPoints="1"/>
                  </p:cNvSpPr>
                  <p:nvPr/>
                </p:nvSpPr>
                <p:spPr bwMode="auto">
                  <a:xfrm>
                    <a:off x="4617376"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06" name="Freeform 988">
                    <a:extLst>
                      <a:ext uri="{FF2B5EF4-FFF2-40B4-BE49-F238E27FC236}">
                        <a16:creationId xmlns:a16="http://schemas.microsoft.com/office/drawing/2014/main" id="{4C3F32E0-4565-55A2-58B9-21F69EAE299A}"/>
                      </a:ext>
                    </a:extLst>
                  </p:cNvPr>
                  <p:cNvSpPr>
                    <a:spLocks noChangeAspect="1" noEditPoints="1"/>
                  </p:cNvSpPr>
                  <p:nvPr/>
                </p:nvSpPr>
                <p:spPr bwMode="auto">
                  <a:xfrm>
                    <a:off x="4869471"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07" name="Freeform 988">
                    <a:extLst>
                      <a:ext uri="{FF2B5EF4-FFF2-40B4-BE49-F238E27FC236}">
                        <a16:creationId xmlns:a16="http://schemas.microsoft.com/office/drawing/2014/main" id="{3B27E8F3-164B-4433-8FD5-C6B84760E78D}"/>
                      </a:ext>
                    </a:extLst>
                  </p:cNvPr>
                  <p:cNvSpPr>
                    <a:spLocks noChangeAspect="1" noEditPoints="1"/>
                  </p:cNvSpPr>
                  <p:nvPr/>
                </p:nvSpPr>
                <p:spPr bwMode="auto">
                  <a:xfrm>
                    <a:off x="5131103"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08" name="Freeform 988">
                    <a:extLst>
                      <a:ext uri="{FF2B5EF4-FFF2-40B4-BE49-F238E27FC236}">
                        <a16:creationId xmlns:a16="http://schemas.microsoft.com/office/drawing/2014/main" id="{2FD0900E-570D-806E-10E8-C42696B6B8DC}"/>
                      </a:ext>
                    </a:extLst>
                  </p:cNvPr>
                  <p:cNvSpPr>
                    <a:spLocks noChangeAspect="1" noEditPoints="1"/>
                  </p:cNvSpPr>
                  <p:nvPr/>
                </p:nvSpPr>
                <p:spPr bwMode="auto">
                  <a:xfrm>
                    <a:off x="537904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grpSp>
        </p:grpSp>
        <p:grpSp>
          <p:nvGrpSpPr>
            <p:cNvPr id="175" name="Group 174">
              <a:extLst>
                <a:ext uri="{FF2B5EF4-FFF2-40B4-BE49-F238E27FC236}">
                  <a16:creationId xmlns:a16="http://schemas.microsoft.com/office/drawing/2014/main" id="{BFDC9A8F-DDFD-AA16-5D6E-1A4B9C44F28E}"/>
                </a:ext>
              </a:extLst>
            </p:cNvPr>
            <p:cNvGrpSpPr/>
            <p:nvPr/>
          </p:nvGrpSpPr>
          <p:grpSpPr>
            <a:xfrm>
              <a:off x="3318448" y="6207711"/>
              <a:ext cx="2280053" cy="473489"/>
              <a:chOff x="3318448" y="5198237"/>
              <a:chExt cx="2280053" cy="473489"/>
            </a:xfrm>
            <a:grpFill/>
          </p:grpSpPr>
          <p:grpSp>
            <p:nvGrpSpPr>
              <p:cNvPr id="176" name="Group 175">
                <a:extLst>
                  <a:ext uri="{FF2B5EF4-FFF2-40B4-BE49-F238E27FC236}">
                    <a16:creationId xmlns:a16="http://schemas.microsoft.com/office/drawing/2014/main" id="{3015914E-3E2A-EDE6-F3A4-B1EBCB3E4079}"/>
                  </a:ext>
                </a:extLst>
              </p:cNvPr>
              <p:cNvGrpSpPr/>
              <p:nvPr/>
            </p:nvGrpSpPr>
            <p:grpSpPr>
              <a:xfrm>
                <a:off x="3318448" y="5198237"/>
                <a:ext cx="2280053" cy="219456"/>
                <a:chOff x="3318448" y="5198237"/>
                <a:chExt cx="2280053" cy="219456"/>
              </a:xfrm>
              <a:grpFill/>
            </p:grpSpPr>
            <p:sp>
              <p:nvSpPr>
                <p:cNvPr id="187" name="Freeform 988">
                  <a:extLst>
                    <a:ext uri="{FF2B5EF4-FFF2-40B4-BE49-F238E27FC236}">
                      <a16:creationId xmlns:a16="http://schemas.microsoft.com/office/drawing/2014/main" id="{F2B9CB47-1846-6F87-01CC-32F7B7C52755}"/>
                    </a:ext>
                  </a:extLst>
                </p:cNvPr>
                <p:cNvSpPr>
                  <a:spLocks noChangeAspect="1" noEditPoints="1"/>
                </p:cNvSpPr>
                <p:nvPr/>
              </p:nvSpPr>
              <p:spPr bwMode="auto">
                <a:xfrm>
                  <a:off x="3318448"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88" name="Freeform 988">
                  <a:extLst>
                    <a:ext uri="{FF2B5EF4-FFF2-40B4-BE49-F238E27FC236}">
                      <a16:creationId xmlns:a16="http://schemas.microsoft.com/office/drawing/2014/main" id="{61729C1A-C6E7-140F-0FE2-F38357483C35}"/>
                    </a:ext>
                  </a:extLst>
                </p:cNvPr>
                <p:cNvSpPr>
                  <a:spLocks noChangeAspect="1" noEditPoints="1"/>
                </p:cNvSpPr>
                <p:nvPr/>
              </p:nvSpPr>
              <p:spPr bwMode="auto">
                <a:xfrm>
                  <a:off x="3580080"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89" name="Freeform 988">
                  <a:extLst>
                    <a:ext uri="{FF2B5EF4-FFF2-40B4-BE49-F238E27FC236}">
                      <a16:creationId xmlns:a16="http://schemas.microsoft.com/office/drawing/2014/main" id="{F474F64E-8802-892E-A52C-45EE2CEA5927}"/>
                    </a:ext>
                  </a:extLst>
                </p:cNvPr>
                <p:cNvSpPr>
                  <a:spLocks noChangeAspect="1" noEditPoints="1"/>
                </p:cNvSpPr>
                <p:nvPr/>
              </p:nvSpPr>
              <p:spPr bwMode="auto">
                <a:xfrm>
                  <a:off x="383217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90" name="Freeform 988">
                  <a:extLst>
                    <a:ext uri="{FF2B5EF4-FFF2-40B4-BE49-F238E27FC236}">
                      <a16:creationId xmlns:a16="http://schemas.microsoft.com/office/drawing/2014/main" id="{C1DA4ABC-CC4E-15CE-7E9B-99D66E2BA5BF}"/>
                    </a:ext>
                  </a:extLst>
                </p:cNvPr>
                <p:cNvSpPr>
                  <a:spLocks noChangeAspect="1" noEditPoints="1"/>
                </p:cNvSpPr>
                <p:nvPr/>
              </p:nvSpPr>
              <p:spPr bwMode="auto">
                <a:xfrm>
                  <a:off x="4093807"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91" name="Freeform 988">
                  <a:extLst>
                    <a:ext uri="{FF2B5EF4-FFF2-40B4-BE49-F238E27FC236}">
                      <a16:creationId xmlns:a16="http://schemas.microsoft.com/office/drawing/2014/main" id="{04A4DDEB-EF5C-6053-A528-5B12C60E1E98}"/>
                    </a:ext>
                  </a:extLst>
                </p:cNvPr>
                <p:cNvSpPr>
                  <a:spLocks noChangeAspect="1" noEditPoints="1"/>
                </p:cNvSpPr>
                <p:nvPr/>
              </p:nvSpPr>
              <p:spPr bwMode="auto">
                <a:xfrm>
                  <a:off x="4355744"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92" name="Freeform 988">
                  <a:extLst>
                    <a:ext uri="{FF2B5EF4-FFF2-40B4-BE49-F238E27FC236}">
                      <a16:creationId xmlns:a16="http://schemas.microsoft.com/office/drawing/2014/main" id="{DD7960C8-8568-F085-F69C-22EFC6FF3336}"/>
                    </a:ext>
                  </a:extLst>
                </p:cNvPr>
                <p:cNvSpPr>
                  <a:spLocks noChangeAspect="1" noEditPoints="1"/>
                </p:cNvSpPr>
                <p:nvPr/>
              </p:nvSpPr>
              <p:spPr bwMode="auto">
                <a:xfrm>
                  <a:off x="4617376"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93" name="Freeform 988">
                  <a:extLst>
                    <a:ext uri="{FF2B5EF4-FFF2-40B4-BE49-F238E27FC236}">
                      <a16:creationId xmlns:a16="http://schemas.microsoft.com/office/drawing/2014/main" id="{14970E8B-1F34-584B-9526-651612E023D1}"/>
                    </a:ext>
                  </a:extLst>
                </p:cNvPr>
                <p:cNvSpPr>
                  <a:spLocks noChangeAspect="1" noEditPoints="1"/>
                </p:cNvSpPr>
                <p:nvPr/>
              </p:nvSpPr>
              <p:spPr bwMode="auto">
                <a:xfrm>
                  <a:off x="4869471"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94" name="Freeform 988">
                  <a:extLst>
                    <a:ext uri="{FF2B5EF4-FFF2-40B4-BE49-F238E27FC236}">
                      <a16:creationId xmlns:a16="http://schemas.microsoft.com/office/drawing/2014/main" id="{841AC559-457D-EFD0-88EA-7E7D4D63E7DC}"/>
                    </a:ext>
                  </a:extLst>
                </p:cNvPr>
                <p:cNvSpPr>
                  <a:spLocks noChangeAspect="1" noEditPoints="1"/>
                </p:cNvSpPr>
                <p:nvPr/>
              </p:nvSpPr>
              <p:spPr bwMode="auto">
                <a:xfrm>
                  <a:off x="5131103"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95" name="Freeform 988">
                  <a:extLst>
                    <a:ext uri="{FF2B5EF4-FFF2-40B4-BE49-F238E27FC236}">
                      <a16:creationId xmlns:a16="http://schemas.microsoft.com/office/drawing/2014/main" id="{15C5E76A-8ACE-4FC8-DC93-7E1F203876BD}"/>
                    </a:ext>
                  </a:extLst>
                </p:cNvPr>
                <p:cNvSpPr>
                  <a:spLocks noChangeAspect="1" noEditPoints="1"/>
                </p:cNvSpPr>
                <p:nvPr/>
              </p:nvSpPr>
              <p:spPr bwMode="auto">
                <a:xfrm>
                  <a:off x="537904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grpSp>
            <p:nvGrpSpPr>
              <p:cNvPr id="177" name="Group 176">
                <a:extLst>
                  <a:ext uri="{FF2B5EF4-FFF2-40B4-BE49-F238E27FC236}">
                    <a16:creationId xmlns:a16="http://schemas.microsoft.com/office/drawing/2014/main" id="{4052833F-5A32-04B9-FB74-EC5844BFD2D9}"/>
                  </a:ext>
                </a:extLst>
              </p:cNvPr>
              <p:cNvGrpSpPr/>
              <p:nvPr/>
            </p:nvGrpSpPr>
            <p:grpSpPr>
              <a:xfrm>
                <a:off x="3318448" y="5452270"/>
                <a:ext cx="2280053" cy="219456"/>
                <a:chOff x="3318448" y="5198237"/>
                <a:chExt cx="2280053" cy="219456"/>
              </a:xfrm>
              <a:grpFill/>
            </p:grpSpPr>
            <p:sp>
              <p:nvSpPr>
                <p:cNvPr id="178" name="Freeform 988">
                  <a:extLst>
                    <a:ext uri="{FF2B5EF4-FFF2-40B4-BE49-F238E27FC236}">
                      <a16:creationId xmlns:a16="http://schemas.microsoft.com/office/drawing/2014/main" id="{E4060592-C2F7-86E9-8BD2-92634EBDA71C}"/>
                    </a:ext>
                  </a:extLst>
                </p:cNvPr>
                <p:cNvSpPr>
                  <a:spLocks noChangeAspect="1" noEditPoints="1"/>
                </p:cNvSpPr>
                <p:nvPr/>
              </p:nvSpPr>
              <p:spPr bwMode="auto">
                <a:xfrm>
                  <a:off x="3318448"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79" name="Freeform 988">
                  <a:extLst>
                    <a:ext uri="{FF2B5EF4-FFF2-40B4-BE49-F238E27FC236}">
                      <a16:creationId xmlns:a16="http://schemas.microsoft.com/office/drawing/2014/main" id="{FB7006BC-1073-45E9-5DF3-34C739073FA9}"/>
                    </a:ext>
                  </a:extLst>
                </p:cNvPr>
                <p:cNvSpPr>
                  <a:spLocks noChangeAspect="1" noEditPoints="1"/>
                </p:cNvSpPr>
                <p:nvPr/>
              </p:nvSpPr>
              <p:spPr bwMode="auto">
                <a:xfrm>
                  <a:off x="3580080"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80" name="Freeform 988">
                  <a:extLst>
                    <a:ext uri="{FF2B5EF4-FFF2-40B4-BE49-F238E27FC236}">
                      <a16:creationId xmlns:a16="http://schemas.microsoft.com/office/drawing/2014/main" id="{0FFA8D62-34DF-527C-FBE8-0B1BD40F03AD}"/>
                    </a:ext>
                  </a:extLst>
                </p:cNvPr>
                <p:cNvSpPr>
                  <a:spLocks noChangeAspect="1" noEditPoints="1"/>
                </p:cNvSpPr>
                <p:nvPr/>
              </p:nvSpPr>
              <p:spPr bwMode="auto">
                <a:xfrm>
                  <a:off x="383217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81" name="Freeform 988">
                  <a:extLst>
                    <a:ext uri="{FF2B5EF4-FFF2-40B4-BE49-F238E27FC236}">
                      <a16:creationId xmlns:a16="http://schemas.microsoft.com/office/drawing/2014/main" id="{6473A783-FCD3-37E1-2F9D-E3523E640AD4}"/>
                    </a:ext>
                  </a:extLst>
                </p:cNvPr>
                <p:cNvSpPr>
                  <a:spLocks noChangeAspect="1" noEditPoints="1"/>
                </p:cNvSpPr>
                <p:nvPr/>
              </p:nvSpPr>
              <p:spPr bwMode="auto">
                <a:xfrm>
                  <a:off x="4093807"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82" name="Freeform 988">
                  <a:extLst>
                    <a:ext uri="{FF2B5EF4-FFF2-40B4-BE49-F238E27FC236}">
                      <a16:creationId xmlns:a16="http://schemas.microsoft.com/office/drawing/2014/main" id="{35187FED-7E3E-779C-E970-E663CF8BF54C}"/>
                    </a:ext>
                  </a:extLst>
                </p:cNvPr>
                <p:cNvSpPr>
                  <a:spLocks noChangeAspect="1" noEditPoints="1"/>
                </p:cNvSpPr>
                <p:nvPr/>
              </p:nvSpPr>
              <p:spPr bwMode="auto">
                <a:xfrm>
                  <a:off x="4355744"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83" name="Freeform 988">
                  <a:extLst>
                    <a:ext uri="{FF2B5EF4-FFF2-40B4-BE49-F238E27FC236}">
                      <a16:creationId xmlns:a16="http://schemas.microsoft.com/office/drawing/2014/main" id="{4D4768C2-1CAF-E08B-CCAC-D7EDBA7904F6}"/>
                    </a:ext>
                  </a:extLst>
                </p:cNvPr>
                <p:cNvSpPr>
                  <a:spLocks noChangeAspect="1" noEditPoints="1"/>
                </p:cNvSpPr>
                <p:nvPr/>
              </p:nvSpPr>
              <p:spPr bwMode="auto">
                <a:xfrm>
                  <a:off x="4617376"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84" name="Freeform 988">
                  <a:extLst>
                    <a:ext uri="{FF2B5EF4-FFF2-40B4-BE49-F238E27FC236}">
                      <a16:creationId xmlns:a16="http://schemas.microsoft.com/office/drawing/2014/main" id="{8624411E-4DF2-36BC-DF72-BFD9E5A23A1F}"/>
                    </a:ext>
                  </a:extLst>
                </p:cNvPr>
                <p:cNvSpPr>
                  <a:spLocks noChangeAspect="1" noEditPoints="1"/>
                </p:cNvSpPr>
                <p:nvPr/>
              </p:nvSpPr>
              <p:spPr bwMode="auto">
                <a:xfrm>
                  <a:off x="4869471"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85" name="Freeform 988">
                  <a:extLst>
                    <a:ext uri="{FF2B5EF4-FFF2-40B4-BE49-F238E27FC236}">
                      <a16:creationId xmlns:a16="http://schemas.microsoft.com/office/drawing/2014/main" id="{F54E325F-7048-CAD6-A05B-3F88BAC002B3}"/>
                    </a:ext>
                  </a:extLst>
                </p:cNvPr>
                <p:cNvSpPr>
                  <a:spLocks noChangeAspect="1" noEditPoints="1"/>
                </p:cNvSpPr>
                <p:nvPr/>
              </p:nvSpPr>
              <p:spPr bwMode="auto">
                <a:xfrm>
                  <a:off x="5131103"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86" name="Freeform 988">
                  <a:extLst>
                    <a:ext uri="{FF2B5EF4-FFF2-40B4-BE49-F238E27FC236}">
                      <a16:creationId xmlns:a16="http://schemas.microsoft.com/office/drawing/2014/main" id="{DA92F5D9-1782-9C6D-7089-F8276A6D351C}"/>
                    </a:ext>
                  </a:extLst>
                </p:cNvPr>
                <p:cNvSpPr>
                  <a:spLocks noChangeAspect="1" noEditPoints="1"/>
                </p:cNvSpPr>
                <p:nvPr/>
              </p:nvSpPr>
              <p:spPr bwMode="auto">
                <a:xfrm>
                  <a:off x="537904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grpSp>
      </p:grpSp>
      <p:grpSp>
        <p:nvGrpSpPr>
          <p:cNvPr id="238" name="Group 237">
            <a:extLst>
              <a:ext uri="{FF2B5EF4-FFF2-40B4-BE49-F238E27FC236}">
                <a16:creationId xmlns:a16="http://schemas.microsoft.com/office/drawing/2014/main" id="{5C7CE2B4-3C16-B133-6353-ECD1623A3B2A}"/>
              </a:ext>
            </a:extLst>
          </p:cNvPr>
          <p:cNvGrpSpPr/>
          <p:nvPr/>
        </p:nvGrpSpPr>
        <p:grpSpPr>
          <a:xfrm>
            <a:off x="5172845" y="2865617"/>
            <a:ext cx="2071639" cy="1363021"/>
            <a:chOff x="3323076" y="3668839"/>
            <a:chExt cx="2264695" cy="1490041"/>
          </a:xfrm>
          <a:solidFill>
            <a:srgbClr val="53565A">
              <a:lumMod val="20000"/>
              <a:lumOff val="80000"/>
            </a:srgbClr>
          </a:solidFill>
        </p:grpSpPr>
        <p:grpSp>
          <p:nvGrpSpPr>
            <p:cNvPr id="239" name="Group 238">
              <a:extLst>
                <a:ext uri="{FF2B5EF4-FFF2-40B4-BE49-F238E27FC236}">
                  <a16:creationId xmlns:a16="http://schemas.microsoft.com/office/drawing/2014/main" id="{7A53858A-825B-63D5-9DFE-85FA7C7128BA}"/>
                </a:ext>
              </a:extLst>
            </p:cNvPr>
            <p:cNvGrpSpPr/>
            <p:nvPr/>
          </p:nvGrpSpPr>
          <p:grpSpPr>
            <a:xfrm>
              <a:off x="3323076" y="3668839"/>
              <a:ext cx="2264695" cy="219456"/>
              <a:chOff x="3323076" y="3668839"/>
              <a:chExt cx="2264695" cy="219456"/>
            </a:xfrm>
            <a:grpFill/>
          </p:grpSpPr>
          <p:sp>
            <p:nvSpPr>
              <p:cNvPr id="290" name="Freeform 974">
                <a:extLst>
                  <a:ext uri="{FF2B5EF4-FFF2-40B4-BE49-F238E27FC236}">
                    <a16:creationId xmlns:a16="http://schemas.microsoft.com/office/drawing/2014/main" id="{ECCC920D-2C5A-C1B5-50FF-8F28B42F3043}"/>
                  </a:ext>
                </a:extLst>
              </p:cNvPr>
              <p:cNvSpPr>
                <a:spLocks noChangeAspect="1" noEditPoints="1"/>
              </p:cNvSpPr>
              <p:nvPr/>
            </p:nvSpPr>
            <p:spPr bwMode="auto">
              <a:xfrm>
                <a:off x="332307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91" name="Freeform 974">
                <a:extLst>
                  <a:ext uri="{FF2B5EF4-FFF2-40B4-BE49-F238E27FC236}">
                    <a16:creationId xmlns:a16="http://schemas.microsoft.com/office/drawing/2014/main" id="{D51B309E-9104-D37A-80C5-07146AE38558}"/>
                  </a:ext>
                </a:extLst>
              </p:cNvPr>
              <p:cNvSpPr>
                <a:spLocks noChangeAspect="1" noEditPoints="1"/>
              </p:cNvSpPr>
              <p:nvPr/>
            </p:nvSpPr>
            <p:spPr bwMode="auto">
              <a:xfrm>
                <a:off x="357588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92" name="Freeform 974">
                <a:extLst>
                  <a:ext uri="{FF2B5EF4-FFF2-40B4-BE49-F238E27FC236}">
                    <a16:creationId xmlns:a16="http://schemas.microsoft.com/office/drawing/2014/main" id="{912A9767-475F-75BE-3CA7-EEA2AA48C0A6}"/>
                  </a:ext>
                </a:extLst>
              </p:cNvPr>
              <p:cNvSpPr>
                <a:spLocks noChangeAspect="1" noEditPoints="1"/>
              </p:cNvSpPr>
              <p:nvPr/>
            </p:nvSpPr>
            <p:spPr bwMode="auto">
              <a:xfrm>
                <a:off x="383124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93" name="Freeform 974">
                <a:extLst>
                  <a:ext uri="{FF2B5EF4-FFF2-40B4-BE49-F238E27FC236}">
                    <a16:creationId xmlns:a16="http://schemas.microsoft.com/office/drawing/2014/main" id="{81A69F6E-6D2A-FCE5-5B01-BB22AB8890F0}"/>
                  </a:ext>
                </a:extLst>
              </p:cNvPr>
              <p:cNvSpPr>
                <a:spLocks noChangeAspect="1" noEditPoints="1"/>
              </p:cNvSpPr>
              <p:nvPr/>
            </p:nvSpPr>
            <p:spPr bwMode="auto">
              <a:xfrm>
                <a:off x="40840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94" name="Freeform 974">
                <a:extLst>
                  <a:ext uri="{FF2B5EF4-FFF2-40B4-BE49-F238E27FC236}">
                    <a16:creationId xmlns:a16="http://schemas.microsoft.com/office/drawing/2014/main" id="{B02DDBD4-2735-9ABD-2B47-12641A7C80FF}"/>
                  </a:ext>
                </a:extLst>
              </p:cNvPr>
              <p:cNvSpPr>
                <a:spLocks noChangeAspect="1" noEditPoints="1"/>
              </p:cNvSpPr>
              <p:nvPr/>
            </p:nvSpPr>
            <p:spPr bwMode="auto">
              <a:xfrm>
                <a:off x="43547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95" name="Freeform 974">
                <a:extLst>
                  <a:ext uri="{FF2B5EF4-FFF2-40B4-BE49-F238E27FC236}">
                    <a16:creationId xmlns:a16="http://schemas.microsoft.com/office/drawing/2014/main" id="{5D12D8B8-58C8-E9DD-D4AC-0358E4728051}"/>
                  </a:ext>
                </a:extLst>
              </p:cNvPr>
              <p:cNvSpPr>
                <a:spLocks noChangeAspect="1" noEditPoints="1"/>
              </p:cNvSpPr>
              <p:nvPr/>
            </p:nvSpPr>
            <p:spPr bwMode="auto">
              <a:xfrm>
                <a:off x="460756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96" name="Freeform 974">
                <a:extLst>
                  <a:ext uri="{FF2B5EF4-FFF2-40B4-BE49-F238E27FC236}">
                    <a16:creationId xmlns:a16="http://schemas.microsoft.com/office/drawing/2014/main" id="{EC81B2CB-37F7-1125-02E1-FBD478EFC267}"/>
                  </a:ext>
                </a:extLst>
              </p:cNvPr>
              <p:cNvSpPr>
                <a:spLocks noChangeAspect="1" noEditPoints="1"/>
              </p:cNvSpPr>
              <p:nvPr/>
            </p:nvSpPr>
            <p:spPr bwMode="auto">
              <a:xfrm>
                <a:off x="4862929"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97" name="Freeform 974">
                <a:extLst>
                  <a:ext uri="{FF2B5EF4-FFF2-40B4-BE49-F238E27FC236}">
                    <a16:creationId xmlns:a16="http://schemas.microsoft.com/office/drawing/2014/main" id="{882420C6-9252-12FC-AAC5-EAC331AF843A}"/>
                  </a:ext>
                </a:extLst>
              </p:cNvPr>
              <p:cNvSpPr>
                <a:spLocks noChangeAspect="1" noEditPoints="1"/>
              </p:cNvSpPr>
              <p:nvPr/>
            </p:nvSpPr>
            <p:spPr bwMode="auto">
              <a:xfrm>
                <a:off x="511573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98" name="Freeform 974">
                <a:extLst>
                  <a:ext uri="{FF2B5EF4-FFF2-40B4-BE49-F238E27FC236}">
                    <a16:creationId xmlns:a16="http://schemas.microsoft.com/office/drawing/2014/main" id="{9DD6B1E1-1DCE-FCB3-DD92-A68C3DD2BECB}"/>
                  </a:ext>
                </a:extLst>
              </p:cNvPr>
              <p:cNvSpPr>
                <a:spLocks noChangeAspect="1" noEditPoints="1"/>
              </p:cNvSpPr>
              <p:nvPr/>
            </p:nvSpPr>
            <p:spPr bwMode="auto">
              <a:xfrm>
                <a:off x="536831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grpSp>
          <p:nvGrpSpPr>
            <p:cNvPr id="240" name="Group 239">
              <a:extLst>
                <a:ext uri="{FF2B5EF4-FFF2-40B4-BE49-F238E27FC236}">
                  <a16:creationId xmlns:a16="http://schemas.microsoft.com/office/drawing/2014/main" id="{127A8B16-1C84-E53C-D28C-689235A8BB8D}"/>
                </a:ext>
              </a:extLst>
            </p:cNvPr>
            <p:cNvGrpSpPr/>
            <p:nvPr/>
          </p:nvGrpSpPr>
          <p:grpSpPr>
            <a:xfrm>
              <a:off x="3323076" y="3925557"/>
              <a:ext cx="2264695" cy="219456"/>
              <a:chOff x="3323076" y="3668839"/>
              <a:chExt cx="2264695" cy="219456"/>
            </a:xfrm>
            <a:grpFill/>
          </p:grpSpPr>
          <p:sp>
            <p:nvSpPr>
              <p:cNvPr id="281" name="Freeform 974">
                <a:extLst>
                  <a:ext uri="{FF2B5EF4-FFF2-40B4-BE49-F238E27FC236}">
                    <a16:creationId xmlns:a16="http://schemas.microsoft.com/office/drawing/2014/main" id="{18B0C7E0-A315-8F26-9884-F29A277055B0}"/>
                  </a:ext>
                </a:extLst>
              </p:cNvPr>
              <p:cNvSpPr>
                <a:spLocks noChangeAspect="1" noEditPoints="1"/>
              </p:cNvSpPr>
              <p:nvPr/>
            </p:nvSpPr>
            <p:spPr bwMode="auto">
              <a:xfrm>
                <a:off x="332307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82" name="Freeform 974">
                <a:extLst>
                  <a:ext uri="{FF2B5EF4-FFF2-40B4-BE49-F238E27FC236}">
                    <a16:creationId xmlns:a16="http://schemas.microsoft.com/office/drawing/2014/main" id="{03DB2CA3-72F4-2646-40F0-E1FF6E1E2B02}"/>
                  </a:ext>
                </a:extLst>
              </p:cNvPr>
              <p:cNvSpPr>
                <a:spLocks noChangeAspect="1" noEditPoints="1"/>
              </p:cNvSpPr>
              <p:nvPr/>
            </p:nvSpPr>
            <p:spPr bwMode="auto">
              <a:xfrm>
                <a:off x="357588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83" name="Freeform 974">
                <a:extLst>
                  <a:ext uri="{FF2B5EF4-FFF2-40B4-BE49-F238E27FC236}">
                    <a16:creationId xmlns:a16="http://schemas.microsoft.com/office/drawing/2014/main" id="{01FEFB14-F093-2904-0BF0-4FDFA9B694DE}"/>
                  </a:ext>
                </a:extLst>
              </p:cNvPr>
              <p:cNvSpPr>
                <a:spLocks noChangeAspect="1" noEditPoints="1"/>
              </p:cNvSpPr>
              <p:nvPr/>
            </p:nvSpPr>
            <p:spPr bwMode="auto">
              <a:xfrm>
                <a:off x="383124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84" name="Freeform 974">
                <a:extLst>
                  <a:ext uri="{FF2B5EF4-FFF2-40B4-BE49-F238E27FC236}">
                    <a16:creationId xmlns:a16="http://schemas.microsoft.com/office/drawing/2014/main" id="{2D62520A-E376-10AA-3370-C22B072525FA}"/>
                  </a:ext>
                </a:extLst>
              </p:cNvPr>
              <p:cNvSpPr>
                <a:spLocks noChangeAspect="1" noEditPoints="1"/>
              </p:cNvSpPr>
              <p:nvPr/>
            </p:nvSpPr>
            <p:spPr bwMode="auto">
              <a:xfrm>
                <a:off x="40840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85" name="Freeform 974">
                <a:extLst>
                  <a:ext uri="{FF2B5EF4-FFF2-40B4-BE49-F238E27FC236}">
                    <a16:creationId xmlns:a16="http://schemas.microsoft.com/office/drawing/2014/main" id="{0626861C-1C01-4DB7-98CF-D434E4B8333F}"/>
                  </a:ext>
                </a:extLst>
              </p:cNvPr>
              <p:cNvSpPr>
                <a:spLocks noChangeAspect="1" noEditPoints="1"/>
              </p:cNvSpPr>
              <p:nvPr/>
            </p:nvSpPr>
            <p:spPr bwMode="auto">
              <a:xfrm>
                <a:off x="43547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86" name="Freeform 974">
                <a:extLst>
                  <a:ext uri="{FF2B5EF4-FFF2-40B4-BE49-F238E27FC236}">
                    <a16:creationId xmlns:a16="http://schemas.microsoft.com/office/drawing/2014/main" id="{027DF1B1-1806-D169-C0FA-F908ECF5D803}"/>
                  </a:ext>
                </a:extLst>
              </p:cNvPr>
              <p:cNvSpPr>
                <a:spLocks noChangeAspect="1" noEditPoints="1"/>
              </p:cNvSpPr>
              <p:nvPr/>
            </p:nvSpPr>
            <p:spPr bwMode="auto">
              <a:xfrm>
                <a:off x="460756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87" name="Freeform 974">
                <a:extLst>
                  <a:ext uri="{FF2B5EF4-FFF2-40B4-BE49-F238E27FC236}">
                    <a16:creationId xmlns:a16="http://schemas.microsoft.com/office/drawing/2014/main" id="{9D4A9700-453E-C0B0-B048-C1F74540A819}"/>
                  </a:ext>
                </a:extLst>
              </p:cNvPr>
              <p:cNvSpPr>
                <a:spLocks noChangeAspect="1" noEditPoints="1"/>
              </p:cNvSpPr>
              <p:nvPr/>
            </p:nvSpPr>
            <p:spPr bwMode="auto">
              <a:xfrm>
                <a:off x="4862929"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88" name="Freeform 974">
                <a:extLst>
                  <a:ext uri="{FF2B5EF4-FFF2-40B4-BE49-F238E27FC236}">
                    <a16:creationId xmlns:a16="http://schemas.microsoft.com/office/drawing/2014/main" id="{815563BA-FF80-A7D2-E146-94328E44404D}"/>
                  </a:ext>
                </a:extLst>
              </p:cNvPr>
              <p:cNvSpPr>
                <a:spLocks noChangeAspect="1" noEditPoints="1"/>
              </p:cNvSpPr>
              <p:nvPr/>
            </p:nvSpPr>
            <p:spPr bwMode="auto">
              <a:xfrm>
                <a:off x="511573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89" name="Freeform 974">
                <a:extLst>
                  <a:ext uri="{FF2B5EF4-FFF2-40B4-BE49-F238E27FC236}">
                    <a16:creationId xmlns:a16="http://schemas.microsoft.com/office/drawing/2014/main" id="{6B142D5D-E427-3B80-2F7D-06D803E518DB}"/>
                  </a:ext>
                </a:extLst>
              </p:cNvPr>
              <p:cNvSpPr>
                <a:spLocks noChangeAspect="1" noEditPoints="1"/>
              </p:cNvSpPr>
              <p:nvPr/>
            </p:nvSpPr>
            <p:spPr bwMode="auto">
              <a:xfrm>
                <a:off x="536831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grpSp>
          <p:nvGrpSpPr>
            <p:cNvPr id="241" name="Group 240">
              <a:extLst>
                <a:ext uri="{FF2B5EF4-FFF2-40B4-BE49-F238E27FC236}">
                  <a16:creationId xmlns:a16="http://schemas.microsoft.com/office/drawing/2014/main" id="{E20538DF-838D-2BFC-C762-6328064311E7}"/>
                </a:ext>
              </a:extLst>
            </p:cNvPr>
            <p:cNvGrpSpPr/>
            <p:nvPr/>
          </p:nvGrpSpPr>
          <p:grpSpPr>
            <a:xfrm>
              <a:off x="3323076" y="4178502"/>
              <a:ext cx="2264695" cy="219456"/>
              <a:chOff x="3323076" y="3668839"/>
              <a:chExt cx="2264695" cy="219456"/>
            </a:xfrm>
            <a:grpFill/>
          </p:grpSpPr>
          <p:sp>
            <p:nvSpPr>
              <p:cNvPr id="272" name="Freeform 974">
                <a:extLst>
                  <a:ext uri="{FF2B5EF4-FFF2-40B4-BE49-F238E27FC236}">
                    <a16:creationId xmlns:a16="http://schemas.microsoft.com/office/drawing/2014/main" id="{489A0D76-7380-2058-CE2E-893F42304911}"/>
                  </a:ext>
                </a:extLst>
              </p:cNvPr>
              <p:cNvSpPr>
                <a:spLocks noChangeAspect="1" noEditPoints="1"/>
              </p:cNvSpPr>
              <p:nvPr/>
            </p:nvSpPr>
            <p:spPr bwMode="auto">
              <a:xfrm>
                <a:off x="332307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73" name="Freeform 974">
                <a:extLst>
                  <a:ext uri="{FF2B5EF4-FFF2-40B4-BE49-F238E27FC236}">
                    <a16:creationId xmlns:a16="http://schemas.microsoft.com/office/drawing/2014/main" id="{20E76154-509A-20DD-263C-C892FCE80DCE}"/>
                  </a:ext>
                </a:extLst>
              </p:cNvPr>
              <p:cNvSpPr>
                <a:spLocks noChangeAspect="1" noEditPoints="1"/>
              </p:cNvSpPr>
              <p:nvPr/>
            </p:nvSpPr>
            <p:spPr bwMode="auto">
              <a:xfrm>
                <a:off x="357588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74" name="Freeform 974">
                <a:extLst>
                  <a:ext uri="{FF2B5EF4-FFF2-40B4-BE49-F238E27FC236}">
                    <a16:creationId xmlns:a16="http://schemas.microsoft.com/office/drawing/2014/main" id="{25976DC2-C342-1568-56C9-49E8EA31ED81}"/>
                  </a:ext>
                </a:extLst>
              </p:cNvPr>
              <p:cNvSpPr>
                <a:spLocks noChangeAspect="1" noEditPoints="1"/>
              </p:cNvSpPr>
              <p:nvPr/>
            </p:nvSpPr>
            <p:spPr bwMode="auto">
              <a:xfrm>
                <a:off x="383124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75" name="Freeform 974">
                <a:extLst>
                  <a:ext uri="{FF2B5EF4-FFF2-40B4-BE49-F238E27FC236}">
                    <a16:creationId xmlns:a16="http://schemas.microsoft.com/office/drawing/2014/main" id="{66C5B23A-9EE6-76F3-F4A0-9C8E76480224}"/>
                  </a:ext>
                </a:extLst>
              </p:cNvPr>
              <p:cNvSpPr>
                <a:spLocks noChangeAspect="1" noEditPoints="1"/>
              </p:cNvSpPr>
              <p:nvPr/>
            </p:nvSpPr>
            <p:spPr bwMode="auto">
              <a:xfrm>
                <a:off x="40840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76" name="Freeform 974">
                <a:extLst>
                  <a:ext uri="{FF2B5EF4-FFF2-40B4-BE49-F238E27FC236}">
                    <a16:creationId xmlns:a16="http://schemas.microsoft.com/office/drawing/2014/main" id="{55F3F986-9C0B-8B65-50B1-88032528341C}"/>
                  </a:ext>
                </a:extLst>
              </p:cNvPr>
              <p:cNvSpPr>
                <a:spLocks noChangeAspect="1" noEditPoints="1"/>
              </p:cNvSpPr>
              <p:nvPr/>
            </p:nvSpPr>
            <p:spPr bwMode="auto">
              <a:xfrm>
                <a:off x="43547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77" name="Freeform 974">
                <a:extLst>
                  <a:ext uri="{FF2B5EF4-FFF2-40B4-BE49-F238E27FC236}">
                    <a16:creationId xmlns:a16="http://schemas.microsoft.com/office/drawing/2014/main" id="{BEB9829D-992A-BC42-E6BA-02CFD92E81EB}"/>
                  </a:ext>
                </a:extLst>
              </p:cNvPr>
              <p:cNvSpPr>
                <a:spLocks noChangeAspect="1" noEditPoints="1"/>
              </p:cNvSpPr>
              <p:nvPr/>
            </p:nvSpPr>
            <p:spPr bwMode="auto">
              <a:xfrm>
                <a:off x="460756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78" name="Freeform 974">
                <a:extLst>
                  <a:ext uri="{FF2B5EF4-FFF2-40B4-BE49-F238E27FC236}">
                    <a16:creationId xmlns:a16="http://schemas.microsoft.com/office/drawing/2014/main" id="{97F1BCFE-B208-FFD3-A4E7-F5E95016F50E}"/>
                  </a:ext>
                </a:extLst>
              </p:cNvPr>
              <p:cNvSpPr>
                <a:spLocks noChangeAspect="1" noEditPoints="1"/>
              </p:cNvSpPr>
              <p:nvPr/>
            </p:nvSpPr>
            <p:spPr bwMode="auto">
              <a:xfrm>
                <a:off x="4862929"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79" name="Freeform 974">
                <a:extLst>
                  <a:ext uri="{FF2B5EF4-FFF2-40B4-BE49-F238E27FC236}">
                    <a16:creationId xmlns:a16="http://schemas.microsoft.com/office/drawing/2014/main" id="{51FC2CDC-44F8-FDF3-59F2-951821D396A7}"/>
                  </a:ext>
                </a:extLst>
              </p:cNvPr>
              <p:cNvSpPr>
                <a:spLocks noChangeAspect="1" noEditPoints="1"/>
              </p:cNvSpPr>
              <p:nvPr/>
            </p:nvSpPr>
            <p:spPr bwMode="auto">
              <a:xfrm>
                <a:off x="511573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80" name="Freeform 974">
                <a:extLst>
                  <a:ext uri="{FF2B5EF4-FFF2-40B4-BE49-F238E27FC236}">
                    <a16:creationId xmlns:a16="http://schemas.microsoft.com/office/drawing/2014/main" id="{7B0022D4-F1AA-C9AC-F908-CB92FF712828}"/>
                  </a:ext>
                </a:extLst>
              </p:cNvPr>
              <p:cNvSpPr>
                <a:spLocks noChangeAspect="1" noEditPoints="1"/>
              </p:cNvSpPr>
              <p:nvPr/>
            </p:nvSpPr>
            <p:spPr bwMode="auto">
              <a:xfrm>
                <a:off x="536831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grpSp>
          <p:nvGrpSpPr>
            <p:cNvPr id="242" name="Group 241">
              <a:extLst>
                <a:ext uri="{FF2B5EF4-FFF2-40B4-BE49-F238E27FC236}">
                  <a16:creationId xmlns:a16="http://schemas.microsoft.com/office/drawing/2014/main" id="{A4A8E9DA-95D2-0FB1-76D1-58A6AA9A5E9D}"/>
                </a:ext>
              </a:extLst>
            </p:cNvPr>
            <p:cNvGrpSpPr/>
            <p:nvPr/>
          </p:nvGrpSpPr>
          <p:grpSpPr>
            <a:xfrm>
              <a:off x="3323076" y="4435220"/>
              <a:ext cx="2264695" cy="219456"/>
              <a:chOff x="3323076" y="3668839"/>
              <a:chExt cx="2264695" cy="219456"/>
            </a:xfrm>
            <a:grpFill/>
          </p:grpSpPr>
          <p:sp>
            <p:nvSpPr>
              <p:cNvPr id="263" name="Freeform 974">
                <a:extLst>
                  <a:ext uri="{FF2B5EF4-FFF2-40B4-BE49-F238E27FC236}">
                    <a16:creationId xmlns:a16="http://schemas.microsoft.com/office/drawing/2014/main" id="{B02F4123-2D5D-51DC-F837-9AED758B0C14}"/>
                  </a:ext>
                </a:extLst>
              </p:cNvPr>
              <p:cNvSpPr>
                <a:spLocks noChangeAspect="1" noEditPoints="1"/>
              </p:cNvSpPr>
              <p:nvPr/>
            </p:nvSpPr>
            <p:spPr bwMode="auto">
              <a:xfrm>
                <a:off x="332307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64" name="Freeform 974">
                <a:extLst>
                  <a:ext uri="{FF2B5EF4-FFF2-40B4-BE49-F238E27FC236}">
                    <a16:creationId xmlns:a16="http://schemas.microsoft.com/office/drawing/2014/main" id="{468FDE92-DE57-981D-E98F-94D7B8B29688}"/>
                  </a:ext>
                </a:extLst>
              </p:cNvPr>
              <p:cNvSpPr>
                <a:spLocks noChangeAspect="1" noEditPoints="1"/>
              </p:cNvSpPr>
              <p:nvPr/>
            </p:nvSpPr>
            <p:spPr bwMode="auto">
              <a:xfrm>
                <a:off x="357588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65" name="Freeform 974">
                <a:extLst>
                  <a:ext uri="{FF2B5EF4-FFF2-40B4-BE49-F238E27FC236}">
                    <a16:creationId xmlns:a16="http://schemas.microsoft.com/office/drawing/2014/main" id="{D8EC51EB-9849-E42A-FE67-8BAE890141C8}"/>
                  </a:ext>
                </a:extLst>
              </p:cNvPr>
              <p:cNvSpPr>
                <a:spLocks noChangeAspect="1" noEditPoints="1"/>
              </p:cNvSpPr>
              <p:nvPr/>
            </p:nvSpPr>
            <p:spPr bwMode="auto">
              <a:xfrm>
                <a:off x="383124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66" name="Freeform 974">
                <a:extLst>
                  <a:ext uri="{FF2B5EF4-FFF2-40B4-BE49-F238E27FC236}">
                    <a16:creationId xmlns:a16="http://schemas.microsoft.com/office/drawing/2014/main" id="{AB25EAC3-B670-F5C3-1C8E-D30C205D59F4}"/>
                  </a:ext>
                </a:extLst>
              </p:cNvPr>
              <p:cNvSpPr>
                <a:spLocks noChangeAspect="1" noEditPoints="1"/>
              </p:cNvSpPr>
              <p:nvPr/>
            </p:nvSpPr>
            <p:spPr bwMode="auto">
              <a:xfrm>
                <a:off x="40840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67" name="Freeform 974">
                <a:extLst>
                  <a:ext uri="{FF2B5EF4-FFF2-40B4-BE49-F238E27FC236}">
                    <a16:creationId xmlns:a16="http://schemas.microsoft.com/office/drawing/2014/main" id="{AED3A0D1-D16E-91DD-897A-792C47BD3728}"/>
                  </a:ext>
                </a:extLst>
              </p:cNvPr>
              <p:cNvSpPr>
                <a:spLocks noChangeAspect="1" noEditPoints="1"/>
              </p:cNvSpPr>
              <p:nvPr/>
            </p:nvSpPr>
            <p:spPr bwMode="auto">
              <a:xfrm>
                <a:off x="43547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68" name="Freeform 974">
                <a:extLst>
                  <a:ext uri="{FF2B5EF4-FFF2-40B4-BE49-F238E27FC236}">
                    <a16:creationId xmlns:a16="http://schemas.microsoft.com/office/drawing/2014/main" id="{04C16570-2980-94BF-BFF4-E45F34980946}"/>
                  </a:ext>
                </a:extLst>
              </p:cNvPr>
              <p:cNvSpPr>
                <a:spLocks noChangeAspect="1" noEditPoints="1"/>
              </p:cNvSpPr>
              <p:nvPr/>
            </p:nvSpPr>
            <p:spPr bwMode="auto">
              <a:xfrm>
                <a:off x="460756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69" name="Freeform 974">
                <a:extLst>
                  <a:ext uri="{FF2B5EF4-FFF2-40B4-BE49-F238E27FC236}">
                    <a16:creationId xmlns:a16="http://schemas.microsoft.com/office/drawing/2014/main" id="{BDA5C625-03B1-9CD3-591E-7A9D97EE2D53}"/>
                  </a:ext>
                </a:extLst>
              </p:cNvPr>
              <p:cNvSpPr>
                <a:spLocks noChangeAspect="1" noEditPoints="1"/>
              </p:cNvSpPr>
              <p:nvPr/>
            </p:nvSpPr>
            <p:spPr bwMode="auto">
              <a:xfrm>
                <a:off x="4862929"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70" name="Freeform 974">
                <a:extLst>
                  <a:ext uri="{FF2B5EF4-FFF2-40B4-BE49-F238E27FC236}">
                    <a16:creationId xmlns:a16="http://schemas.microsoft.com/office/drawing/2014/main" id="{E4C03E24-D7BD-3F1F-88FF-51A5CE916F23}"/>
                  </a:ext>
                </a:extLst>
              </p:cNvPr>
              <p:cNvSpPr>
                <a:spLocks noChangeAspect="1" noEditPoints="1"/>
              </p:cNvSpPr>
              <p:nvPr/>
            </p:nvSpPr>
            <p:spPr bwMode="auto">
              <a:xfrm>
                <a:off x="511573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71" name="Freeform 974">
                <a:extLst>
                  <a:ext uri="{FF2B5EF4-FFF2-40B4-BE49-F238E27FC236}">
                    <a16:creationId xmlns:a16="http://schemas.microsoft.com/office/drawing/2014/main" id="{7A57CC21-9385-6F54-F8C4-95F3F83DAD83}"/>
                  </a:ext>
                </a:extLst>
              </p:cNvPr>
              <p:cNvSpPr>
                <a:spLocks noChangeAspect="1" noEditPoints="1"/>
              </p:cNvSpPr>
              <p:nvPr/>
            </p:nvSpPr>
            <p:spPr bwMode="auto">
              <a:xfrm>
                <a:off x="536831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grpSp>
          <p:nvGrpSpPr>
            <p:cNvPr id="243" name="Group 242">
              <a:extLst>
                <a:ext uri="{FF2B5EF4-FFF2-40B4-BE49-F238E27FC236}">
                  <a16:creationId xmlns:a16="http://schemas.microsoft.com/office/drawing/2014/main" id="{91785130-BD51-CDFC-8D45-A286D4C2CF17}"/>
                </a:ext>
              </a:extLst>
            </p:cNvPr>
            <p:cNvGrpSpPr/>
            <p:nvPr/>
          </p:nvGrpSpPr>
          <p:grpSpPr>
            <a:xfrm>
              <a:off x="3323076" y="4682706"/>
              <a:ext cx="2264695" cy="219456"/>
              <a:chOff x="3323076" y="3668839"/>
              <a:chExt cx="2264695" cy="219456"/>
            </a:xfrm>
            <a:grpFill/>
          </p:grpSpPr>
          <p:sp>
            <p:nvSpPr>
              <p:cNvPr id="254" name="Freeform 974">
                <a:extLst>
                  <a:ext uri="{FF2B5EF4-FFF2-40B4-BE49-F238E27FC236}">
                    <a16:creationId xmlns:a16="http://schemas.microsoft.com/office/drawing/2014/main" id="{59620065-3D66-DAAD-8A0C-E41C8A372BA0}"/>
                  </a:ext>
                </a:extLst>
              </p:cNvPr>
              <p:cNvSpPr>
                <a:spLocks noChangeAspect="1" noEditPoints="1"/>
              </p:cNvSpPr>
              <p:nvPr/>
            </p:nvSpPr>
            <p:spPr bwMode="auto">
              <a:xfrm>
                <a:off x="332307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55" name="Freeform 974">
                <a:extLst>
                  <a:ext uri="{FF2B5EF4-FFF2-40B4-BE49-F238E27FC236}">
                    <a16:creationId xmlns:a16="http://schemas.microsoft.com/office/drawing/2014/main" id="{964F8627-AB9E-9A36-7690-8E6A5845B066}"/>
                  </a:ext>
                </a:extLst>
              </p:cNvPr>
              <p:cNvSpPr>
                <a:spLocks noChangeAspect="1" noEditPoints="1"/>
              </p:cNvSpPr>
              <p:nvPr/>
            </p:nvSpPr>
            <p:spPr bwMode="auto">
              <a:xfrm>
                <a:off x="357588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56" name="Freeform 974">
                <a:extLst>
                  <a:ext uri="{FF2B5EF4-FFF2-40B4-BE49-F238E27FC236}">
                    <a16:creationId xmlns:a16="http://schemas.microsoft.com/office/drawing/2014/main" id="{A480CDFD-EC13-DF2D-2157-CDE18AB89830}"/>
                  </a:ext>
                </a:extLst>
              </p:cNvPr>
              <p:cNvSpPr>
                <a:spLocks noChangeAspect="1" noEditPoints="1"/>
              </p:cNvSpPr>
              <p:nvPr/>
            </p:nvSpPr>
            <p:spPr bwMode="auto">
              <a:xfrm>
                <a:off x="383124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57" name="Freeform 974">
                <a:extLst>
                  <a:ext uri="{FF2B5EF4-FFF2-40B4-BE49-F238E27FC236}">
                    <a16:creationId xmlns:a16="http://schemas.microsoft.com/office/drawing/2014/main" id="{8C24014C-ABD9-C6BE-A902-6F7E5612B0D4}"/>
                  </a:ext>
                </a:extLst>
              </p:cNvPr>
              <p:cNvSpPr>
                <a:spLocks noChangeAspect="1" noEditPoints="1"/>
              </p:cNvSpPr>
              <p:nvPr/>
            </p:nvSpPr>
            <p:spPr bwMode="auto">
              <a:xfrm>
                <a:off x="40840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58" name="Freeform 974">
                <a:extLst>
                  <a:ext uri="{FF2B5EF4-FFF2-40B4-BE49-F238E27FC236}">
                    <a16:creationId xmlns:a16="http://schemas.microsoft.com/office/drawing/2014/main" id="{011F2F19-A7C7-E9C2-F36F-04CC9CF38E08}"/>
                  </a:ext>
                </a:extLst>
              </p:cNvPr>
              <p:cNvSpPr>
                <a:spLocks noChangeAspect="1" noEditPoints="1"/>
              </p:cNvSpPr>
              <p:nvPr/>
            </p:nvSpPr>
            <p:spPr bwMode="auto">
              <a:xfrm>
                <a:off x="43547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59" name="Freeform 974">
                <a:extLst>
                  <a:ext uri="{FF2B5EF4-FFF2-40B4-BE49-F238E27FC236}">
                    <a16:creationId xmlns:a16="http://schemas.microsoft.com/office/drawing/2014/main" id="{6661820B-5175-DA03-B7B6-0C2994A7A5DC}"/>
                  </a:ext>
                </a:extLst>
              </p:cNvPr>
              <p:cNvSpPr>
                <a:spLocks noChangeAspect="1" noEditPoints="1"/>
              </p:cNvSpPr>
              <p:nvPr/>
            </p:nvSpPr>
            <p:spPr bwMode="auto">
              <a:xfrm>
                <a:off x="460756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60" name="Freeform 974">
                <a:extLst>
                  <a:ext uri="{FF2B5EF4-FFF2-40B4-BE49-F238E27FC236}">
                    <a16:creationId xmlns:a16="http://schemas.microsoft.com/office/drawing/2014/main" id="{D37FA6D4-D191-1DBD-BC45-06D19C067539}"/>
                  </a:ext>
                </a:extLst>
              </p:cNvPr>
              <p:cNvSpPr>
                <a:spLocks noChangeAspect="1" noEditPoints="1"/>
              </p:cNvSpPr>
              <p:nvPr/>
            </p:nvSpPr>
            <p:spPr bwMode="auto">
              <a:xfrm>
                <a:off x="4862929"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61" name="Freeform 974">
                <a:extLst>
                  <a:ext uri="{FF2B5EF4-FFF2-40B4-BE49-F238E27FC236}">
                    <a16:creationId xmlns:a16="http://schemas.microsoft.com/office/drawing/2014/main" id="{ED358532-E1BD-EE76-4218-B29CDD89F776}"/>
                  </a:ext>
                </a:extLst>
              </p:cNvPr>
              <p:cNvSpPr>
                <a:spLocks noChangeAspect="1" noEditPoints="1"/>
              </p:cNvSpPr>
              <p:nvPr/>
            </p:nvSpPr>
            <p:spPr bwMode="auto">
              <a:xfrm>
                <a:off x="511573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62" name="Freeform 974">
                <a:extLst>
                  <a:ext uri="{FF2B5EF4-FFF2-40B4-BE49-F238E27FC236}">
                    <a16:creationId xmlns:a16="http://schemas.microsoft.com/office/drawing/2014/main" id="{B35B40D4-6189-2CDB-4A23-B85A52D68EA4}"/>
                  </a:ext>
                </a:extLst>
              </p:cNvPr>
              <p:cNvSpPr>
                <a:spLocks noChangeAspect="1" noEditPoints="1"/>
              </p:cNvSpPr>
              <p:nvPr/>
            </p:nvSpPr>
            <p:spPr bwMode="auto">
              <a:xfrm>
                <a:off x="536831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grpSp>
          <p:nvGrpSpPr>
            <p:cNvPr id="244" name="Group 243">
              <a:extLst>
                <a:ext uri="{FF2B5EF4-FFF2-40B4-BE49-F238E27FC236}">
                  <a16:creationId xmlns:a16="http://schemas.microsoft.com/office/drawing/2014/main" id="{246C2147-0F76-F2A3-FC99-125384F82E25}"/>
                </a:ext>
              </a:extLst>
            </p:cNvPr>
            <p:cNvGrpSpPr/>
            <p:nvPr/>
          </p:nvGrpSpPr>
          <p:grpSpPr>
            <a:xfrm>
              <a:off x="3323076" y="4939424"/>
              <a:ext cx="2264695" cy="219456"/>
              <a:chOff x="3323076" y="3668839"/>
              <a:chExt cx="2264695" cy="219456"/>
            </a:xfrm>
            <a:grpFill/>
          </p:grpSpPr>
          <p:sp>
            <p:nvSpPr>
              <p:cNvPr id="245" name="Freeform 974">
                <a:extLst>
                  <a:ext uri="{FF2B5EF4-FFF2-40B4-BE49-F238E27FC236}">
                    <a16:creationId xmlns:a16="http://schemas.microsoft.com/office/drawing/2014/main" id="{CE6061F7-103A-C34B-C1D2-0173CD9028C1}"/>
                  </a:ext>
                </a:extLst>
              </p:cNvPr>
              <p:cNvSpPr>
                <a:spLocks noChangeAspect="1" noEditPoints="1"/>
              </p:cNvSpPr>
              <p:nvPr/>
            </p:nvSpPr>
            <p:spPr bwMode="auto">
              <a:xfrm>
                <a:off x="332307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46" name="Freeform 974">
                <a:extLst>
                  <a:ext uri="{FF2B5EF4-FFF2-40B4-BE49-F238E27FC236}">
                    <a16:creationId xmlns:a16="http://schemas.microsoft.com/office/drawing/2014/main" id="{D516DB10-4397-0676-1581-446DA274E74C}"/>
                  </a:ext>
                </a:extLst>
              </p:cNvPr>
              <p:cNvSpPr>
                <a:spLocks noChangeAspect="1" noEditPoints="1"/>
              </p:cNvSpPr>
              <p:nvPr/>
            </p:nvSpPr>
            <p:spPr bwMode="auto">
              <a:xfrm>
                <a:off x="357588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47" name="Freeform 974">
                <a:extLst>
                  <a:ext uri="{FF2B5EF4-FFF2-40B4-BE49-F238E27FC236}">
                    <a16:creationId xmlns:a16="http://schemas.microsoft.com/office/drawing/2014/main" id="{7DFB94D0-FD6E-CAA5-6EEB-E894CE6D6A9E}"/>
                  </a:ext>
                </a:extLst>
              </p:cNvPr>
              <p:cNvSpPr>
                <a:spLocks noChangeAspect="1" noEditPoints="1"/>
              </p:cNvSpPr>
              <p:nvPr/>
            </p:nvSpPr>
            <p:spPr bwMode="auto">
              <a:xfrm>
                <a:off x="383124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48" name="Freeform 974">
                <a:extLst>
                  <a:ext uri="{FF2B5EF4-FFF2-40B4-BE49-F238E27FC236}">
                    <a16:creationId xmlns:a16="http://schemas.microsoft.com/office/drawing/2014/main" id="{9448A5DE-6E66-B7F4-E7F0-524B98D9516D}"/>
                  </a:ext>
                </a:extLst>
              </p:cNvPr>
              <p:cNvSpPr>
                <a:spLocks noChangeAspect="1" noEditPoints="1"/>
              </p:cNvSpPr>
              <p:nvPr/>
            </p:nvSpPr>
            <p:spPr bwMode="auto">
              <a:xfrm>
                <a:off x="40840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49" name="Freeform 974">
                <a:extLst>
                  <a:ext uri="{FF2B5EF4-FFF2-40B4-BE49-F238E27FC236}">
                    <a16:creationId xmlns:a16="http://schemas.microsoft.com/office/drawing/2014/main" id="{68E6D773-5068-5916-4189-40589A200FD3}"/>
                  </a:ext>
                </a:extLst>
              </p:cNvPr>
              <p:cNvSpPr>
                <a:spLocks noChangeAspect="1" noEditPoints="1"/>
              </p:cNvSpPr>
              <p:nvPr/>
            </p:nvSpPr>
            <p:spPr bwMode="auto">
              <a:xfrm>
                <a:off x="43547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50" name="Freeform 974">
                <a:extLst>
                  <a:ext uri="{FF2B5EF4-FFF2-40B4-BE49-F238E27FC236}">
                    <a16:creationId xmlns:a16="http://schemas.microsoft.com/office/drawing/2014/main" id="{2644550D-D41F-1AAC-7D4D-A26170F28A2E}"/>
                  </a:ext>
                </a:extLst>
              </p:cNvPr>
              <p:cNvSpPr>
                <a:spLocks noChangeAspect="1" noEditPoints="1"/>
              </p:cNvSpPr>
              <p:nvPr/>
            </p:nvSpPr>
            <p:spPr bwMode="auto">
              <a:xfrm>
                <a:off x="460756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51" name="Freeform 974">
                <a:extLst>
                  <a:ext uri="{FF2B5EF4-FFF2-40B4-BE49-F238E27FC236}">
                    <a16:creationId xmlns:a16="http://schemas.microsoft.com/office/drawing/2014/main" id="{1BF661E9-B506-6964-180E-2802F1BFF314}"/>
                  </a:ext>
                </a:extLst>
              </p:cNvPr>
              <p:cNvSpPr>
                <a:spLocks noChangeAspect="1" noEditPoints="1"/>
              </p:cNvSpPr>
              <p:nvPr/>
            </p:nvSpPr>
            <p:spPr bwMode="auto">
              <a:xfrm>
                <a:off x="4862929"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52" name="Freeform 974">
                <a:extLst>
                  <a:ext uri="{FF2B5EF4-FFF2-40B4-BE49-F238E27FC236}">
                    <a16:creationId xmlns:a16="http://schemas.microsoft.com/office/drawing/2014/main" id="{464F9136-58C2-A074-BB9B-952A81742E32}"/>
                  </a:ext>
                </a:extLst>
              </p:cNvPr>
              <p:cNvSpPr>
                <a:spLocks noChangeAspect="1" noEditPoints="1"/>
              </p:cNvSpPr>
              <p:nvPr/>
            </p:nvSpPr>
            <p:spPr bwMode="auto">
              <a:xfrm>
                <a:off x="511573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53" name="Freeform 974">
                <a:extLst>
                  <a:ext uri="{FF2B5EF4-FFF2-40B4-BE49-F238E27FC236}">
                    <a16:creationId xmlns:a16="http://schemas.microsoft.com/office/drawing/2014/main" id="{59805972-F73A-E171-E95D-A978C308D1C6}"/>
                  </a:ext>
                </a:extLst>
              </p:cNvPr>
              <p:cNvSpPr>
                <a:spLocks noChangeAspect="1" noEditPoints="1"/>
              </p:cNvSpPr>
              <p:nvPr/>
            </p:nvSpPr>
            <p:spPr bwMode="auto">
              <a:xfrm>
                <a:off x="536831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grpSp>
      <p:grpSp>
        <p:nvGrpSpPr>
          <p:cNvPr id="299" name="Group 298">
            <a:extLst>
              <a:ext uri="{FF2B5EF4-FFF2-40B4-BE49-F238E27FC236}">
                <a16:creationId xmlns:a16="http://schemas.microsoft.com/office/drawing/2014/main" id="{BACDD9F1-2382-C597-AA0A-2CF7A35FEDEC}"/>
              </a:ext>
            </a:extLst>
          </p:cNvPr>
          <p:cNvGrpSpPr/>
          <p:nvPr/>
        </p:nvGrpSpPr>
        <p:grpSpPr>
          <a:xfrm>
            <a:off x="5171534" y="1466626"/>
            <a:ext cx="2069670" cy="1359234"/>
            <a:chOff x="3321642" y="2139475"/>
            <a:chExt cx="2262542" cy="1485900"/>
          </a:xfrm>
          <a:solidFill>
            <a:srgbClr val="9DD4CF"/>
          </a:solidFill>
        </p:grpSpPr>
        <p:grpSp>
          <p:nvGrpSpPr>
            <p:cNvPr id="300" name="Group 299">
              <a:extLst>
                <a:ext uri="{FF2B5EF4-FFF2-40B4-BE49-F238E27FC236}">
                  <a16:creationId xmlns:a16="http://schemas.microsoft.com/office/drawing/2014/main" id="{D3B5E6F9-6608-82F3-F340-555BAF28FFF5}"/>
                </a:ext>
              </a:extLst>
            </p:cNvPr>
            <p:cNvGrpSpPr/>
            <p:nvPr/>
          </p:nvGrpSpPr>
          <p:grpSpPr>
            <a:xfrm>
              <a:off x="3321642" y="2139475"/>
              <a:ext cx="2262542" cy="220890"/>
              <a:chOff x="3649188" y="1858074"/>
              <a:chExt cx="2262542" cy="220890"/>
            </a:xfrm>
            <a:grpFill/>
          </p:grpSpPr>
          <p:sp>
            <p:nvSpPr>
              <p:cNvPr id="351" name="Freeform 765">
                <a:extLst>
                  <a:ext uri="{FF2B5EF4-FFF2-40B4-BE49-F238E27FC236}">
                    <a16:creationId xmlns:a16="http://schemas.microsoft.com/office/drawing/2014/main" id="{C4F75770-CBBF-94FC-4D14-655A938A3A85}"/>
                  </a:ext>
                </a:extLst>
              </p:cNvPr>
              <p:cNvSpPr>
                <a:spLocks noChangeAspect="1" noEditPoints="1"/>
              </p:cNvSpPr>
              <p:nvPr/>
            </p:nvSpPr>
            <p:spPr bwMode="auto">
              <a:xfrm>
                <a:off x="3649188"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defTabSz="1219170"/>
                <a:endParaRPr lang="en-GB" sz="2000">
                  <a:solidFill>
                    <a:srgbClr val="62B5E5">
                      <a:lumMod val="20000"/>
                      <a:lumOff val="80000"/>
                    </a:srgbClr>
                  </a:solidFill>
                  <a:latin typeface="Arial" panose="020B0604020202020204" pitchFamily="34" charset="0"/>
                  <a:cs typeface="Arial" panose="020B0604020202020204" pitchFamily="34" charset="0"/>
                </a:endParaRPr>
              </a:p>
            </p:txBody>
          </p:sp>
          <p:sp>
            <p:nvSpPr>
              <p:cNvPr id="352" name="Freeform 765">
                <a:extLst>
                  <a:ext uri="{FF2B5EF4-FFF2-40B4-BE49-F238E27FC236}">
                    <a16:creationId xmlns:a16="http://schemas.microsoft.com/office/drawing/2014/main" id="{2DABC45F-845A-0B63-CC6A-3C7D30165B6B}"/>
                  </a:ext>
                </a:extLst>
              </p:cNvPr>
              <p:cNvSpPr>
                <a:spLocks noChangeAspect="1" noEditPoints="1"/>
              </p:cNvSpPr>
              <p:nvPr/>
            </p:nvSpPr>
            <p:spPr bwMode="auto">
              <a:xfrm>
                <a:off x="390439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defTabSz="1219170"/>
                <a:endParaRPr lang="en-GB" sz="2000">
                  <a:solidFill>
                    <a:srgbClr val="62B5E5">
                      <a:lumMod val="20000"/>
                      <a:lumOff val="80000"/>
                    </a:srgbClr>
                  </a:solidFill>
                  <a:latin typeface="Arial" panose="020B0604020202020204" pitchFamily="34" charset="0"/>
                  <a:cs typeface="Arial" panose="020B0604020202020204" pitchFamily="34" charset="0"/>
                </a:endParaRPr>
              </a:p>
            </p:txBody>
          </p:sp>
          <p:sp>
            <p:nvSpPr>
              <p:cNvPr id="353" name="Freeform 765">
                <a:extLst>
                  <a:ext uri="{FF2B5EF4-FFF2-40B4-BE49-F238E27FC236}">
                    <a16:creationId xmlns:a16="http://schemas.microsoft.com/office/drawing/2014/main" id="{92B8461D-E420-0A6C-A2AF-E8887BCFEF4D}"/>
                  </a:ext>
                </a:extLst>
              </p:cNvPr>
              <p:cNvSpPr>
                <a:spLocks noChangeAspect="1" noEditPoints="1"/>
              </p:cNvSpPr>
              <p:nvPr/>
            </p:nvSpPr>
            <p:spPr bwMode="auto">
              <a:xfrm>
                <a:off x="4159602"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defTabSz="1219170"/>
                <a:endParaRPr lang="en-GB" sz="2000">
                  <a:solidFill>
                    <a:srgbClr val="62B5E5">
                      <a:lumMod val="20000"/>
                      <a:lumOff val="80000"/>
                    </a:srgbClr>
                  </a:solidFill>
                  <a:latin typeface="Arial" panose="020B0604020202020204" pitchFamily="34" charset="0"/>
                  <a:cs typeface="Arial" panose="020B0604020202020204" pitchFamily="34" charset="0"/>
                </a:endParaRPr>
              </a:p>
            </p:txBody>
          </p:sp>
          <p:sp>
            <p:nvSpPr>
              <p:cNvPr id="354" name="Freeform 765">
                <a:extLst>
                  <a:ext uri="{FF2B5EF4-FFF2-40B4-BE49-F238E27FC236}">
                    <a16:creationId xmlns:a16="http://schemas.microsoft.com/office/drawing/2014/main" id="{B7B9028A-7B65-A60B-014C-15C00EDF2B35}"/>
                  </a:ext>
                </a:extLst>
              </p:cNvPr>
              <p:cNvSpPr>
                <a:spLocks noChangeAspect="1" noEditPoints="1"/>
              </p:cNvSpPr>
              <p:nvPr/>
            </p:nvSpPr>
            <p:spPr bwMode="auto">
              <a:xfrm>
                <a:off x="4414809"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defTabSz="1219170"/>
                <a:endParaRPr lang="en-GB" sz="2000">
                  <a:solidFill>
                    <a:srgbClr val="62B5E5">
                      <a:lumMod val="20000"/>
                      <a:lumOff val="80000"/>
                    </a:srgbClr>
                  </a:solidFill>
                  <a:latin typeface="Arial" panose="020B0604020202020204" pitchFamily="34" charset="0"/>
                  <a:cs typeface="Arial" panose="020B0604020202020204" pitchFamily="34" charset="0"/>
                </a:endParaRPr>
              </a:p>
            </p:txBody>
          </p:sp>
          <p:sp>
            <p:nvSpPr>
              <p:cNvPr id="355" name="Freeform 765">
                <a:extLst>
                  <a:ext uri="{FF2B5EF4-FFF2-40B4-BE49-F238E27FC236}">
                    <a16:creationId xmlns:a16="http://schemas.microsoft.com/office/drawing/2014/main" id="{53021940-0504-5BD9-1162-FB50B2F0050D}"/>
                  </a:ext>
                </a:extLst>
              </p:cNvPr>
              <p:cNvSpPr>
                <a:spLocks noChangeAspect="1" noEditPoints="1"/>
              </p:cNvSpPr>
              <p:nvPr/>
            </p:nvSpPr>
            <p:spPr bwMode="auto">
              <a:xfrm>
                <a:off x="467001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defTabSz="1219170"/>
                <a:endParaRPr lang="en-GB" sz="2000">
                  <a:solidFill>
                    <a:srgbClr val="62B5E5">
                      <a:lumMod val="20000"/>
                      <a:lumOff val="80000"/>
                    </a:srgbClr>
                  </a:solidFill>
                  <a:latin typeface="Arial" panose="020B0604020202020204" pitchFamily="34" charset="0"/>
                  <a:cs typeface="Arial" panose="020B0604020202020204" pitchFamily="34" charset="0"/>
                </a:endParaRPr>
              </a:p>
            </p:txBody>
          </p:sp>
          <p:sp>
            <p:nvSpPr>
              <p:cNvPr id="356" name="Freeform 765">
                <a:extLst>
                  <a:ext uri="{FF2B5EF4-FFF2-40B4-BE49-F238E27FC236}">
                    <a16:creationId xmlns:a16="http://schemas.microsoft.com/office/drawing/2014/main" id="{2398BFEF-B883-61E3-76DB-CC55BCFA2E70}"/>
                  </a:ext>
                </a:extLst>
              </p:cNvPr>
              <p:cNvSpPr>
                <a:spLocks noChangeAspect="1" noEditPoints="1"/>
              </p:cNvSpPr>
              <p:nvPr/>
            </p:nvSpPr>
            <p:spPr bwMode="auto">
              <a:xfrm>
                <a:off x="4925221"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defTabSz="1219170"/>
                <a:endParaRPr lang="en-GB" sz="2000">
                  <a:solidFill>
                    <a:srgbClr val="62B5E5">
                      <a:lumMod val="20000"/>
                      <a:lumOff val="80000"/>
                    </a:srgbClr>
                  </a:solidFill>
                  <a:latin typeface="Arial" panose="020B0604020202020204" pitchFamily="34" charset="0"/>
                  <a:cs typeface="Arial" panose="020B0604020202020204" pitchFamily="34" charset="0"/>
                </a:endParaRPr>
              </a:p>
            </p:txBody>
          </p:sp>
          <p:sp>
            <p:nvSpPr>
              <p:cNvPr id="357" name="Freeform 765">
                <a:extLst>
                  <a:ext uri="{FF2B5EF4-FFF2-40B4-BE49-F238E27FC236}">
                    <a16:creationId xmlns:a16="http://schemas.microsoft.com/office/drawing/2014/main" id="{8BEF8E2D-FAD3-A639-2591-397530F04D87}"/>
                  </a:ext>
                </a:extLst>
              </p:cNvPr>
              <p:cNvSpPr>
                <a:spLocks noChangeAspect="1" noEditPoints="1"/>
              </p:cNvSpPr>
              <p:nvPr/>
            </p:nvSpPr>
            <p:spPr bwMode="auto">
              <a:xfrm>
                <a:off x="5180427"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defTabSz="1219170"/>
                <a:endParaRPr lang="en-GB" sz="2000">
                  <a:solidFill>
                    <a:srgbClr val="62B5E5">
                      <a:lumMod val="20000"/>
                      <a:lumOff val="80000"/>
                    </a:srgbClr>
                  </a:solidFill>
                  <a:latin typeface="Arial" panose="020B0604020202020204" pitchFamily="34" charset="0"/>
                  <a:cs typeface="Arial" panose="020B0604020202020204" pitchFamily="34" charset="0"/>
                </a:endParaRPr>
              </a:p>
            </p:txBody>
          </p:sp>
          <p:sp>
            <p:nvSpPr>
              <p:cNvPr id="358" name="Freeform 765">
                <a:extLst>
                  <a:ext uri="{FF2B5EF4-FFF2-40B4-BE49-F238E27FC236}">
                    <a16:creationId xmlns:a16="http://schemas.microsoft.com/office/drawing/2014/main" id="{3B76090B-4A9F-3874-FF7E-757B65B41A8B}"/>
                  </a:ext>
                </a:extLst>
              </p:cNvPr>
              <p:cNvSpPr>
                <a:spLocks noChangeAspect="1" noEditPoints="1"/>
              </p:cNvSpPr>
              <p:nvPr/>
            </p:nvSpPr>
            <p:spPr bwMode="auto">
              <a:xfrm>
                <a:off x="5435633"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defTabSz="1219170"/>
                <a:endParaRPr lang="en-GB" sz="2000">
                  <a:solidFill>
                    <a:srgbClr val="62B5E5">
                      <a:lumMod val="20000"/>
                      <a:lumOff val="80000"/>
                    </a:srgbClr>
                  </a:solidFill>
                  <a:latin typeface="Arial" panose="020B0604020202020204" pitchFamily="34" charset="0"/>
                  <a:cs typeface="Arial" panose="020B0604020202020204" pitchFamily="34" charset="0"/>
                </a:endParaRPr>
              </a:p>
            </p:txBody>
          </p:sp>
          <p:sp>
            <p:nvSpPr>
              <p:cNvPr id="359" name="Freeform 765">
                <a:extLst>
                  <a:ext uri="{FF2B5EF4-FFF2-40B4-BE49-F238E27FC236}">
                    <a16:creationId xmlns:a16="http://schemas.microsoft.com/office/drawing/2014/main" id="{F8B7476A-F538-4DF4-689C-404F3E56ECC5}"/>
                  </a:ext>
                </a:extLst>
              </p:cNvPr>
              <p:cNvSpPr>
                <a:spLocks noChangeAspect="1" noEditPoints="1"/>
              </p:cNvSpPr>
              <p:nvPr/>
            </p:nvSpPr>
            <p:spPr bwMode="auto">
              <a:xfrm>
                <a:off x="5690840"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defTabSz="1219170"/>
                <a:endParaRPr lang="en-GB" sz="2000">
                  <a:solidFill>
                    <a:srgbClr val="62B5E5">
                      <a:lumMod val="20000"/>
                      <a:lumOff val="80000"/>
                    </a:srgbClr>
                  </a:solidFill>
                  <a:latin typeface="Arial" panose="020B0604020202020204" pitchFamily="34" charset="0"/>
                  <a:cs typeface="Arial" panose="020B0604020202020204" pitchFamily="34" charset="0"/>
                </a:endParaRPr>
              </a:p>
            </p:txBody>
          </p:sp>
        </p:grpSp>
        <p:grpSp>
          <p:nvGrpSpPr>
            <p:cNvPr id="301" name="Group 300">
              <a:extLst>
                <a:ext uri="{FF2B5EF4-FFF2-40B4-BE49-F238E27FC236}">
                  <a16:creationId xmlns:a16="http://schemas.microsoft.com/office/drawing/2014/main" id="{727B8CDC-2068-BECC-3981-AC8F4A2267E2}"/>
                </a:ext>
              </a:extLst>
            </p:cNvPr>
            <p:cNvGrpSpPr/>
            <p:nvPr/>
          </p:nvGrpSpPr>
          <p:grpSpPr>
            <a:xfrm>
              <a:off x="3321642" y="2386706"/>
              <a:ext cx="2262542" cy="220890"/>
              <a:chOff x="3649188" y="1858074"/>
              <a:chExt cx="2262542" cy="220890"/>
            </a:xfrm>
            <a:grpFill/>
          </p:grpSpPr>
          <p:sp>
            <p:nvSpPr>
              <p:cNvPr id="342" name="Freeform 765">
                <a:extLst>
                  <a:ext uri="{FF2B5EF4-FFF2-40B4-BE49-F238E27FC236}">
                    <a16:creationId xmlns:a16="http://schemas.microsoft.com/office/drawing/2014/main" id="{0B35FC5C-49B8-31EC-A740-FE9FE47D912A}"/>
                  </a:ext>
                </a:extLst>
              </p:cNvPr>
              <p:cNvSpPr>
                <a:spLocks noChangeAspect="1" noEditPoints="1"/>
              </p:cNvSpPr>
              <p:nvPr/>
            </p:nvSpPr>
            <p:spPr bwMode="auto">
              <a:xfrm>
                <a:off x="3649188"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defTabSz="1219170"/>
                <a:endParaRPr lang="en-GB" sz="2000">
                  <a:solidFill>
                    <a:srgbClr val="62B5E5">
                      <a:lumMod val="20000"/>
                      <a:lumOff val="80000"/>
                    </a:srgbClr>
                  </a:solidFill>
                  <a:latin typeface="Arial" panose="020B0604020202020204" pitchFamily="34" charset="0"/>
                  <a:cs typeface="Arial" panose="020B0604020202020204" pitchFamily="34" charset="0"/>
                </a:endParaRPr>
              </a:p>
            </p:txBody>
          </p:sp>
          <p:sp>
            <p:nvSpPr>
              <p:cNvPr id="343" name="Freeform 765">
                <a:extLst>
                  <a:ext uri="{FF2B5EF4-FFF2-40B4-BE49-F238E27FC236}">
                    <a16:creationId xmlns:a16="http://schemas.microsoft.com/office/drawing/2014/main" id="{9FB5675C-9591-E72C-D0AB-372071D15AB2}"/>
                  </a:ext>
                </a:extLst>
              </p:cNvPr>
              <p:cNvSpPr>
                <a:spLocks noChangeAspect="1" noEditPoints="1"/>
              </p:cNvSpPr>
              <p:nvPr/>
            </p:nvSpPr>
            <p:spPr bwMode="auto">
              <a:xfrm>
                <a:off x="390439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defTabSz="1219170"/>
                <a:endParaRPr lang="en-GB" sz="2000">
                  <a:solidFill>
                    <a:srgbClr val="62B5E5">
                      <a:lumMod val="20000"/>
                      <a:lumOff val="80000"/>
                    </a:srgbClr>
                  </a:solidFill>
                  <a:latin typeface="Arial" panose="020B0604020202020204" pitchFamily="34" charset="0"/>
                  <a:cs typeface="Arial" panose="020B0604020202020204" pitchFamily="34" charset="0"/>
                </a:endParaRPr>
              </a:p>
            </p:txBody>
          </p:sp>
          <p:sp>
            <p:nvSpPr>
              <p:cNvPr id="344" name="Freeform 765">
                <a:extLst>
                  <a:ext uri="{FF2B5EF4-FFF2-40B4-BE49-F238E27FC236}">
                    <a16:creationId xmlns:a16="http://schemas.microsoft.com/office/drawing/2014/main" id="{63171983-9F03-48EA-70C7-1E38DCE57856}"/>
                  </a:ext>
                </a:extLst>
              </p:cNvPr>
              <p:cNvSpPr>
                <a:spLocks noChangeAspect="1" noEditPoints="1"/>
              </p:cNvSpPr>
              <p:nvPr/>
            </p:nvSpPr>
            <p:spPr bwMode="auto">
              <a:xfrm>
                <a:off x="4159602"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defTabSz="1219170"/>
                <a:endParaRPr lang="en-GB" sz="2000">
                  <a:solidFill>
                    <a:srgbClr val="62B5E5">
                      <a:lumMod val="20000"/>
                      <a:lumOff val="80000"/>
                    </a:srgbClr>
                  </a:solidFill>
                  <a:latin typeface="Arial" panose="020B0604020202020204" pitchFamily="34" charset="0"/>
                  <a:cs typeface="Arial" panose="020B0604020202020204" pitchFamily="34" charset="0"/>
                </a:endParaRPr>
              </a:p>
            </p:txBody>
          </p:sp>
          <p:sp>
            <p:nvSpPr>
              <p:cNvPr id="345" name="Freeform 765">
                <a:extLst>
                  <a:ext uri="{FF2B5EF4-FFF2-40B4-BE49-F238E27FC236}">
                    <a16:creationId xmlns:a16="http://schemas.microsoft.com/office/drawing/2014/main" id="{855BAE65-AACB-A42E-732C-CD9A0BF41704}"/>
                  </a:ext>
                </a:extLst>
              </p:cNvPr>
              <p:cNvSpPr>
                <a:spLocks noChangeAspect="1" noEditPoints="1"/>
              </p:cNvSpPr>
              <p:nvPr/>
            </p:nvSpPr>
            <p:spPr bwMode="auto">
              <a:xfrm>
                <a:off x="4414809"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defTabSz="1219170"/>
                <a:endParaRPr lang="en-GB" sz="2000">
                  <a:solidFill>
                    <a:srgbClr val="62B5E5">
                      <a:lumMod val="20000"/>
                      <a:lumOff val="80000"/>
                    </a:srgbClr>
                  </a:solidFill>
                  <a:latin typeface="Arial" panose="020B0604020202020204" pitchFamily="34" charset="0"/>
                  <a:cs typeface="Arial" panose="020B0604020202020204" pitchFamily="34" charset="0"/>
                </a:endParaRPr>
              </a:p>
            </p:txBody>
          </p:sp>
          <p:sp>
            <p:nvSpPr>
              <p:cNvPr id="346" name="Freeform 765">
                <a:extLst>
                  <a:ext uri="{FF2B5EF4-FFF2-40B4-BE49-F238E27FC236}">
                    <a16:creationId xmlns:a16="http://schemas.microsoft.com/office/drawing/2014/main" id="{3051866A-F17F-37A7-2733-32556663C0E8}"/>
                  </a:ext>
                </a:extLst>
              </p:cNvPr>
              <p:cNvSpPr>
                <a:spLocks noChangeAspect="1" noEditPoints="1"/>
              </p:cNvSpPr>
              <p:nvPr/>
            </p:nvSpPr>
            <p:spPr bwMode="auto">
              <a:xfrm>
                <a:off x="467001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defTabSz="1219170"/>
                <a:endParaRPr lang="en-GB" sz="2000">
                  <a:solidFill>
                    <a:srgbClr val="62B5E5">
                      <a:lumMod val="20000"/>
                      <a:lumOff val="80000"/>
                    </a:srgbClr>
                  </a:solidFill>
                  <a:latin typeface="Arial" panose="020B0604020202020204" pitchFamily="34" charset="0"/>
                  <a:cs typeface="Arial" panose="020B0604020202020204" pitchFamily="34" charset="0"/>
                </a:endParaRPr>
              </a:p>
            </p:txBody>
          </p:sp>
          <p:sp>
            <p:nvSpPr>
              <p:cNvPr id="347" name="Freeform 765">
                <a:extLst>
                  <a:ext uri="{FF2B5EF4-FFF2-40B4-BE49-F238E27FC236}">
                    <a16:creationId xmlns:a16="http://schemas.microsoft.com/office/drawing/2014/main" id="{A84A1195-1440-0B69-14CC-0DEC07FDE485}"/>
                  </a:ext>
                </a:extLst>
              </p:cNvPr>
              <p:cNvSpPr>
                <a:spLocks noChangeAspect="1" noEditPoints="1"/>
              </p:cNvSpPr>
              <p:nvPr/>
            </p:nvSpPr>
            <p:spPr bwMode="auto">
              <a:xfrm>
                <a:off x="4925221"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defTabSz="1219170"/>
                <a:endParaRPr lang="en-GB" sz="2000">
                  <a:solidFill>
                    <a:srgbClr val="62B5E5">
                      <a:lumMod val="20000"/>
                      <a:lumOff val="80000"/>
                    </a:srgbClr>
                  </a:solidFill>
                  <a:latin typeface="Arial" panose="020B0604020202020204" pitchFamily="34" charset="0"/>
                  <a:cs typeface="Arial" panose="020B0604020202020204" pitchFamily="34" charset="0"/>
                </a:endParaRPr>
              </a:p>
            </p:txBody>
          </p:sp>
          <p:sp>
            <p:nvSpPr>
              <p:cNvPr id="348" name="Freeform 765">
                <a:extLst>
                  <a:ext uri="{FF2B5EF4-FFF2-40B4-BE49-F238E27FC236}">
                    <a16:creationId xmlns:a16="http://schemas.microsoft.com/office/drawing/2014/main" id="{44519618-2C42-E3BF-B15B-96268D3AC2B5}"/>
                  </a:ext>
                </a:extLst>
              </p:cNvPr>
              <p:cNvSpPr>
                <a:spLocks noChangeAspect="1" noEditPoints="1"/>
              </p:cNvSpPr>
              <p:nvPr/>
            </p:nvSpPr>
            <p:spPr bwMode="auto">
              <a:xfrm>
                <a:off x="5180427"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defTabSz="1219170"/>
                <a:endParaRPr lang="en-GB" sz="2000">
                  <a:solidFill>
                    <a:srgbClr val="62B5E5">
                      <a:lumMod val="20000"/>
                      <a:lumOff val="80000"/>
                    </a:srgbClr>
                  </a:solidFill>
                  <a:latin typeface="Arial" panose="020B0604020202020204" pitchFamily="34" charset="0"/>
                  <a:cs typeface="Arial" panose="020B0604020202020204" pitchFamily="34" charset="0"/>
                </a:endParaRPr>
              </a:p>
            </p:txBody>
          </p:sp>
          <p:sp>
            <p:nvSpPr>
              <p:cNvPr id="349" name="Freeform 765">
                <a:extLst>
                  <a:ext uri="{FF2B5EF4-FFF2-40B4-BE49-F238E27FC236}">
                    <a16:creationId xmlns:a16="http://schemas.microsoft.com/office/drawing/2014/main" id="{6C5BE870-E2B3-4535-0ADF-832A6EE69898}"/>
                  </a:ext>
                </a:extLst>
              </p:cNvPr>
              <p:cNvSpPr>
                <a:spLocks noChangeAspect="1" noEditPoints="1"/>
              </p:cNvSpPr>
              <p:nvPr/>
            </p:nvSpPr>
            <p:spPr bwMode="auto">
              <a:xfrm>
                <a:off x="5435633"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defTabSz="1219170"/>
                <a:endParaRPr lang="en-GB" sz="2000">
                  <a:solidFill>
                    <a:srgbClr val="62B5E5">
                      <a:lumMod val="20000"/>
                      <a:lumOff val="80000"/>
                    </a:srgbClr>
                  </a:solidFill>
                  <a:latin typeface="Arial" panose="020B0604020202020204" pitchFamily="34" charset="0"/>
                  <a:cs typeface="Arial" panose="020B0604020202020204" pitchFamily="34" charset="0"/>
                </a:endParaRPr>
              </a:p>
            </p:txBody>
          </p:sp>
          <p:sp>
            <p:nvSpPr>
              <p:cNvPr id="350" name="Freeform 765">
                <a:extLst>
                  <a:ext uri="{FF2B5EF4-FFF2-40B4-BE49-F238E27FC236}">
                    <a16:creationId xmlns:a16="http://schemas.microsoft.com/office/drawing/2014/main" id="{1F6854B7-E0A2-2A52-078E-50FD22FA9B3B}"/>
                  </a:ext>
                </a:extLst>
              </p:cNvPr>
              <p:cNvSpPr>
                <a:spLocks noChangeAspect="1" noEditPoints="1"/>
              </p:cNvSpPr>
              <p:nvPr/>
            </p:nvSpPr>
            <p:spPr bwMode="auto">
              <a:xfrm>
                <a:off x="5690840"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defTabSz="1219170"/>
                <a:endParaRPr lang="en-GB" sz="2000">
                  <a:solidFill>
                    <a:srgbClr val="62B5E5">
                      <a:lumMod val="20000"/>
                      <a:lumOff val="80000"/>
                    </a:srgbClr>
                  </a:solidFill>
                  <a:latin typeface="Arial" panose="020B0604020202020204" pitchFamily="34" charset="0"/>
                  <a:cs typeface="Arial" panose="020B0604020202020204" pitchFamily="34" charset="0"/>
                </a:endParaRPr>
              </a:p>
            </p:txBody>
          </p:sp>
        </p:grpSp>
        <p:grpSp>
          <p:nvGrpSpPr>
            <p:cNvPr id="302" name="Group 301">
              <a:extLst>
                <a:ext uri="{FF2B5EF4-FFF2-40B4-BE49-F238E27FC236}">
                  <a16:creationId xmlns:a16="http://schemas.microsoft.com/office/drawing/2014/main" id="{21C9000C-D173-E08E-390D-3AEBA6229FB5}"/>
                </a:ext>
              </a:extLst>
            </p:cNvPr>
            <p:cNvGrpSpPr/>
            <p:nvPr/>
          </p:nvGrpSpPr>
          <p:grpSpPr>
            <a:xfrm>
              <a:off x="3321642" y="2665803"/>
              <a:ext cx="2262542" cy="220890"/>
              <a:chOff x="3649188" y="1858074"/>
              <a:chExt cx="2262542" cy="220890"/>
            </a:xfrm>
            <a:grpFill/>
          </p:grpSpPr>
          <p:sp>
            <p:nvSpPr>
              <p:cNvPr id="333" name="Freeform 765">
                <a:extLst>
                  <a:ext uri="{FF2B5EF4-FFF2-40B4-BE49-F238E27FC236}">
                    <a16:creationId xmlns:a16="http://schemas.microsoft.com/office/drawing/2014/main" id="{8DD0CA59-E4BA-4B2A-0BB2-70E008E71D85}"/>
                  </a:ext>
                </a:extLst>
              </p:cNvPr>
              <p:cNvSpPr>
                <a:spLocks noChangeAspect="1" noEditPoints="1"/>
              </p:cNvSpPr>
              <p:nvPr/>
            </p:nvSpPr>
            <p:spPr bwMode="auto">
              <a:xfrm>
                <a:off x="3649188"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defTabSz="1219170"/>
                <a:endParaRPr lang="en-GB" sz="2000">
                  <a:solidFill>
                    <a:srgbClr val="62B5E5">
                      <a:lumMod val="20000"/>
                      <a:lumOff val="80000"/>
                    </a:srgbClr>
                  </a:solidFill>
                  <a:latin typeface="Arial" panose="020B0604020202020204" pitchFamily="34" charset="0"/>
                  <a:cs typeface="Arial" panose="020B0604020202020204" pitchFamily="34" charset="0"/>
                </a:endParaRPr>
              </a:p>
            </p:txBody>
          </p:sp>
          <p:sp>
            <p:nvSpPr>
              <p:cNvPr id="334" name="Freeform 765">
                <a:extLst>
                  <a:ext uri="{FF2B5EF4-FFF2-40B4-BE49-F238E27FC236}">
                    <a16:creationId xmlns:a16="http://schemas.microsoft.com/office/drawing/2014/main" id="{51124558-54D5-AD37-E819-1F93A5808499}"/>
                  </a:ext>
                </a:extLst>
              </p:cNvPr>
              <p:cNvSpPr>
                <a:spLocks noChangeAspect="1" noEditPoints="1"/>
              </p:cNvSpPr>
              <p:nvPr/>
            </p:nvSpPr>
            <p:spPr bwMode="auto">
              <a:xfrm>
                <a:off x="390439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defTabSz="1219170"/>
                <a:endParaRPr lang="en-GB" sz="2000">
                  <a:solidFill>
                    <a:srgbClr val="62B5E5">
                      <a:lumMod val="20000"/>
                      <a:lumOff val="80000"/>
                    </a:srgbClr>
                  </a:solidFill>
                  <a:latin typeface="Arial" panose="020B0604020202020204" pitchFamily="34" charset="0"/>
                  <a:cs typeface="Arial" panose="020B0604020202020204" pitchFamily="34" charset="0"/>
                </a:endParaRPr>
              </a:p>
            </p:txBody>
          </p:sp>
          <p:sp>
            <p:nvSpPr>
              <p:cNvPr id="335" name="Freeform 765">
                <a:extLst>
                  <a:ext uri="{FF2B5EF4-FFF2-40B4-BE49-F238E27FC236}">
                    <a16:creationId xmlns:a16="http://schemas.microsoft.com/office/drawing/2014/main" id="{13CF3BF3-3645-D1FE-39EC-F2F611A4C229}"/>
                  </a:ext>
                </a:extLst>
              </p:cNvPr>
              <p:cNvSpPr>
                <a:spLocks noChangeAspect="1" noEditPoints="1"/>
              </p:cNvSpPr>
              <p:nvPr/>
            </p:nvSpPr>
            <p:spPr bwMode="auto">
              <a:xfrm>
                <a:off x="4159602"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defTabSz="1219170"/>
                <a:endParaRPr lang="en-GB" sz="2000">
                  <a:solidFill>
                    <a:srgbClr val="62B5E5">
                      <a:lumMod val="20000"/>
                      <a:lumOff val="80000"/>
                    </a:srgbClr>
                  </a:solidFill>
                  <a:latin typeface="Arial" panose="020B0604020202020204" pitchFamily="34" charset="0"/>
                  <a:cs typeface="Arial" panose="020B0604020202020204" pitchFamily="34" charset="0"/>
                </a:endParaRPr>
              </a:p>
            </p:txBody>
          </p:sp>
          <p:sp>
            <p:nvSpPr>
              <p:cNvPr id="336" name="Freeform 765">
                <a:extLst>
                  <a:ext uri="{FF2B5EF4-FFF2-40B4-BE49-F238E27FC236}">
                    <a16:creationId xmlns:a16="http://schemas.microsoft.com/office/drawing/2014/main" id="{7F50DE11-38A5-048A-8A87-2833A8035DA8}"/>
                  </a:ext>
                </a:extLst>
              </p:cNvPr>
              <p:cNvSpPr>
                <a:spLocks noChangeAspect="1" noEditPoints="1"/>
              </p:cNvSpPr>
              <p:nvPr/>
            </p:nvSpPr>
            <p:spPr bwMode="auto">
              <a:xfrm>
                <a:off x="4414809"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defTabSz="1219170"/>
                <a:endParaRPr lang="en-GB" sz="2000">
                  <a:solidFill>
                    <a:srgbClr val="62B5E5">
                      <a:lumMod val="20000"/>
                      <a:lumOff val="80000"/>
                    </a:srgbClr>
                  </a:solidFill>
                  <a:latin typeface="Arial" panose="020B0604020202020204" pitchFamily="34" charset="0"/>
                  <a:cs typeface="Arial" panose="020B0604020202020204" pitchFamily="34" charset="0"/>
                </a:endParaRPr>
              </a:p>
            </p:txBody>
          </p:sp>
          <p:sp>
            <p:nvSpPr>
              <p:cNvPr id="337" name="Freeform 765">
                <a:extLst>
                  <a:ext uri="{FF2B5EF4-FFF2-40B4-BE49-F238E27FC236}">
                    <a16:creationId xmlns:a16="http://schemas.microsoft.com/office/drawing/2014/main" id="{FF13397C-C0AE-3A4D-DEDD-D80EA282022D}"/>
                  </a:ext>
                </a:extLst>
              </p:cNvPr>
              <p:cNvSpPr>
                <a:spLocks noChangeAspect="1" noEditPoints="1"/>
              </p:cNvSpPr>
              <p:nvPr/>
            </p:nvSpPr>
            <p:spPr bwMode="auto">
              <a:xfrm>
                <a:off x="467001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defTabSz="1219170"/>
                <a:endParaRPr lang="en-GB" sz="2000">
                  <a:solidFill>
                    <a:srgbClr val="62B5E5">
                      <a:lumMod val="20000"/>
                      <a:lumOff val="80000"/>
                    </a:srgbClr>
                  </a:solidFill>
                  <a:latin typeface="Arial" panose="020B0604020202020204" pitchFamily="34" charset="0"/>
                  <a:cs typeface="Arial" panose="020B0604020202020204" pitchFamily="34" charset="0"/>
                </a:endParaRPr>
              </a:p>
            </p:txBody>
          </p:sp>
          <p:sp>
            <p:nvSpPr>
              <p:cNvPr id="338" name="Freeform 765">
                <a:extLst>
                  <a:ext uri="{FF2B5EF4-FFF2-40B4-BE49-F238E27FC236}">
                    <a16:creationId xmlns:a16="http://schemas.microsoft.com/office/drawing/2014/main" id="{00DD7F33-5C60-52D1-2ADB-8E763C78EF7F}"/>
                  </a:ext>
                </a:extLst>
              </p:cNvPr>
              <p:cNvSpPr>
                <a:spLocks noChangeAspect="1" noEditPoints="1"/>
              </p:cNvSpPr>
              <p:nvPr/>
            </p:nvSpPr>
            <p:spPr bwMode="auto">
              <a:xfrm>
                <a:off x="4925221"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defTabSz="1219170"/>
                <a:endParaRPr lang="en-GB" sz="2000">
                  <a:solidFill>
                    <a:srgbClr val="62B5E5">
                      <a:lumMod val="20000"/>
                      <a:lumOff val="80000"/>
                    </a:srgbClr>
                  </a:solidFill>
                  <a:latin typeface="Arial" panose="020B0604020202020204" pitchFamily="34" charset="0"/>
                  <a:cs typeface="Arial" panose="020B0604020202020204" pitchFamily="34" charset="0"/>
                </a:endParaRPr>
              </a:p>
            </p:txBody>
          </p:sp>
          <p:sp>
            <p:nvSpPr>
              <p:cNvPr id="339" name="Freeform 765">
                <a:extLst>
                  <a:ext uri="{FF2B5EF4-FFF2-40B4-BE49-F238E27FC236}">
                    <a16:creationId xmlns:a16="http://schemas.microsoft.com/office/drawing/2014/main" id="{623E9D35-FB2B-3B95-F7CB-70298C572FF4}"/>
                  </a:ext>
                </a:extLst>
              </p:cNvPr>
              <p:cNvSpPr>
                <a:spLocks noChangeAspect="1" noEditPoints="1"/>
              </p:cNvSpPr>
              <p:nvPr/>
            </p:nvSpPr>
            <p:spPr bwMode="auto">
              <a:xfrm>
                <a:off x="5180427"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defTabSz="1219170"/>
                <a:endParaRPr lang="en-GB" sz="2000">
                  <a:solidFill>
                    <a:srgbClr val="62B5E5">
                      <a:lumMod val="20000"/>
                      <a:lumOff val="80000"/>
                    </a:srgbClr>
                  </a:solidFill>
                  <a:latin typeface="Arial" panose="020B0604020202020204" pitchFamily="34" charset="0"/>
                  <a:cs typeface="Arial" panose="020B0604020202020204" pitchFamily="34" charset="0"/>
                </a:endParaRPr>
              </a:p>
            </p:txBody>
          </p:sp>
          <p:sp>
            <p:nvSpPr>
              <p:cNvPr id="340" name="Freeform 765">
                <a:extLst>
                  <a:ext uri="{FF2B5EF4-FFF2-40B4-BE49-F238E27FC236}">
                    <a16:creationId xmlns:a16="http://schemas.microsoft.com/office/drawing/2014/main" id="{D9FE7B49-61FC-3570-EF9F-17B4137622A3}"/>
                  </a:ext>
                </a:extLst>
              </p:cNvPr>
              <p:cNvSpPr>
                <a:spLocks noChangeAspect="1" noEditPoints="1"/>
              </p:cNvSpPr>
              <p:nvPr/>
            </p:nvSpPr>
            <p:spPr bwMode="auto">
              <a:xfrm>
                <a:off x="5435633"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defTabSz="1219170"/>
                <a:endParaRPr lang="en-GB" sz="2000">
                  <a:solidFill>
                    <a:srgbClr val="62B5E5">
                      <a:lumMod val="20000"/>
                      <a:lumOff val="80000"/>
                    </a:srgbClr>
                  </a:solidFill>
                  <a:latin typeface="Arial" panose="020B0604020202020204" pitchFamily="34" charset="0"/>
                  <a:cs typeface="Arial" panose="020B0604020202020204" pitchFamily="34" charset="0"/>
                </a:endParaRPr>
              </a:p>
            </p:txBody>
          </p:sp>
          <p:sp>
            <p:nvSpPr>
              <p:cNvPr id="341" name="Freeform 765">
                <a:extLst>
                  <a:ext uri="{FF2B5EF4-FFF2-40B4-BE49-F238E27FC236}">
                    <a16:creationId xmlns:a16="http://schemas.microsoft.com/office/drawing/2014/main" id="{725AEA63-8C34-3A50-E12F-69FCE1FE03B8}"/>
                  </a:ext>
                </a:extLst>
              </p:cNvPr>
              <p:cNvSpPr>
                <a:spLocks noChangeAspect="1" noEditPoints="1"/>
              </p:cNvSpPr>
              <p:nvPr/>
            </p:nvSpPr>
            <p:spPr bwMode="auto">
              <a:xfrm>
                <a:off x="5690840"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defTabSz="1219170"/>
                <a:endParaRPr lang="en-GB" sz="2000">
                  <a:solidFill>
                    <a:srgbClr val="62B5E5">
                      <a:lumMod val="20000"/>
                      <a:lumOff val="80000"/>
                    </a:srgbClr>
                  </a:solidFill>
                  <a:latin typeface="Arial" panose="020B0604020202020204" pitchFamily="34" charset="0"/>
                  <a:cs typeface="Arial" panose="020B0604020202020204" pitchFamily="34" charset="0"/>
                </a:endParaRPr>
              </a:p>
            </p:txBody>
          </p:sp>
        </p:grpSp>
        <p:grpSp>
          <p:nvGrpSpPr>
            <p:cNvPr id="303" name="Group 302">
              <a:extLst>
                <a:ext uri="{FF2B5EF4-FFF2-40B4-BE49-F238E27FC236}">
                  <a16:creationId xmlns:a16="http://schemas.microsoft.com/office/drawing/2014/main" id="{7AD8324A-FF82-0097-FE47-1A464E83A042}"/>
                </a:ext>
              </a:extLst>
            </p:cNvPr>
            <p:cNvGrpSpPr/>
            <p:nvPr/>
          </p:nvGrpSpPr>
          <p:grpSpPr>
            <a:xfrm>
              <a:off x="3321642" y="2913034"/>
              <a:ext cx="2262542" cy="220890"/>
              <a:chOff x="3649188" y="1858074"/>
              <a:chExt cx="2262542" cy="220890"/>
            </a:xfrm>
            <a:grpFill/>
          </p:grpSpPr>
          <p:sp>
            <p:nvSpPr>
              <p:cNvPr id="324" name="Freeform 765">
                <a:extLst>
                  <a:ext uri="{FF2B5EF4-FFF2-40B4-BE49-F238E27FC236}">
                    <a16:creationId xmlns:a16="http://schemas.microsoft.com/office/drawing/2014/main" id="{E8450DCD-1CB2-7B3B-3C98-B5BC9A273A9F}"/>
                  </a:ext>
                </a:extLst>
              </p:cNvPr>
              <p:cNvSpPr>
                <a:spLocks noChangeAspect="1" noEditPoints="1"/>
              </p:cNvSpPr>
              <p:nvPr/>
            </p:nvSpPr>
            <p:spPr bwMode="auto">
              <a:xfrm>
                <a:off x="3649188"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defTabSz="1219170"/>
                <a:endParaRPr lang="en-GB" sz="2000">
                  <a:solidFill>
                    <a:srgbClr val="62B5E5">
                      <a:lumMod val="20000"/>
                      <a:lumOff val="80000"/>
                    </a:srgbClr>
                  </a:solidFill>
                  <a:latin typeface="Arial" panose="020B0604020202020204" pitchFamily="34" charset="0"/>
                  <a:cs typeface="Arial" panose="020B0604020202020204" pitchFamily="34" charset="0"/>
                </a:endParaRPr>
              </a:p>
            </p:txBody>
          </p:sp>
          <p:sp>
            <p:nvSpPr>
              <p:cNvPr id="325" name="Freeform 765">
                <a:extLst>
                  <a:ext uri="{FF2B5EF4-FFF2-40B4-BE49-F238E27FC236}">
                    <a16:creationId xmlns:a16="http://schemas.microsoft.com/office/drawing/2014/main" id="{E29BDCE6-A5A1-AE2C-E1E7-92DBD352617E}"/>
                  </a:ext>
                </a:extLst>
              </p:cNvPr>
              <p:cNvSpPr>
                <a:spLocks noChangeAspect="1" noEditPoints="1"/>
              </p:cNvSpPr>
              <p:nvPr/>
            </p:nvSpPr>
            <p:spPr bwMode="auto">
              <a:xfrm>
                <a:off x="390439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defTabSz="1219170"/>
                <a:endParaRPr lang="en-GB" sz="2000">
                  <a:solidFill>
                    <a:srgbClr val="62B5E5">
                      <a:lumMod val="20000"/>
                      <a:lumOff val="80000"/>
                    </a:srgbClr>
                  </a:solidFill>
                  <a:latin typeface="Arial" panose="020B0604020202020204" pitchFamily="34" charset="0"/>
                  <a:cs typeface="Arial" panose="020B0604020202020204" pitchFamily="34" charset="0"/>
                </a:endParaRPr>
              </a:p>
            </p:txBody>
          </p:sp>
          <p:sp>
            <p:nvSpPr>
              <p:cNvPr id="326" name="Freeform 765">
                <a:extLst>
                  <a:ext uri="{FF2B5EF4-FFF2-40B4-BE49-F238E27FC236}">
                    <a16:creationId xmlns:a16="http://schemas.microsoft.com/office/drawing/2014/main" id="{C1C9E6C6-E7D0-D6B9-CCA6-57E1FC6C2BAC}"/>
                  </a:ext>
                </a:extLst>
              </p:cNvPr>
              <p:cNvSpPr>
                <a:spLocks noChangeAspect="1" noEditPoints="1"/>
              </p:cNvSpPr>
              <p:nvPr/>
            </p:nvSpPr>
            <p:spPr bwMode="auto">
              <a:xfrm>
                <a:off x="4159602"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defTabSz="1219170"/>
                <a:endParaRPr lang="en-GB" sz="2000">
                  <a:solidFill>
                    <a:srgbClr val="62B5E5">
                      <a:lumMod val="20000"/>
                      <a:lumOff val="80000"/>
                    </a:srgbClr>
                  </a:solidFill>
                  <a:latin typeface="Arial" panose="020B0604020202020204" pitchFamily="34" charset="0"/>
                  <a:cs typeface="Arial" panose="020B0604020202020204" pitchFamily="34" charset="0"/>
                </a:endParaRPr>
              </a:p>
            </p:txBody>
          </p:sp>
          <p:sp>
            <p:nvSpPr>
              <p:cNvPr id="327" name="Freeform 765">
                <a:extLst>
                  <a:ext uri="{FF2B5EF4-FFF2-40B4-BE49-F238E27FC236}">
                    <a16:creationId xmlns:a16="http://schemas.microsoft.com/office/drawing/2014/main" id="{CD6EB71B-8956-B83C-BA5C-C723FC72E772}"/>
                  </a:ext>
                </a:extLst>
              </p:cNvPr>
              <p:cNvSpPr>
                <a:spLocks noChangeAspect="1" noEditPoints="1"/>
              </p:cNvSpPr>
              <p:nvPr/>
            </p:nvSpPr>
            <p:spPr bwMode="auto">
              <a:xfrm>
                <a:off x="4414809"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defTabSz="1219170"/>
                <a:endParaRPr lang="en-GB" sz="2000">
                  <a:solidFill>
                    <a:srgbClr val="62B5E5">
                      <a:lumMod val="20000"/>
                      <a:lumOff val="80000"/>
                    </a:srgbClr>
                  </a:solidFill>
                  <a:latin typeface="Arial" panose="020B0604020202020204" pitchFamily="34" charset="0"/>
                  <a:cs typeface="Arial" panose="020B0604020202020204" pitchFamily="34" charset="0"/>
                </a:endParaRPr>
              </a:p>
            </p:txBody>
          </p:sp>
          <p:sp>
            <p:nvSpPr>
              <p:cNvPr id="328" name="Freeform 765">
                <a:extLst>
                  <a:ext uri="{FF2B5EF4-FFF2-40B4-BE49-F238E27FC236}">
                    <a16:creationId xmlns:a16="http://schemas.microsoft.com/office/drawing/2014/main" id="{F8330708-BF4D-CF06-F201-6F6900AAB765}"/>
                  </a:ext>
                </a:extLst>
              </p:cNvPr>
              <p:cNvSpPr>
                <a:spLocks noChangeAspect="1" noEditPoints="1"/>
              </p:cNvSpPr>
              <p:nvPr/>
            </p:nvSpPr>
            <p:spPr bwMode="auto">
              <a:xfrm>
                <a:off x="467001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defTabSz="1219170"/>
                <a:endParaRPr lang="en-GB" sz="2000">
                  <a:solidFill>
                    <a:srgbClr val="62B5E5">
                      <a:lumMod val="20000"/>
                      <a:lumOff val="80000"/>
                    </a:srgbClr>
                  </a:solidFill>
                  <a:latin typeface="Arial" panose="020B0604020202020204" pitchFamily="34" charset="0"/>
                  <a:cs typeface="Arial" panose="020B0604020202020204" pitchFamily="34" charset="0"/>
                </a:endParaRPr>
              </a:p>
            </p:txBody>
          </p:sp>
          <p:sp>
            <p:nvSpPr>
              <p:cNvPr id="329" name="Freeform 765">
                <a:extLst>
                  <a:ext uri="{FF2B5EF4-FFF2-40B4-BE49-F238E27FC236}">
                    <a16:creationId xmlns:a16="http://schemas.microsoft.com/office/drawing/2014/main" id="{F21AFE0C-8203-37F3-DB3A-6BE19751B845}"/>
                  </a:ext>
                </a:extLst>
              </p:cNvPr>
              <p:cNvSpPr>
                <a:spLocks noChangeAspect="1" noEditPoints="1"/>
              </p:cNvSpPr>
              <p:nvPr/>
            </p:nvSpPr>
            <p:spPr bwMode="auto">
              <a:xfrm>
                <a:off x="4925221"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defTabSz="1219170"/>
                <a:endParaRPr lang="en-GB" sz="2000">
                  <a:solidFill>
                    <a:srgbClr val="62B5E5">
                      <a:lumMod val="20000"/>
                      <a:lumOff val="80000"/>
                    </a:srgbClr>
                  </a:solidFill>
                  <a:latin typeface="Arial" panose="020B0604020202020204" pitchFamily="34" charset="0"/>
                  <a:cs typeface="Arial" panose="020B0604020202020204" pitchFamily="34" charset="0"/>
                </a:endParaRPr>
              </a:p>
            </p:txBody>
          </p:sp>
          <p:sp>
            <p:nvSpPr>
              <p:cNvPr id="330" name="Freeform 765">
                <a:extLst>
                  <a:ext uri="{FF2B5EF4-FFF2-40B4-BE49-F238E27FC236}">
                    <a16:creationId xmlns:a16="http://schemas.microsoft.com/office/drawing/2014/main" id="{F8DE1BB2-639D-3CCE-A0C3-E813744F0A2A}"/>
                  </a:ext>
                </a:extLst>
              </p:cNvPr>
              <p:cNvSpPr>
                <a:spLocks noChangeAspect="1" noEditPoints="1"/>
              </p:cNvSpPr>
              <p:nvPr/>
            </p:nvSpPr>
            <p:spPr bwMode="auto">
              <a:xfrm>
                <a:off x="5180427"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defTabSz="1219170"/>
                <a:endParaRPr lang="en-GB" sz="2000">
                  <a:solidFill>
                    <a:srgbClr val="62B5E5">
                      <a:lumMod val="20000"/>
                      <a:lumOff val="80000"/>
                    </a:srgbClr>
                  </a:solidFill>
                  <a:latin typeface="Arial" panose="020B0604020202020204" pitchFamily="34" charset="0"/>
                  <a:cs typeface="Arial" panose="020B0604020202020204" pitchFamily="34" charset="0"/>
                </a:endParaRPr>
              </a:p>
            </p:txBody>
          </p:sp>
          <p:sp>
            <p:nvSpPr>
              <p:cNvPr id="331" name="Freeform 765">
                <a:extLst>
                  <a:ext uri="{FF2B5EF4-FFF2-40B4-BE49-F238E27FC236}">
                    <a16:creationId xmlns:a16="http://schemas.microsoft.com/office/drawing/2014/main" id="{CA12A8F9-6A3C-2521-57A2-D71D102BA05F}"/>
                  </a:ext>
                </a:extLst>
              </p:cNvPr>
              <p:cNvSpPr>
                <a:spLocks noChangeAspect="1" noEditPoints="1"/>
              </p:cNvSpPr>
              <p:nvPr/>
            </p:nvSpPr>
            <p:spPr bwMode="auto">
              <a:xfrm>
                <a:off x="5435633"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defTabSz="1219170"/>
                <a:endParaRPr lang="en-GB" sz="2000">
                  <a:solidFill>
                    <a:srgbClr val="62B5E5">
                      <a:lumMod val="20000"/>
                      <a:lumOff val="80000"/>
                    </a:srgbClr>
                  </a:solidFill>
                  <a:latin typeface="Arial" panose="020B0604020202020204" pitchFamily="34" charset="0"/>
                  <a:cs typeface="Arial" panose="020B0604020202020204" pitchFamily="34" charset="0"/>
                </a:endParaRPr>
              </a:p>
            </p:txBody>
          </p:sp>
          <p:sp>
            <p:nvSpPr>
              <p:cNvPr id="332" name="Freeform 765">
                <a:extLst>
                  <a:ext uri="{FF2B5EF4-FFF2-40B4-BE49-F238E27FC236}">
                    <a16:creationId xmlns:a16="http://schemas.microsoft.com/office/drawing/2014/main" id="{EEA60027-8F5D-F280-82D9-AAA1717E9E5E}"/>
                  </a:ext>
                </a:extLst>
              </p:cNvPr>
              <p:cNvSpPr>
                <a:spLocks noChangeAspect="1" noEditPoints="1"/>
              </p:cNvSpPr>
              <p:nvPr/>
            </p:nvSpPr>
            <p:spPr bwMode="auto">
              <a:xfrm>
                <a:off x="5690840"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defTabSz="1219170"/>
                <a:endParaRPr lang="en-GB" sz="2000">
                  <a:solidFill>
                    <a:srgbClr val="62B5E5">
                      <a:lumMod val="20000"/>
                      <a:lumOff val="80000"/>
                    </a:srgbClr>
                  </a:solidFill>
                  <a:latin typeface="Arial" panose="020B0604020202020204" pitchFamily="34" charset="0"/>
                  <a:cs typeface="Arial" panose="020B0604020202020204" pitchFamily="34" charset="0"/>
                </a:endParaRPr>
              </a:p>
            </p:txBody>
          </p:sp>
        </p:grpSp>
        <p:grpSp>
          <p:nvGrpSpPr>
            <p:cNvPr id="304" name="Group 303">
              <a:extLst>
                <a:ext uri="{FF2B5EF4-FFF2-40B4-BE49-F238E27FC236}">
                  <a16:creationId xmlns:a16="http://schemas.microsoft.com/office/drawing/2014/main" id="{B1858E10-F620-2D95-61FF-75FCCBD2330D}"/>
                </a:ext>
              </a:extLst>
            </p:cNvPr>
            <p:cNvGrpSpPr/>
            <p:nvPr/>
          </p:nvGrpSpPr>
          <p:grpSpPr>
            <a:xfrm>
              <a:off x="3321642" y="3157254"/>
              <a:ext cx="2262542" cy="220890"/>
              <a:chOff x="3649188" y="1858074"/>
              <a:chExt cx="2262542" cy="220890"/>
            </a:xfrm>
            <a:grpFill/>
          </p:grpSpPr>
          <p:sp>
            <p:nvSpPr>
              <p:cNvPr id="315" name="Freeform 765">
                <a:extLst>
                  <a:ext uri="{FF2B5EF4-FFF2-40B4-BE49-F238E27FC236}">
                    <a16:creationId xmlns:a16="http://schemas.microsoft.com/office/drawing/2014/main" id="{5144FB27-4E4C-E153-D93B-54F5EB802A1F}"/>
                  </a:ext>
                </a:extLst>
              </p:cNvPr>
              <p:cNvSpPr>
                <a:spLocks noChangeAspect="1" noEditPoints="1"/>
              </p:cNvSpPr>
              <p:nvPr/>
            </p:nvSpPr>
            <p:spPr bwMode="auto">
              <a:xfrm>
                <a:off x="3649188"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defTabSz="1219170"/>
                <a:endParaRPr lang="en-GB" sz="2000">
                  <a:solidFill>
                    <a:srgbClr val="62B5E5">
                      <a:lumMod val="20000"/>
                      <a:lumOff val="80000"/>
                    </a:srgbClr>
                  </a:solidFill>
                  <a:latin typeface="Arial" panose="020B0604020202020204" pitchFamily="34" charset="0"/>
                  <a:cs typeface="Arial" panose="020B0604020202020204" pitchFamily="34" charset="0"/>
                </a:endParaRPr>
              </a:p>
            </p:txBody>
          </p:sp>
          <p:sp>
            <p:nvSpPr>
              <p:cNvPr id="316" name="Freeform 765">
                <a:extLst>
                  <a:ext uri="{FF2B5EF4-FFF2-40B4-BE49-F238E27FC236}">
                    <a16:creationId xmlns:a16="http://schemas.microsoft.com/office/drawing/2014/main" id="{9841ED6E-1CED-E80A-F17A-E3C77ED04F15}"/>
                  </a:ext>
                </a:extLst>
              </p:cNvPr>
              <p:cNvSpPr>
                <a:spLocks noChangeAspect="1" noEditPoints="1"/>
              </p:cNvSpPr>
              <p:nvPr/>
            </p:nvSpPr>
            <p:spPr bwMode="auto">
              <a:xfrm>
                <a:off x="390439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defTabSz="1219170"/>
                <a:endParaRPr lang="en-GB" sz="2000">
                  <a:solidFill>
                    <a:srgbClr val="62B5E5">
                      <a:lumMod val="20000"/>
                      <a:lumOff val="80000"/>
                    </a:srgbClr>
                  </a:solidFill>
                  <a:latin typeface="Arial" panose="020B0604020202020204" pitchFamily="34" charset="0"/>
                  <a:cs typeface="Arial" panose="020B0604020202020204" pitchFamily="34" charset="0"/>
                </a:endParaRPr>
              </a:p>
            </p:txBody>
          </p:sp>
          <p:sp>
            <p:nvSpPr>
              <p:cNvPr id="317" name="Freeform 765">
                <a:extLst>
                  <a:ext uri="{FF2B5EF4-FFF2-40B4-BE49-F238E27FC236}">
                    <a16:creationId xmlns:a16="http://schemas.microsoft.com/office/drawing/2014/main" id="{87490530-B8B5-C82F-09E4-B228EA6BDDAA}"/>
                  </a:ext>
                </a:extLst>
              </p:cNvPr>
              <p:cNvSpPr>
                <a:spLocks noChangeAspect="1" noEditPoints="1"/>
              </p:cNvSpPr>
              <p:nvPr/>
            </p:nvSpPr>
            <p:spPr bwMode="auto">
              <a:xfrm>
                <a:off x="4159602"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defTabSz="1219170"/>
                <a:endParaRPr lang="en-GB" sz="2000">
                  <a:solidFill>
                    <a:srgbClr val="62B5E5">
                      <a:lumMod val="20000"/>
                      <a:lumOff val="80000"/>
                    </a:srgbClr>
                  </a:solidFill>
                  <a:latin typeface="Arial" panose="020B0604020202020204" pitchFamily="34" charset="0"/>
                  <a:cs typeface="Arial" panose="020B0604020202020204" pitchFamily="34" charset="0"/>
                </a:endParaRPr>
              </a:p>
            </p:txBody>
          </p:sp>
          <p:sp>
            <p:nvSpPr>
              <p:cNvPr id="318" name="Freeform 765">
                <a:extLst>
                  <a:ext uri="{FF2B5EF4-FFF2-40B4-BE49-F238E27FC236}">
                    <a16:creationId xmlns:a16="http://schemas.microsoft.com/office/drawing/2014/main" id="{40B1D6D6-6B47-B6FE-6F6F-1347455CF737}"/>
                  </a:ext>
                </a:extLst>
              </p:cNvPr>
              <p:cNvSpPr>
                <a:spLocks noChangeAspect="1" noEditPoints="1"/>
              </p:cNvSpPr>
              <p:nvPr/>
            </p:nvSpPr>
            <p:spPr bwMode="auto">
              <a:xfrm>
                <a:off x="4414809"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defTabSz="1219170"/>
                <a:endParaRPr lang="en-GB" sz="2000">
                  <a:solidFill>
                    <a:srgbClr val="62B5E5">
                      <a:lumMod val="20000"/>
                      <a:lumOff val="80000"/>
                    </a:srgbClr>
                  </a:solidFill>
                  <a:latin typeface="Arial" panose="020B0604020202020204" pitchFamily="34" charset="0"/>
                  <a:cs typeface="Arial" panose="020B0604020202020204" pitchFamily="34" charset="0"/>
                </a:endParaRPr>
              </a:p>
            </p:txBody>
          </p:sp>
          <p:sp>
            <p:nvSpPr>
              <p:cNvPr id="319" name="Freeform 765">
                <a:extLst>
                  <a:ext uri="{FF2B5EF4-FFF2-40B4-BE49-F238E27FC236}">
                    <a16:creationId xmlns:a16="http://schemas.microsoft.com/office/drawing/2014/main" id="{0F9D8ABE-86D6-BC15-6D01-58C41CFFE211}"/>
                  </a:ext>
                </a:extLst>
              </p:cNvPr>
              <p:cNvSpPr>
                <a:spLocks noChangeAspect="1" noEditPoints="1"/>
              </p:cNvSpPr>
              <p:nvPr/>
            </p:nvSpPr>
            <p:spPr bwMode="auto">
              <a:xfrm>
                <a:off x="467001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defTabSz="1219170"/>
                <a:endParaRPr lang="en-GB" sz="2000">
                  <a:solidFill>
                    <a:srgbClr val="62B5E5">
                      <a:lumMod val="20000"/>
                      <a:lumOff val="80000"/>
                    </a:srgbClr>
                  </a:solidFill>
                  <a:latin typeface="Arial" panose="020B0604020202020204" pitchFamily="34" charset="0"/>
                  <a:cs typeface="Arial" panose="020B0604020202020204" pitchFamily="34" charset="0"/>
                </a:endParaRPr>
              </a:p>
            </p:txBody>
          </p:sp>
          <p:sp>
            <p:nvSpPr>
              <p:cNvPr id="320" name="Freeform 765">
                <a:extLst>
                  <a:ext uri="{FF2B5EF4-FFF2-40B4-BE49-F238E27FC236}">
                    <a16:creationId xmlns:a16="http://schemas.microsoft.com/office/drawing/2014/main" id="{FBA8E627-0332-79EC-6421-CAE4164D721C}"/>
                  </a:ext>
                </a:extLst>
              </p:cNvPr>
              <p:cNvSpPr>
                <a:spLocks noChangeAspect="1" noEditPoints="1"/>
              </p:cNvSpPr>
              <p:nvPr/>
            </p:nvSpPr>
            <p:spPr bwMode="auto">
              <a:xfrm>
                <a:off x="4925221"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defTabSz="1219170"/>
                <a:endParaRPr lang="en-GB" sz="2000">
                  <a:solidFill>
                    <a:srgbClr val="62B5E5">
                      <a:lumMod val="20000"/>
                      <a:lumOff val="80000"/>
                    </a:srgbClr>
                  </a:solidFill>
                  <a:latin typeface="Arial" panose="020B0604020202020204" pitchFamily="34" charset="0"/>
                  <a:cs typeface="Arial" panose="020B0604020202020204" pitchFamily="34" charset="0"/>
                </a:endParaRPr>
              </a:p>
            </p:txBody>
          </p:sp>
          <p:sp>
            <p:nvSpPr>
              <p:cNvPr id="321" name="Freeform 765">
                <a:extLst>
                  <a:ext uri="{FF2B5EF4-FFF2-40B4-BE49-F238E27FC236}">
                    <a16:creationId xmlns:a16="http://schemas.microsoft.com/office/drawing/2014/main" id="{54DBEF82-6F0F-E805-CB5E-BF1D7A15C235}"/>
                  </a:ext>
                </a:extLst>
              </p:cNvPr>
              <p:cNvSpPr>
                <a:spLocks noChangeAspect="1" noEditPoints="1"/>
              </p:cNvSpPr>
              <p:nvPr/>
            </p:nvSpPr>
            <p:spPr bwMode="auto">
              <a:xfrm>
                <a:off x="5180427"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defTabSz="1219170"/>
                <a:endParaRPr lang="en-GB" sz="2000">
                  <a:solidFill>
                    <a:srgbClr val="62B5E5">
                      <a:lumMod val="20000"/>
                      <a:lumOff val="80000"/>
                    </a:srgbClr>
                  </a:solidFill>
                  <a:latin typeface="Arial" panose="020B0604020202020204" pitchFamily="34" charset="0"/>
                  <a:cs typeface="Arial" panose="020B0604020202020204" pitchFamily="34" charset="0"/>
                </a:endParaRPr>
              </a:p>
            </p:txBody>
          </p:sp>
          <p:sp>
            <p:nvSpPr>
              <p:cNvPr id="322" name="Freeform 765">
                <a:extLst>
                  <a:ext uri="{FF2B5EF4-FFF2-40B4-BE49-F238E27FC236}">
                    <a16:creationId xmlns:a16="http://schemas.microsoft.com/office/drawing/2014/main" id="{839ED90D-1E74-6B82-EA3C-7719A99A486B}"/>
                  </a:ext>
                </a:extLst>
              </p:cNvPr>
              <p:cNvSpPr>
                <a:spLocks noChangeAspect="1" noEditPoints="1"/>
              </p:cNvSpPr>
              <p:nvPr/>
            </p:nvSpPr>
            <p:spPr bwMode="auto">
              <a:xfrm>
                <a:off x="5435633"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defTabSz="1219170"/>
                <a:endParaRPr lang="en-GB" sz="2000">
                  <a:solidFill>
                    <a:srgbClr val="62B5E5">
                      <a:lumMod val="20000"/>
                      <a:lumOff val="80000"/>
                    </a:srgbClr>
                  </a:solidFill>
                  <a:latin typeface="Arial" panose="020B0604020202020204" pitchFamily="34" charset="0"/>
                  <a:cs typeface="Arial" panose="020B0604020202020204" pitchFamily="34" charset="0"/>
                </a:endParaRPr>
              </a:p>
            </p:txBody>
          </p:sp>
          <p:sp>
            <p:nvSpPr>
              <p:cNvPr id="323" name="Freeform 765">
                <a:extLst>
                  <a:ext uri="{FF2B5EF4-FFF2-40B4-BE49-F238E27FC236}">
                    <a16:creationId xmlns:a16="http://schemas.microsoft.com/office/drawing/2014/main" id="{0F71F3F3-C577-7AF6-E255-60DF724C8D57}"/>
                  </a:ext>
                </a:extLst>
              </p:cNvPr>
              <p:cNvSpPr>
                <a:spLocks noChangeAspect="1" noEditPoints="1"/>
              </p:cNvSpPr>
              <p:nvPr/>
            </p:nvSpPr>
            <p:spPr bwMode="auto">
              <a:xfrm>
                <a:off x="5690840"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defTabSz="1219170"/>
                <a:endParaRPr lang="en-GB" sz="2000">
                  <a:solidFill>
                    <a:srgbClr val="62B5E5">
                      <a:lumMod val="20000"/>
                      <a:lumOff val="80000"/>
                    </a:srgbClr>
                  </a:solidFill>
                  <a:latin typeface="Arial" panose="020B0604020202020204" pitchFamily="34" charset="0"/>
                  <a:cs typeface="Arial" panose="020B0604020202020204" pitchFamily="34" charset="0"/>
                </a:endParaRPr>
              </a:p>
            </p:txBody>
          </p:sp>
        </p:grpSp>
        <p:grpSp>
          <p:nvGrpSpPr>
            <p:cNvPr id="305" name="Group 304">
              <a:extLst>
                <a:ext uri="{FF2B5EF4-FFF2-40B4-BE49-F238E27FC236}">
                  <a16:creationId xmlns:a16="http://schemas.microsoft.com/office/drawing/2014/main" id="{B251B932-1827-0ECF-E89A-D074FDA49B4A}"/>
                </a:ext>
              </a:extLst>
            </p:cNvPr>
            <p:cNvGrpSpPr/>
            <p:nvPr/>
          </p:nvGrpSpPr>
          <p:grpSpPr>
            <a:xfrm>
              <a:off x="3321642" y="3404485"/>
              <a:ext cx="2262542" cy="220890"/>
              <a:chOff x="3649188" y="1858074"/>
              <a:chExt cx="2262542" cy="220890"/>
            </a:xfrm>
            <a:grpFill/>
          </p:grpSpPr>
          <p:sp>
            <p:nvSpPr>
              <p:cNvPr id="306" name="Freeform 765">
                <a:extLst>
                  <a:ext uri="{FF2B5EF4-FFF2-40B4-BE49-F238E27FC236}">
                    <a16:creationId xmlns:a16="http://schemas.microsoft.com/office/drawing/2014/main" id="{FAC43C07-C70A-AFC0-FC1F-65742D2D8EC8}"/>
                  </a:ext>
                </a:extLst>
              </p:cNvPr>
              <p:cNvSpPr>
                <a:spLocks noChangeAspect="1" noEditPoints="1"/>
              </p:cNvSpPr>
              <p:nvPr/>
            </p:nvSpPr>
            <p:spPr bwMode="auto">
              <a:xfrm>
                <a:off x="3649188"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defTabSz="1219170"/>
                <a:endParaRPr lang="en-GB" sz="2000">
                  <a:solidFill>
                    <a:srgbClr val="62B5E5">
                      <a:lumMod val="20000"/>
                      <a:lumOff val="80000"/>
                    </a:srgbClr>
                  </a:solidFill>
                  <a:latin typeface="Arial" panose="020B0604020202020204" pitchFamily="34" charset="0"/>
                  <a:cs typeface="Arial" panose="020B0604020202020204" pitchFamily="34" charset="0"/>
                </a:endParaRPr>
              </a:p>
            </p:txBody>
          </p:sp>
          <p:sp>
            <p:nvSpPr>
              <p:cNvPr id="307" name="Freeform 765">
                <a:extLst>
                  <a:ext uri="{FF2B5EF4-FFF2-40B4-BE49-F238E27FC236}">
                    <a16:creationId xmlns:a16="http://schemas.microsoft.com/office/drawing/2014/main" id="{CBD7E271-417C-429B-3C70-8E9B80824D76}"/>
                  </a:ext>
                </a:extLst>
              </p:cNvPr>
              <p:cNvSpPr>
                <a:spLocks noChangeAspect="1" noEditPoints="1"/>
              </p:cNvSpPr>
              <p:nvPr/>
            </p:nvSpPr>
            <p:spPr bwMode="auto">
              <a:xfrm>
                <a:off x="390439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defTabSz="1219170"/>
                <a:endParaRPr lang="en-GB" sz="2000">
                  <a:solidFill>
                    <a:srgbClr val="62B5E5">
                      <a:lumMod val="20000"/>
                      <a:lumOff val="80000"/>
                    </a:srgbClr>
                  </a:solidFill>
                  <a:latin typeface="Arial" panose="020B0604020202020204" pitchFamily="34" charset="0"/>
                  <a:cs typeface="Arial" panose="020B0604020202020204" pitchFamily="34" charset="0"/>
                </a:endParaRPr>
              </a:p>
            </p:txBody>
          </p:sp>
          <p:sp>
            <p:nvSpPr>
              <p:cNvPr id="308" name="Freeform 765">
                <a:extLst>
                  <a:ext uri="{FF2B5EF4-FFF2-40B4-BE49-F238E27FC236}">
                    <a16:creationId xmlns:a16="http://schemas.microsoft.com/office/drawing/2014/main" id="{E2DB5752-8BCC-AE90-E65C-B63046501E8E}"/>
                  </a:ext>
                </a:extLst>
              </p:cNvPr>
              <p:cNvSpPr>
                <a:spLocks noChangeAspect="1" noEditPoints="1"/>
              </p:cNvSpPr>
              <p:nvPr/>
            </p:nvSpPr>
            <p:spPr bwMode="auto">
              <a:xfrm>
                <a:off x="4159602"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defTabSz="1219170"/>
                <a:endParaRPr lang="en-GB" sz="2000">
                  <a:solidFill>
                    <a:srgbClr val="62B5E5">
                      <a:lumMod val="20000"/>
                      <a:lumOff val="80000"/>
                    </a:srgbClr>
                  </a:solidFill>
                  <a:latin typeface="Arial" panose="020B0604020202020204" pitchFamily="34" charset="0"/>
                  <a:cs typeface="Arial" panose="020B0604020202020204" pitchFamily="34" charset="0"/>
                </a:endParaRPr>
              </a:p>
            </p:txBody>
          </p:sp>
          <p:sp>
            <p:nvSpPr>
              <p:cNvPr id="309" name="Freeform 765">
                <a:extLst>
                  <a:ext uri="{FF2B5EF4-FFF2-40B4-BE49-F238E27FC236}">
                    <a16:creationId xmlns:a16="http://schemas.microsoft.com/office/drawing/2014/main" id="{3D000739-B4E3-754E-C187-6AB87EF51730}"/>
                  </a:ext>
                </a:extLst>
              </p:cNvPr>
              <p:cNvSpPr>
                <a:spLocks noChangeAspect="1" noEditPoints="1"/>
              </p:cNvSpPr>
              <p:nvPr/>
            </p:nvSpPr>
            <p:spPr bwMode="auto">
              <a:xfrm>
                <a:off x="4414809"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defTabSz="1219170"/>
                <a:endParaRPr lang="en-GB" sz="2000">
                  <a:solidFill>
                    <a:srgbClr val="62B5E5">
                      <a:lumMod val="20000"/>
                      <a:lumOff val="80000"/>
                    </a:srgbClr>
                  </a:solidFill>
                  <a:latin typeface="Arial" panose="020B0604020202020204" pitchFamily="34" charset="0"/>
                  <a:cs typeface="Arial" panose="020B0604020202020204" pitchFamily="34" charset="0"/>
                </a:endParaRPr>
              </a:p>
            </p:txBody>
          </p:sp>
          <p:sp>
            <p:nvSpPr>
              <p:cNvPr id="310" name="Freeform 765">
                <a:extLst>
                  <a:ext uri="{FF2B5EF4-FFF2-40B4-BE49-F238E27FC236}">
                    <a16:creationId xmlns:a16="http://schemas.microsoft.com/office/drawing/2014/main" id="{1EED95C8-8D52-68F6-6193-8F8E889DF39B}"/>
                  </a:ext>
                </a:extLst>
              </p:cNvPr>
              <p:cNvSpPr>
                <a:spLocks noChangeAspect="1" noEditPoints="1"/>
              </p:cNvSpPr>
              <p:nvPr/>
            </p:nvSpPr>
            <p:spPr bwMode="auto">
              <a:xfrm>
                <a:off x="467001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defTabSz="1219170"/>
                <a:endParaRPr lang="en-GB" sz="2000">
                  <a:solidFill>
                    <a:srgbClr val="62B5E5">
                      <a:lumMod val="20000"/>
                      <a:lumOff val="80000"/>
                    </a:srgbClr>
                  </a:solidFill>
                  <a:latin typeface="Arial" panose="020B0604020202020204" pitchFamily="34" charset="0"/>
                  <a:cs typeface="Arial" panose="020B0604020202020204" pitchFamily="34" charset="0"/>
                </a:endParaRPr>
              </a:p>
            </p:txBody>
          </p:sp>
          <p:sp>
            <p:nvSpPr>
              <p:cNvPr id="311" name="Freeform 765">
                <a:extLst>
                  <a:ext uri="{FF2B5EF4-FFF2-40B4-BE49-F238E27FC236}">
                    <a16:creationId xmlns:a16="http://schemas.microsoft.com/office/drawing/2014/main" id="{266F50CE-1BF4-2E47-AB91-E16C7BDBCB4B}"/>
                  </a:ext>
                </a:extLst>
              </p:cNvPr>
              <p:cNvSpPr>
                <a:spLocks noChangeAspect="1" noEditPoints="1"/>
              </p:cNvSpPr>
              <p:nvPr/>
            </p:nvSpPr>
            <p:spPr bwMode="auto">
              <a:xfrm>
                <a:off x="4925221"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defTabSz="1219170"/>
                <a:endParaRPr lang="en-GB" sz="2000">
                  <a:solidFill>
                    <a:srgbClr val="62B5E5">
                      <a:lumMod val="20000"/>
                      <a:lumOff val="80000"/>
                    </a:srgbClr>
                  </a:solidFill>
                  <a:latin typeface="Arial" panose="020B0604020202020204" pitchFamily="34" charset="0"/>
                  <a:cs typeface="Arial" panose="020B0604020202020204" pitchFamily="34" charset="0"/>
                </a:endParaRPr>
              </a:p>
            </p:txBody>
          </p:sp>
          <p:sp>
            <p:nvSpPr>
              <p:cNvPr id="312" name="Freeform 765">
                <a:extLst>
                  <a:ext uri="{FF2B5EF4-FFF2-40B4-BE49-F238E27FC236}">
                    <a16:creationId xmlns:a16="http://schemas.microsoft.com/office/drawing/2014/main" id="{1F275DC2-7363-D0F8-5DDC-B5CE542651FF}"/>
                  </a:ext>
                </a:extLst>
              </p:cNvPr>
              <p:cNvSpPr>
                <a:spLocks noChangeAspect="1" noEditPoints="1"/>
              </p:cNvSpPr>
              <p:nvPr/>
            </p:nvSpPr>
            <p:spPr bwMode="auto">
              <a:xfrm>
                <a:off x="5180427"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defTabSz="1219170"/>
                <a:endParaRPr lang="en-GB" sz="2000">
                  <a:solidFill>
                    <a:srgbClr val="62B5E5">
                      <a:lumMod val="20000"/>
                      <a:lumOff val="80000"/>
                    </a:srgbClr>
                  </a:solidFill>
                  <a:latin typeface="Arial" panose="020B0604020202020204" pitchFamily="34" charset="0"/>
                  <a:cs typeface="Arial" panose="020B0604020202020204" pitchFamily="34" charset="0"/>
                </a:endParaRPr>
              </a:p>
            </p:txBody>
          </p:sp>
          <p:sp>
            <p:nvSpPr>
              <p:cNvPr id="313" name="Freeform 765">
                <a:extLst>
                  <a:ext uri="{FF2B5EF4-FFF2-40B4-BE49-F238E27FC236}">
                    <a16:creationId xmlns:a16="http://schemas.microsoft.com/office/drawing/2014/main" id="{E4835FE4-1572-4BDF-9A93-C4DF7B945725}"/>
                  </a:ext>
                </a:extLst>
              </p:cNvPr>
              <p:cNvSpPr>
                <a:spLocks noChangeAspect="1" noEditPoints="1"/>
              </p:cNvSpPr>
              <p:nvPr/>
            </p:nvSpPr>
            <p:spPr bwMode="auto">
              <a:xfrm>
                <a:off x="5435633"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defTabSz="1219170"/>
                <a:endParaRPr lang="en-GB" sz="2000">
                  <a:solidFill>
                    <a:srgbClr val="62B5E5">
                      <a:lumMod val="20000"/>
                      <a:lumOff val="80000"/>
                    </a:srgbClr>
                  </a:solidFill>
                  <a:latin typeface="Arial" panose="020B0604020202020204" pitchFamily="34" charset="0"/>
                  <a:cs typeface="Arial" panose="020B0604020202020204" pitchFamily="34" charset="0"/>
                </a:endParaRPr>
              </a:p>
            </p:txBody>
          </p:sp>
          <p:sp>
            <p:nvSpPr>
              <p:cNvPr id="314" name="Freeform 765">
                <a:extLst>
                  <a:ext uri="{FF2B5EF4-FFF2-40B4-BE49-F238E27FC236}">
                    <a16:creationId xmlns:a16="http://schemas.microsoft.com/office/drawing/2014/main" id="{FFA4312E-4E8F-38BB-C9FF-566E3FECADBD}"/>
                  </a:ext>
                </a:extLst>
              </p:cNvPr>
              <p:cNvSpPr>
                <a:spLocks noChangeAspect="1" noEditPoints="1"/>
              </p:cNvSpPr>
              <p:nvPr/>
            </p:nvSpPr>
            <p:spPr bwMode="auto">
              <a:xfrm>
                <a:off x="5690840"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defTabSz="1219170"/>
                <a:endParaRPr lang="en-GB" sz="2000">
                  <a:solidFill>
                    <a:srgbClr val="62B5E5">
                      <a:lumMod val="20000"/>
                      <a:lumOff val="80000"/>
                    </a:srgbClr>
                  </a:solidFill>
                  <a:latin typeface="Arial" panose="020B0604020202020204" pitchFamily="34" charset="0"/>
                  <a:cs typeface="Arial" panose="020B0604020202020204" pitchFamily="34" charset="0"/>
                </a:endParaRPr>
              </a:p>
            </p:txBody>
          </p:sp>
        </p:grpSp>
      </p:grpSp>
      <p:grpSp>
        <p:nvGrpSpPr>
          <p:cNvPr id="360" name="Group 359">
            <a:extLst>
              <a:ext uri="{FF2B5EF4-FFF2-40B4-BE49-F238E27FC236}">
                <a16:creationId xmlns:a16="http://schemas.microsoft.com/office/drawing/2014/main" id="{CABB43A4-23FA-2A4A-3885-D9D709EFF252}"/>
              </a:ext>
            </a:extLst>
          </p:cNvPr>
          <p:cNvGrpSpPr/>
          <p:nvPr/>
        </p:nvGrpSpPr>
        <p:grpSpPr>
          <a:xfrm>
            <a:off x="5315635" y="2173983"/>
            <a:ext cx="1765790" cy="957030"/>
            <a:chOff x="4546294" y="2607534"/>
            <a:chExt cx="1930344" cy="1046217"/>
          </a:xfrm>
        </p:grpSpPr>
        <p:sp>
          <p:nvSpPr>
            <p:cNvPr id="361" name="TextBox 360">
              <a:extLst>
                <a:ext uri="{FF2B5EF4-FFF2-40B4-BE49-F238E27FC236}">
                  <a16:creationId xmlns:a16="http://schemas.microsoft.com/office/drawing/2014/main" id="{61F635D2-557D-1B90-26BC-E50BE1A09C05}"/>
                </a:ext>
              </a:extLst>
            </p:cNvPr>
            <p:cNvSpPr txBox="1"/>
            <p:nvPr/>
          </p:nvSpPr>
          <p:spPr>
            <a:xfrm>
              <a:off x="4546294" y="2607534"/>
              <a:ext cx="1930344" cy="663942"/>
            </a:xfrm>
            <a:prstGeom prst="rect">
              <a:avLst/>
            </a:prstGeom>
            <a:solidFill>
              <a:sysClr val="window" lastClr="FFFFFF"/>
            </a:solidFill>
            <a:ln w="19050" algn="ctr">
              <a:no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defPPr>
                <a:defRPr lang="en-US"/>
              </a:defPPr>
              <a:lvl1pPr algn="ctr">
                <a:lnSpc>
                  <a:spcPct val="106000"/>
                </a:lnSpc>
                <a:buFont typeface="Wingdings 2" pitchFamily="18" charset="2"/>
                <a:buNone/>
                <a:defRPr sz="1600" b="1">
                  <a:solidFill>
                    <a:schemeClr val="bg1"/>
                  </a:solidFill>
                </a:defRPr>
              </a:lvl1pPr>
            </a:lstStyle>
            <a:p>
              <a:pPr>
                <a:lnSpc>
                  <a:spcPts val="3662"/>
                </a:lnSpc>
              </a:pPr>
              <a:r>
                <a:rPr lang="en-US" sz="3600" b="0">
                  <a:solidFill>
                    <a:schemeClr val="tx1"/>
                  </a:solidFill>
                  <a:latin typeface="Arial" panose="020B0604020202020204" pitchFamily="34" charset="0"/>
                  <a:cs typeface="Arial" panose="020B0604020202020204" pitchFamily="34" charset="0"/>
                </a:rPr>
                <a:t>17000+</a:t>
              </a:r>
            </a:p>
          </p:txBody>
        </p:sp>
        <p:sp>
          <p:nvSpPr>
            <p:cNvPr id="362" name="Rectangle 361">
              <a:extLst>
                <a:ext uri="{FF2B5EF4-FFF2-40B4-BE49-F238E27FC236}">
                  <a16:creationId xmlns:a16="http://schemas.microsoft.com/office/drawing/2014/main" id="{BBBF90AF-EF33-DBBD-C78C-5C53BBC3BE5A}"/>
                </a:ext>
              </a:extLst>
            </p:cNvPr>
            <p:cNvSpPr/>
            <p:nvPr/>
          </p:nvSpPr>
          <p:spPr>
            <a:xfrm>
              <a:off x="4546294" y="3272432"/>
              <a:ext cx="1926736" cy="381319"/>
            </a:xfrm>
            <a:prstGeom prst="rect">
              <a:avLst/>
            </a:prstGeom>
            <a:solidFill>
              <a:srgbClr val="0097A9"/>
            </a:solidFill>
          </p:spPr>
          <p:txBody>
            <a:bodyPr wrap="square" lIns="45720" tIns="45720" rIns="45720" bIns="45720" anchor="ctr">
              <a:spAutoFit/>
            </a:bodyPr>
            <a:lstStyle/>
            <a:p>
              <a:pPr algn="ctr" defTabSz="829003">
                <a:lnSpc>
                  <a:spcPts val="1007"/>
                </a:lnSpc>
              </a:pPr>
              <a:r>
                <a:rPr lang="en-US" sz="900">
                  <a:solidFill>
                    <a:schemeClr val="bg1"/>
                  </a:solidFill>
                  <a:latin typeface="Arial" panose="020B0604020202020204" pitchFamily="34" charset="0"/>
                  <a:cs typeface="Arial" panose="020B0604020202020204" pitchFamily="34" charset="0"/>
                </a:rPr>
                <a:t>Professionals</a:t>
              </a:r>
            </a:p>
            <a:p>
              <a:pPr algn="ctr" defTabSz="829003">
                <a:lnSpc>
                  <a:spcPts val="1007"/>
                </a:lnSpc>
              </a:pPr>
              <a:r>
                <a:rPr lang="en-US" sz="900">
                  <a:solidFill>
                    <a:schemeClr val="bg1"/>
                  </a:solidFill>
                  <a:latin typeface="Arial" panose="020B0604020202020204" pitchFamily="34" charset="0"/>
                  <a:cs typeface="Arial" panose="020B0604020202020204" pitchFamily="34" charset="0"/>
                </a:rPr>
                <a:t>spread across</a:t>
              </a:r>
            </a:p>
          </p:txBody>
        </p:sp>
      </p:grpSp>
      <p:grpSp>
        <p:nvGrpSpPr>
          <p:cNvPr id="363" name="Group 362">
            <a:extLst>
              <a:ext uri="{FF2B5EF4-FFF2-40B4-BE49-F238E27FC236}">
                <a16:creationId xmlns:a16="http://schemas.microsoft.com/office/drawing/2014/main" id="{0AF517CF-3FF7-38F2-B5C2-A3F65514CA8E}"/>
              </a:ext>
            </a:extLst>
          </p:cNvPr>
          <p:cNvGrpSpPr/>
          <p:nvPr/>
        </p:nvGrpSpPr>
        <p:grpSpPr>
          <a:xfrm>
            <a:off x="5315633" y="3773290"/>
            <a:ext cx="1762492" cy="1197025"/>
            <a:chOff x="4546292" y="4120595"/>
            <a:chExt cx="1926738" cy="1308576"/>
          </a:xfrm>
        </p:grpSpPr>
        <p:sp>
          <p:nvSpPr>
            <p:cNvPr id="364" name="TextBox 363">
              <a:extLst>
                <a:ext uri="{FF2B5EF4-FFF2-40B4-BE49-F238E27FC236}">
                  <a16:creationId xmlns:a16="http://schemas.microsoft.com/office/drawing/2014/main" id="{5AC4859E-EE92-815C-07F7-702B96B6DA93}"/>
                </a:ext>
              </a:extLst>
            </p:cNvPr>
            <p:cNvSpPr txBox="1"/>
            <p:nvPr/>
          </p:nvSpPr>
          <p:spPr>
            <a:xfrm>
              <a:off x="4546293" y="4120595"/>
              <a:ext cx="1926737" cy="939290"/>
            </a:xfrm>
            <a:prstGeom prst="rect">
              <a:avLst/>
            </a:prstGeom>
            <a:solidFill>
              <a:sysClr val="window" lastClr="FFFFFF"/>
            </a:solidFill>
            <a:ln w="19050" algn="ctr">
              <a:no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defPPr>
                <a:defRPr lang="en-US"/>
              </a:defPPr>
              <a:lvl1pPr algn="ctr">
                <a:lnSpc>
                  <a:spcPct val="106000"/>
                </a:lnSpc>
                <a:buFont typeface="Wingdings 2" pitchFamily="18" charset="2"/>
                <a:buNone/>
                <a:defRPr sz="1600" b="1">
                  <a:solidFill>
                    <a:schemeClr val="bg1"/>
                  </a:solidFill>
                </a:defRPr>
              </a:lvl1pPr>
            </a:lstStyle>
            <a:p>
              <a:pPr marL="0" marR="0" lvl="0" indent="0" algn="ctr" defTabSz="1219170" eaLnBrk="1" fontAlgn="auto" latinLnBrk="0" hangingPunct="1">
                <a:lnSpc>
                  <a:spcPct val="100000"/>
                </a:lnSpc>
                <a:spcBef>
                  <a:spcPts val="0"/>
                </a:spcBef>
                <a:spcAft>
                  <a:spcPts val="0"/>
                </a:spcAft>
                <a:buClrTx/>
                <a:buSzTx/>
                <a:buFont typeface="Wingdings 2" pitchFamily="18" charset="2"/>
                <a:buNone/>
                <a:tabLst/>
                <a:defRPr/>
              </a:pPr>
              <a:r>
                <a:rPr kumimoji="0" lang="en-US" sz="44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12</a:t>
              </a:r>
            </a:p>
          </p:txBody>
        </p:sp>
        <p:sp>
          <p:nvSpPr>
            <p:cNvPr id="365" name="Rectangle 364">
              <a:extLst>
                <a:ext uri="{FF2B5EF4-FFF2-40B4-BE49-F238E27FC236}">
                  <a16:creationId xmlns:a16="http://schemas.microsoft.com/office/drawing/2014/main" id="{AD9649C5-DC1F-2135-6838-3F40A4CCBD77}"/>
                </a:ext>
              </a:extLst>
            </p:cNvPr>
            <p:cNvSpPr/>
            <p:nvPr/>
          </p:nvSpPr>
          <p:spPr bwMode="gray">
            <a:xfrm>
              <a:off x="4546292" y="5054710"/>
              <a:ext cx="1926737" cy="374461"/>
            </a:xfrm>
            <a:prstGeom prst="rect">
              <a:avLst/>
            </a:prstGeom>
            <a:solidFill>
              <a:srgbClr val="0097A9"/>
            </a:solidFill>
            <a:ln w="19050" algn="ctr">
              <a:noFill/>
              <a:miter lim="800000"/>
              <a:headEnd/>
              <a:tailEnd/>
            </a:ln>
          </p:spPr>
          <p:txBody>
            <a:bodyPr wrap="square" lIns="88900" tIns="88900" rIns="88900" bIns="88900" rtlCol="0" anchor="ctr"/>
            <a:lstStyle/>
            <a:p>
              <a:pPr marL="0" marR="0" lvl="0" indent="0" algn="ctr" defTabSz="1219170" eaLnBrk="1" fontAlgn="auto" latinLnBrk="0" hangingPunct="1">
                <a:lnSpc>
                  <a:spcPct val="106000"/>
                </a:lnSpc>
                <a:spcBef>
                  <a:spcPts val="0"/>
                </a:spcBef>
                <a:spcAft>
                  <a:spcPts val="0"/>
                </a:spcAft>
                <a:buClrTx/>
                <a:buSzTx/>
                <a:buFont typeface="Wingdings 2" pitchFamily="18" charset="2"/>
                <a:buNone/>
                <a:tabLst/>
                <a:defRPr/>
              </a:pPr>
              <a:r>
                <a:rPr kumimoji="0" lang="en-US" sz="9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rPr>
                <a:t>Cities</a:t>
              </a:r>
              <a:endParaRPr kumimoji="0" lang="en-IN" sz="9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sp>
        <p:nvSpPr>
          <p:cNvPr id="367" name="Rectangle 366">
            <a:extLst>
              <a:ext uri="{FF2B5EF4-FFF2-40B4-BE49-F238E27FC236}">
                <a16:creationId xmlns:a16="http://schemas.microsoft.com/office/drawing/2014/main" id="{EFEF9CFA-7780-B440-3477-8EE52EC4C40E}"/>
              </a:ext>
            </a:extLst>
          </p:cNvPr>
          <p:cNvSpPr/>
          <p:nvPr/>
        </p:nvSpPr>
        <p:spPr>
          <a:xfrm>
            <a:off x="571729" y="4465387"/>
            <a:ext cx="3953050" cy="215444"/>
          </a:xfrm>
          <a:prstGeom prst="rect">
            <a:avLst/>
          </a:prstGeom>
        </p:spPr>
        <p:txBody>
          <a:bodyPr wrap="square" lIns="0" tIns="0" rIns="0" bIns="0">
            <a:spAutoFit/>
          </a:bodyPr>
          <a:lstStyle/>
          <a:p>
            <a:pPr defTabSz="971377"/>
            <a:r>
              <a:rPr lang="en-US" sz="1400" b="1">
                <a:solidFill>
                  <a:srgbClr val="313131"/>
                </a:solidFill>
                <a:latin typeface="Arial" panose="020B0604020202020204" pitchFamily="34" charset="0"/>
                <a:ea typeface="Verdana" panose="020B0604030504040204" pitchFamily="34" charset="0"/>
                <a:cs typeface="Arial" panose="020B0604020202020204" pitchFamily="34" charset="0"/>
              </a:rPr>
              <a:t>Modernized Storefront</a:t>
            </a:r>
          </a:p>
        </p:txBody>
      </p:sp>
      <p:sp>
        <p:nvSpPr>
          <p:cNvPr id="368" name="Oval 367">
            <a:extLst>
              <a:ext uri="{FF2B5EF4-FFF2-40B4-BE49-F238E27FC236}">
                <a16:creationId xmlns:a16="http://schemas.microsoft.com/office/drawing/2014/main" id="{BEF0F369-565F-BF5A-4BBD-8EB50DC34A68}"/>
              </a:ext>
            </a:extLst>
          </p:cNvPr>
          <p:cNvSpPr/>
          <p:nvPr/>
        </p:nvSpPr>
        <p:spPr>
          <a:xfrm>
            <a:off x="3593703" y="3276744"/>
            <a:ext cx="70609" cy="67409"/>
          </a:xfrm>
          <a:prstGeom prst="ellipse">
            <a:avLst/>
          </a:prstGeom>
          <a:solidFill>
            <a:sysClr val="window" lastClr="FFFFFF"/>
          </a:solidFill>
          <a:ln w="9525" cap="flat" cmpd="sng" algn="ctr">
            <a:solidFill>
              <a:sysClr val="window" lastClr="FFFFFF"/>
            </a:solidFill>
            <a:prstDash val="solid"/>
          </a:ln>
          <a:effectLst>
            <a:outerShdw blurRad="63500" sx="102000" sy="102000" algn="ctr" rotWithShape="0">
              <a:prstClr val="black">
                <a:alpha val="40000"/>
              </a:prstClr>
            </a:outerShdw>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369" name="TextBox 290">
            <a:extLst>
              <a:ext uri="{FF2B5EF4-FFF2-40B4-BE49-F238E27FC236}">
                <a16:creationId xmlns:a16="http://schemas.microsoft.com/office/drawing/2014/main" id="{051918F3-2F5A-132D-B485-EB342509BC36}"/>
              </a:ext>
            </a:extLst>
          </p:cNvPr>
          <p:cNvSpPr txBox="1">
            <a:spLocks noChangeArrowheads="1"/>
          </p:cNvSpPr>
          <p:nvPr/>
        </p:nvSpPr>
        <p:spPr bwMode="auto">
          <a:xfrm>
            <a:off x="2908454" y="3193372"/>
            <a:ext cx="774142" cy="123111"/>
          </a:xfrm>
          <a:prstGeom prst="rect">
            <a:avLst/>
          </a:prstGeom>
          <a:noFill/>
          <a:ln w="9525">
            <a:noFill/>
            <a:miter lim="800000"/>
            <a:headEnd/>
            <a:tailEnd/>
          </a:ln>
        </p:spPr>
        <p:txBody>
          <a:bodyPr wrap="square" lIns="0" tIns="0" rIns="0" bIns="0">
            <a:spAutoFit/>
          </a:bodyPr>
          <a:lstStyle/>
          <a:p>
            <a:pPr marL="0" marR="0" lvl="0" indent="0" defTabSz="121917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rPr>
              <a:t>Bhubaneswar</a:t>
            </a:r>
          </a:p>
        </p:txBody>
      </p:sp>
      <p:pic>
        <p:nvPicPr>
          <p:cNvPr id="370" name="Picture 369">
            <a:extLst>
              <a:ext uri="{FF2B5EF4-FFF2-40B4-BE49-F238E27FC236}">
                <a16:creationId xmlns:a16="http://schemas.microsoft.com/office/drawing/2014/main" id="{F1CE13E1-A28A-FC18-9378-2D4109F7A34C}"/>
              </a:ext>
            </a:extLst>
          </p:cNvPr>
          <p:cNvPicPr>
            <a:picLocks noChangeAspect="1"/>
          </p:cNvPicPr>
          <p:nvPr/>
        </p:nvPicPr>
        <p:blipFill>
          <a:blip r:embed="rId5"/>
          <a:stretch>
            <a:fillRect/>
          </a:stretch>
        </p:blipFill>
        <p:spPr>
          <a:xfrm>
            <a:off x="570814" y="4738245"/>
            <a:ext cx="4532550" cy="1147703"/>
          </a:xfrm>
          <a:prstGeom prst="rect">
            <a:avLst/>
          </a:prstGeom>
        </p:spPr>
      </p:pic>
    </p:spTree>
    <p:extLst>
      <p:ext uri="{BB962C8B-B14F-4D97-AF65-F5344CB8AC3E}">
        <p14:creationId xmlns:p14="http://schemas.microsoft.com/office/powerpoint/2010/main" val="296095836"/>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85E75AA5-7793-42EB-A8A1-2973E74D202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10" name="Object 9" hidden="1">
                        <a:extLst>
                          <a:ext uri="{FF2B5EF4-FFF2-40B4-BE49-F238E27FC236}">
                            <a16:creationId xmlns:a16="http://schemas.microsoft.com/office/drawing/2014/main" id="{85E75AA5-7793-42EB-A8A1-2973E74D202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cxnSp>
        <p:nvCxnSpPr>
          <p:cNvPr id="42" name="Straight Connector 41">
            <a:extLst>
              <a:ext uri="{FF2B5EF4-FFF2-40B4-BE49-F238E27FC236}">
                <a16:creationId xmlns:a16="http://schemas.microsoft.com/office/drawing/2014/main" id="{C3307A9C-FA80-4775-B35A-1A643EF2A1BC}"/>
              </a:ext>
            </a:extLst>
          </p:cNvPr>
          <p:cNvCxnSpPr/>
          <p:nvPr/>
        </p:nvCxnSpPr>
        <p:spPr>
          <a:xfrm flipV="1">
            <a:off x="443489" y="924598"/>
            <a:ext cx="111960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7" name="Freeform 21">
            <a:extLst>
              <a:ext uri="{FF2B5EF4-FFF2-40B4-BE49-F238E27FC236}">
                <a16:creationId xmlns:a16="http://schemas.microsoft.com/office/drawing/2014/main" id="{8634EE5E-C938-13B6-9192-A6E1DFB2AE68}"/>
              </a:ext>
            </a:extLst>
          </p:cNvPr>
          <p:cNvSpPr/>
          <p:nvPr/>
        </p:nvSpPr>
        <p:spPr bwMode="gray">
          <a:xfrm rot="16200000">
            <a:off x="-871355" y="2734163"/>
            <a:ext cx="4649121" cy="2023145"/>
          </a:xfrm>
          <a:custGeom>
            <a:avLst/>
            <a:gdLst>
              <a:gd name="connsiteX0" fmla="*/ 1243 w 2960686"/>
              <a:gd name="connsiteY0" fmla="*/ 0 h 1504949"/>
              <a:gd name="connsiteX1" fmla="*/ 2959444 w 2960686"/>
              <a:gd name="connsiteY1" fmla="*/ 0 h 1504949"/>
              <a:gd name="connsiteX2" fmla="*/ 2960686 w 2960686"/>
              <a:gd name="connsiteY2" fmla="*/ 24606 h 1504949"/>
              <a:gd name="connsiteX3" fmla="*/ 1480343 w 2960686"/>
              <a:gd name="connsiteY3" fmla="*/ 1504949 h 1504949"/>
              <a:gd name="connsiteX4" fmla="*/ 0 w 2960686"/>
              <a:gd name="connsiteY4" fmla="*/ 24606 h 1504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60686" h="1504949">
                <a:moveTo>
                  <a:pt x="1243" y="0"/>
                </a:moveTo>
                <a:lnTo>
                  <a:pt x="2959444" y="0"/>
                </a:lnTo>
                <a:lnTo>
                  <a:pt x="2960686" y="24606"/>
                </a:lnTo>
                <a:cubicBezTo>
                  <a:pt x="2960686" y="842177"/>
                  <a:pt x="2297914" y="1504949"/>
                  <a:pt x="1480343" y="1504949"/>
                </a:cubicBezTo>
                <a:cubicBezTo>
                  <a:pt x="662772" y="1504949"/>
                  <a:pt x="0" y="842177"/>
                  <a:pt x="0" y="24606"/>
                </a:cubicBezTo>
                <a:close/>
              </a:path>
            </a:pathLst>
          </a:custGeom>
          <a:solidFill>
            <a:srgbClr val="26890D"/>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GB" sz="12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27D2419A-413C-7D49-42E1-4535240A7B35}"/>
              </a:ext>
            </a:extLst>
          </p:cNvPr>
          <p:cNvSpPr txBox="1"/>
          <p:nvPr/>
        </p:nvSpPr>
        <p:spPr>
          <a:xfrm>
            <a:off x="465427" y="3422569"/>
            <a:ext cx="1982912"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1">
                <a:solidFill>
                  <a:prstClr val="white"/>
                </a:solidFill>
                <a:latin typeface="Arial" panose="020B0604020202020204" pitchFamily="34" charset="0"/>
                <a:ea typeface="Verdana" panose="020B0604030504040204" pitchFamily="34" charset="0"/>
                <a:cs typeface="Arial" panose="020B0604020202020204" pitchFamily="34" charset="0"/>
              </a:rPr>
              <a:t>Benefits from the Survey</a:t>
            </a:r>
            <a:endParaRPr kumimoji="0" lang="en-US"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2" name="Rectangle: Rounded Corners 51">
            <a:extLst>
              <a:ext uri="{FF2B5EF4-FFF2-40B4-BE49-F238E27FC236}">
                <a16:creationId xmlns:a16="http://schemas.microsoft.com/office/drawing/2014/main" id="{8848D22C-93A3-FA49-A30E-FCA0E98A17B6}"/>
              </a:ext>
            </a:extLst>
          </p:cNvPr>
          <p:cNvSpPr/>
          <p:nvPr/>
        </p:nvSpPr>
        <p:spPr bwMode="gray">
          <a:xfrm>
            <a:off x="2613001" y="2926725"/>
            <a:ext cx="9098893" cy="792891"/>
          </a:xfrm>
          <a:prstGeom prst="roundRect">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4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3" name="Rectangle: Rounded Corners 52">
            <a:extLst>
              <a:ext uri="{FF2B5EF4-FFF2-40B4-BE49-F238E27FC236}">
                <a16:creationId xmlns:a16="http://schemas.microsoft.com/office/drawing/2014/main" id="{1853AF3E-C55F-5A64-758B-2827F53E3E74}"/>
              </a:ext>
            </a:extLst>
          </p:cNvPr>
          <p:cNvSpPr/>
          <p:nvPr/>
        </p:nvSpPr>
        <p:spPr bwMode="gray">
          <a:xfrm>
            <a:off x="2705842" y="3041123"/>
            <a:ext cx="457200" cy="557784"/>
          </a:xfrm>
          <a:prstGeom prst="roundRect">
            <a:avLst/>
          </a:prstGeom>
          <a:solidFill>
            <a:srgbClr val="26890D"/>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400" b="0" i="0" u="none" strike="noStrike" kern="1200" cap="none" spc="0" normalizeH="0" baseline="0" noProof="0">
                <a:ln>
                  <a:noFill/>
                </a:ln>
                <a:solidFill>
                  <a:prstClr val="white"/>
                </a:solidFill>
                <a:effectLst/>
                <a:uLnTx/>
                <a:uFillTx/>
                <a:latin typeface="Arial" panose="020B0604020202020204" pitchFamily="34" charset="0"/>
                <a:ea typeface="Verdana" panose="020B0604030504040204" pitchFamily="34" charset="0"/>
                <a:cs typeface="Arial" panose="020B0604020202020204" pitchFamily="34" charset="0"/>
              </a:rPr>
              <a:t>3</a:t>
            </a:r>
          </a:p>
        </p:txBody>
      </p:sp>
      <p:sp>
        <p:nvSpPr>
          <p:cNvPr id="54" name="Rectangle: Rounded Corners 53">
            <a:extLst>
              <a:ext uri="{FF2B5EF4-FFF2-40B4-BE49-F238E27FC236}">
                <a16:creationId xmlns:a16="http://schemas.microsoft.com/office/drawing/2014/main" id="{513F7FCE-4036-F896-9DCB-40DEC4052971}"/>
              </a:ext>
            </a:extLst>
          </p:cNvPr>
          <p:cNvSpPr/>
          <p:nvPr/>
        </p:nvSpPr>
        <p:spPr bwMode="gray">
          <a:xfrm>
            <a:off x="2629935" y="3885280"/>
            <a:ext cx="9098893" cy="792891"/>
          </a:xfrm>
          <a:prstGeom prst="roundRect">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4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5" name="Rectangle: Rounded Corners 54">
            <a:extLst>
              <a:ext uri="{FF2B5EF4-FFF2-40B4-BE49-F238E27FC236}">
                <a16:creationId xmlns:a16="http://schemas.microsoft.com/office/drawing/2014/main" id="{8A80B840-0B93-0888-2911-D3C0544037F8}"/>
              </a:ext>
            </a:extLst>
          </p:cNvPr>
          <p:cNvSpPr/>
          <p:nvPr/>
        </p:nvSpPr>
        <p:spPr bwMode="gray">
          <a:xfrm>
            <a:off x="2714355" y="3971888"/>
            <a:ext cx="457200" cy="557784"/>
          </a:xfrm>
          <a:prstGeom prst="roundRect">
            <a:avLst/>
          </a:prstGeom>
          <a:solidFill>
            <a:srgbClr val="26890D"/>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400" b="0" i="0" u="none" strike="noStrike" kern="1200" cap="none" spc="0" normalizeH="0" baseline="0" noProof="0">
                <a:ln>
                  <a:noFill/>
                </a:ln>
                <a:solidFill>
                  <a:prstClr val="white"/>
                </a:solidFill>
                <a:effectLst/>
                <a:uLnTx/>
                <a:uFillTx/>
                <a:latin typeface="Arial" panose="020B0604020202020204" pitchFamily="34" charset="0"/>
                <a:ea typeface="Verdana" panose="020B0604030504040204" pitchFamily="34" charset="0"/>
                <a:cs typeface="Arial" panose="020B0604020202020204" pitchFamily="34" charset="0"/>
              </a:rPr>
              <a:t>4</a:t>
            </a:r>
          </a:p>
        </p:txBody>
      </p:sp>
      <p:sp>
        <p:nvSpPr>
          <p:cNvPr id="56" name="Rectangle: Rounded Corners 55">
            <a:extLst>
              <a:ext uri="{FF2B5EF4-FFF2-40B4-BE49-F238E27FC236}">
                <a16:creationId xmlns:a16="http://schemas.microsoft.com/office/drawing/2014/main" id="{4B05AE63-AD7B-A239-B944-23787788FDB8}"/>
              </a:ext>
            </a:extLst>
          </p:cNvPr>
          <p:cNvSpPr/>
          <p:nvPr/>
        </p:nvSpPr>
        <p:spPr bwMode="gray">
          <a:xfrm>
            <a:off x="2606087" y="1968234"/>
            <a:ext cx="9098893" cy="790196"/>
          </a:xfrm>
          <a:prstGeom prst="roundRect">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t> </a:t>
            </a:r>
          </a:p>
        </p:txBody>
      </p:sp>
      <p:sp>
        <p:nvSpPr>
          <p:cNvPr id="57" name="Rectangle: Rounded Corners 56">
            <a:extLst>
              <a:ext uri="{FF2B5EF4-FFF2-40B4-BE49-F238E27FC236}">
                <a16:creationId xmlns:a16="http://schemas.microsoft.com/office/drawing/2014/main" id="{63F9810D-7F41-F434-D450-C97B5100B73D}"/>
              </a:ext>
            </a:extLst>
          </p:cNvPr>
          <p:cNvSpPr/>
          <p:nvPr/>
        </p:nvSpPr>
        <p:spPr bwMode="gray">
          <a:xfrm>
            <a:off x="2728396" y="2095906"/>
            <a:ext cx="457200" cy="547829"/>
          </a:xfrm>
          <a:prstGeom prst="roundRect">
            <a:avLst/>
          </a:prstGeom>
          <a:solidFill>
            <a:srgbClr val="26890D"/>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400" b="0" i="0" u="none" strike="noStrike" kern="1200" cap="none" spc="0" normalizeH="0" baseline="0" noProof="0">
                <a:ln>
                  <a:noFill/>
                </a:ln>
                <a:solidFill>
                  <a:prstClr val="white"/>
                </a:solidFill>
                <a:effectLst/>
                <a:uLnTx/>
                <a:uFillTx/>
                <a:latin typeface="Arial" panose="020B0604020202020204" pitchFamily="34" charset="0"/>
                <a:ea typeface="Verdana" panose="020B0604030504040204" pitchFamily="34" charset="0"/>
                <a:cs typeface="Arial" panose="020B0604020202020204" pitchFamily="34" charset="0"/>
              </a:rPr>
              <a:t>2</a:t>
            </a:r>
          </a:p>
        </p:txBody>
      </p:sp>
      <p:sp>
        <p:nvSpPr>
          <p:cNvPr id="58" name="Rectangle: Rounded Corners 57">
            <a:extLst>
              <a:ext uri="{FF2B5EF4-FFF2-40B4-BE49-F238E27FC236}">
                <a16:creationId xmlns:a16="http://schemas.microsoft.com/office/drawing/2014/main" id="{AEC3BE17-E622-E22F-3D6D-E8208C970588}"/>
              </a:ext>
            </a:extLst>
          </p:cNvPr>
          <p:cNvSpPr/>
          <p:nvPr/>
        </p:nvSpPr>
        <p:spPr bwMode="gray">
          <a:xfrm>
            <a:off x="2606088" y="965690"/>
            <a:ext cx="9098893" cy="839736"/>
          </a:xfrm>
          <a:prstGeom prst="roundRect">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4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9" name="Rectangle: Rounded Corners 58">
            <a:extLst>
              <a:ext uri="{FF2B5EF4-FFF2-40B4-BE49-F238E27FC236}">
                <a16:creationId xmlns:a16="http://schemas.microsoft.com/office/drawing/2014/main" id="{19C6892A-7EFD-8C43-51F5-65F3D98C6EA3}"/>
              </a:ext>
            </a:extLst>
          </p:cNvPr>
          <p:cNvSpPr/>
          <p:nvPr/>
        </p:nvSpPr>
        <p:spPr bwMode="gray">
          <a:xfrm>
            <a:off x="2745847" y="1123853"/>
            <a:ext cx="457200" cy="539349"/>
          </a:xfrm>
          <a:prstGeom prst="roundRect">
            <a:avLst/>
          </a:prstGeom>
          <a:solidFill>
            <a:srgbClr val="26890D"/>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400" b="0" i="0" u="none" strike="noStrike" kern="1200" cap="none" spc="0" normalizeH="0" baseline="0" noProof="0">
                <a:ln>
                  <a:noFill/>
                </a:ln>
                <a:solidFill>
                  <a:prstClr val="white"/>
                </a:solidFill>
                <a:effectLst/>
                <a:uLnTx/>
                <a:uFillTx/>
                <a:latin typeface="Arial" panose="020B0604020202020204" pitchFamily="34" charset="0"/>
                <a:ea typeface="Verdana" panose="020B0604030504040204" pitchFamily="34" charset="0"/>
                <a:cs typeface="Arial" panose="020B0604020202020204" pitchFamily="34" charset="0"/>
              </a:rPr>
              <a:t>1</a:t>
            </a:r>
          </a:p>
        </p:txBody>
      </p:sp>
      <p:sp>
        <p:nvSpPr>
          <p:cNvPr id="60" name="Rectangle: Rounded Corners 59">
            <a:extLst>
              <a:ext uri="{FF2B5EF4-FFF2-40B4-BE49-F238E27FC236}">
                <a16:creationId xmlns:a16="http://schemas.microsoft.com/office/drawing/2014/main" id="{5C45C3B4-BFAF-F0D9-B58D-AD7E9EF5E45D}"/>
              </a:ext>
            </a:extLst>
          </p:cNvPr>
          <p:cNvSpPr/>
          <p:nvPr/>
        </p:nvSpPr>
        <p:spPr bwMode="gray">
          <a:xfrm>
            <a:off x="3246249" y="1109095"/>
            <a:ext cx="2215216" cy="557339"/>
          </a:xfrm>
          <a:prstGeom prst="roundRect">
            <a:avLst/>
          </a:prstGeom>
          <a:solidFill>
            <a:srgbClr val="26890D"/>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400" i="0" u="none" strike="noStrike" kern="1200" cap="none" spc="0" normalizeH="0" baseline="0" noProof="0">
                <a:ln>
                  <a:noFill/>
                </a:ln>
                <a:solidFill>
                  <a:prstClr val="white"/>
                </a:solidFill>
                <a:effectLst/>
                <a:uLnTx/>
                <a:uFillTx/>
                <a:latin typeface="Arial" panose="020B0604020202020204" pitchFamily="34" charset="0"/>
                <a:ea typeface="Verdana" panose="020B0604030504040204" pitchFamily="34" charset="0"/>
                <a:cs typeface="Arial" panose="020B0604020202020204" pitchFamily="34" charset="0"/>
              </a:rPr>
              <a:t>Understand Consumer Needs</a:t>
            </a:r>
          </a:p>
        </p:txBody>
      </p:sp>
      <p:sp>
        <p:nvSpPr>
          <p:cNvPr id="61" name="Rectangle: Rounded Corners 60">
            <a:extLst>
              <a:ext uri="{FF2B5EF4-FFF2-40B4-BE49-F238E27FC236}">
                <a16:creationId xmlns:a16="http://schemas.microsoft.com/office/drawing/2014/main" id="{6F4C3699-7778-B42A-94CE-834D5CF8D7FA}"/>
              </a:ext>
            </a:extLst>
          </p:cNvPr>
          <p:cNvSpPr/>
          <p:nvPr/>
        </p:nvSpPr>
        <p:spPr bwMode="gray">
          <a:xfrm>
            <a:off x="5458113" y="1071271"/>
            <a:ext cx="6052034" cy="457200"/>
          </a:xfrm>
          <a:prstGeom prst="roundRect">
            <a:avLst/>
          </a:prstGeom>
          <a:noFill/>
          <a:ln w="19050" algn="ctr">
            <a:noFill/>
            <a:miter lim="800000"/>
            <a:headEnd/>
            <a:tailEnd/>
          </a:ln>
        </p:spPr>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400" b="0" i="0" u="none" strike="noStrike" kern="1200" cap="none" spc="0" normalizeH="0" baseline="0" noProof="0">
              <a:ln>
                <a:noFill/>
              </a:ln>
              <a:solidFill>
                <a:prstClr val="black"/>
              </a:solidFill>
              <a:effectLst/>
              <a:uLnTx/>
              <a:uFillTx/>
              <a:latin typeface="Arial" panose="020B0604020202020204" pitchFamily="34" charset="0"/>
              <a:ea typeface="Verdana" panose="020B0604030504040204" pitchFamily="34" charset="0"/>
              <a:cs typeface="Arial" panose="020B0604020202020204" pitchFamily="34" charset="0"/>
            </a:endParaRPr>
          </a:p>
        </p:txBody>
      </p:sp>
      <p:sp>
        <p:nvSpPr>
          <p:cNvPr id="62" name="Rectangle: Rounded Corners 61">
            <a:extLst>
              <a:ext uri="{FF2B5EF4-FFF2-40B4-BE49-F238E27FC236}">
                <a16:creationId xmlns:a16="http://schemas.microsoft.com/office/drawing/2014/main" id="{D4B6B343-E5EB-1735-28C7-51D49E0F02FD}"/>
              </a:ext>
            </a:extLst>
          </p:cNvPr>
          <p:cNvSpPr/>
          <p:nvPr/>
        </p:nvSpPr>
        <p:spPr bwMode="gray">
          <a:xfrm>
            <a:off x="3237735" y="3048342"/>
            <a:ext cx="2227961" cy="557784"/>
          </a:xfrm>
          <a:prstGeom prst="roundRect">
            <a:avLst/>
          </a:prstGeom>
          <a:solidFill>
            <a:srgbClr val="26890D"/>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400" b="0" i="0" u="none" strike="noStrike" kern="1200" cap="none" spc="0" normalizeH="0" baseline="0" noProof="0">
                <a:ln>
                  <a:noFill/>
                </a:ln>
                <a:solidFill>
                  <a:prstClr val="white"/>
                </a:solidFill>
                <a:effectLst/>
                <a:uLnTx/>
                <a:uFillTx/>
                <a:latin typeface="Arial" panose="020B0604020202020204" pitchFamily="34" charset="0"/>
                <a:ea typeface="Verdana" panose="020B0604030504040204" pitchFamily="34" charset="0"/>
                <a:cs typeface="Arial" panose="020B0604020202020204" pitchFamily="34" charset="0"/>
              </a:rPr>
              <a:t>Benchmark Utilities</a:t>
            </a:r>
          </a:p>
        </p:txBody>
      </p:sp>
      <p:sp>
        <p:nvSpPr>
          <p:cNvPr id="63" name="Rectangle: Rounded Corners 62">
            <a:extLst>
              <a:ext uri="{FF2B5EF4-FFF2-40B4-BE49-F238E27FC236}">
                <a16:creationId xmlns:a16="http://schemas.microsoft.com/office/drawing/2014/main" id="{A3E63646-6128-06F0-AF27-BE574D039188}"/>
              </a:ext>
            </a:extLst>
          </p:cNvPr>
          <p:cNvSpPr/>
          <p:nvPr/>
        </p:nvSpPr>
        <p:spPr bwMode="gray">
          <a:xfrm>
            <a:off x="5468624" y="3100737"/>
            <a:ext cx="5960739" cy="457200"/>
          </a:xfrm>
          <a:prstGeom prst="roundRect">
            <a:avLst/>
          </a:prstGeom>
          <a:noFill/>
          <a:ln w="19050" algn="ctr">
            <a:noFill/>
            <a:miter lim="800000"/>
            <a:headEnd/>
            <a:tailEnd/>
          </a:ln>
        </p:spPr>
        <p:txBody>
          <a:bodyPr wrap="square" lIns="88900" tIns="88900" rIns="88900" bIns="88900" rtlCol="0" anchor="ctr"/>
          <a:lstStyle/>
          <a:p>
            <a:r>
              <a:rPr lang="en-US" sz="1400">
                <a:latin typeface="Arial" panose="020B0604020202020204" pitchFamily="34" charset="0"/>
                <a:ea typeface="Verdana" panose="020B0604030504040204" pitchFamily="34" charset="0"/>
                <a:cs typeface="Arial" panose="020B0604020202020204" pitchFamily="34" charset="0"/>
              </a:rPr>
              <a:t>Compare DVC’s performance against regional competitors for improvement</a:t>
            </a:r>
          </a:p>
        </p:txBody>
      </p:sp>
      <p:sp>
        <p:nvSpPr>
          <p:cNvPr id="64" name="Rectangle: Rounded Corners 63">
            <a:extLst>
              <a:ext uri="{FF2B5EF4-FFF2-40B4-BE49-F238E27FC236}">
                <a16:creationId xmlns:a16="http://schemas.microsoft.com/office/drawing/2014/main" id="{AE9C3A8E-DE5B-2144-D849-5AD9D58139FA}"/>
              </a:ext>
            </a:extLst>
          </p:cNvPr>
          <p:cNvSpPr/>
          <p:nvPr/>
        </p:nvSpPr>
        <p:spPr bwMode="gray">
          <a:xfrm>
            <a:off x="3246248" y="3974227"/>
            <a:ext cx="2227961" cy="557784"/>
          </a:xfrm>
          <a:prstGeom prst="roundRect">
            <a:avLst/>
          </a:prstGeom>
          <a:solidFill>
            <a:srgbClr val="26890D"/>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400" b="0" i="0" u="none" strike="noStrike" kern="1200" cap="none" spc="0" normalizeH="0" baseline="0" noProof="0">
                <a:ln>
                  <a:noFill/>
                </a:ln>
                <a:solidFill>
                  <a:prstClr val="white"/>
                </a:solidFill>
                <a:effectLst/>
                <a:uLnTx/>
                <a:uFillTx/>
                <a:latin typeface="Arial" panose="020B0604020202020204" pitchFamily="34" charset="0"/>
                <a:ea typeface="Verdana" panose="020B0604030504040204" pitchFamily="34" charset="0"/>
                <a:cs typeface="Arial" panose="020B0604020202020204" pitchFamily="34" charset="0"/>
              </a:rPr>
              <a:t>Actionable Recommendations</a:t>
            </a:r>
          </a:p>
        </p:txBody>
      </p:sp>
      <p:sp>
        <p:nvSpPr>
          <p:cNvPr id="65" name="Rectangle: Rounded Corners 64">
            <a:extLst>
              <a:ext uri="{FF2B5EF4-FFF2-40B4-BE49-F238E27FC236}">
                <a16:creationId xmlns:a16="http://schemas.microsoft.com/office/drawing/2014/main" id="{68EA1E23-5961-4C0C-1A77-835FFBFE9D77}"/>
              </a:ext>
            </a:extLst>
          </p:cNvPr>
          <p:cNvSpPr/>
          <p:nvPr/>
        </p:nvSpPr>
        <p:spPr bwMode="gray">
          <a:xfrm>
            <a:off x="5498365" y="4036445"/>
            <a:ext cx="5964447" cy="457200"/>
          </a:xfrm>
          <a:prstGeom prst="roundRect">
            <a:avLst/>
          </a:prstGeom>
          <a:noFill/>
          <a:ln w="19050" algn="ctr">
            <a:noFill/>
            <a:miter lim="800000"/>
            <a:headEnd/>
            <a:tailEnd/>
          </a:ln>
        </p:spPr>
        <p:txBody>
          <a:bodyPr wrap="square" lIns="88900" tIns="88900" rIns="88900" bIns="88900" rtlCol="0" anchor="ctr"/>
          <a:lstStyle/>
          <a:p>
            <a:r>
              <a:rPr lang="en-US" sz="1400">
                <a:latin typeface="Arial" panose="020B0604020202020204" pitchFamily="34" charset="0"/>
                <a:ea typeface="Verdana" panose="020B0604030504040204" pitchFamily="34" charset="0"/>
                <a:cs typeface="Arial" panose="020B0604020202020204" pitchFamily="34" charset="0"/>
              </a:rPr>
              <a:t>Develop data-driven strategies to improve power supply and customer service</a:t>
            </a:r>
          </a:p>
        </p:txBody>
      </p:sp>
      <p:sp>
        <p:nvSpPr>
          <p:cNvPr id="66" name="Rectangle: Rounded Corners 65">
            <a:extLst>
              <a:ext uri="{FF2B5EF4-FFF2-40B4-BE49-F238E27FC236}">
                <a16:creationId xmlns:a16="http://schemas.microsoft.com/office/drawing/2014/main" id="{152D3CCF-BBC7-AD9B-3501-2A848762049A}"/>
              </a:ext>
            </a:extLst>
          </p:cNvPr>
          <p:cNvSpPr/>
          <p:nvPr/>
        </p:nvSpPr>
        <p:spPr bwMode="gray">
          <a:xfrm>
            <a:off x="3246248" y="2090861"/>
            <a:ext cx="2229131" cy="557784"/>
          </a:xfrm>
          <a:prstGeom prst="roundRect">
            <a:avLst/>
          </a:prstGeom>
          <a:solidFill>
            <a:srgbClr val="26890D"/>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400" b="0" i="0" u="none" strike="noStrike" kern="1200" cap="none" spc="0" normalizeH="0" baseline="0" noProof="0">
                <a:ln>
                  <a:noFill/>
                </a:ln>
                <a:solidFill>
                  <a:prstClr val="white"/>
                </a:solidFill>
                <a:effectLst/>
                <a:uLnTx/>
                <a:uFillTx/>
                <a:latin typeface="Arial" panose="020B0604020202020204" pitchFamily="34" charset="0"/>
                <a:ea typeface="Verdana" panose="020B0604030504040204" pitchFamily="34" charset="0"/>
                <a:cs typeface="Arial" panose="020B0604020202020204" pitchFamily="34" charset="0"/>
              </a:rPr>
              <a:t>Identify Service Gaps</a:t>
            </a:r>
          </a:p>
        </p:txBody>
      </p:sp>
      <p:sp>
        <p:nvSpPr>
          <p:cNvPr id="67" name="Rectangle: Rounded Corners 66">
            <a:extLst>
              <a:ext uri="{FF2B5EF4-FFF2-40B4-BE49-F238E27FC236}">
                <a16:creationId xmlns:a16="http://schemas.microsoft.com/office/drawing/2014/main" id="{5DA038FB-B523-E64A-CB58-FE0364F0E897}"/>
              </a:ext>
            </a:extLst>
          </p:cNvPr>
          <p:cNvSpPr/>
          <p:nvPr/>
        </p:nvSpPr>
        <p:spPr bwMode="gray">
          <a:xfrm>
            <a:off x="5450087" y="2071999"/>
            <a:ext cx="6127117" cy="600451"/>
          </a:xfrm>
          <a:prstGeom prst="roundRect">
            <a:avLst/>
          </a:prstGeom>
          <a:noFill/>
          <a:ln w="19050" algn="ctr">
            <a:noFill/>
            <a:miter lim="800000"/>
            <a:headEnd/>
            <a:tailEnd/>
          </a:ln>
        </p:spPr>
        <p:txBody>
          <a:bodyPr wrap="square" lIns="88900" tIns="88900" rIns="88900" bIns="88900" rtlCol="0" anchor="ctr"/>
          <a:lstStyle/>
          <a:p>
            <a:pPr marL="0" marR="0" lvl="0" indent="0" algn="just"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400" b="0" i="0" u="none" strike="noStrike" kern="1200" cap="none" spc="0" normalizeH="0" baseline="0" noProof="0">
              <a:ln>
                <a:noFill/>
              </a:ln>
              <a:effectLst/>
              <a:uLnTx/>
              <a:uFillTx/>
              <a:latin typeface="Arial" panose="020B0604020202020204" pitchFamily="34" charset="0"/>
              <a:ea typeface="Verdana" panose="020B0604030504040204" pitchFamily="34" charset="0"/>
              <a:cs typeface="Arial" panose="020B0604020202020204" pitchFamily="34" charset="0"/>
            </a:endParaRPr>
          </a:p>
        </p:txBody>
      </p:sp>
      <p:pic>
        <p:nvPicPr>
          <p:cNvPr id="69" name="Picture 8" descr="Pin PNG transparent image download, size: 512x512px">
            <a:extLst>
              <a:ext uri="{FF2B5EF4-FFF2-40B4-BE49-F238E27FC236}">
                <a16:creationId xmlns:a16="http://schemas.microsoft.com/office/drawing/2014/main" id="{E6DB28D4-B5DD-0243-EDC6-61E1F521110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390459" y="1917880"/>
            <a:ext cx="453749" cy="453749"/>
          </a:xfrm>
          <a:prstGeom prst="rect">
            <a:avLst/>
          </a:prstGeom>
          <a:noFill/>
          <a:extLst>
            <a:ext uri="{909E8E84-426E-40DD-AFC4-6F175D3DCCD1}">
              <a14:hiddenFill xmlns:a14="http://schemas.microsoft.com/office/drawing/2010/main">
                <a:solidFill>
                  <a:srgbClr val="FFFFFF"/>
                </a:solidFill>
              </a14:hiddenFill>
            </a:ext>
          </a:extLst>
        </p:spPr>
      </p:pic>
      <p:pic>
        <p:nvPicPr>
          <p:cNvPr id="70" name="Picture 8" descr="Pin PNG transparent image download, size: 512x512px">
            <a:extLst>
              <a:ext uri="{FF2B5EF4-FFF2-40B4-BE49-F238E27FC236}">
                <a16:creationId xmlns:a16="http://schemas.microsoft.com/office/drawing/2014/main" id="{92401618-C5C1-3F73-8B82-AC3500E5BFF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12842" y="2855474"/>
            <a:ext cx="453749" cy="453749"/>
          </a:xfrm>
          <a:prstGeom prst="rect">
            <a:avLst/>
          </a:prstGeom>
          <a:noFill/>
          <a:extLst>
            <a:ext uri="{909E8E84-426E-40DD-AFC4-6F175D3DCCD1}">
              <a14:hiddenFill xmlns:a14="http://schemas.microsoft.com/office/drawing/2010/main">
                <a:solidFill>
                  <a:srgbClr val="FFFFFF"/>
                </a:solidFill>
              </a14:hiddenFill>
            </a:ext>
          </a:extLst>
        </p:spPr>
      </p:pic>
      <p:pic>
        <p:nvPicPr>
          <p:cNvPr id="71" name="Picture 8" descr="Pin PNG transparent image download, size: 512x512px">
            <a:extLst>
              <a:ext uri="{FF2B5EF4-FFF2-40B4-BE49-F238E27FC236}">
                <a16:creationId xmlns:a16="http://schemas.microsoft.com/office/drawing/2014/main" id="{D4950542-CDE3-ED97-28B7-91B5AAF1565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369261" y="879895"/>
            <a:ext cx="453749" cy="453749"/>
          </a:xfrm>
          <a:prstGeom prst="rect">
            <a:avLst/>
          </a:prstGeom>
          <a:noFill/>
          <a:extLst>
            <a:ext uri="{909E8E84-426E-40DD-AFC4-6F175D3DCCD1}">
              <a14:hiddenFill xmlns:a14="http://schemas.microsoft.com/office/drawing/2010/main">
                <a:solidFill>
                  <a:srgbClr val="FFFFFF"/>
                </a:solidFill>
              </a14:hiddenFill>
            </a:ext>
          </a:extLst>
        </p:spPr>
      </p:pic>
      <p:pic>
        <p:nvPicPr>
          <p:cNvPr id="72" name="Picture 8" descr="Pin PNG transparent image download, size: 512x512px">
            <a:extLst>
              <a:ext uri="{FF2B5EF4-FFF2-40B4-BE49-F238E27FC236}">
                <a16:creationId xmlns:a16="http://schemas.microsoft.com/office/drawing/2014/main" id="{16AE4B88-81A8-8FF3-B5FA-9696CC838F8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385437" y="3747698"/>
            <a:ext cx="453749" cy="453749"/>
          </a:xfrm>
          <a:prstGeom prst="rect">
            <a:avLst/>
          </a:prstGeom>
          <a:noFill/>
          <a:extLst>
            <a:ext uri="{909E8E84-426E-40DD-AFC4-6F175D3DCCD1}">
              <a14:hiddenFill xmlns:a14="http://schemas.microsoft.com/office/drawing/2010/main">
                <a:solidFill>
                  <a:srgbClr val="FFFFFF"/>
                </a:solidFill>
              </a14:hiddenFill>
            </a:ext>
          </a:extLst>
        </p:spPr>
      </p:pic>
      <p:sp>
        <p:nvSpPr>
          <p:cNvPr id="81" name="Rectangle: Rounded Corners 80">
            <a:extLst>
              <a:ext uri="{FF2B5EF4-FFF2-40B4-BE49-F238E27FC236}">
                <a16:creationId xmlns:a16="http://schemas.microsoft.com/office/drawing/2014/main" id="{3F6AA2C9-76F0-A79E-E37C-84AAD398C092}"/>
              </a:ext>
            </a:extLst>
          </p:cNvPr>
          <p:cNvSpPr/>
          <p:nvPr/>
        </p:nvSpPr>
        <p:spPr bwMode="gray">
          <a:xfrm>
            <a:off x="5512372" y="1081558"/>
            <a:ext cx="6127117" cy="600451"/>
          </a:xfrm>
          <a:prstGeom prst="roundRect">
            <a:avLst/>
          </a:prstGeom>
          <a:noFill/>
          <a:ln w="19050" algn="ctr">
            <a:noFill/>
            <a:miter lim="800000"/>
            <a:headEnd/>
            <a:tailEnd/>
          </a:ln>
        </p:spPr>
        <p:txBody>
          <a:bodyPr wrap="square" lIns="88900" tIns="88900" rIns="88900" bIns="88900" rtlCol="0" anchor="ctr"/>
          <a:lstStyle/>
          <a:p>
            <a:pPr marL="0" marR="0" lvl="0" indent="0" algn="just" defTabSz="914400" rtl="0" eaLnBrk="1" fontAlgn="auto" latinLnBrk="0" hangingPunct="1">
              <a:lnSpc>
                <a:spcPct val="106000"/>
              </a:lnSpc>
              <a:spcBef>
                <a:spcPts val="0"/>
              </a:spcBef>
              <a:spcAft>
                <a:spcPts val="0"/>
              </a:spcAft>
              <a:buClrTx/>
              <a:buSzTx/>
              <a:buFont typeface="Wingdings 2" pitchFamily="18" charset="2"/>
              <a:buNone/>
              <a:tabLst/>
              <a:defRPr/>
            </a:pPr>
            <a:r>
              <a:rPr lang="en-US" sz="1400">
                <a:latin typeface="Arial" panose="020B0604020202020204" pitchFamily="34" charset="0"/>
                <a:cs typeface="Arial" panose="020B0604020202020204" pitchFamily="34" charset="0"/>
              </a:rPr>
              <a:t>Gain clear insights into customer expectations on power quality, billing, and services</a:t>
            </a:r>
            <a:endParaRPr kumimoji="0" lang="en-US" sz="1400" b="0" i="0" u="none" strike="noStrike" kern="1200" cap="none" spc="0" normalizeH="0" baseline="0" noProof="0">
              <a:ln>
                <a:noFill/>
              </a:ln>
              <a:effectLst/>
              <a:uLnTx/>
              <a:uFillTx/>
              <a:latin typeface="Arial" panose="020B0604020202020204" pitchFamily="34" charset="0"/>
              <a:ea typeface="Verdana" panose="020B0604030504040204" pitchFamily="34" charset="0"/>
              <a:cs typeface="Arial" panose="020B0604020202020204" pitchFamily="34" charset="0"/>
            </a:endParaRPr>
          </a:p>
        </p:txBody>
      </p:sp>
      <p:sp>
        <p:nvSpPr>
          <p:cNvPr id="82" name="Rectangle: Rounded Corners 81">
            <a:extLst>
              <a:ext uri="{FF2B5EF4-FFF2-40B4-BE49-F238E27FC236}">
                <a16:creationId xmlns:a16="http://schemas.microsoft.com/office/drawing/2014/main" id="{893629E0-E379-4EFC-050B-B24005DCD080}"/>
              </a:ext>
            </a:extLst>
          </p:cNvPr>
          <p:cNvSpPr/>
          <p:nvPr/>
        </p:nvSpPr>
        <p:spPr bwMode="gray">
          <a:xfrm>
            <a:off x="5512372" y="2071999"/>
            <a:ext cx="6127117" cy="600451"/>
          </a:xfrm>
          <a:prstGeom prst="roundRect">
            <a:avLst/>
          </a:prstGeom>
          <a:noFill/>
          <a:ln w="19050" algn="ctr">
            <a:noFill/>
            <a:miter lim="800000"/>
            <a:headEnd/>
            <a:tailEnd/>
          </a:ln>
        </p:spPr>
        <p:txBody>
          <a:bodyPr wrap="square" lIns="88900" tIns="88900" rIns="88900" bIns="88900" rtlCol="0" anchor="ctr"/>
          <a:lstStyle/>
          <a:p>
            <a:pPr marL="0" marR="0" lvl="0" indent="0" algn="just" defTabSz="914400" rtl="0" eaLnBrk="1" fontAlgn="auto" latinLnBrk="0" hangingPunct="1">
              <a:lnSpc>
                <a:spcPct val="106000"/>
              </a:lnSpc>
              <a:spcBef>
                <a:spcPts val="0"/>
              </a:spcBef>
              <a:spcAft>
                <a:spcPts val="0"/>
              </a:spcAft>
              <a:buClrTx/>
              <a:buSzTx/>
              <a:buFont typeface="Wingdings 2" pitchFamily="18" charset="2"/>
              <a:buNone/>
              <a:tabLst/>
              <a:defRPr/>
            </a:pPr>
            <a:r>
              <a:rPr lang="en-US" sz="1400">
                <a:latin typeface="Arial" panose="020B0604020202020204" pitchFamily="34" charset="0"/>
                <a:ea typeface="Verdana" panose="020B0604030504040204" pitchFamily="34" charset="0"/>
                <a:cs typeface="Arial" panose="020B0604020202020204" pitchFamily="34" charset="0"/>
              </a:rPr>
              <a:t>Detect operational weaknesses in power reliability, complaint resolution, and billing</a:t>
            </a:r>
            <a:endParaRPr kumimoji="0" lang="en-US" sz="1400" b="0" i="0" u="none" strike="noStrike" kern="1200" cap="none" spc="0" normalizeH="0" baseline="0" noProof="0">
              <a:ln>
                <a:noFill/>
              </a:ln>
              <a:effectLst/>
              <a:uLnTx/>
              <a:uFillTx/>
              <a:latin typeface="Arial" panose="020B0604020202020204" pitchFamily="34" charset="0"/>
              <a:ea typeface="Verdana" panose="020B0604030504040204" pitchFamily="34" charset="0"/>
              <a:cs typeface="Arial" panose="020B0604020202020204" pitchFamily="34" charset="0"/>
            </a:endParaRPr>
          </a:p>
        </p:txBody>
      </p:sp>
      <p:sp>
        <p:nvSpPr>
          <p:cNvPr id="83" name="Rectangle: Rounded Corners 82">
            <a:extLst>
              <a:ext uri="{FF2B5EF4-FFF2-40B4-BE49-F238E27FC236}">
                <a16:creationId xmlns:a16="http://schemas.microsoft.com/office/drawing/2014/main" id="{EEB9DEF8-A50C-C02E-DD09-733E2861D81D}"/>
              </a:ext>
            </a:extLst>
          </p:cNvPr>
          <p:cNvSpPr/>
          <p:nvPr/>
        </p:nvSpPr>
        <p:spPr bwMode="gray">
          <a:xfrm>
            <a:off x="2613001" y="4769741"/>
            <a:ext cx="9098893" cy="792891"/>
          </a:xfrm>
          <a:prstGeom prst="roundRect">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4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84" name="Rectangle: Rounded Corners 83">
            <a:extLst>
              <a:ext uri="{FF2B5EF4-FFF2-40B4-BE49-F238E27FC236}">
                <a16:creationId xmlns:a16="http://schemas.microsoft.com/office/drawing/2014/main" id="{8B8C47D0-742E-6317-CB4E-2773646BB876}"/>
              </a:ext>
            </a:extLst>
          </p:cNvPr>
          <p:cNvSpPr/>
          <p:nvPr/>
        </p:nvSpPr>
        <p:spPr bwMode="gray">
          <a:xfrm>
            <a:off x="2697421" y="4845716"/>
            <a:ext cx="457200" cy="557784"/>
          </a:xfrm>
          <a:prstGeom prst="roundRect">
            <a:avLst/>
          </a:prstGeom>
          <a:solidFill>
            <a:srgbClr val="26890D"/>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US" sz="1400">
                <a:solidFill>
                  <a:prstClr val="white"/>
                </a:solidFill>
                <a:latin typeface="Arial" panose="020B0604020202020204" pitchFamily="34" charset="0"/>
                <a:ea typeface="Verdana" panose="020B0604030504040204" pitchFamily="34" charset="0"/>
                <a:cs typeface="Arial" panose="020B0604020202020204" pitchFamily="34" charset="0"/>
              </a:rPr>
              <a:t>5</a:t>
            </a:r>
            <a:endParaRPr kumimoji="0" lang="en-US" sz="1400" b="0" i="0" u="none" strike="noStrike" kern="1200" cap="none" spc="0" normalizeH="0" baseline="0" noProof="0">
              <a:ln>
                <a:noFill/>
              </a:ln>
              <a:solidFill>
                <a:prstClr val="white"/>
              </a:solidFill>
              <a:effectLst/>
              <a:uLnTx/>
              <a:uFillTx/>
              <a:latin typeface="Arial" panose="020B0604020202020204" pitchFamily="34" charset="0"/>
              <a:ea typeface="Verdana" panose="020B0604030504040204" pitchFamily="34" charset="0"/>
              <a:cs typeface="Arial" panose="020B0604020202020204" pitchFamily="34" charset="0"/>
            </a:endParaRPr>
          </a:p>
        </p:txBody>
      </p:sp>
      <p:sp>
        <p:nvSpPr>
          <p:cNvPr id="85" name="Rectangle: Rounded Corners 84">
            <a:extLst>
              <a:ext uri="{FF2B5EF4-FFF2-40B4-BE49-F238E27FC236}">
                <a16:creationId xmlns:a16="http://schemas.microsoft.com/office/drawing/2014/main" id="{0E1C2D95-0B69-B4EB-7C20-793CEC79CC92}"/>
              </a:ext>
            </a:extLst>
          </p:cNvPr>
          <p:cNvSpPr/>
          <p:nvPr/>
        </p:nvSpPr>
        <p:spPr bwMode="gray">
          <a:xfrm>
            <a:off x="3229314" y="4848055"/>
            <a:ext cx="2227961" cy="557784"/>
          </a:xfrm>
          <a:prstGeom prst="roundRect">
            <a:avLst/>
          </a:prstGeom>
          <a:solidFill>
            <a:srgbClr val="26890D"/>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400" b="0" i="0" u="none" strike="noStrike" kern="1200" cap="none" spc="0" normalizeH="0" baseline="0" noProof="0">
                <a:ln>
                  <a:noFill/>
                </a:ln>
                <a:solidFill>
                  <a:prstClr val="white"/>
                </a:solidFill>
                <a:effectLst/>
                <a:uLnTx/>
                <a:uFillTx/>
                <a:latin typeface="Arial" panose="020B0604020202020204" pitchFamily="34" charset="0"/>
                <a:ea typeface="Verdana" panose="020B0604030504040204" pitchFamily="34" charset="0"/>
                <a:cs typeface="Arial" panose="020B0604020202020204" pitchFamily="34" charset="0"/>
              </a:rPr>
              <a:t>Track Satisfaction Trends</a:t>
            </a:r>
          </a:p>
        </p:txBody>
      </p:sp>
      <p:sp>
        <p:nvSpPr>
          <p:cNvPr id="86" name="Rectangle: Rounded Corners 85">
            <a:extLst>
              <a:ext uri="{FF2B5EF4-FFF2-40B4-BE49-F238E27FC236}">
                <a16:creationId xmlns:a16="http://schemas.microsoft.com/office/drawing/2014/main" id="{6286DC50-C287-3406-A5A1-F9387C2E787F}"/>
              </a:ext>
            </a:extLst>
          </p:cNvPr>
          <p:cNvSpPr/>
          <p:nvPr/>
        </p:nvSpPr>
        <p:spPr bwMode="gray">
          <a:xfrm>
            <a:off x="5481431" y="4910273"/>
            <a:ext cx="5964447" cy="457200"/>
          </a:xfrm>
          <a:prstGeom prst="roundRect">
            <a:avLst/>
          </a:prstGeom>
          <a:noFill/>
          <a:ln w="19050" algn="ctr">
            <a:noFill/>
            <a:miter lim="800000"/>
            <a:headEnd/>
            <a:tailEnd/>
          </a:ln>
        </p:spPr>
        <p:txBody>
          <a:bodyPr wrap="square" lIns="88900" tIns="88900" rIns="88900" bIns="88900" rtlCol="0" anchor="ctr"/>
          <a:lstStyle/>
          <a:p>
            <a:r>
              <a:rPr lang="en-US" sz="1400">
                <a:latin typeface="Arial" panose="020B0604020202020204" pitchFamily="34" charset="0"/>
                <a:ea typeface="Verdana" panose="020B0604030504040204" pitchFamily="34" charset="0"/>
                <a:cs typeface="Arial" panose="020B0604020202020204" pitchFamily="34" charset="0"/>
              </a:rPr>
              <a:t>Monitor customer feedback annually to assess improvements and emerging issues</a:t>
            </a:r>
          </a:p>
        </p:txBody>
      </p:sp>
      <p:pic>
        <p:nvPicPr>
          <p:cNvPr id="87" name="Picture 8" descr="Pin PNG transparent image download, size: 512x512px">
            <a:extLst>
              <a:ext uri="{FF2B5EF4-FFF2-40B4-BE49-F238E27FC236}">
                <a16:creationId xmlns:a16="http://schemas.microsoft.com/office/drawing/2014/main" id="{488CC267-C248-B5C3-5CA8-4E42D72B70F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353461" y="4769741"/>
            <a:ext cx="453749" cy="453749"/>
          </a:xfrm>
          <a:prstGeom prst="rect">
            <a:avLst/>
          </a:prstGeom>
          <a:noFill/>
          <a:extLst>
            <a:ext uri="{909E8E84-426E-40DD-AFC4-6F175D3DCCD1}">
              <a14:hiddenFill xmlns:a14="http://schemas.microsoft.com/office/drawing/2010/main">
                <a:solidFill>
                  <a:srgbClr val="FFFFFF"/>
                </a:solidFill>
              </a14:hiddenFill>
            </a:ext>
          </a:extLst>
        </p:spPr>
      </p:pic>
      <p:sp>
        <p:nvSpPr>
          <p:cNvPr id="88" name="Rectangle: Rounded Corners 87">
            <a:extLst>
              <a:ext uri="{FF2B5EF4-FFF2-40B4-BE49-F238E27FC236}">
                <a16:creationId xmlns:a16="http://schemas.microsoft.com/office/drawing/2014/main" id="{AF2562AA-FCF9-E745-636E-FC091D3F268B}"/>
              </a:ext>
            </a:extLst>
          </p:cNvPr>
          <p:cNvSpPr/>
          <p:nvPr/>
        </p:nvSpPr>
        <p:spPr bwMode="gray">
          <a:xfrm>
            <a:off x="2613001" y="5702174"/>
            <a:ext cx="9098893" cy="792891"/>
          </a:xfrm>
          <a:prstGeom prst="roundRect">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4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89" name="Rectangle: Rounded Corners 88">
            <a:extLst>
              <a:ext uri="{FF2B5EF4-FFF2-40B4-BE49-F238E27FC236}">
                <a16:creationId xmlns:a16="http://schemas.microsoft.com/office/drawing/2014/main" id="{82B638EE-FEB4-0E70-8336-1808790E6EDC}"/>
              </a:ext>
            </a:extLst>
          </p:cNvPr>
          <p:cNvSpPr/>
          <p:nvPr/>
        </p:nvSpPr>
        <p:spPr bwMode="gray">
          <a:xfrm>
            <a:off x="2697421" y="5778149"/>
            <a:ext cx="457200" cy="557784"/>
          </a:xfrm>
          <a:prstGeom prst="roundRect">
            <a:avLst/>
          </a:prstGeom>
          <a:solidFill>
            <a:srgbClr val="26890D"/>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US" sz="1400">
                <a:solidFill>
                  <a:prstClr val="white"/>
                </a:solidFill>
                <a:latin typeface="Arial" panose="020B0604020202020204" pitchFamily="34" charset="0"/>
                <a:ea typeface="Verdana" panose="020B0604030504040204" pitchFamily="34" charset="0"/>
                <a:cs typeface="Arial" panose="020B0604020202020204" pitchFamily="34" charset="0"/>
              </a:rPr>
              <a:t>6</a:t>
            </a:r>
            <a:endParaRPr kumimoji="0" lang="en-US" sz="1400" b="0" i="0" u="none" strike="noStrike" kern="1200" cap="none" spc="0" normalizeH="0" baseline="0" noProof="0">
              <a:ln>
                <a:noFill/>
              </a:ln>
              <a:solidFill>
                <a:prstClr val="white"/>
              </a:solidFill>
              <a:effectLst/>
              <a:uLnTx/>
              <a:uFillTx/>
              <a:latin typeface="Arial" panose="020B0604020202020204" pitchFamily="34" charset="0"/>
              <a:ea typeface="Verdana" panose="020B0604030504040204" pitchFamily="34" charset="0"/>
              <a:cs typeface="Arial" panose="020B0604020202020204" pitchFamily="34" charset="0"/>
            </a:endParaRPr>
          </a:p>
        </p:txBody>
      </p:sp>
      <p:sp>
        <p:nvSpPr>
          <p:cNvPr id="90" name="Rectangle: Rounded Corners 89">
            <a:extLst>
              <a:ext uri="{FF2B5EF4-FFF2-40B4-BE49-F238E27FC236}">
                <a16:creationId xmlns:a16="http://schemas.microsoft.com/office/drawing/2014/main" id="{E1298AD9-3700-51C6-9096-E9E06DD9D0FD}"/>
              </a:ext>
            </a:extLst>
          </p:cNvPr>
          <p:cNvSpPr/>
          <p:nvPr/>
        </p:nvSpPr>
        <p:spPr bwMode="gray">
          <a:xfrm>
            <a:off x="3229314" y="5780488"/>
            <a:ext cx="2227961" cy="557784"/>
          </a:xfrm>
          <a:prstGeom prst="roundRect">
            <a:avLst/>
          </a:prstGeom>
          <a:solidFill>
            <a:srgbClr val="26890D"/>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400" b="0" i="0" u="none" strike="noStrike" kern="1200" cap="none" spc="0" normalizeH="0" baseline="0" noProof="0">
                <a:ln>
                  <a:noFill/>
                </a:ln>
                <a:solidFill>
                  <a:prstClr val="white"/>
                </a:solidFill>
                <a:effectLst/>
                <a:uLnTx/>
                <a:uFillTx/>
                <a:latin typeface="Arial" panose="020B0604020202020204" pitchFamily="34" charset="0"/>
                <a:ea typeface="Verdana" panose="020B0604030504040204" pitchFamily="34" charset="0"/>
                <a:cs typeface="Arial" panose="020B0604020202020204" pitchFamily="34" charset="0"/>
              </a:rPr>
              <a:t>Enhance Stakeholder Trust</a:t>
            </a:r>
          </a:p>
        </p:txBody>
      </p:sp>
      <p:sp>
        <p:nvSpPr>
          <p:cNvPr id="91" name="Rectangle: Rounded Corners 90">
            <a:extLst>
              <a:ext uri="{FF2B5EF4-FFF2-40B4-BE49-F238E27FC236}">
                <a16:creationId xmlns:a16="http://schemas.microsoft.com/office/drawing/2014/main" id="{B80A1ECB-FD11-92D4-904E-D677C34D1C39}"/>
              </a:ext>
            </a:extLst>
          </p:cNvPr>
          <p:cNvSpPr/>
          <p:nvPr/>
        </p:nvSpPr>
        <p:spPr bwMode="gray">
          <a:xfrm>
            <a:off x="5481431" y="5842706"/>
            <a:ext cx="5964447" cy="457200"/>
          </a:xfrm>
          <a:prstGeom prst="roundRect">
            <a:avLst/>
          </a:prstGeom>
          <a:noFill/>
          <a:ln w="19050" algn="ctr">
            <a:noFill/>
            <a:miter lim="800000"/>
            <a:headEnd/>
            <a:tailEnd/>
          </a:ln>
        </p:spPr>
        <p:txBody>
          <a:bodyPr wrap="square" lIns="88900" tIns="88900" rIns="88900" bIns="88900" rtlCol="0" anchor="ctr"/>
          <a:lstStyle/>
          <a:p>
            <a:r>
              <a:rPr lang="en-US" sz="1400">
                <a:latin typeface="Arial" panose="020B0604020202020204" pitchFamily="34" charset="0"/>
                <a:ea typeface="Verdana" panose="020B0604030504040204" pitchFamily="34" charset="0"/>
                <a:cs typeface="Arial" panose="020B0604020202020204" pitchFamily="34" charset="0"/>
              </a:rPr>
              <a:t>Build consumer confidence by addressing grievances and improving service delivery</a:t>
            </a:r>
          </a:p>
        </p:txBody>
      </p:sp>
      <p:pic>
        <p:nvPicPr>
          <p:cNvPr id="92" name="Picture 8" descr="Pin PNG transparent image download, size: 512x512px">
            <a:extLst>
              <a:ext uri="{FF2B5EF4-FFF2-40B4-BE49-F238E27FC236}">
                <a16:creationId xmlns:a16="http://schemas.microsoft.com/office/drawing/2014/main" id="{12BE56B4-3CCA-AD5F-890A-FECBB96F8D2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353461" y="5702174"/>
            <a:ext cx="453749" cy="453749"/>
          </a:xfrm>
          <a:prstGeom prst="rect">
            <a:avLst/>
          </a:prstGeom>
          <a:noFill/>
          <a:extLst>
            <a:ext uri="{909E8E84-426E-40DD-AFC4-6F175D3DCCD1}">
              <a14:hiddenFill xmlns:a14="http://schemas.microsoft.com/office/drawing/2010/main">
                <a:solidFill>
                  <a:srgbClr val="FFFFFF"/>
                </a:solidFill>
              </a14:hiddenFill>
            </a:ext>
          </a:extLst>
        </p:spPr>
      </p:pic>
      <p:sp>
        <p:nvSpPr>
          <p:cNvPr id="95" name="Text Placeholder 1">
            <a:extLst>
              <a:ext uri="{FF2B5EF4-FFF2-40B4-BE49-F238E27FC236}">
                <a16:creationId xmlns:a16="http://schemas.microsoft.com/office/drawing/2014/main" id="{1255C5C4-4161-CC22-40AF-AE1CE4D23C46}"/>
              </a:ext>
            </a:extLst>
          </p:cNvPr>
          <p:cNvSpPr>
            <a:spLocks noGrp="1"/>
          </p:cNvSpPr>
          <p:nvPr>
            <p:ph type="body" sz="quarter" idx="13"/>
          </p:nvPr>
        </p:nvSpPr>
        <p:spPr>
          <a:xfrm>
            <a:off x="514664" y="651599"/>
            <a:ext cx="11456571" cy="283824"/>
          </a:xfrm>
        </p:spPr>
        <p:txBody>
          <a:bodyPr/>
          <a:lstStyle/>
          <a:p>
            <a:pPr algn="just"/>
            <a:r>
              <a:rPr lang="en-US" sz="1400">
                <a:solidFill>
                  <a:schemeClr val="tx1">
                    <a:lumMod val="65000"/>
                    <a:lumOff val="35000"/>
                  </a:schemeClr>
                </a:solidFill>
                <a:latin typeface="Arial" panose="020B0604020202020204" pitchFamily="34" charset="0"/>
                <a:cs typeface="Arial" panose="020B0604020202020204" pitchFamily="34" charset="0"/>
              </a:rPr>
              <a:t>Key Benefits &amp; Expected Outcomes of the Survey</a:t>
            </a:r>
          </a:p>
        </p:txBody>
      </p:sp>
      <p:sp>
        <p:nvSpPr>
          <p:cNvPr id="96" name="Title 5">
            <a:extLst>
              <a:ext uri="{FF2B5EF4-FFF2-40B4-BE49-F238E27FC236}">
                <a16:creationId xmlns:a16="http://schemas.microsoft.com/office/drawing/2014/main" id="{BE9BE3A9-A791-C1C9-1774-35B266D33E5B}"/>
              </a:ext>
            </a:extLst>
          </p:cNvPr>
          <p:cNvSpPr>
            <a:spLocks noGrp="1"/>
          </p:cNvSpPr>
          <p:nvPr>
            <p:ph type="title"/>
          </p:nvPr>
        </p:nvSpPr>
        <p:spPr>
          <a:xfrm>
            <a:off x="501650" y="317500"/>
            <a:ext cx="11188700" cy="334099"/>
          </a:xfrm>
        </p:spPr>
        <p:txBody>
          <a:bodyPr vert="horz"/>
          <a:lstStyle/>
          <a:p>
            <a:pPr>
              <a:tabLst>
                <a:tab pos="461963" algn="l"/>
              </a:tabLst>
            </a:pPr>
            <a:r>
              <a:rPr lang="en-US" sz="2000" b="1">
                <a:latin typeface="Arial" panose="020B0604020202020204" pitchFamily="34" charset="0"/>
                <a:cs typeface="Arial" panose="020B0604020202020204" pitchFamily="34" charset="0"/>
              </a:rPr>
              <a:t>Strategic Context of the Engagement (2/2)</a:t>
            </a:r>
            <a:endParaRPr lang="en-GB" sz="2000"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11401939"/>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85E75AA5-7793-42EB-A8A1-2973E74D202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10" name="Object 9" hidden="1">
                        <a:extLst>
                          <a:ext uri="{FF2B5EF4-FFF2-40B4-BE49-F238E27FC236}">
                            <a16:creationId xmlns:a16="http://schemas.microsoft.com/office/drawing/2014/main" id="{85E75AA5-7793-42EB-A8A1-2973E74D202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ext Placeholder 1"/>
          <p:cNvSpPr>
            <a:spLocks noGrp="1"/>
          </p:cNvSpPr>
          <p:nvPr>
            <p:ph type="body" sz="quarter" idx="13"/>
          </p:nvPr>
        </p:nvSpPr>
        <p:spPr>
          <a:xfrm>
            <a:off x="514664" y="651599"/>
            <a:ext cx="11456571" cy="283824"/>
          </a:xfrm>
        </p:spPr>
        <p:txBody>
          <a:bodyPr/>
          <a:lstStyle/>
          <a:p>
            <a:pPr algn="just"/>
            <a:r>
              <a:rPr lang="en-US" sz="1400">
                <a:solidFill>
                  <a:schemeClr val="tx1">
                    <a:lumMod val="65000"/>
                    <a:lumOff val="35000"/>
                  </a:schemeClr>
                </a:solidFill>
                <a:latin typeface="Arial" panose="020B0604020202020204" pitchFamily="34" charset="0"/>
                <a:cs typeface="Arial" panose="020B0604020202020204" pitchFamily="34" charset="0"/>
              </a:rPr>
              <a:t>The infographic below outlines a tentative survey approach designed to evaluate the performance of DVC</a:t>
            </a:r>
          </a:p>
        </p:txBody>
      </p:sp>
      <p:sp>
        <p:nvSpPr>
          <p:cNvPr id="6" name="Title 5"/>
          <p:cNvSpPr>
            <a:spLocks noGrp="1"/>
          </p:cNvSpPr>
          <p:nvPr>
            <p:ph type="title"/>
          </p:nvPr>
        </p:nvSpPr>
        <p:spPr/>
        <p:txBody>
          <a:bodyPr vert="horz"/>
          <a:lstStyle/>
          <a:p>
            <a:r>
              <a:rPr lang="en-US" sz="2000" b="1">
                <a:latin typeface="Arial" panose="020B0604020202020204" pitchFamily="34" charset="0"/>
                <a:cs typeface="Arial" panose="020B0604020202020204" pitchFamily="34" charset="0"/>
              </a:rPr>
              <a:t>Survey Approach</a:t>
            </a:r>
            <a:endParaRPr lang="en-GB" sz="2000" b="1">
              <a:latin typeface="Arial" panose="020B0604020202020204" pitchFamily="34" charset="0"/>
              <a:cs typeface="Arial" panose="020B0604020202020204" pitchFamily="34" charset="0"/>
            </a:endParaRPr>
          </a:p>
        </p:txBody>
      </p:sp>
      <p:cxnSp>
        <p:nvCxnSpPr>
          <p:cNvPr id="42" name="Straight Connector 41">
            <a:extLst>
              <a:ext uri="{FF2B5EF4-FFF2-40B4-BE49-F238E27FC236}">
                <a16:creationId xmlns:a16="http://schemas.microsoft.com/office/drawing/2014/main" id="{C3307A9C-FA80-4775-B35A-1A643EF2A1BC}"/>
              </a:ext>
            </a:extLst>
          </p:cNvPr>
          <p:cNvCxnSpPr/>
          <p:nvPr/>
        </p:nvCxnSpPr>
        <p:spPr>
          <a:xfrm flipV="1">
            <a:off x="514664" y="910950"/>
            <a:ext cx="111960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4" name="Title 1">
            <a:extLst>
              <a:ext uri="{FF2B5EF4-FFF2-40B4-BE49-F238E27FC236}">
                <a16:creationId xmlns:a16="http://schemas.microsoft.com/office/drawing/2014/main" id="{929B97A3-02FE-24A7-22F8-594DB7DEBE5F}"/>
              </a:ext>
            </a:extLst>
          </p:cNvPr>
          <p:cNvSpPr txBox="1">
            <a:spLocks/>
          </p:cNvSpPr>
          <p:nvPr/>
        </p:nvSpPr>
        <p:spPr bwMode="gray">
          <a:xfrm>
            <a:off x="828221" y="2410102"/>
            <a:ext cx="1279700" cy="1892826"/>
          </a:xfrm>
          <a:prstGeom prst="rect">
            <a:avLst/>
          </a:prstGeom>
        </p:spPr>
        <p:txBody>
          <a:bodyPr vert="horz" wrap="square" lIns="0" tIns="0" rIns="0" bIns="0" rtlCol="0" anchor="t" anchorCtr="0">
            <a:spAutoFit/>
          </a:bodyPr>
          <a:lstStyle>
            <a:lvl1pPr algn="l" defTabSz="914400" rtl="0" eaLnBrk="1" latinLnBrk="0" hangingPunct="1">
              <a:spcBef>
                <a:spcPct val="0"/>
              </a:spcBef>
              <a:buNone/>
              <a:defRPr sz="2000" kern="1200">
                <a:solidFill>
                  <a:schemeClr val="tx1"/>
                </a:solidFill>
                <a:latin typeface="+mj-lt"/>
                <a:ea typeface="+mj-ea"/>
                <a:cs typeface="+mj-cs"/>
              </a:defRPr>
            </a:lvl1pPr>
          </a:lstStyle>
          <a:p>
            <a:pPr algn="just">
              <a:spcAft>
                <a:spcPts val="300"/>
              </a:spcAft>
            </a:pPr>
            <a:r>
              <a:rPr lang="en-US" altLang="zh-CN" sz="1050" i="1">
                <a:latin typeface="Arial" panose="020B0604020202020204" pitchFamily="34" charset="0"/>
                <a:cs typeface="Arial" panose="020B0604020202020204" pitchFamily="34" charset="0"/>
              </a:rPr>
              <a:t>Clearly defining the universe of survey based on Total No. of consumers being served under DVC Command Area.</a:t>
            </a:r>
          </a:p>
          <a:p>
            <a:pPr algn="just">
              <a:spcAft>
                <a:spcPts val="300"/>
              </a:spcAft>
            </a:pPr>
            <a:r>
              <a:rPr lang="en-GB" sz="1050" i="1">
                <a:latin typeface="Arial" panose="020B0604020202020204" pitchFamily="34" charset="0"/>
                <a:cs typeface="Arial" panose="020B0604020202020204" pitchFamily="34" charset="0"/>
              </a:rPr>
              <a:t>E.g.:-</a:t>
            </a:r>
          </a:p>
          <a:p>
            <a:pPr marL="114300" indent="-114300" algn="just">
              <a:spcAft>
                <a:spcPts val="300"/>
              </a:spcAft>
              <a:buFont typeface="Arial" panose="020B0604020202020204" pitchFamily="34" charset="0"/>
              <a:buChar char="•"/>
            </a:pPr>
            <a:r>
              <a:rPr lang="en-GB" sz="1050" i="1">
                <a:latin typeface="Arial" panose="020B0604020202020204" pitchFamily="34" charset="0"/>
                <a:cs typeface="Arial" panose="020B0604020202020204" pitchFamily="34" charset="0"/>
              </a:rPr>
              <a:t>Geography (WB, Jharkhand , Energy Demand etc). </a:t>
            </a:r>
          </a:p>
          <a:p>
            <a:pPr algn="just">
              <a:spcAft>
                <a:spcPts val="300"/>
              </a:spcAft>
            </a:pPr>
            <a:endParaRPr lang="en-US" altLang="zh-CN" sz="1050" i="1">
              <a:latin typeface="Arial" panose="020B0604020202020204" pitchFamily="34" charset="0"/>
              <a:cs typeface="Arial" panose="020B0604020202020204" pitchFamily="34" charset="0"/>
            </a:endParaRPr>
          </a:p>
        </p:txBody>
      </p:sp>
      <p:sp>
        <p:nvSpPr>
          <p:cNvPr id="5" name="Title 1">
            <a:extLst>
              <a:ext uri="{FF2B5EF4-FFF2-40B4-BE49-F238E27FC236}">
                <a16:creationId xmlns:a16="http://schemas.microsoft.com/office/drawing/2014/main" id="{7E0406A0-707B-B8F4-04AB-C865CED6776A}"/>
              </a:ext>
            </a:extLst>
          </p:cNvPr>
          <p:cNvSpPr txBox="1">
            <a:spLocks/>
          </p:cNvSpPr>
          <p:nvPr/>
        </p:nvSpPr>
        <p:spPr bwMode="gray">
          <a:xfrm>
            <a:off x="2207473" y="3691049"/>
            <a:ext cx="1379232" cy="2900794"/>
          </a:xfrm>
          <a:prstGeom prst="rect">
            <a:avLst/>
          </a:prstGeom>
        </p:spPr>
        <p:txBody>
          <a:bodyPr vert="horz" wrap="square" lIns="0" tIns="0" rIns="0" bIns="0" rtlCol="0" anchor="t" anchorCtr="0">
            <a:spAutoFit/>
          </a:bodyPr>
          <a:lstStyle>
            <a:lvl1pPr algn="l" defTabSz="914400" rtl="0" eaLnBrk="1" latinLnBrk="0" hangingPunct="1">
              <a:spcBef>
                <a:spcPct val="0"/>
              </a:spcBef>
              <a:buNone/>
              <a:defRPr sz="2000" kern="1200">
                <a:solidFill>
                  <a:schemeClr val="tx1"/>
                </a:solidFill>
                <a:latin typeface="+mj-lt"/>
                <a:ea typeface="+mj-ea"/>
                <a:cs typeface="+mj-cs"/>
              </a:defRPr>
            </a:lvl1pPr>
          </a:lstStyle>
          <a:p>
            <a:pPr algn="just">
              <a:spcAft>
                <a:spcPts val="300"/>
              </a:spcAft>
            </a:pPr>
            <a:r>
              <a:rPr lang="en-GB" sz="1050" i="1">
                <a:latin typeface="Arial" panose="020B0604020202020204" pitchFamily="34" charset="0"/>
                <a:cs typeface="Arial" panose="020B0604020202020204" pitchFamily="34" charset="0"/>
              </a:rPr>
              <a:t>Sub-grouping the population in different strata which will be having homogenous characteristics. For </a:t>
            </a:r>
          </a:p>
          <a:p>
            <a:pPr marL="114300" indent="-114300" algn="just">
              <a:spcAft>
                <a:spcPts val="300"/>
              </a:spcAft>
              <a:buFont typeface="Arial" panose="020B0604020202020204" pitchFamily="34" charset="0"/>
              <a:buChar char="•"/>
            </a:pPr>
            <a:r>
              <a:rPr lang="en-GB" sz="1050" i="1">
                <a:latin typeface="Arial" panose="020B0604020202020204" pitchFamily="34" charset="0"/>
                <a:cs typeface="Arial" panose="020B0604020202020204" pitchFamily="34" charset="0"/>
              </a:rPr>
              <a:t>Voltage levels (11kV, 33kV, 132kV and 220 kV).</a:t>
            </a:r>
          </a:p>
          <a:p>
            <a:pPr marL="114300" indent="-114300" algn="just">
              <a:spcAft>
                <a:spcPts val="300"/>
              </a:spcAft>
              <a:buFont typeface="Arial" panose="020B0604020202020204" pitchFamily="34" charset="0"/>
              <a:buChar char="•"/>
            </a:pPr>
            <a:r>
              <a:rPr lang="en-GB" sz="1050" i="1">
                <a:latin typeface="Arial" panose="020B0604020202020204" pitchFamily="34" charset="0"/>
                <a:cs typeface="Arial" panose="020B0604020202020204" pitchFamily="34" charset="0"/>
              </a:rPr>
              <a:t>Consumer category (Industrial, Commercial, LT-Bulk),</a:t>
            </a:r>
          </a:p>
          <a:p>
            <a:pPr marL="114300" indent="-114300" algn="just">
              <a:spcAft>
                <a:spcPts val="300"/>
              </a:spcAft>
              <a:buFont typeface="Arial" panose="020B0604020202020204" pitchFamily="34" charset="0"/>
              <a:buChar char="•"/>
            </a:pPr>
            <a:r>
              <a:rPr lang="en-GB" sz="1050" i="1">
                <a:latin typeface="Arial" panose="020B0604020202020204" pitchFamily="34" charset="0"/>
                <a:cs typeface="Arial" panose="020B0604020202020204" pitchFamily="34" charset="0"/>
              </a:rPr>
              <a:t>Benchmarked consumers (IPCL, WBSEDCL and JBVNL)</a:t>
            </a:r>
          </a:p>
          <a:p>
            <a:pPr marL="114300" indent="-114300" algn="just">
              <a:spcAft>
                <a:spcPts val="300"/>
              </a:spcAft>
              <a:buFont typeface="Arial" panose="020B0604020202020204" pitchFamily="34" charset="0"/>
              <a:buChar char="•"/>
            </a:pPr>
            <a:endParaRPr lang="en-GB" sz="1050" i="1">
              <a:latin typeface="Arial" panose="020B0604020202020204" pitchFamily="34" charset="0"/>
              <a:cs typeface="Arial" panose="020B0604020202020204" pitchFamily="34" charset="0"/>
            </a:endParaRPr>
          </a:p>
        </p:txBody>
      </p:sp>
      <p:sp>
        <p:nvSpPr>
          <p:cNvPr id="7" name="Title 1">
            <a:extLst>
              <a:ext uri="{FF2B5EF4-FFF2-40B4-BE49-F238E27FC236}">
                <a16:creationId xmlns:a16="http://schemas.microsoft.com/office/drawing/2014/main" id="{2B00276A-3356-B273-AC59-D96D8ACA23A8}"/>
              </a:ext>
            </a:extLst>
          </p:cNvPr>
          <p:cNvSpPr txBox="1">
            <a:spLocks/>
          </p:cNvSpPr>
          <p:nvPr/>
        </p:nvSpPr>
        <p:spPr bwMode="gray">
          <a:xfrm>
            <a:off x="5317583" y="4800247"/>
            <a:ext cx="1478180" cy="1815882"/>
          </a:xfrm>
          <a:prstGeom prst="rect">
            <a:avLst/>
          </a:prstGeom>
        </p:spPr>
        <p:txBody>
          <a:bodyPr vert="horz" wrap="square" lIns="0" tIns="0" rIns="0" bIns="0" rtlCol="0" anchor="t" anchorCtr="0">
            <a:spAutoFit/>
          </a:bodyPr>
          <a:lstStyle>
            <a:lvl1pPr algn="l" defTabSz="914400" rtl="0" eaLnBrk="1" latinLnBrk="0" hangingPunct="1">
              <a:spcBef>
                <a:spcPct val="0"/>
              </a:spcBef>
              <a:buNone/>
              <a:defRPr sz="2000" kern="1200">
                <a:solidFill>
                  <a:schemeClr val="tx1"/>
                </a:solidFill>
                <a:latin typeface="+mj-lt"/>
                <a:ea typeface="+mj-ea"/>
                <a:cs typeface="+mj-cs"/>
              </a:defRPr>
            </a:lvl1pPr>
          </a:lstStyle>
          <a:p>
            <a:pPr marL="114300" indent="-114300" algn="just">
              <a:spcAft>
                <a:spcPts val="300"/>
              </a:spcAft>
              <a:buFont typeface="Arial" panose="020B0604020202020204" pitchFamily="34" charset="0"/>
              <a:buChar char="•"/>
            </a:pPr>
            <a:r>
              <a:rPr lang="en-GB" sz="1050" i="1">
                <a:latin typeface="Arial" panose="020B0604020202020204" pitchFamily="34" charset="0"/>
                <a:cs typeface="Arial" panose="020B0604020202020204" pitchFamily="34" charset="0"/>
              </a:rPr>
              <a:t>Comprehensive questionnaires covering power supply, fault handling, billing, complaint resolution, metering etc.</a:t>
            </a:r>
          </a:p>
          <a:p>
            <a:pPr marL="114300" indent="-114300" algn="just">
              <a:spcAft>
                <a:spcPts val="300"/>
              </a:spcAft>
              <a:buFont typeface="Arial" panose="020B0604020202020204" pitchFamily="34" charset="0"/>
              <a:buChar char="•"/>
            </a:pPr>
            <a:r>
              <a:rPr lang="en-GB" sz="1050" i="1">
                <a:latin typeface="Arial" panose="020B0604020202020204" pitchFamily="34" charset="0"/>
                <a:cs typeface="Arial" panose="020B0604020202020204" pitchFamily="34" charset="0"/>
              </a:rPr>
              <a:t>Assigning binary numbers to the questionnaire for statistical analysis</a:t>
            </a:r>
          </a:p>
        </p:txBody>
      </p:sp>
      <p:sp>
        <p:nvSpPr>
          <p:cNvPr id="8" name="Title 1">
            <a:extLst>
              <a:ext uri="{FF2B5EF4-FFF2-40B4-BE49-F238E27FC236}">
                <a16:creationId xmlns:a16="http://schemas.microsoft.com/office/drawing/2014/main" id="{A52EB569-660A-5152-B674-DA866E97C97F}"/>
              </a:ext>
            </a:extLst>
          </p:cNvPr>
          <p:cNvSpPr txBox="1">
            <a:spLocks/>
          </p:cNvSpPr>
          <p:nvPr/>
        </p:nvSpPr>
        <p:spPr bwMode="gray">
          <a:xfrm>
            <a:off x="6901342" y="4357781"/>
            <a:ext cx="1369291" cy="2215991"/>
          </a:xfrm>
          <a:prstGeom prst="rect">
            <a:avLst/>
          </a:prstGeom>
        </p:spPr>
        <p:txBody>
          <a:bodyPr vert="horz" wrap="square" lIns="0" tIns="0" rIns="0" bIns="0" rtlCol="0" anchor="t" anchorCtr="0">
            <a:spAutoFit/>
          </a:bodyPr>
          <a:lstStyle>
            <a:lvl1pPr algn="l" defTabSz="914400" rtl="0" eaLnBrk="1" latinLnBrk="0" hangingPunct="1">
              <a:spcBef>
                <a:spcPct val="0"/>
              </a:spcBef>
              <a:buNone/>
              <a:defRPr sz="2000" kern="1200">
                <a:solidFill>
                  <a:schemeClr val="tx1"/>
                </a:solidFill>
                <a:latin typeface="+mj-lt"/>
                <a:ea typeface="+mj-ea"/>
                <a:cs typeface="+mj-cs"/>
              </a:defRPr>
            </a:lvl1pPr>
          </a:lstStyle>
          <a:p>
            <a:pPr marL="114300" indent="-114300" algn="just">
              <a:spcAft>
                <a:spcPts val="300"/>
              </a:spcAft>
              <a:buFont typeface="Arial" panose="020B0604020202020204" pitchFamily="34" charset="0"/>
              <a:buChar char="•"/>
            </a:pPr>
            <a:r>
              <a:rPr lang="en-US" sz="1050" i="1">
                <a:latin typeface="Arial" panose="020B0604020202020204" pitchFamily="34" charset="0"/>
                <a:cs typeface="Arial" panose="020B0604020202020204" pitchFamily="34" charset="0"/>
              </a:rPr>
              <a:t>Structured face-to-face interviews for in-depth insights.</a:t>
            </a:r>
          </a:p>
          <a:p>
            <a:pPr marL="114300" indent="-114300" algn="just">
              <a:spcAft>
                <a:spcPts val="300"/>
              </a:spcAft>
              <a:buFont typeface="Arial" panose="020B0604020202020204" pitchFamily="34" charset="0"/>
              <a:buChar char="•"/>
            </a:pPr>
            <a:r>
              <a:rPr lang="en-US" sz="1050" i="1">
                <a:latin typeface="Arial" panose="020B0604020202020204" pitchFamily="34" charset="0"/>
                <a:cs typeface="Arial" panose="020B0604020202020204" pitchFamily="34" charset="0"/>
              </a:rPr>
              <a:t>Telephonic/video interviews for remote Bilateral consumers.</a:t>
            </a:r>
          </a:p>
          <a:p>
            <a:pPr marL="114300" indent="-114300" algn="just">
              <a:spcAft>
                <a:spcPts val="300"/>
              </a:spcAft>
              <a:buFont typeface="Arial" panose="020B0604020202020204" pitchFamily="34" charset="0"/>
              <a:buChar char="•"/>
            </a:pPr>
            <a:r>
              <a:rPr lang="en-US" sz="1050" i="1">
                <a:latin typeface="Arial" panose="020B0604020202020204" pitchFamily="34" charset="0"/>
                <a:cs typeface="Arial" panose="020B0604020202020204" pitchFamily="34" charset="0"/>
              </a:rPr>
              <a:t>Focused Group Discussions at Durgapur and Dhanbad</a:t>
            </a:r>
          </a:p>
          <a:p>
            <a:pPr marL="114300" indent="-114300" algn="just">
              <a:spcAft>
                <a:spcPts val="300"/>
              </a:spcAft>
              <a:buFont typeface="Arial" panose="020B0604020202020204" pitchFamily="34" charset="0"/>
              <a:buChar char="•"/>
            </a:pPr>
            <a:r>
              <a:rPr lang="en-US" sz="1050" i="1">
                <a:latin typeface="Arial" panose="020B0604020202020204" pitchFamily="34" charset="0"/>
                <a:cs typeface="Arial" panose="020B0604020202020204" pitchFamily="34" charset="0"/>
              </a:rPr>
              <a:t>Preparing Roadmap on coverage of sample consumers</a:t>
            </a:r>
          </a:p>
        </p:txBody>
      </p:sp>
      <p:sp>
        <p:nvSpPr>
          <p:cNvPr id="9" name="Title 1">
            <a:extLst>
              <a:ext uri="{FF2B5EF4-FFF2-40B4-BE49-F238E27FC236}">
                <a16:creationId xmlns:a16="http://schemas.microsoft.com/office/drawing/2014/main" id="{D47BB688-FB1C-AD49-6148-483B37D410BE}"/>
              </a:ext>
            </a:extLst>
          </p:cNvPr>
          <p:cNvSpPr txBox="1">
            <a:spLocks/>
          </p:cNvSpPr>
          <p:nvPr/>
        </p:nvSpPr>
        <p:spPr bwMode="gray">
          <a:xfrm>
            <a:off x="8418726" y="3280566"/>
            <a:ext cx="1459371" cy="3308598"/>
          </a:xfrm>
          <a:prstGeom prst="rect">
            <a:avLst/>
          </a:prstGeom>
        </p:spPr>
        <p:txBody>
          <a:bodyPr vert="horz" wrap="square" lIns="0" tIns="0" rIns="0" bIns="0" rtlCol="0" anchor="t" anchorCtr="0">
            <a:spAutoFit/>
          </a:bodyPr>
          <a:lstStyle>
            <a:lvl1pPr algn="l" defTabSz="914400" rtl="0" eaLnBrk="1" latinLnBrk="0" hangingPunct="1">
              <a:spcBef>
                <a:spcPct val="0"/>
              </a:spcBef>
              <a:buNone/>
              <a:defRPr sz="2000" kern="1200">
                <a:solidFill>
                  <a:schemeClr val="tx1"/>
                </a:solidFill>
                <a:latin typeface="+mj-lt"/>
                <a:ea typeface="+mj-ea"/>
                <a:cs typeface="+mj-cs"/>
              </a:defRPr>
            </a:lvl1pPr>
          </a:lstStyle>
          <a:p>
            <a:pPr marL="114300" indent="-114300" algn="just">
              <a:spcAft>
                <a:spcPts val="300"/>
              </a:spcAft>
              <a:buFont typeface="Arial" panose="020B0604020202020204" pitchFamily="34" charset="0"/>
              <a:buChar char="•"/>
            </a:pPr>
            <a:r>
              <a:rPr lang="en-US" sz="1050" i="1">
                <a:latin typeface="Arial" panose="020B0604020202020204" pitchFamily="34" charset="0"/>
                <a:cs typeface="Arial" panose="020B0604020202020204" pitchFamily="34" charset="0"/>
              </a:rPr>
              <a:t>Based on the responses, Different types of statistical testing can be performed such as:-</a:t>
            </a:r>
          </a:p>
          <a:p>
            <a:pPr marL="114300" indent="-114300" algn="just">
              <a:spcAft>
                <a:spcPts val="300"/>
              </a:spcAft>
              <a:buFont typeface="Arial" panose="020B0604020202020204" pitchFamily="34" charset="0"/>
              <a:buChar char="•"/>
            </a:pPr>
            <a:r>
              <a:rPr lang="en-US" sz="1050" i="1">
                <a:latin typeface="Arial" panose="020B0604020202020204" pitchFamily="34" charset="0"/>
                <a:cs typeface="Arial" panose="020B0604020202020204" pitchFamily="34" charset="0"/>
              </a:rPr>
              <a:t>Descriptive Statistics- such as mean, median, mode, S.D, Variance and frequency distribution to understand the spread of variability of response.</a:t>
            </a:r>
          </a:p>
          <a:p>
            <a:pPr marL="114300" indent="-114300" algn="just">
              <a:spcAft>
                <a:spcPts val="300"/>
              </a:spcAft>
              <a:buFont typeface="Arial" panose="020B0604020202020204" pitchFamily="34" charset="0"/>
              <a:buChar char="•"/>
            </a:pPr>
            <a:r>
              <a:rPr lang="en-US" sz="1050" i="1">
                <a:latin typeface="Arial" panose="020B0604020202020204" pitchFamily="34" charset="0"/>
                <a:cs typeface="Arial" panose="020B0604020202020204" pitchFamily="34" charset="0"/>
              </a:rPr>
              <a:t>Inferential Statistics- T-tests (if N&lt;30, Z-Test (if N&gt;30), ANNOVA, Chi-Square Test to analyze variability between strata.</a:t>
            </a:r>
            <a:endParaRPr lang="en-GB" sz="1050" i="1">
              <a:latin typeface="Arial" panose="020B0604020202020204" pitchFamily="34" charset="0"/>
              <a:cs typeface="Arial" panose="020B0604020202020204" pitchFamily="34" charset="0"/>
            </a:endParaRPr>
          </a:p>
        </p:txBody>
      </p:sp>
      <p:sp>
        <p:nvSpPr>
          <p:cNvPr id="11" name="Title 1">
            <a:extLst>
              <a:ext uri="{FF2B5EF4-FFF2-40B4-BE49-F238E27FC236}">
                <a16:creationId xmlns:a16="http://schemas.microsoft.com/office/drawing/2014/main" id="{B37248EE-BA5F-15D3-4EC2-E3E954F22F78}"/>
              </a:ext>
            </a:extLst>
          </p:cNvPr>
          <p:cNvSpPr txBox="1">
            <a:spLocks/>
          </p:cNvSpPr>
          <p:nvPr/>
        </p:nvSpPr>
        <p:spPr bwMode="gray">
          <a:xfrm>
            <a:off x="9911634" y="2398039"/>
            <a:ext cx="1422856" cy="646331"/>
          </a:xfrm>
          <a:prstGeom prst="rect">
            <a:avLst/>
          </a:prstGeom>
        </p:spPr>
        <p:txBody>
          <a:bodyPr vert="horz" wrap="square" lIns="0" tIns="0" rIns="0" bIns="0" rtlCol="0" anchor="t" anchorCtr="0">
            <a:spAutoFit/>
          </a:bodyPr>
          <a:lstStyle>
            <a:lvl1pPr algn="l" defTabSz="914400" rtl="0" eaLnBrk="1" latinLnBrk="0" hangingPunct="1">
              <a:spcBef>
                <a:spcPct val="0"/>
              </a:spcBef>
              <a:buNone/>
              <a:defRPr sz="2000" kern="1200">
                <a:solidFill>
                  <a:schemeClr val="tx1"/>
                </a:solidFill>
                <a:latin typeface="+mj-lt"/>
                <a:ea typeface="+mj-ea"/>
                <a:cs typeface="+mj-cs"/>
              </a:defRPr>
            </a:lvl1pPr>
          </a:lstStyle>
          <a:p>
            <a:pPr marL="114300" indent="-114300" algn="just">
              <a:spcAft>
                <a:spcPts val="300"/>
              </a:spcAft>
              <a:buFont typeface="Arial" panose="020B0604020202020204" pitchFamily="34" charset="0"/>
              <a:buChar char="•"/>
            </a:pPr>
            <a:r>
              <a:rPr lang="en-US" sz="1050" i="1">
                <a:latin typeface="Arial" panose="020B0604020202020204" pitchFamily="34" charset="0"/>
                <a:cs typeface="Arial" panose="020B0604020202020204" pitchFamily="34" charset="0"/>
              </a:rPr>
              <a:t>Preparation of detailed reports with actionable recommendations.</a:t>
            </a:r>
            <a:endParaRPr lang="en-GB" sz="1050" i="1">
              <a:latin typeface="Arial" panose="020B0604020202020204" pitchFamily="34" charset="0"/>
              <a:cs typeface="Arial" panose="020B0604020202020204" pitchFamily="34" charset="0"/>
            </a:endParaRPr>
          </a:p>
        </p:txBody>
      </p:sp>
      <p:sp>
        <p:nvSpPr>
          <p:cNvPr id="12" name="Rectangle 11">
            <a:extLst>
              <a:ext uri="{FF2B5EF4-FFF2-40B4-BE49-F238E27FC236}">
                <a16:creationId xmlns:a16="http://schemas.microsoft.com/office/drawing/2014/main" id="{4CFDADFA-AC42-DDAF-C8DF-9E57F6904911}"/>
              </a:ext>
            </a:extLst>
          </p:cNvPr>
          <p:cNvSpPr/>
          <p:nvPr/>
        </p:nvSpPr>
        <p:spPr bwMode="gray">
          <a:xfrm>
            <a:off x="831166" y="1899477"/>
            <a:ext cx="1374914" cy="464313"/>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a:solidFill>
                  <a:schemeClr val="bg1"/>
                </a:solidFill>
                <a:latin typeface="Arial" panose="020B0604020202020204" pitchFamily="34" charset="0"/>
                <a:cs typeface="Arial" panose="020B0604020202020204" pitchFamily="34" charset="0"/>
              </a:rPr>
              <a:t>Defining population Size</a:t>
            </a:r>
          </a:p>
        </p:txBody>
      </p:sp>
      <p:sp>
        <p:nvSpPr>
          <p:cNvPr id="13" name="Rectangle 12">
            <a:extLst>
              <a:ext uri="{FF2B5EF4-FFF2-40B4-BE49-F238E27FC236}">
                <a16:creationId xmlns:a16="http://schemas.microsoft.com/office/drawing/2014/main" id="{98B0DE77-BA56-D052-2EB7-EE36C2045D56}"/>
              </a:ext>
            </a:extLst>
          </p:cNvPr>
          <p:cNvSpPr/>
          <p:nvPr/>
        </p:nvSpPr>
        <p:spPr bwMode="gray">
          <a:xfrm>
            <a:off x="2211790" y="3051188"/>
            <a:ext cx="1374914" cy="607603"/>
          </a:xfrm>
          <a:prstGeom prst="rect">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a:solidFill>
                  <a:schemeClr val="tx1">
                    <a:lumMod val="85000"/>
                    <a:lumOff val="15000"/>
                  </a:schemeClr>
                </a:solidFill>
                <a:latin typeface="Arial" panose="020B0604020202020204" pitchFamily="34" charset="0"/>
                <a:cs typeface="Arial" panose="020B0604020202020204" pitchFamily="34" charset="0"/>
              </a:rPr>
              <a:t>Grouping Population in various Strata</a:t>
            </a:r>
          </a:p>
        </p:txBody>
      </p:sp>
      <p:sp>
        <p:nvSpPr>
          <p:cNvPr id="14" name="Rectangle 13">
            <a:extLst>
              <a:ext uri="{FF2B5EF4-FFF2-40B4-BE49-F238E27FC236}">
                <a16:creationId xmlns:a16="http://schemas.microsoft.com/office/drawing/2014/main" id="{4BA45D0D-E5C5-2CF0-9E7E-857A1B0CF057}"/>
              </a:ext>
            </a:extLst>
          </p:cNvPr>
          <p:cNvSpPr/>
          <p:nvPr/>
        </p:nvSpPr>
        <p:spPr bwMode="gray">
          <a:xfrm>
            <a:off x="5321901" y="4304628"/>
            <a:ext cx="1473862" cy="464313"/>
          </a:xfrm>
          <a:prstGeom prst="rect">
            <a:avLst/>
          </a:prstGeom>
          <a:solidFill>
            <a:srgbClr val="75787B"/>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a:solidFill>
                  <a:schemeClr val="bg1"/>
                </a:solidFill>
                <a:latin typeface="Arial" panose="020B0604020202020204" pitchFamily="34" charset="0"/>
                <a:cs typeface="Arial" panose="020B0604020202020204" pitchFamily="34" charset="0"/>
              </a:rPr>
              <a:t>Questionnaire Development</a:t>
            </a:r>
          </a:p>
        </p:txBody>
      </p:sp>
      <p:sp>
        <p:nvSpPr>
          <p:cNvPr id="15" name="Rectangle 14">
            <a:extLst>
              <a:ext uri="{FF2B5EF4-FFF2-40B4-BE49-F238E27FC236}">
                <a16:creationId xmlns:a16="http://schemas.microsoft.com/office/drawing/2014/main" id="{055C84E9-D7AF-7C78-4A4D-AF2A73E5E1B5}"/>
              </a:ext>
            </a:extLst>
          </p:cNvPr>
          <p:cNvSpPr/>
          <p:nvPr/>
        </p:nvSpPr>
        <p:spPr bwMode="gray">
          <a:xfrm>
            <a:off x="6883517" y="3841070"/>
            <a:ext cx="1374914" cy="464313"/>
          </a:xfrm>
          <a:prstGeom prst="rect">
            <a:avLst/>
          </a:prstGeom>
          <a:solidFill>
            <a:srgbClr val="009A4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a:solidFill>
                  <a:schemeClr val="bg1"/>
                </a:solidFill>
                <a:latin typeface="Arial" panose="020B0604020202020204" pitchFamily="34" charset="0"/>
                <a:cs typeface="Arial" panose="020B0604020202020204" pitchFamily="34" charset="0"/>
              </a:rPr>
              <a:t>Data Collection Approach</a:t>
            </a:r>
          </a:p>
        </p:txBody>
      </p:sp>
      <p:sp>
        <p:nvSpPr>
          <p:cNvPr id="16" name="Rectangle 15">
            <a:extLst>
              <a:ext uri="{FF2B5EF4-FFF2-40B4-BE49-F238E27FC236}">
                <a16:creationId xmlns:a16="http://schemas.microsoft.com/office/drawing/2014/main" id="{644E3B3B-EBB6-3620-FFB2-59D723DACA6C}"/>
              </a:ext>
            </a:extLst>
          </p:cNvPr>
          <p:cNvSpPr/>
          <p:nvPr/>
        </p:nvSpPr>
        <p:spPr bwMode="gray">
          <a:xfrm>
            <a:off x="8429412" y="2886582"/>
            <a:ext cx="1456572" cy="366940"/>
          </a:xfrm>
          <a:prstGeom prst="rect">
            <a:avLst/>
          </a:prstGeom>
          <a:solidFill>
            <a:srgbClr val="00A3E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a:solidFill>
                  <a:schemeClr val="bg1"/>
                </a:solidFill>
                <a:latin typeface="Arial" panose="020B0604020202020204" pitchFamily="34" charset="0"/>
                <a:cs typeface="Arial" panose="020B0604020202020204" pitchFamily="34" charset="0"/>
              </a:rPr>
              <a:t>Statistical testing </a:t>
            </a:r>
          </a:p>
        </p:txBody>
      </p:sp>
      <p:sp>
        <p:nvSpPr>
          <p:cNvPr id="17" name="Rectangle 16">
            <a:extLst>
              <a:ext uri="{FF2B5EF4-FFF2-40B4-BE49-F238E27FC236}">
                <a16:creationId xmlns:a16="http://schemas.microsoft.com/office/drawing/2014/main" id="{539EF84C-87D0-D94A-E540-9C8F87E2C7EC}"/>
              </a:ext>
            </a:extLst>
          </p:cNvPr>
          <p:cNvSpPr/>
          <p:nvPr/>
        </p:nvSpPr>
        <p:spPr bwMode="gray">
          <a:xfrm>
            <a:off x="9885984" y="1899477"/>
            <a:ext cx="1448505" cy="464313"/>
          </a:xfrm>
          <a:prstGeom prst="rect">
            <a:avLst/>
          </a:prstGeom>
          <a:solidFill>
            <a:schemeClr val="accent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a:solidFill>
                  <a:schemeClr val="bg1"/>
                </a:solidFill>
                <a:latin typeface="Arial" panose="020B0604020202020204" pitchFamily="34" charset="0"/>
                <a:cs typeface="Arial" panose="020B0604020202020204" pitchFamily="34" charset="0"/>
              </a:rPr>
              <a:t>Submission of Report</a:t>
            </a:r>
          </a:p>
        </p:txBody>
      </p:sp>
      <p:cxnSp>
        <p:nvCxnSpPr>
          <p:cNvPr id="18" name="Straight Connector 17">
            <a:extLst>
              <a:ext uri="{FF2B5EF4-FFF2-40B4-BE49-F238E27FC236}">
                <a16:creationId xmlns:a16="http://schemas.microsoft.com/office/drawing/2014/main" id="{BECA7A43-411D-1893-1938-D9BA7D69BE50}"/>
              </a:ext>
            </a:extLst>
          </p:cNvPr>
          <p:cNvCxnSpPr>
            <a:cxnSpLocks/>
            <a:stCxn id="12" idx="3"/>
          </p:cNvCxnSpPr>
          <p:nvPr/>
        </p:nvCxnSpPr>
        <p:spPr>
          <a:xfrm flipV="1">
            <a:off x="2206080" y="2050473"/>
            <a:ext cx="2854540" cy="81161"/>
          </a:xfrm>
          <a:prstGeom prst="line">
            <a:avLst/>
          </a:prstGeom>
          <a:ln w="12700" cap="rnd">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51955B4-3AA7-0194-40EB-03B77DBF6989}"/>
              </a:ext>
            </a:extLst>
          </p:cNvPr>
          <p:cNvCxnSpPr>
            <a:cxnSpLocks/>
            <a:stCxn id="13" idx="3"/>
          </p:cNvCxnSpPr>
          <p:nvPr/>
        </p:nvCxnSpPr>
        <p:spPr>
          <a:xfrm flipV="1">
            <a:off x="3586704" y="2410102"/>
            <a:ext cx="1473916" cy="944888"/>
          </a:xfrm>
          <a:prstGeom prst="line">
            <a:avLst/>
          </a:prstGeom>
          <a:ln w="12700" cap="rnd">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CA5DA22-AACD-44D0-6135-E68DF4692557}"/>
              </a:ext>
            </a:extLst>
          </p:cNvPr>
          <p:cNvCxnSpPr>
            <a:cxnSpLocks/>
          </p:cNvCxnSpPr>
          <p:nvPr/>
        </p:nvCxnSpPr>
        <p:spPr>
          <a:xfrm flipV="1">
            <a:off x="4711602" y="2762000"/>
            <a:ext cx="686305" cy="1239643"/>
          </a:xfrm>
          <a:prstGeom prst="line">
            <a:avLst/>
          </a:prstGeom>
          <a:ln w="12700" cap="rnd">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A014A62-02E8-9096-CA9F-0F4BC5C0E841}"/>
              </a:ext>
            </a:extLst>
          </p:cNvPr>
          <p:cNvCxnSpPr>
            <a:cxnSpLocks/>
            <a:endCxn id="15" idx="0"/>
          </p:cNvCxnSpPr>
          <p:nvPr/>
        </p:nvCxnSpPr>
        <p:spPr>
          <a:xfrm>
            <a:off x="6546418" y="2728582"/>
            <a:ext cx="1024556" cy="1112488"/>
          </a:xfrm>
          <a:prstGeom prst="line">
            <a:avLst/>
          </a:prstGeom>
          <a:ln w="12700" cap="rnd">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960E917-5D57-5096-E52E-84B2C08545EB}"/>
              </a:ext>
            </a:extLst>
          </p:cNvPr>
          <p:cNvCxnSpPr>
            <a:cxnSpLocks/>
            <a:endCxn id="16" idx="1"/>
          </p:cNvCxnSpPr>
          <p:nvPr/>
        </p:nvCxnSpPr>
        <p:spPr>
          <a:xfrm>
            <a:off x="5717573" y="2314382"/>
            <a:ext cx="2711839" cy="755670"/>
          </a:xfrm>
          <a:prstGeom prst="line">
            <a:avLst/>
          </a:prstGeom>
          <a:ln w="12700" cap="rnd">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8FC025B8-EF34-88B3-AA14-B083891D1DBD}"/>
              </a:ext>
            </a:extLst>
          </p:cNvPr>
          <p:cNvCxnSpPr>
            <a:cxnSpLocks/>
            <a:endCxn id="17" idx="1"/>
          </p:cNvCxnSpPr>
          <p:nvPr/>
        </p:nvCxnSpPr>
        <p:spPr>
          <a:xfrm flipV="1">
            <a:off x="6483172" y="2131634"/>
            <a:ext cx="3402812" cy="55856"/>
          </a:xfrm>
          <a:prstGeom prst="line">
            <a:avLst/>
          </a:prstGeom>
          <a:ln w="12700" cap="rnd">
            <a:solidFill>
              <a:schemeClr val="tx2"/>
            </a:solidFill>
            <a:prstDash val="sysDot"/>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D6F04807-AF13-C1D1-9B0F-87A51162646D}"/>
              </a:ext>
            </a:extLst>
          </p:cNvPr>
          <p:cNvGrpSpPr/>
          <p:nvPr/>
        </p:nvGrpSpPr>
        <p:grpSpPr>
          <a:xfrm>
            <a:off x="5060622" y="1065604"/>
            <a:ext cx="2033246" cy="2033245"/>
            <a:chOff x="2887496" y="3258052"/>
            <a:chExt cx="1463040" cy="1463040"/>
          </a:xfrm>
        </p:grpSpPr>
        <p:sp>
          <p:nvSpPr>
            <p:cNvPr id="53" name="Title 1">
              <a:extLst>
                <a:ext uri="{FF2B5EF4-FFF2-40B4-BE49-F238E27FC236}">
                  <a16:creationId xmlns:a16="http://schemas.microsoft.com/office/drawing/2014/main" id="{413B1A3E-17DE-E9DB-D8E4-F8BA50A8ABE1}"/>
                </a:ext>
              </a:extLst>
            </p:cNvPr>
            <p:cNvSpPr txBox="1">
              <a:spLocks/>
            </p:cNvSpPr>
            <p:nvPr/>
          </p:nvSpPr>
          <p:spPr bwMode="gray">
            <a:xfrm>
              <a:off x="3141637" y="3491209"/>
              <a:ext cx="989332" cy="987501"/>
            </a:xfrm>
            <a:prstGeom prst="ellipse">
              <a:avLst/>
            </a:prstGeom>
            <a:solidFill>
              <a:schemeClr val="accent5"/>
            </a:solidFill>
            <a:ln w="31750">
              <a:solidFill>
                <a:schemeClr val="bg1"/>
              </a:solidFill>
            </a:ln>
          </p:spPr>
          <p:txBody>
            <a:bodyPr vert="horz" wrap="none" lIns="0" tIns="0" rIns="0" bIns="0" rtlCol="0" anchor="ctr" anchorCtr="0">
              <a:noAutofit/>
            </a:bodyPr>
            <a:lstStyle>
              <a:lvl1pPr algn="l" defTabSz="914400" rtl="0" eaLnBrk="1" latinLnBrk="0" hangingPunct="1">
                <a:spcBef>
                  <a:spcPct val="0"/>
                </a:spcBef>
                <a:buNone/>
                <a:defRPr sz="2000" kern="1200">
                  <a:solidFill>
                    <a:schemeClr val="tx1"/>
                  </a:solidFill>
                  <a:latin typeface="+mj-lt"/>
                  <a:ea typeface="+mj-ea"/>
                  <a:cs typeface="+mj-cs"/>
                </a:defRPr>
              </a:lvl1pPr>
            </a:lstStyle>
            <a:p>
              <a:pPr algn="ctr"/>
              <a:r>
                <a:rPr lang="en-GB" sz="1600" b="1">
                  <a:solidFill>
                    <a:schemeClr val="bg1"/>
                  </a:solidFill>
                  <a:latin typeface="Arial" panose="020B0604020202020204" pitchFamily="34" charset="0"/>
                  <a:cs typeface="Arial" panose="020B0604020202020204" pitchFamily="34" charset="0"/>
                </a:rPr>
                <a:t>Survey </a:t>
              </a:r>
            </a:p>
            <a:p>
              <a:pPr algn="ctr"/>
              <a:r>
                <a:rPr lang="en-GB" sz="1600" b="1">
                  <a:solidFill>
                    <a:schemeClr val="bg1"/>
                  </a:solidFill>
                  <a:latin typeface="Arial" panose="020B0604020202020204" pitchFamily="34" charset="0"/>
                  <a:cs typeface="Arial" panose="020B0604020202020204" pitchFamily="34" charset="0"/>
                </a:rPr>
                <a:t>Approach</a:t>
              </a:r>
            </a:p>
          </p:txBody>
        </p:sp>
        <p:sp>
          <p:nvSpPr>
            <p:cNvPr id="54" name="Arc 53">
              <a:extLst>
                <a:ext uri="{FF2B5EF4-FFF2-40B4-BE49-F238E27FC236}">
                  <a16:creationId xmlns:a16="http://schemas.microsoft.com/office/drawing/2014/main" id="{99F13183-0D74-954A-B8F9-E4D729C71AF5}"/>
                </a:ext>
              </a:extLst>
            </p:cNvPr>
            <p:cNvSpPr>
              <a:spLocks noChangeAspect="1"/>
            </p:cNvSpPr>
            <p:nvPr/>
          </p:nvSpPr>
          <p:spPr>
            <a:xfrm>
              <a:off x="3130194" y="3487521"/>
              <a:ext cx="1005840" cy="1005840"/>
            </a:xfrm>
            <a:prstGeom prst="arc">
              <a:avLst>
                <a:gd name="adj1" fmla="val 513727"/>
                <a:gd name="adj2" fmla="val 11800379"/>
              </a:avLst>
            </a:prstGeom>
            <a:ln w="381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55" name="Arc 54">
              <a:extLst>
                <a:ext uri="{FF2B5EF4-FFF2-40B4-BE49-F238E27FC236}">
                  <a16:creationId xmlns:a16="http://schemas.microsoft.com/office/drawing/2014/main" id="{8745D5C0-028B-A885-B13B-5D8C325B41E1}"/>
                </a:ext>
              </a:extLst>
            </p:cNvPr>
            <p:cNvSpPr>
              <a:spLocks noChangeAspect="1"/>
            </p:cNvSpPr>
            <p:nvPr/>
          </p:nvSpPr>
          <p:spPr>
            <a:xfrm>
              <a:off x="3077405" y="3447445"/>
              <a:ext cx="1097280" cy="1097280"/>
            </a:xfrm>
            <a:prstGeom prst="arc">
              <a:avLst>
                <a:gd name="adj1" fmla="val 1223637"/>
                <a:gd name="adj2" fmla="val 12401778"/>
              </a:avLst>
            </a:prstGeom>
            <a:ln w="38100">
              <a:solidFill>
                <a:srgbClr val="00A3E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56" name="Arc 55">
              <a:extLst>
                <a:ext uri="{FF2B5EF4-FFF2-40B4-BE49-F238E27FC236}">
                  <a16:creationId xmlns:a16="http://schemas.microsoft.com/office/drawing/2014/main" id="{238A439B-D150-19E0-E5C7-55FF13030CE5}"/>
                </a:ext>
              </a:extLst>
            </p:cNvPr>
            <p:cNvSpPr>
              <a:spLocks noChangeAspect="1"/>
            </p:cNvSpPr>
            <p:nvPr/>
          </p:nvSpPr>
          <p:spPr>
            <a:xfrm>
              <a:off x="3030307" y="3406538"/>
              <a:ext cx="1188720" cy="1188720"/>
            </a:xfrm>
            <a:prstGeom prst="arc">
              <a:avLst>
                <a:gd name="adj1" fmla="val 2562022"/>
                <a:gd name="adj2" fmla="val 12953517"/>
              </a:avLst>
            </a:prstGeom>
            <a:ln w="38100">
              <a:solidFill>
                <a:srgbClr val="009A4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57" name="Arc 56">
              <a:extLst>
                <a:ext uri="{FF2B5EF4-FFF2-40B4-BE49-F238E27FC236}">
                  <a16:creationId xmlns:a16="http://schemas.microsoft.com/office/drawing/2014/main" id="{20831F30-EFDE-4845-B075-39DAC4751269}"/>
                </a:ext>
              </a:extLst>
            </p:cNvPr>
            <p:cNvSpPr>
              <a:spLocks noChangeAspect="1"/>
            </p:cNvSpPr>
            <p:nvPr/>
          </p:nvSpPr>
          <p:spPr>
            <a:xfrm>
              <a:off x="2983209" y="3365631"/>
              <a:ext cx="1280160" cy="1280160"/>
            </a:xfrm>
            <a:prstGeom prst="arc">
              <a:avLst>
                <a:gd name="adj1" fmla="val 5359704"/>
                <a:gd name="adj2" fmla="val 13461762"/>
              </a:avLst>
            </a:prstGeom>
            <a:ln w="38100">
              <a:solidFill>
                <a:srgbClr val="97999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58" name="Arc 57">
              <a:extLst>
                <a:ext uri="{FF2B5EF4-FFF2-40B4-BE49-F238E27FC236}">
                  <a16:creationId xmlns:a16="http://schemas.microsoft.com/office/drawing/2014/main" id="{2B234738-21A3-09B3-B71D-A92450597956}"/>
                </a:ext>
              </a:extLst>
            </p:cNvPr>
            <p:cNvSpPr>
              <a:spLocks noChangeAspect="1"/>
            </p:cNvSpPr>
            <p:nvPr/>
          </p:nvSpPr>
          <p:spPr>
            <a:xfrm>
              <a:off x="2931348" y="3315198"/>
              <a:ext cx="1371600" cy="1371600"/>
            </a:xfrm>
            <a:prstGeom prst="arc">
              <a:avLst>
                <a:gd name="adj1" fmla="val 8442504"/>
                <a:gd name="adj2" fmla="val 14238736"/>
              </a:avLst>
            </a:prstGeom>
            <a:ln w="38100">
              <a:solidFill>
                <a:srgbClr val="C4D6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59" name="Arc 58">
              <a:extLst>
                <a:ext uri="{FF2B5EF4-FFF2-40B4-BE49-F238E27FC236}">
                  <a16:creationId xmlns:a16="http://schemas.microsoft.com/office/drawing/2014/main" id="{78FE6C64-1A9A-32FD-6F29-5299BEE5B56F}"/>
                </a:ext>
              </a:extLst>
            </p:cNvPr>
            <p:cNvSpPr>
              <a:spLocks noChangeAspect="1"/>
            </p:cNvSpPr>
            <p:nvPr/>
          </p:nvSpPr>
          <p:spPr>
            <a:xfrm>
              <a:off x="2887496" y="3258052"/>
              <a:ext cx="1463040" cy="1463040"/>
            </a:xfrm>
            <a:prstGeom prst="arc">
              <a:avLst>
                <a:gd name="adj1" fmla="val 10405615"/>
                <a:gd name="adj2" fmla="val 14751918"/>
              </a:avLst>
            </a:prstGeom>
            <a:ln w="38100">
              <a:solidFill>
                <a:schemeClr val="accent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Arial" panose="020B0604020202020204" pitchFamily="34" charset="0"/>
                <a:cs typeface="Arial" panose="020B0604020202020204" pitchFamily="34" charset="0"/>
              </a:endParaRPr>
            </a:p>
          </p:txBody>
        </p:sp>
      </p:grpSp>
      <p:sp>
        <p:nvSpPr>
          <p:cNvPr id="25" name="Isosceles Triangle 24">
            <a:extLst>
              <a:ext uri="{FF2B5EF4-FFF2-40B4-BE49-F238E27FC236}">
                <a16:creationId xmlns:a16="http://schemas.microsoft.com/office/drawing/2014/main" id="{8168066B-FF81-10B9-D3DA-A1D87533766A}"/>
              </a:ext>
            </a:extLst>
          </p:cNvPr>
          <p:cNvSpPr/>
          <p:nvPr/>
        </p:nvSpPr>
        <p:spPr bwMode="gray">
          <a:xfrm>
            <a:off x="831167" y="1755196"/>
            <a:ext cx="176407" cy="142982"/>
          </a:xfrm>
          <a:prstGeom prst="triangle">
            <a:avLst>
              <a:gd name="adj" fmla="val 100000"/>
            </a:avLst>
          </a:prstGeom>
          <a:solidFill>
            <a:srgbClr val="75787B"/>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latin typeface="Arial" panose="020B0604020202020204" pitchFamily="34" charset="0"/>
              <a:cs typeface="Arial" panose="020B0604020202020204" pitchFamily="34" charset="0"/>
            </a:endParaRPr>
          </a:p>
        </p:txBody>
      </p:sp>
      <p:sp>
        <p:nvSpPr>
          <p:cNvPr id="26" name="Isosceles Triangle 25">
            <a:extLst>
              <a:ext uri="{FF2B5EF4-FFF2-40B4-BE49-F238E27FC236}">
                <a16:creationId xmlns:a16="http://schemas.microsoft.com/office/drawing/2014/main" id="{D2226C8D-5965-458A-054A-94AD7D828E78}"/>
              </a:ext>
            </a:extLst>
          </p:cNvPr>
          <p:cNvSpPr/>
          <p:nvPr/>
        </p:nvSpPr>
        <p:spPr bwMode="gray">
          <a:xfrm>
            <a:off x="2191912" y="2912350"/>
            <a:ext cx="176407" cy="142982"/>
          </a:xfrm>
          <a:prstGeom prst="triangle">
            <a:avLst>
              <a:gd name="adj" fmla="val 100000"/>
            </a:avLst>
          </a:prstGeom>
          <a:solidFill>
            <a:srgbClr val="75787B"/>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latin typeface="Arial" panose="020B0604020202020204" pitchFamily="34" charset="0"/>
              <a:cs typeface="Arial" panose="020B0604020202020204" pitchFamily="34" charset="0"/>
            </a:endParaRPr>
          </a:p>
        </p:txBody>
      </p:sp>
      <p:sp>
        <p:nvSpPr>
          <p:cNvPr id="27" name="Isosceles Triangle 26">
            <a:extLst>
              <a:ext uri="{FF2B5EF4-FFF2-40B4-BE49-F238E27FC236}">
                <a16:creationId xmlns:a16="http://schemas.microsoft.com/office/drawing/2014/main" id="{720B4EEE-20A3-5CC3-624D-2CD1794D2021}"/>
              </a:ext>
            </a:extLst>
          </p:cNvPr>
          <p:cNvSpPr/>
          <p:nvPr/>
        </p:nvSpPr>
        <p:spPr bwMode="gray">
          <a:xfrm>
            <a:off x="6839918" y="3725532"/>
            <a:ext cx="176407" cy="142982"/>
          </a:xfrm>
          <a:prstGeom prst="triangle">
            <a:avLst>
              <a:gd name="adj" fmla="val 100000"/>
            </a:avLst>
          </a:prstGeom>
          <a:solidFill>
            <a:srgbClr val="75787B"/>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latin typeface="Arial" panose="020B0604020202020204" pitchFamily="34" charset="0"/>
              <a:cs typeface="Arial" panose="020B0604020202020204" pitchFamily="34" charset="0"/>
            </a:endParaRPr>
          </a:p>
        </p:txBody>
      </p:sp>
      <p:sp>
        <p:nvSpPr>
          <p:cNvPr id="28" name="Isosceles Triangle 27">
            <a:extLst>
              <a:ext uri="{FF2B5EF4-FFF2-40B4-BE49-F238E27FC236}">
                <a16:creationId xmlns:a16="http://schemas.microsoft.com/office/drawing/2014/main" id="{9B84E288-1B05-857D-D472-179D457844B2}"/>
              </a:ext>
            </a:extLst>
          </p:cNvPr>
          <p:cNvSpPr/>
          <p:nvPr/>
        </p:nvSpPr>
        <p:spPr bwMode="gray">
          <a:xfrm>
            <a:off x="8418726" y="2748669"/>
            <a:ext cx="176407" cy="142982"/>
          </a:xfrm>
          <a:prstGeom prst="triangle">
            <a:avLst>
              <a:gd name="adj" fmla="val 100000"/>
            </a:avLst>
          </a:prstGeom>
          <a:solidFill>
            <a:srgbClr val="75787B"/>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latin typeface="Arial" panose="020B0604020202020204" pitchFamily="34" charset="0"/>
              <a:cs typeface="Arial" panose="020B0604020202020204" pitchFamily="34" charset="0"/>
            </a:endParaRPr>
          </a:p>
        </p:txBody>
      </p:sp>
      <p:sp>
        <p:nvSpPr>
          <p:cNvPr id="29" name="Isosceles Triangle 28">
            <a:extLst>
              <a:ext uri="{FF2B5EF4-FFF2-40B4-BE49-F238E27FC236}">
                <a16:creationId xmlns:a16="http://schemas.microsoft.com/office/drawing/2014/main" id="{39F7ACB7-E104-A787-6AFA-C83EF6FABB82}"/>
              </a:ext>
            </a:extLst>
          </p:cNvPr>
          <p:cNvSpPr/>
          <p:nvPr/>
        </p:nvSpPr>
        <p:spPr bwMode="gray">
          <a:xfrm>
            <a:off x="9878097" y="1763481"/>
            <a:ext cx="176407" cy="142982"/>
          </a:xfrm>
          <a:prstGeom prst="triangle">
            <a:avLst>
              <a:gd name="adj" fmla="val 100000"/>
            </a:avLst>
          </a:prstGeom>
          <a:solidFill>
            <a:srgbClr val="75787B"/>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latin typeface="Arial" panose="020B0604020202020204" pitchFamily="34" charset="0"/>
              <a:cs typeface="Arial" panose="020B0604020202020204" pitchFamily="34" charset="0"/>
            </a:endParaRPr>
          </a:p>
        </p:txBody>
      </p:sp>
      <p:sp>
        <p:nvSpPr>
          <p:cNvPr id="36" name="Isosceles Triangle 35">
            <a:extLst>
              <a:ext uri="{FF2B5EF4-FFF2-40B4-BE49-F238E27FC236}">
                <a16:creationId xmlns:a16="http://schemas.microsoft.com/office/drawing/2014/main" id="{16C2CB01-5229-8A02-DE8A-86C9FA788A0F}"/>
              </a:ext>
            </a:extLst>
          </p:cNvPr>
          <p:cNvSpPr/>
          <p:nvPr/>
        </p:nvSpPr>
        <p:spPr bwMode="gray">
          <a:xfrm>
            <a:off x="5331488" y="4161646"/>
            <a:ext cx="176407" cy="142982"/>
          </a:xfrm>
          <a:prstGeom prst="triangle">
            <a:avLst>
              <a:gd name="adj" fmla="val 100000"/>
            </a:avLst>
          </a:prstGeom>
          <a:solidFill>
            <a:srgbClr val="53565A"/>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latin typeface="Arial" panose="020B0604020202020204" pitchFamily="34" charset="0"/>
              <a:cs typeface="Arial" panose="020B0604020202020204" pitchFamily="34" charset="0"/>
            </a:endParaRPr>
          </a:p>
        </p:txBody>
      </p:sp>
      <p:sp>
        <p:nvSpPr>
          <p:cNvPr id="3" name="Title 1">
            <a:extLst>
              <a:ext uri="{FF2B5EF4-FFF2-40B4-BE49-F238E27FC236}">
                <a16:creationId xmlns:a16="http://schemas.microsoft.com/office/drawing/2014/main" id="{B7B13EC6-91E7-DAF7-5FAC-A8E1F11E9D09}"/>
              </a:ext>
            </a:extLst>
          </p:cNvPr>
          <p:cNvSpPr txBox="1">
            <a:spLocks/>
          </p:cNvSpPr>
          <p:nvPr/>
        </p:nvSpPr>
        <p:spPr bwMode="gray">
          <a:xfrm>
            <a:off x="3717382" y="4495444"/>
            <a:ext cx="1379232" cy="969496"/>
          </a:xfrm>
          <a:prstGeom prst="rect">
            <a:avLst/>
          </a:prstGeom>
        </p:spPr>
        <p:txBody>
          <a:bodyPr vert="horz" wrap="square" lIns="0" tIns="0" rIns="0" bIns="0" rtlCol="0" anchor="t" anchorCtr="0">
            <a:spAutoFit/>
          </a:bodyPr>
          <a:lstStyle>
            <a:lvl1pPr algn="l" defTabSz="914400" rtl="0" eaLnBrk="1" latinLnBrk="0" hangingPunct="1">
              <a:spcBef>
                <a:spcPct val="0"/>
              </a:spcBef>
              <a:buNone/>
              <a:defRPr sz="2000" kern="1200">
                <a:solidFill>
                  <a:schemeClr val="tx1"/>
                </a:solidFill>
                <a:latin typeface="+mj-lt"/>
                <a:ea typeface="+mj-ea"/>
                <a:cs typeface="+mj-cs"/>
              </a:defRPr>
            </a:lvl1pPr>
          </a:lstStyle>
          <a:p>
            <a:pPr marL="114300" indent="-114300" algn="just">
              <a:spcAft>
                <a:spcPts val="300"/>
              </a:spcAft>
              <a:buFont typeface="Arial" panose="020B0604020202020204" pitchFamily="34" charset="0"/>
              <a:buChar char="•"/>
            </a:pPr>
            <a:r>
              <a:rPr lang="en-US" sz="1050" i="1">
                <a:latin typeface="Arial" panose="020B0604020202020204" pitchFamily="34" charset="0"/>
                <a:cs typeface="Arial" panose="020B0604020202020204" pitchFamily="34" charset="0"/>
              </a:rPr>
              <a:t>Under each Strata, 90% of the consumer will be selected at random which will be selected for the survey </a:t>
            </a:r>
            <a:endParaRPr lang="en-GB" sz="1050" i="1">
              <a:latin typeface="Arial" panose="020B0604020202020204" pitchFamily="34" charset="0"/>
              <a:cs typeface="Arial" panose="020B0604020202020204" pitchFamily="34" charset="0"/>
            </a:endParaRPr>
          </a:p>
        </p:txBody>
      </p:sp>
      <p:sp>
        <p:nvSpPr>
          <p:cNvPr id="30" name="Rectangle 29">
            <a:extLst>
              <a:ext uri="{FF2B5EF4-FFF2-40B4-BE49-F238E27FC236}">
                <a16:creationId xmlns:a16="http://schemas.microsoft.com/office/drawing/2014/main" id="{66460E70-1C75-FCAD-F053-B8861BF82047}"/>
              </a:ext>
            </a:extLst>
          </p:cNvPr>
          <p:cNvSpPr/>
          <p:nvPr/>
        </p:nvSpPr>
        <p:spPr bwMode="gray">
          <a:xfrm>
            <a:off x="3721700" y="3999825"/>
            <a:ext cx="1374914" cy="464313"/>
          </a:xfrm>
          <a:prstGeom prst="rect">
            <a:avLst/>
          </a:prstGeom>
          <a:solidFill>
            <a:srgbClr val="C4D6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a:latin typeface="Arial" panose="020B0604020202020204" pitchFamily="34" charset="0"/>
                <a:cs typeface="Arial" panose="020B0604020202020204" pitchFamily="34" charset="0"/>
              </a:rPr>
              <a:t>Selection of Sample Size</a:t>
            </a:r>
          </a:p>
        </p:txBody>
      </p:sp>
      <p:sp>
        <p:nvSpPr>
          <p:cNvPr id="31" name="Isosceles Triangle 30">
            <a:extLst>
              <a:ext uri="{FF2B5EF4-FFF2-40B4-BE49-F238E27FC236}">
                <a16:creationId xmlns:a16="http://schemas.microsoft.com/office/drawing/2014/main" id="{031EFB0C-483D-BF85-8D11-86A98934A145}"/>
              </a:ext>
            </a:extLst>
          </p:cNvPr>
          <p:cNvSpPr/>
          <p:nvPr/>
        </p:nvSpPr>
        <p:spPr bwMode="gray">
          <a:xfrm>
            <a:off x="3731287" y="3856843"/>
            <a:ext cx="176407" cy="142982"/>
          </a:xfrm>
          <a:prstGeom prst="triangle">
            <a:avLst>
              <a:gd name="adj" fmla="val 100000"/>
            </a:avLst>
          </a:prstGeom>
          <a:solidFill>
            <a:srgbClr val="53565A"/>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latin typeface="Arial" panose="020B0604020202020204" pitchFamily="34" charset="0"/>
              <a:cs typeface="Arial" panose="020B0604020202020204" pitchFamily="34" charset="0"/>
            </a:endParaRPr>
          </a:p>
        </p:txBody>
      </p:sp>
      <p:cxnSp>
        <p:nvCxnSpPr>
          <p:cNvPr id="46" name="Straight Connector 45">
            <a:extLst>
              <a:ext uri="{FF2B5EF4-FFF2-40B4-BE49-F238E27FC236}">
                <a16:creationId xmlns:a16="http://schemas.microsoft.com/office/drawing/2014/main" id="{E36992DD-E65A-D507-CE1F-DCC74A7198F3}"/>
              </a:ext>
            </a:extLst>
          </p:cNvPr>
          <p:cNvCxnSpPr>
            <a:cxnSpLocks/>
            <a:stCxn id="57" idx="0"/>
          </p:cNvCxnSpPr>
          <p:nvPr/>
        </p:nvCxnSpPr>
        <p:spPr>
          <a:xfrm flipH="1">
            <a:off x="6090134" y="2994138"/>
            <a:ext cx="3473" cy="1347002"/>
          </a:xfrm>
          <a:prstGeom prst="line">
            <a:avLst/>
          </a:prstGeom>
          <a:ln w="12700" cap="rnd">
            <a:solidFill>
              <a:schemeClr val="tx2"/>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7409730"/>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4294967295"/>
          </p:nvPr>
        </p:nvSpPr>
        <p:spPr>
          <a:xfrm>
            <a:off x="437744" y="4102100"/>
            <a:ext cx="11177081" cy="2197100"/>
          </a:xfrm>
        </p:spPr>
        <p:txBody>
          <a:bodyPr anchor="b">
            <a:noAutofit/>
          </a:bodyPr>
          <a:lstStyle/>
          <a:p>
            <a:pPr algn="just">
              <a:spcAft>
                <a:spcPts val="600"/>
              </a:spcAft>
            </a:pPr>
            <a:r>
              <a:rPr lang="en-US" sz="1050" b="1">
                <a:solidFill>
                  <a:schemeClr val="bg1"/>
                </a:solidFill>
                <a:latin typeface="Arial" panose="020B0604020202020204" pitchFamily="34" charset="0"/>
                <a:cs typeface="Arial" panose="020B0604020202020204" pitchFamily="34" charset="0"/>
              </a:rPr>
              <a:t>Deloitte</a:t>
            </a:r>
            <a:r>
              <a:rPr lang="en-US" sz="1050">
                <a:solidFill>
                  <a:schemeClr val="bg1"/>
                </a:solidFill>
                <a:latin typeface="Arial" panose="020B0604020202020204" pitchFamily="34" charset="0"/>
                <a:cs typeface="Arial" panose="020B0604020202020204" pitchFamily="34" charset="0"/>
              </a:rPr>
              <a:t> refers to one or more of Deloitte </a:t>
            </a:r>
            <a:r>
              <a:rPr lang="en-US" sz="1050" err="1">
                <a:solidFill>
                  <a:schemeClr val="bg1"/>
                </a:solidFill>
                <a:latin typeface="Arial" panose="020B0604020202020204" pitchFamily="34" charset="0"/>
                <a:cs typeface="Arial" panose="020B0604020202020204" pitchFamily="34" charset="0"/>
              </a:rPr>
              <a:t>Touche</a:t>
            </a:r>
            <a:r>
              <a:rPr lang="en-US" sz="1050">
                <a:solidFill>
                  <a:schemeClr val="bg1"/>
                </a:solidFill>
                <a:latin typeface="Arial" panose="020B0604020202020204" pitchFamily="34" charset="0"/>
                <a:cs typeface="Arial" panose="020B0604020202020204" pitchFamily="34" charset="0"/>
              </a:rPr>
              <a:t>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algn="just">
              <a:spcAft>
                <a:spcPts val="600"/>
              </a:spcAft>
            </a:pPr>
            <a:r>
              <a:rPr lang="en-US" sz="1050">
                <a:solidFill>
                  <a:schemeClr val="bg1"/>
                </a:solidFill>
                <a:latin typeface="Arial" panose="020B0604020202020204" pitchFamily="34" charset="0"/>
                <a:cs typeface="Arial" panose="020B0604020202020204" pitchFamily="34" charset="0"/>
              </a:rPr>
              <a:t>This material has been prepared by Deloitte </a:t>
            </a:r>
            <a:r>
              <a:rPr lang="en-US" sz="1050" err="1">
                <a:solidFill>
                  <a:schemeClr val="bg1"/>
                </a:solidFill>
                <a:latin typeface="Arial" panose="020B0604020202020204" pitchFamily="34" charset="0"/>
                <a:cs typeface="Arial" panose="020B0604020202020204" pitchFamily="34" charset="0"/>
              </a:rPr>
              <a:t>Touche</a:t>
            </a:r>
            <a:r>
              <a:rPr lang="en-US" sz="1050">
                <a:solidFill>
                  <a:schemeClr val="bg1"/>
                </a:solidFill>
                <a:latin typeface="Arial" panose="020B0604020202020204" pitchFamily="34" charset="0"/>
                <a:cs typeface="Arial" panose="020B0604020202020204" pitchFamily="34" charset="0"/>
              </a:rPr>
              <a:t> Tohmatsu India LLP (“DTTI LLP”), a member of Deloitte </a:t>
            </a:r>
            <a:r>
              <a:rPr lang="en-US" sz="1050" err="1">
                <a:solidFill>
                  <a:schemeClr val="bg1"/>
                </a:solidFill>
                <a:latin typeface="Arial" panose="020B0604020202020204" pitchFamily="34" charset="0"/>
                <a:cs typeface="Arial" panose="020B0604020202020204" pitchFamily="34" charset="0"/>
              </a:rPr>
              <a:t>Touche</a:t>
            </a:r>
            <a:r>
              <a:rPr lang="en-US" sz="1050">
                <a:solidFill>
                  <a:schemeClr val="bg1"/>
                </a:solidFill>
                <a:latin typeface="Arial" panose="020B0604020202020204" pitchFamily="34" charset="0"/>
                <a:cs typeface="Arial" panose="020B0604020202020204" pitchFamily="34" charset="0"/>
              </a:rPr>
              <a:t> Tohmatsu Limited, on a specific request from you and contains proprietary and confidential information. This material may contain information sourced from publicly available information or other third -party sources. DTTI 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algn="just">
              <a:spcAft>
                <a:spcPts val="600"/>
              </a:spcAft>
            </a:pPr>
            <a:r>
              <a:rPr lang="en-US" sz="1050">
                <a:solidFill>
                  <a:schemeClr val="bg1"/>
                </a:solidFill>
                <a:latin typeface="Arial" panose="020B0604020202020204" pitchFamily="34" charset="0"/>
                <a:cs typeface="Arial" panose="020B0604020202020204" pitchFamily="34" charset="0"/>
              </a:rPr>
              <a:t>Nothing in this material creates any contractual relationship between DTT ILLP and you. Any mutually binding legal obligations or rights may only be created between you and DTTI LLP upon execution of a legally binding contract. By using this material and any information contained in it, the user accepts this entire notice and terms of use.</a:t>
            </a:r>
          </a:p>
          <a:p>
            <a:pPr algn="just">
              <a:spcAft>
                <a:spcPts val="600"/>
              </a:spcAft>
            </a:pPr>
            <a:r>
              <a:rPr lang="en-US" sz="1050">
                <a:solidFill>
                  <a:schemeClr val="bg1"/>
                </a:solidFill>
                <a:latin typeface="Arial" panose="020B0604020202020204" pitchFamily="34" charset="0"/>
                <a:cs typeface="Arial" panose="020B0604020202020204" pitchFamily="34" charset="0"/>
              </a:rPr>
              <a:t>©2025 Deloitte </a:t>
            </a:r>
            <a:r>
              <a:rPr lang="en-US" sz="1050" err="1">
                <a:solidFill>
                  <a:schemeClr val="bg1"/>
                </a:solidFill>
                <a:latin typeface="Arial" panose="020B0604020202020204" pitchFamily="34" charset="0"/>
                <a:cs typeface="Arial" panose="020B0604020202020204" pitchFamily="34" charset="0"/>
              </a:rPr>
              <a:t>Touche</a:t>
            </a:r>
            <a:r>
              <a:rPr lang="en-US" sz="1050">
                <a:solidFill>
                  <a:schemeClr val="bg1"/>
                </a:solidFill>
                <a:latin typeface="Arial" panose="020B0604020202020204" pitchFamily="34" charset="0"/>
                <a:cs typeface="Arial" panose="020B0604020202020204" pitchFamily="34" charset="0"/>
              </a:rPr>
              <a:t> Tohmatsu India LLP. Member of Deloitte </a:t>
            </a:r>
            <a:r>
              <a:rPr lang="en-US" sz="1050" err="1">
                <a:solidFill>
                  <a:schemeClr val="bg1"/>
                </a:solidFill>
                <a:latin typeface="Arial" panose="020B0604020202020204" pitchFamily="34" charset="0"/>
                <a:cs typeface="Arial" panose="020B0604020202020204" pitchFamily="34" charset="0"/>
              </a:rPr>
              <a:t>Touche</a:t>
            </a:r>
            <a:r>
              <a:rPr lang="en-US" sz="1050">
                <a:solidFill>
                  <a:schemeClr val="bg1"/>
                </a:solidFill>
                <a:latin typeface="Arial" panose="020B0604020202020204" pitchFamily="34" charset="0"/>
                <a:cs typeface="Arial" panose="020B0604020202020204" pitchFamily="34" charset="0"/>
              </a:rPr>
              <a:t> Tohmatsu Limited</a:t>
            </a:r>
          </a:p>
          <a:p>
            <a:pPr algn="just">
              <a:spcAft>
                <a:spcPts val="600"/>
              </a:spcAft>
            </a:pPr>
            <a:r>
              <a:rPr lang="en-US" sz="1050">
                <a:solidFill>
                  <a:schemeClr val="bg1"/>
                </a:solidFill>
                <a:latin typeface="Arial" panose="020B0604020202020204" pitchFamily="34" charset="0"/>
                <a:cs typeface="Arial" panose="020B0604020202020204" pitchFamily="34" charset="0"/>
              </a:rPr>
              <a:t>Deloitte </a:t>
            </a:r>
            <a:r>
              <a:rPr lang="en-US" sz="1050" err="1">
                <a:solidFill>
                  <a:schemeClr val="bg1"/>
                </a:solidFill>
                <a:latin typeface="Arial" panose="020B0604020202020204" pitchFamily="34" charset="0"/>
                <a:cs typeface="Arial" panose="020B0604020202020204" pitchFamily="34" charset="0"/>
              </a:rPr>
              <a:t>Touche</a:t>
            </a:r>
            <a:r>
              <a:rPr lang="en-US" sz="1050">
                <a:solidFill>
                  <a:schemeClr val="bg1"/>
                </a:solidFill>
                <a:latin typeface="Arial" panose="020B0604020202020204" pitchFamily="34" charset="0"/>
                <a:cs typeface="Arial" panose="020B0604020202020204" pitchFamily="34" charset="0"/>
              </a:rPr>
              <a:t> Tohmatsu India Private Limited (U74140MH199 5PTC093339), a private company limited by shares, was converted into Deloitte </a:t>
            </a:r>
            <a:r>
              <a:rPr lang="en-US" sz="1050" err="1">
                <a:solidFill>
                  <a:schemeClr val="bg1"/>
                </a:solidFill>
                <a:latin typeface="Arial" panose="020B0604020202020204" pitchFamily="34" charset="0"/>
                <a:cs typeface="Arial" panose="020B0604020202020204" pitchFamily="34" charset="0"/>
              </a:rPr>
              <a:t>Touche</a:t>
            </a:r>
            <a:r>
              <a:rPr lang="en-US" sz="1050">
                <a:solidFill>
                  <a:schemeClr val="bg1"/>
                </a:solidFill>
                <a:latin typeface="Arial" panose="020B0604020202020204" pitchFamily="34" charset="0"/>
                <a:cs typeface="Arial" panose="020B0604020202020204" pitchFamily="34" charset="0"/>
              </a:rPr>
              <a:t> Tohmatsu India LLP, a limited liability partnership (LLP Identification No. AAE-8458),with effect from October 1, 2015.</a:t>
            </a:r>
          </a:p>
        </p:txBody>
      </p:sp>
    </p:spTree>
    <p:extLst>
      <p:ext uri="{BB962C8B-B14F-4D97-AF65-F5344CB8AC3E}">
        <p14:creationId xmlns:p14="http://schemas.microsoft.com/office/powerpoint/2010/main" val="229384661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8224&quot;&gt;&lt;version val=&quot;35334&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7&quot;&gt;&lt;elem m_fUsage=&quot;1.46609999999999995879E+00&quot;&gt;&lt;m_msothmcolidx val=&quot;0&quot;/&gt;&lt;m_rgb r=&quot;DF&quot; g=&quot;FF&quot; b=&quot;DF&quot;/&gt;&lt;/elem&gt;&lt;elem m_fUsage=&quot;1.00000000000000000000E+00&quot;&gt;&lt;m_msothmcolidx val=&quot;0&quot;/&gt;&lt;m_rgb r=&quot;B6&quot; g=&quot;B5&quot; b=&quot;E1&quot;/&gt;&lt;/elem&gt;&lt;elem m_fUsage=&quot;9.61908210000000152284E-01&quot;&gt;&lt;m_msothmcolidx val=&quot;0&quot;/&gt;&lt;m_rgb r=&quot;EA&quot; g=&quot;F8&quot; b=&quot;FF&quot;/&gt;&lt;/elem&gt;&lt;elem m_fUsage=&quot;9.00000000000000022204E-01&quot;&gt;&lt;m_msothmcolidx val=&quot;0&quot;/&gt;&lt;m_rgb r=&quot;9C&quot; g=&quot;FA&quot; b=&quot;AA&quot;/&gt;&lt;/elem&gt;&lt;elem m_fUsage=&quot;7.29000000000000092371E-01&quot;&gt;&lt;m_msothmcolidx val=&quot;0&quot;/&gt;&lt;m_rgb r=&quot;F7&quot; g=&quot;F8&quot; b=&quot;FF&quot;/&gt;&lt;/elem&gt;&lt;elem m_fUsage=&quot;5.90490000000000181402E-01&quot;&gt;&lt;m_msothmcolidx val=&quot;0&quot;/&gt;&lt;m_rgb r=&quot;E1&quot; g=&quot;F5&quot; b=&quot;FF&quot;/&gt;&lt;/elem&gt;&lt;elem m_fUsage=&quot;4.78296900000000135833E-01&quot;&gt;&lt;m_msothmcolidx val=&quot;0&quot;/&gt;&lt;m_rgb r=&quot;C4&quot; g=&quot;EC&quot; b=&quot;FF&quot;/&gt;&lt;/elem&gt;&lt;/m_vecMRU&gt;&lt;/m_mruColor&gt;&lt;m_eweekdayFirstOfWeek val=&quot;1&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qRvZVlYlwYHyZ._nOrIlp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tphpARHdQbWot9j9ZjMvR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ewT53HJ_aGkMMJ3gsvl2IQ"/>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_GV1YL_gTcqtONkWSWw6p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t85zJiCQxiEtwVChCqJy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dyjm.J1kRQ.8PofhR2na.g"/>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7FrjR09XQeWQcqAvmORqJg"/>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1Jw_ZGNARmaA8ToKi5ssJw"/>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Jg19lP45RH2VQEDHEGR8kg"/>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PiOql2rHQCK7hePOAMgO2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q8HPoT1rRHlyICKT8oY8hQ"/>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9pcwM6suO6tzKQaDDsz0fw"/>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VnEoVinsD5W8M5Fq2ahDsA"/>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_2.qHI.ZDlo3nFQvgS6QTg"/>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xFHnTn46qHfe.28WpEQkrg"/>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FK.K6l5Vo.R.35ULEvYKZg"/>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N3jdk5PezlKtOBp4miSdrw"/>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U.PU0RL716f6vfKRcBp0wQ"/>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naCp0oUtjFiKbXxAeRriaA"/>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JjmqdKuWr9vV8YVS_9Mlfg"/>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9fBS6SSVhnAc4DomP5.jGg"/>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8xqg5P6MTv8b7iAwMLBhZQ"/>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XpOShWcwprg9CLbkFYOJjA"/>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pV9hIy4b_Lmgr8E99SdtWQ"/>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3_Deloitte 16_9 onscreen">
  <a:themeElements>
    <a:clrScheme name="Deloitte_2020">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4_3_Onscreen.potx" id="{300F3ED9-9C4C-4838-B157-107BB206E623}" vid="{ABD9136E-862F-4680-B56C-E8832C898BE1}"/>
    </a:ext>
  </a:extLst>
</a:theme>
</file>

<file path=ppt/theme/theme2.xml><?xml version="1.0" encoding="utf-8"?>
<a:theme xmlns:a="http://schemas.openxmlformats.org/drawingml/2006/main" name="Theme1">
  <a:themeElements>
    <a:clrScheme name="Custom 3">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Custom 2">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Theme1" id="{D15876C4-01DF-40AB-83E8-B5AFD214BD60}" vid="{BF0EB724-65A5-426D-8C28-320CA8D48642}"/>
    </a:ext>
  </a:extLst>
</a:theme>
</file>

<file path=ppt/theme/theme3.xml><?xml version="1.0" encoding="utf-8"?>
<a:theme xmlns:a="http://schemas.openxmlformats.org/drawingml/2006/main" name="Deloitte Brand Theme">
  <a:themeElements>
    <a:clrScheme name="Custom 3">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Custom 2">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 Brand Theme" id="{B81CB5CC-B27D-4CEE-87C5-60F70DA44618}" vid="{0559517D-A3DB-44AF-8C90-7D7AB8272F05}"/>
    </a:ext>
  </a:extLst>
</a:theme>
</file>

<file path=ppt/theme/theme4.xml><?xml version="1.0" encoding="utf-8"?>
<a:theme xmlns:a="http://schemas.openxmlformats.org/drawingml/2006/main" name="1_Deloitte Brand Theme">
  <a:themeElements>
    <a:clrScheme name="Deloitte US Color1">
      <a:dk1>
        <a:sysClr val="windowText" lastClr="000000"/>
      </a:dk1>
      <a:lt1>
        <a:sysClr val="window" lastClr="FFFFFF"/>
      </a:lt1>
      <a:dk2>
        <a:srgbClr val="53565A"/>
      </a:dk2>
      <a:lt2>
        <a:srgbClr val="D0D0CE"/>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53565A"/>
      </a:folHlink>
    </a:clrScheme>
    <a:fontScheme name="Custom 2">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Blank.potx" id="{9AC82BDB-3632-4A76-A533-AEBDE043BE70}" vid="{95E3F58F-73C4-4E08-B105-5B1FF16EE1C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6EABACCD3B39C49923CC76F9A3899B0" ma:contentTypeVersion="10" ma:contentTypeDescription="Create a new document." ma:contentTypeScope="" ma:versionID="888edbca11eac38050b29462c56b3d83">
  <xsd:schema xmlns:xsd="http://www.w3.org/2001/XMLSchema" xmlns:xs="http://www.w3.org/2001/XMLSchema" xmlns:p="http://schemas.microsoft.com/office/2006/metadata/properties" xmlns:ns2="88ac10d5-d499-482e-8b56-6ab71e10844d" xmlns:ns3="b34fac16-a9a4-4d97-96d6-3d67277b3bbb" targetNamespace="http://schemas.microsoft.com/office/2006/metadata/properties" ma:root="true" ma:fieldsID="b2578cae4076c3a00574eaa070b195d6" ns2:_="" ns3:_="">
    <xsd:import namespace="88ac10d5-d499-482e-8b56-6ab71e10844d"/>
    <xsd:import namespace="b34fac16-a9a4-4d97-96d6-3d67277b3b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ac10d5-d499-482e-8b56-6ab71e1084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34fac16-a9a4-4d97-96d6-3d67277b3bb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26a010e-ed09-4f8f-afe2-969c013c94e7}" ma:internalName="TaxCatchAll" ma:showField="CatchAllData" ma:web="b34fac16-a9a4-4d97-96d6-3d67277b3b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8ac10d5-d499-482e-8b56-6ab71e10844d">
      <Terms xmlns="http://schemas.microsoft.com/office/infopath/2007/PartnerControls"/>
    </lcf76f155ced4ddcb4097134ff3c332f>
    <TaxCatchAll xmlns="b34fac16-a9a4-4d97-96d6-3d67277b3bbb" xsi:nil="true"/>
  </documentManagement>
</p:properties>
</file>

<file path=customXml/itemProps1.xml><?xml version="1.0" encoding="utf-8"?>
<ds:datastoreItem xmlns:ds="http://schemas.openxmlformats.org/officeDocument/2006/customXml" ds:itemID="{04F30B02-FD69-4119-9185-70741A89FA80}">
  <ds:schemaRefs>
    <ds:schemaRef ds:uri="http://schemas.microsoft.com/sharepoint/v3/contenttype/forms"/>
  </ds:schemaRefs>
</ds:datastoreItem>
</file>

<file path=customXml/itemProps2.xml><?xml version="1.0" encoding="utf-8"?>
<ds:datastoreItem xmlns:ds="http://schemas.openxmlformats.org/officeDocument/2006/customXml" ds:itemID="{B8498AD3-30C1-405C-A32C-8700FA34E528}"/>
</file>

<file path=customXml/itemProps3.xml><?xml version="1.0" encoding="utf-8"?>
<ds:datastoreItem xmlns:ds="http://schemas.openxmlformats.org/officeDocument/2006/customXml" ds:itemID="{0288F9C4-86C2-4D91-B0EB-322BFA3274D3}">
  <ds:schemaRefs>
    <ds:schemaRef ds:uri="be99c540-5bca-48bd-bba4-918aa594b80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ea60d57e-af5b-4752-ac57-3e4f28ca11dc}" enabled="1" method="Standard" siteId="{36da45f1-dd2c-4d1f-af13-5abe46b99921}" removed="0"/>
</clbl:labelList>
</file>

<file path=docProps/app.xml><?xml version="1.0" encoding="utf-8"?>
<Properties xmlns="http://schemas.openxmlformats.org/officeDocument/2006/extended-properties" xmlns:vt="http://schemas.openxmlformats.org/officeDocument/2006/docPropsVTypes">
  <Template>APEPDCL_Kick Off Presentation_210321</Template>
  <Application>Microsoft Office PowerPoint</Application>
  <PresentationFormat>Widescreen</PresentationFormat>
  <Slides>23</Slides>
  <Notes>10</Notes>
  <HiddenSlides>0</HiddenSlides>
  <ScaleCrop>false</ScaleCrop>
  <HeadingPairs>
    <vt:vector size="4" baseType="variant">
      <vt:variant>
        <vt:lpstr>Theme</vt:lpstr>
      </vt:variant>
      <vt:variant>
        <vt:i4>4</vt:i4>
      </vt:variant>
      <vt:variant>
        <vt:lpstr>Slide Titles</vt:lpstr>
      </vt:variant>
      <vt:variant>
        <vt:i4>23</vt:i4>
      </vt:variant>
    </vt:vector>
  </HeadingPairs>
  <TitlesOfParts>
    <vt:vector size="27" baseType="lpstr">
      <vt:lpstr>3_Deloitte 16_9 onscreen</vt:lpstr>
      <vt:lpstr>Theme1</vt:lpstr>
      <vt:lpstr>Deloitte Brand Theme</vt:lpstr>
      <vt:lpstr>1_Deloitte Brand Theme</vt:lpstr>
      <vt:lpstr>KICKOFF MEETING  Engagement of Consultant to Carry Out Consumer Satisfaction Survey in DVC  Damodar Valley Corporation Tender/BID No.: GEM/2024/B/5636616 dated 12.12.2024</vt:lpstr>
      <vt:lpstr>PowerPoint Presentation</vt:lpstr>
      <vt:lpstr>PowerPoint Presentation</vt:lpstr>
      <vt:lpstr>Damodar Valley Corporation (DVC) — a towering legacy!</vt:lpstr>
      <vt:lpstr>Customer Centricity: The Key to DVC’s Future Success</vt:lpstr>
      <vt:lpstr>Leveraging Consumer Feedback to Drive Power Sector Excellence</vt:lpstr>
      <vt:lpstr>PowerPoint Presentation</vt:lpstr>
      <vt:lpstr>Objective of the Engagement</vt:lpstr>
      <vt:lpstr>Scope of Work – Key Activities </vt:lpstr>
      <vt:lpstr>Scope of Work – Consumer Mix to be covered</vt:lpstr>
      <vt:lpstr>Survey Tool – Plan to develop a simple survey capture interface</vt:lpstr>
      <vt:lpstr>PowerPoint Presentation</vt:lpstr>
      <vt:lpstr>Engagement Scope of Work – Timelines</vt:lpstr>
      <vt:lpstr>PowerPoint Presentation</vt:lpstr>
      <vt:lpstr>Next Steps for the engagement</vt:lpstr>
      <vt:lpstr>Deloitte’s Key Requests for Survey Success</vt:lpstr>
      <vt:lpstr>Preliminary Information Requirement List (IRL) for the engagement</vt:lpstr>
      <vt:lpstr>PowerPoint Presentation</vt:lpstr>
      <vt:lpstr>About Deloitte Global </vt:lpstr>
      <vt:lpstr>Deloitte India – Our Local Presence</vt:lpstr>
      <vt:lpstr>Strategic Context of the Engagement (2/2)</vt:lpstr>
      <vt:lpstr>Survey Approach</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Assessment of Financial Performance and Institutional Development of Eastern Power Distribution Company of A.P. Ltd. (APEPDCL)</dc:title>
  <dc:creator>psharma12@deloitte.com</dc:creator>
  <cp:revision>1</cp:revision>
  <dcterms:created xsi:type="dcterms:W3CDTF">2021-03-21T06:10:30Z</dcterms:created>
  <dcterms:modified xsi:type="dcterms:W3CDTF">2025-06-20T09:51:46Z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0x01010046EABACCD3B39C49923CC76F9A3899B0</vt:lpwstr>
  </property>
  <property fmtid="{D5CDD505-2E9C-101B-9397-08002B2CF9AE}" pid="3" name="MSIP_Label_ea60d57e-af5b-4752-ac57-3e4f28ca11dc_Enabled">
    <vt:lpwstr>true</vt:lpwstr>
  </property>
  <property fmtid="{D5CDD505-2E9C-101B-9397-08002B2CF9AE}" pid="4" name="MSIP_Label_ea60d57e-af5b-4752-ac57-3e4f28ca11dc_SetDate">
    <vt:lpwstr>2022-08-01T05:44:55Z</vt:lpwstr>
  </property>
  <property fmtid="{D5CDD505-2E9C-101B-9397-08002B2CF9AE}" pid="5" name="MSIP_Label_ea60d57e-af5b-4752-ac57-3e4f28ca11dc_Method">
    <vt:lpwstr>Standard</vt:lpwstr>
  </property>
  <property fmtid="{D5CDD505-2E9C-101B-9397-08002B2CF9AE}" pid="6" name="MSIP_Label_ea60d57e-af5b-4752-ac57-3e4f28ca11dc_Name">
    <vt:lpwstr>ea60d57e-af5b-4752-ac57-3e4f28ca11dc</vt:lpwstr>
  </property>
  <property fmtid="{D5CDD505-2E9C-101B-9397-08002B2CF9AE}" pid="7" name="MSIP_Label_ea60d57e-af5b-4752-ac57-3e4f28ca11dc_SiteId">
    <vt:lpwstr>36da45f1-dd2c-4d1f-af13-5abe46b99921</vt:lpwstr>
  </property>
  <property fmtid="{D5CDD505-2E9C-101B-9397-08002B2CF9AE}" pid="8" name="MSIP_Label_ea60d57e-af5b-4752-ac57-3e4f28ca11dc_ActionId">
    <vt:lpwstr>ac278290-f9fd-4b3c-a971-f0dad4310535</vt:lpwstr>
  </property>
  <property fmtid="{D5CDD505-2E9C-101B-9397-08002B2CF9AE}" pid="9" name="MSIP_Label_ea60d57e-af5b-4752-ac57-3e4f28ca11dc_ContentBits">
    <vt:lpwstr>0</vt:lpwstr>
  </property>
</Properties>
</file>