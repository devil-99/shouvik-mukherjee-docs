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slideLayouts/slideLayout79.xml" ContentType="application/vnd.openxmlformats-officedocument.presentationml.slideLayou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media/image3.bin" ContentType="image/jpeg"/>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19.xml" ContentType="application/vnd.openxmlformats-officedocument.presentationml.tags+xml"/>
  <Override PartName="/ppt/tags/tag1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18.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0.xml" ContentType="application/vnd.openxmlformats-officedocument.presentationml.tags+xml"/>
  <Override PartName="/ppt/tags/tag9.xml" ContentType="application/vnd.openxmlformats-officedocument.presentationml.tags+xml"/>
  <Override PartName="/ppt/tags/tag11.xml" ContentType="application/vnd.openxmlformats-officedocument.presentationml.tags+xml"/>
  <Override PartName="/ppt/tags/tag8.xml" ContentType="application/vnd.openxmlformats-officedocument.presentationml.tags+xml"/>
  <Override PartName="/ppt/tags/tag7.xml" ContentType="application/vnd.openxmlformats-officedocument.presentationml.tags+xml"/>
  <Override PartName="/ppt/tags/tag13.xml" ContentType="application/vnd.openxmlformats-officedocument.presentationml.tags+xml"/>
  <Override PartName="/ppt/tags/tag12.xml" ContentType="application/vnd.openxmlformats-officedocument.presentationml.tags+xml"/>
  <Override PartName="/ppt/tags/tag17.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13" r:id="rId2"/>
  </p:sldMasterIdLst>
  <p:notesMasterIdLst>
    <p:notesMasterId r:id="rId15"/>
  </p:notesMasterIdLst>
  <p:sldIdLst>
    <p:sldId id="386" r:id="rId3"/>
    <p:sldId id="444" r:id="rId4"/>
    <p:sldId id="1824" r:id="rId5"/>
    <p:sldId id="491" r:id="rId6"/>
    <p:sldId id="1826" r:id="rId7"/>
    <p:sldId id="1828" r:id="rId8"/>
    <p:sldId id="1830" r:id="rId9"/>
    <p:sldId id="1832" r:id="rId10"/>
    <p:sldId id="1834" r:id="rId11"/>
    <p:sldId id="449" r:id="rId12"/>
    <p:sldId id="297" r:id="rId13"/>
    <p:sldId id="25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754"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customXml" Target="../customXml/item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ustomXml" Target="../customXml/item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0AA091-8267-4C70-800C-AB55AD873E3D}" type="datetimeFigureOut">
              <a:rPr lang="en-US" smtClean="0"/>
              <a:t>7/26/2021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CB310E-EE38-4519-B6E5-68A2BF4253FE}" type="slidenum">
              <a:rPr lang="en-US" smtClean="0"/>
              <a:t>‹#›</a:t>
            </a:fld>
            <a:endParaRPr lang="en-US"/>
          </a:p>
        </p:txBody>
      </p:sp>
    </p:spTree>
    <p:extLst>
      <p:ext uri="{BB962C8B-B14F-4D97-AF65-F5344CB8AC3E}">
        <p14:creationId xmlns:p14="http://schemas.microsoft.com/office/powerpoint/2010/main" val="832306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a:pPr/>
              <a:t>1</a:t>
            </a:fld>
            <a:endParaRPr lang="en-US" dirty="0"/>
          </a:p>
        </p:txBody>
      </p:sp>
    </p:spTree>
    <p:extLst>
      <p:ext uri="{BB962C8B-B14F-4D97-AF65-F5344CB8AC3E}">
        <p14:creationId xmlns:p14="http://schemas.microsoft.com/office/powerpoint/2010/main" val="3687148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88609" indent="-388609">
              <a:lnSpc>
                <a:spcPct val="106000"/>
              </a:lnSpc>
              <a:spcAft>
                <a:spcPts val="340"/>
              </a:spcAft>
              <a:buFont typeface="Arial" panose="020B0604020202020204" pitchFamily="34" charset="0"/>
              <a:buChar char="•"/>
              <a:defRPr/>
            </a:pPr>
            <a:endParaRPr lang="en-US" sz="1200" i="1" baseline="0" dirty="0">
              <a:latin typeface="Verdana"/>
            </a:endParaRPr>
          </a:p>
        </p:txBody>
      </p:sp>
      <p:sp>
        <p:nvSpPr>
          <p:cNvPr id="4" name="Slide Number Placeholder 3"/>
          <p:cNvSpPr>
            <a:spLocks noGrp="1"/>
          </p:cNvSpPr>
          <p:nvPr>
            <p:ph type="sldNum" sz="quarter" idx="10"/>
          </p:nvPr>
        </p:nvSpPr>
        <p:spPr/>
        <p:txBody>
          <a:bodyPr/>
          <a:lstStyle/>
          <a:p>
            <a:fld id="{AC7F1437-3BF2-450D-A7B9-B11E523F51F3}" type="slidenum">
              <a:rPr lang="de-DE" smtClean="0"/>
              <a:t>3</a:t>
            </a:fld>
            <a:endParaRPr lang="de-DE" dirty="0"/>
          </a:p>
        </p:txBody>
      </p:sp>
    </p:spTree>
    <p:extLst>
      <p:ext uri="{BB962C8B-B14F-4D97-AF65-F5344CB8AC3E}">
        <p14:creationId xmlns:p14="http://schemas.microsoft.com/office/powerpoint/2010/main" val="3333175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88609" indent="-388609">
              <a:lnSpc>
                <a:spcPct val="106000"/>
              </a:lnSpc>
              <a:spcAft>
                <a:spcPts val="340"/>
              </a:spcAft>
              <a:buFont typeface="Arial" panose="020B0604020202020204" pitchFamily="34" charset="0"/>
              <a:buChar char="•"/>
              <a:defRPr/>
            </a:pPr>
            <a:endParaRPr lang="en-US" sz="1200" i="1" baseline="0" dirty="0">
              <a:latin typeface="Verdana"/>
            </a:endParaRPr>
          </a:p>
        </p:txBody>
      </p:sp>
      <p:sp>
        <p:nvSpPr>
          <p:cNvPr id="4" name="Slide Number Placeholder 3"/>
          <p:cNvSpPr>
            <a:spLocks noGrp="1"/>
          </p:cNvSpPr>
          <p:nvPr>
            <p:ph type="sldNum" sz="quarter" idx="10"/>
          </p:nvPr>
        </p:nvSpPr>
        <p:spPr/>
        <p:txBody>
          <a:bodyPr/>
          <a:lstStyle/>
          <a:p>
            <a:fld id="{AC7F1437-3BF2-450D-A7B9-B11E523F51F3}" type="slidenum">
              <a:rPr lang="de-DE" smtClean="0"/>
              <a:t>5</a:t>
            </a:fld>
            <a:endParaRPr lang="de-DE" dirty="0"/>
          </a:p>
        </p:txBody>
      </p:sp>
    </p:spTree>
    <p:extLst>
      <p:ext uri="{BB962C8B-B14F-4D97-AF65-F5344CB8AC3E}">
        <p14:creationId xmlns:p14="http://schemas.microsoft.com/office/powerpoint/2010/main" val="3634575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88609" indent="-388609">
              <a:lnSpc>
                <a:spcPct val="106000"/>
              </a:lnSpc>
              <a:spcAft>
                <a:spcPts val="340"/>
              </a:spcAft>
              <a:buFont typeface="Arial" panose="020B0604020202020204" pitchFamily="34" charset="0"/>
              <a:buChar char="•"/>
              <a:defRPr/>
            </a:pPr>
            <a:endParaRPr lang="en-US" sz="1200" i="1" baseline="0" dirty="0">
              <a:latin typeface="Verdana"/>
            </a:endParaRPr>
          </a:p>
        </p:txBody>
      </p:sp>
      <p:sp>
        <p:nvSpPr>
          <p:cNvPr id="4" name="Slide Number Placeholder 3"/>
          <p:cNvSpPr>
            <a:spLocks noGrp="1"/>
          </p:cNvSpPr>
          <p:nvPr>
            <p:ph type="sldNum" sz="quarter" idx="10"/>
          </p:nvPr>
        </p:nvSpPr>
        <p:spPr/>
        <p:txBody>
          <a:bodyPr/>
          <a:lstStyle/>
          <a:p>
            <a:fld id="{AC7F1437-3BF2-450D-A7B9-B11E523F51F3}" type="slidenum">
              <a:rPr lang="de-DE" smtClean="0"/>
              <a:t>6</a:t>
            </a:fld>
            <a:endParaRPr lang="de-DE" dirty="0"/>
          </a:p>
        </p:txBody>
      </p:sp>
    </p:spTree>
    <p:extLst>
      <p:ext uri="{BB962C8B-B14F-4D97-AF65-F5344CB8AC3E}">
        <p14:creationId xmlns:p14="http://schemas.microsoft.com/office/powerpoint/2010/main" val="37146683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88609" indent="-388609">
              <a:lnSpc>
                <a:spcPct val="106000"/>
              </a:lnSpc>
              <a:spcAft>
                <a:spcPts val="340"/>
              </a:spcAft>
              <a:buFont typeface="Arial" panose="020B0604020202020204" pitchFamily="34" charset="0"/>
              <a:buChar char="•"/>
              <a:defRPr/>
            </a:pPr>
            <a:endParaRPr lang="en-US" sz="1200" i="1" baseline="0" dirty="0">
              <a:latin typeface="Verdana"/>
            </a:endParaRPr>
          </a:p>
        </p:txBody>
      </p:sp>
      <p:sp>
        <p:nvSpPr>
          <p:cNvPr id="4" name="Slide Number Placeholder 3"/>
          <p:cNvSpPr>
            <a:spLocks noGrp="1"/>
          </p:cNvSpPr>
          <p:nvPr>
            <p:ph type="sldNum" sz="quarter" idx="10"/>
          </p:nvPr>
        </p:nvSpPr>
        <p:spPr/>
        <p:txBody>
          <a:bodyPr/>
          <a:lstStyle/>
          <a:p>
            <a:fld id="{AC7F1437-3BF2-450D-A7B9-B11E523F51F3}" type="slidenum">
              <a:rPr lang="de-DE" smtClean="0"/>
              <a:t>7</a:t>
            </a:fld>
            <a:endParaRPr lang="de-DE" dirty="0"/>
          </a:p>
        </p:txBody>
      </p:sp>
    </p:spTree>
    <p:extLst>
      <p:ext uri="{BB962C8B-B14F-4D97-AF65-F5344CB8AC3E}">
        <p14:creationId xmlns:p14="http://schemas.microsoft.com/office/powerpoint/2010/main" val="864103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88609" indent="-388609">
              <a:lnSpc>
                <a:spcPct val="106000"/>
              </a:lnSpc>
              <a:spcAft>
                <a:spcPts val="340"/>
              </a:spcAft>
              <a:buFont typeface="Arial" panose="020B0604020202020204" pitchFamily="34" charset="0"/>
              <a:buChar char="•"/>
              <a:defRPr/>
            </a:pPr>
            <a:endParaRPr lang="en-US" sz="1200" i="1" baseline="0" dirty="0">
              <a:latin typeface="Verdana"/>
            </a:endParaRPr>
          </a:p>
        </p:txBody>
      </p:sp>
      <p:sp>
        <p:nvSpPr>
          <p:cNvPr id="4" name="Slide Number Placeholder 3"/>
          <p:cNvSpPr>
            <a:spLocks noGrp="1"/>
          </p:cNvSpPr>
          <p:nvPr>
            <p:ph type="sldNum" sz="quarter" idx="10"/>
          </p:nvPr>
        </p:nvSpPr>
        <p:spPr/>
        <p:txBody>
          <a:bodyPr/>
          <a:lstStyle/>
          <a:p>
            <a:fld id="{AC7F1437-3BF2-450D-A7B9-B11E523F51F3}" type="slidenum">
              <a:rPr lang="de-DE" smtClean="0"/>
              <a:t>8</a:t>
            </a:fld>
            <a:endParaRPr lang="de-DE" dirty="0"/>
          </a:p>
        </p:txBody>
      </p:sp>
    </p:spTree>
    <p:extLst>
      <p:ext uri="{BB962C8B-B14F-4D97-AF65-F5344CB8AC3E}">
        <p14:creationId xmlns:p14="http://schemas.microsoft.com/office/powerpoint/2010/main" val="2334287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88609" indent="-388609">
              <a:lnSpc>
                <a:spcPct val="106000"/>
              </a:lnSpc>
              <a:spcAft>
                <a:spcPts val="340"/>
              </a:spcAft>
              <a:buFont typeface="Arial" panose="020B0604020202020204" pitchFamily="34" charset="0"/>
              <a:buChar char="•"/>
              <a:defRPr/>
            </a:pPr>
            <a:endParaRPr lang="en-US" sz="1200" i="1" baseline="0" dirty="0">
              <a:latin typeface="Verdana"/>
            </a:endParaRPr>
          </a:p>
        </p:txBody>
      </p:sp>
      <p:sp>
        <p:nvSpPr>
          <p:cNvPr id="4" name="Slide Number Placeholder 3"/>
          <p:cNvSpPr>
            <a:spLocks noGrp="1"/>
          </p:cNvSpPr>
          <p:nvPr>
            <p:ph type="sldNum" sz="quarter" idx="10"/>
          </p:nvPr>
        </p:nvSpPr>
        <p:spPr/>
        <p:txBody>
          <a:bodyPr/>
          <a:lstStyle/>
          <a:p>
            <a:fld id="{AC7F1437-3BF2-450D-A7B9-B11E523F51F3}" type="slidenum">
              <a:rPr lang="de-DE" smtClean="0"/>
              <a:t>9</a:t>
            </a:fld>
            <a:endParaRPr lang="de-DE" dirty="0"/>
          </a:p>
        </p:txBody>
      </p:sp>
    </p:spTree>
    <p:extLst>
      <p:ext uri="{BB962C8B-B14F-4D97-AF65-F5344CB8AC3E}">
        <p14:creationId xmlns:p14="http://schemas.microsoft.com/office/powerpoint/2010/main" val="1096880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a:pPr/>
              <a:t>12</a:t>
            </a:fld>
            <a:endParaRPr lang="en-US" dirty="0"/>
          </a:p>
        </p:txBody>
      </p:sp>
    </p:spTree>
    <p:extLst>
      <p:ext uri="{BB962C8B-B14F-4D97-AF65-F5344CB8AC3E}">
        <p14:creationId xmlns:p14="http://schemas.microsoft.com/office/powerpoint/2010/main" val="18645726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vmlDrawing" Target="../drawings/vmlDrawing2.v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3" name="Subtitle 2"/>
          <p:cNvSpPr>
            <a:spLocks noGrp="1"/>
          </p:cNvSpPr>
          <p:nvPr>
            <p:ph type="subTitle" idx="1" hasCustomPrompt="1"/>
          </p:nvPr>
        </p:nvSpPr>
        <p:spPr bwMode="gray">
          <a:xfrm>
            <a:off x="503991" y="5864230"/>
            <a:ext cx="5592011" cy="505645"/>
          </a:xfrm>
          <a:prstGeom prst="rect">
            <a:avLst/>
          </a:prstGeom>
        </p:spPr>
        <p:txBody>
          <a:bodyPr lIns="0" tIns="0" rIns="0" bIns="0" anchor="b" anchorCtr="0">
            <a:noAutofit/>
          </a:bodyPr>
          <a:lstStyle>
            <a:lvl1pPr marL="0" indent="0" algn="l">
              <a:lnSpc>
                <a:spcPct val="100000"/>
              </a:lnSpc>
              <a:spcAft>
                <a:spcPts val="0"/>
              </a:spcAft>
              <a:buNone/>
              <a:defRPr sz="1698" b="1">
                <a:solidFill>
                  <a:schemeClr val="bg1"/>
                </a:solidFill>
              </a:defRPr>
            </a:lvl1pPr>
            <a:lvl2pPr marL="0" marR="0" indent="0" algn="l" defTabSz="862686" rtl="0" eaLnBrk="1" fontAlgn="auto" latinLnBrk="0" hangingPunct="1">
              <a:lnSpc>
                <a:spcPct val="100000"/>
              </a:lnSpc>
              <a:spcBef>
                <a:spcPts val="0"/>
              </a:spcBef>
              <a:spcAft>
                <a:spcPts val="0"/>
              </a:spcAft>
              <a:buClrTx/>
              <a:buSzPct val="100000"/>
              <a:buFont typeface="Arial"/>
              <a:buNone/>
              <a:tabLst/>
              <a:defRPr sz="1509" b="0">
                <a:solidFill>
                  <a:schemeClr val="bg1"/>
                </a:solidFill>
              </a:defRPr>
            </a:lvl2pPr>
            <a:lvl3pPr marL="0" indent="0" algn="l">
              <a:spcAft>
                <a:spcPts val="0"/>
              </a:spcAft>
              <a:buNone/>
              <a:defRPr sz="1509">
                <a:solidFill>
                  <a:schemeClr val="bg1"/>
                </a:solidFill>
              </a:defRPr>
            </a:lvl3pPr>
            <a:lvl4pPr marL="1294029" indent="0" algn="ctr">
              <a:buNone/>
              <a:defRPr sz="1509"/>
            </a:lvl4pPr>
            <a:lvl5pPr marL="1725373" indent="0" algn="ctr">
              <a:buNone/>
              <a:defRPr sz="1509"/>
            </a:lvl5pPr>
            <a:lvl6pPr marL="2156716" indent="0" algn="ctr">
              <a:buNone/>
              <a:defRPr sz="1509"/>
            </a:lvl6pPr>
            <a:lvl7pPr marL="2588059" indent="0" algn="ctr">
              <a:buNone/>
              <a:defRPr sz="1509"/>
            </a:lvl7pPr>
            <a:lvl8pPr marL="3019403" indent="0" algn="ctr">
              <a:buNone/>
              <a:defRPr sz="1509"/>
            </a:lvl8pPr>
            <a:lvl9pPr marL="3450746" indent="0" algn="ctr">
              <a:buNone/>
              <a:defRPr sz="1509"/>
            </a:lvl9pPr>
          </a:lstStyle>
          <a:p>
            <a:r>
              <a:rPr lang="en-US" noProof="0" dirty="0"/>
              <a:t>Click to edit Master title style</a:t>
            </a:r>
          </a:p>
          <a:p>
            <a:pPr marL="0" marR="0" lvl="1" indent="0" algn="l" defTabSz="862686"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944">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49" y="378001"/>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grpSp>
    </p:spTree>
    <p:extLst>
      <p:ext uri="{BB962C8B-B14F-4D97-AF65-F5344CB8AC3E}">
        <p14:creationId xmlns:p14="http://schemas.microsoft.com/office/powerpoint/2010/main" val="349631755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noProof="0"/>
              <a:t>Click icon to add picture</a:t>
            </a:r>
            <a:endParaRPr lang="en-US" noProof="0" dirty="0"/>
          </a:p>
        </p:txBody>
      </p:sp>
      <p:sp>
        <p:nvSpPr>
          <p:cNvPr id="3" name="Subtitle 2"/>
          <p:cNvSpPr>
            <a:spLocks noGrp="1"/>
          </p:cNvSpPr>
          <p:nvPr>
            <p:ph type="subTitle" idx="1" hasCustomPrompt="1"/>
          </p:nvPr>
        </p:nvSpPr>
        <p:spPr bwMode="gray">
          <a:xfrm>
            <a:off x="501651" y="5864230"/>
            <a:ext cx="5594348" cy="505645"/>
          </a:xfrm>
          <a:prstGeom prst="rect">
            <a:avLst/>
          </a:prstGeom>
        </p:spPr>
        <p:txBody>
          <a:bodyPr lIns="0" tIns="0" rIns="0" bIns="0" anchor="b" anchorCtr="0">
            <a:noAutofit/>
          </a:bodyPr>
          <a:lstStyle>
            <a:lvl1pPr marL="0" indent="0" algn="l">
              <a:lnSpc>
                <a:spcPct val="100000"/>
              </a:lnSpc>
              <a:spcAft>
                <a:spcPts val="0"/>
              </a:spcAft>
              <a:buNone/>
              <a:defRPr sz="1698" b="1">
                <a:solidFill>
                  <a:schemeClr val="tx1"/>
                </a:solidFill>
              </a:defRPr>
            </a:lvl1pPr>
            <a:lvl2pPr marL="0" indent="0" algn="l">
              <a:buNone/>
              <a:defRPr sz="1509" b="0"/>
            </a:lvl2pPr>
            <a:lvl3pPr marL="862686" indent="0" algn="ctr">
              <a:buNone/>
              <a:defRPr sz="1698"/>
            </a:lvl3pPr>
            <a:lvl4pPr marL="1294029" indent="0" algn="ctr">
              <a:buNone/>
              <a:defRPr sz="1509"/>
            </a:lvl4pPr>
            <a:lvl5pPr marL="1725373" indent="0" algn="ctr">
              <a:buNone/>
              <a:defRPr sz="1509"/>
            </a:lvl5pPr>
            <a:lvl6pPr marL="2156716" indent="0" algn="ctr">
              <a:buNone/>
              <a:defRPr sz="1509"/>
            </a:lvl6pPr>
            <a:lvl7pPr marL="2588059" indent="0" algn="ctr">
              <a:buNone/>
              <a:defRPr sz="1509"/>
            </a:lvl7pPr>
            <a:lvl8pPr marL="3019403" indent="0" algn="ctr">
              <a:buNone/>
              <a:defRPr sz="1509"/>
            </a:lvl8pPr>
            <a:lvl9pPr marL="3450746" indent="0" algn="ctr">
              <a:buNone/>
              <a:defRPr sz="1509"/>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944">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p:nvPr userDrawn="1"/>
        </p:nvGrpSpPr>
        <p:grpSpPr>
          <a:xfrm>
            <a:off x="501649" y="378001"/>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grpSp>
    </p:spTree>
    <p:extLst>
      <p:ext uri="{BB962C8B-B14F-4D97-AF65-F5344CB8AC3E}">
        <p14:creationId xmlns:p14="http://schemas.microsoft.com/office/powerpoint/2010/main" val="971888155"/>
      </p:ext>
    </p:extLst>
  </p:cSld>
  <p:clrMapOvr>
    <a:masterClrMapping/>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3963"/>
              </a:lnSpc>
              <a:defRPr sz="3396"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3991" y="5864230"/>
            <a:ext cx="5592011" cy="505645"/>
          </a:xfrm>
          <a:prstGeom prst="rect">
            <a:avLst/>
          </a:prstGeom>
        </p:spPr>
        <p:txBody>
          <a:bodyPr lIns="0" tIns="0" rIns="0" bIns="0" anchor="b" anchorCtr="0">
            <a:noAutofit/>
          </a:bodyPr>
          <a:lstStyle>
            <a:lvl1pPr marL="0" indent="0" algn="l">
              <a:lnSpc>
                <a:spcPct val="100000"/>
              </a:lnSpc>
              <a:spcAft>
                <a:spcPts val="0"/>
              </a:spcAft>
              <a:buNone/>
              <a:defRPr sz="1509">
                <a:solidFill>
                  <a:schemeClr val="bg1"/>
                </a:solidFill>
              </a:defRPr>
            </a:lvl1pPr>
            <a:lvl2pPr marL="431343" indent="0" algn="ctr">
              <a:buNone/>
              <a:defRPr sz="1887"/>
            </a:lvl2pPr>
            <a:lvl3pPr marL="862686" indent="0" algn="ctr">
              <a:buNone/>
              <a:defRPr sz="1698"/>
            </a:lvl3pPr>
            <a:lvl4pPr marL="1294029" indent="0" algn="ctr">
              <a:buNone/>
              <a:defRPr sz="1509"/>
            </a:lvl4pPr>
            <a:lvl5pPr marL="1725373" indent="0" algn="ctr">
              <a:buNone/>
              <a:defRPr sz="1509"/>
            </a:lvl5pPr>
            <a:lvl6pPr marL="2156716" indent="0" algn="ctr">
              <a:buNone/>
              <a:defRPr sz="1509"/>
            </a:lvl6pPr>
            <a:lvl7pPr marL="2588059" indent="0" algn="ctr">
              <a:buNone/>
              <a:defRPr sz="1509"/>
            </a:lvl7pPr>
            <a:lvl8pPr marL="3019403" indent="0" algn="ctr">
              <a:buNone/>
              <a:defRPr sz="1509"/>
            </a:lvl8pPr>
            <a:lvl9pPr marL="3450746" indent="0" algn="ctr">
              <a:buNone/>
              <a:defRPr sz="1509"/>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944">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49" y="378001"/>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grpSp>
    </p:spTree>
    <p:extLst>
      <p:ext uri="{BB962C8B-B14F-4D97-AF65-F5344CB8AC3E}">
        <p14:creationId xmlns:p14="http://schemas.microsoft.com/office/powerpoint/2010/main" val="29759563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3963"/>
              </a:lnSpc>
              <a:defRPr sz="3396"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30"/>
            <a:ext cx="5594348" cy="505645"/>
          </a:xfrm>
          <a:prstGeom prst="rect">
            <a:avLst/>
          </a:prstGeom>
        </p:spPr>
        <p:txBody>
          <a:bodyPr lIns="0" tIns="0" rIns="0" bIns="0" anchor="b" anchorCtr="0">
            <a:noAutofit/>
          </a:bodyPr>
          <a:lstStyle>
            <a:lvl1pPr marL="0" indent="0" algn="l">
              <a:lnSpc>
                <a:spcPct val="100000"/>
              </a:lnSpc>
              <a:spcAft>
                <a:spcPts val="0"/>
              </a:spcAft>
              <a:buNone/>
              <a:defRPr sz="1509">
                <a:solidFill>
                  <a:schemeClr val="tx1"/>
                </a:solidFill>
              </a:defRPr>
            </a:lvl1pPr>
            <a:lvl2pPr marL="431343" indent="0" algn="ctr">
              <a:buNone/>
              <a:defRPr sz="1887"/>
            </a:lvl2pPr>
            <a:lvl3pPr marL="862686" indent="0" algn="ctr">
              <a:buNone/>
              <a:defRPr sz="1698"/>
            </a:lvl3pPr>
            <a:lvl4pPr marL="1294029" indent="0" algn="ctr">
              <a:buNone/>
              <a:defRPr sz="1509"/>
            </a:lvl4pPr>
            <a:lvl5pPr marL="1725373" indent="0" algn="ctr">
              <a:buNone/>
              <a:defRPr sz="1509"/>
            </a:lvl5pPr>
            <a:lvl6pPr marL="2156716" indent="0" algn="ctr">
              <a:buNone/>
              <a:defRPr sz="1509"/>
            </a:lvl6pPr>
            <a:lvl7pPr marL="2588059" indent="0" algn="ctr">
              <a:buNone/>
              <a:defRPr sz="1509"/>
            </a:lvl7pPr>
            <a:lvl8pPr marL="3019403" indent="0" algn="ctr">
              <a:buNone/>
              <a:defRPr sz="1509"/>
            </a:lvl8pPr>
            <a:lvl9pPr marL="3450746" indent="0" algn="ctr">
              <a:buNone/>
              <a:defRPr sz="1509"/>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944">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userDrawn="1"/>
        </p:nvGrpSpPr>
        <p:grpSpPr>
          <a:xfrm>
            <a:off x="501649" y="378001"/>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grpSp>
    </p:spTree>
    <p:extLst>
      <p:ext uri="{BB962C8B-B14F-4D97-AF65-F5344CB8AC3E}">
        <p14:creationId xmlns:p14="http://schemas.microsoft.com/office/powerpoint/2010/main" val="1217274893"/>
      </p:ext>
    </p:extLst>
  </p:cSld>
  <p:clrMapOvr>
    <a:masterClrMapping/>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1"/>
            <a:ext cx="10541000" cy="1592403"/>
          </a:xfrm>
        </p:spPr>
        <p:txBody>
          <a:bodyPr anchor="b"/>
          <a:lstStyle>
            <a:lvl1pPr>
              <a:lnSpc>
                <a:spcPct val="95000"/>
              </a:lnSpc>
              <a:defRPr sz="3336"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336">
                <a:solidFill>
                  <a:schemeClr val="bg1"/>
                </a:solidFill>
              </a:defRPr>
            </a:lvl1pPr>
            <a:lvl2pPr marL="431343" indent="0">
              <a:buNone/>
              <a:defRPr sz="1887">
                <a:solidFill>
                  <a:schemeClr val="tx1">
                    <a:tint val="75000"/>
                  </a:schemeClr>
                </a:solidFill>
              </a:defRPr>
            </a:lvl2pPr>
            <a:lvl3pPr marL="862686" indent="0">
              <a:buNone/>
              <a:defRPr sz="1698">
                <a:solidFill>
                  <a:schemeClr val="tx1">
                    <a:tint val="75000"/>
                  </a:schemeClr>
                </a:solidFill>
              </a:defRPr>
            </a:lvl3pPr>
            <a:lvl4pPr marL="1294029" indent="0">
              <a:buNone/>
              <a:defRPr sz="1509">
                <a:solidFill>
                  <a:schemeClr val="tx1">
                    <a:tint val="75000"/>
                  </a:schemeClr>
                </a:solidFill>
              </a:defRPr>
            </a:lvl4pPr>
            <a:lvl5pPr marL="1725373" indent="0">
              <a:buNone/>
              <a:defRPr sz="1509">
                <a:solidFill>
                  <a:schemeClr val="tx1">
                    <a:tint val="75000"/>
                  </a:schemeClr>
                </a:solidFill>
              </a:defRPr>
            </a:lvl5pPr>
            <a:lvl6pPr marL="2156716" indent="0">
              <a:buNone/>
              <a:defRPr sz="1509">
                <a:solidFill>
                  <a:schemeClr val="tx1">
                    <a:tint val="75000"/>
                  </a:schemeClr>
                </a:solidFill>
              </a:defRPr>
            </a:lvl6pPr>
            <a:lvl7pPr marL="2588059" indent="0">
              <a:buNone/>
              <a:defRPr sz="1509">
                <a:solidFill>
                  <a:schemeClr val="tx1">
                    <a:tint val="75000"/>
                  </a:schemeClr>
                </a:solidFill>
              </a:defRPr>
            </a:lvl7pPr>
            <a:lvl8pPr marL="3019403" indent="0">
              <a:buNone/>
              <a:defRPr sz="1509">
                <a:solidFill>
                  <a:schemeClr val="tx1">
                    <a:tint val="75000"/>
                  </a:schemeClr>
                </a:solidFill>
              </a:defRPr>
            </a:lvl8pPr>
            <a:lvl9pPr marL="3450746" indent="0">
              <a:buNone/>
              <a:defRPr sz="1509">
                <a:solidFill>
                  <a:schemeClr val="tx1">
                    <a:tint val="75000"/>
                  </a:schemeClr>
                </a:solidFill>
              </a:defRPr>
            </a:lvl9pPr>
          </a:lstStyle>
          <a:p>
            <a:pPr lvl="0"/>
            <a:r>
              <a:rPr lang="en-US" noProof="0" dirty="0"/>
              <a:t>Click to edit Master text styles</a:t>
            </a:r>
          </a:p>
        </p:txBody>
      </p:sp>
      <p:sp>
        <p:nvSpPr>
          <p:cNvPr id="5" name="TextBox 4"/>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7" name="TextBox 6"/>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8" name="TextBox 7"/>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1518182902"/>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1"/>
            <a:ext cx="10541000" cy="1592403"/>
          </a:xfrm>
        </p:spPr>
        <p:txBody>
          <a:bodyPr anchor="b"/>
          <a:lstStyle>
            <a:lvl1pPr>
              <a:lnSpc>
                <a:spcPct val="95000"/>
              </a:lnSpc>
              <a:defRPr sz="3336"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1" y="3429001"/>
            <a:ext cx="10544067" cy="1566532"/>
          </a:xfrm>
        </p:spPr>
        <p:txBody>
          <a:bodyPr lIns="0" tIns="0" rIns="0" bIns="0">
            <a:noAutofit/>
          </a:bodyPr>
          <a:lstStyle>
            <a:lvl1pPr marL="0" indent="0">
              <a:lnSpc>
                <a:spcPct val="95000"/>
              </a:lnSpc>
              <a:spcAft>
                <a:spcPts val="0"/>
              </a:spcAft>
              <a:buNone/>
              <a:defRPr sz="3336">
                <a:solidFill>
                  <a:schemeClr val="bg1"/>
                </a:solidFill>
              </a:defRPr>
            </a:lvl1pPr>
            <a:lvl2pPr marL="431343" indent="0">
              <a:buNone/>
              <a:defRPr sz="1887">
                <a:solidFill>
                  <a:schemeClr val="tx1">
                    <a:tint val="75000"/>
                  </a:schemeClr>
                </a:solidFill>
              </a:defRPr>
            </a:lvl2pPr>
            <a:lvl3pPr marL="862686" indent="0">
              <a:buNone/>
              <a:defRPr sz="1698">
                <a:solidFill>
                  <a:schemeClr val="tx1">
                    <a:tint val="75000"/>
                  </a:schemeClr>
                </a:solidFill>
              </a:defRPr>
            </a:lvl3pPr>
            <a:lvl4pPr marL="1294029" indent="0">
              <a:buNone/>
              <a:defRPr sz="1509">
                <a:solidFill>
                  <a:schemeClr val="tx1">
                    <a:tint val="75000"/>
                  </a:schemeClr>
                </a:solidFill>
              </a:defRPr>
            </a:lvl4pPr>
            <a:lvl5pPr marL="1725373" indent="0">
              <a:buNone/>
              <a:defRPr sz="1509">
                <a:solidFill>
                  <a:schemeClr val="tx1">
                    <a:tint val="75000"/>
                  </a:schemeClr>
                </a:solidFill>
              </a:defRPr>
            </a:lvl5pPr>
            <a:lvl6pPr marL="2156716" indent="0">
              <a:buNone/>
              <a:defRPr sz="1509">
                <a:solidFill>
                  <a:schemeClr val="tx1">
                    <a:tint val="75000"/>
                  </a:schemeClr>
                </a:solidFill>
              </a:defRPr>
            </a:lvl6pPr>
            <a:lvl7pPr marL="2588059" indent="0">
              <a:buNone/>
              <a:defRPr sz="1509">
                <a:solidFill>
                  <a:schemeClr val="tx1">
                    <a:tint val="75000"/>
                  </a:schemeClr>
                </a:solidFill>
              </a:defRPr>
            </a:lvl7pPr>
            <a:lvl8pPr marL="3019403" indent="0">
              <a:buNone/>
              <a:defRPr sz="1509">
                <a:solidFill>
                  <a:schemeClr val="tx1">
                    <a:tint val="75000"/>
                  </a:schemeClr>
                </a:solidFill>
              </a:defRPr>
            </a:lvl8pPr>
            <a:lvl9pPr marL="3450746" indent="0">
              <a:buNone/>
              <a:defRPr sz="1509">
                <a:solidFill>
                  <a:schemeClr val="tx1">
                    <a:tint val="75000"/>
                  </a:schemeClr>
                </a:solidFill>
              </a:defRPr>
            </a:lvl9pPr>
          </a:lstStyle>
          <a:p>
            <a:pPr lvl="0"/>
            <a:r>
              <a:rPr lang="en-US" noProof="0" dirty="0"/>
              <a:t>Click to edit Master text styles</a:t>
            </a:r>
          </a:p>
        </p:txBody>
      </p:sp>
      <p:sp>
        <p:nvSpPr>
          <p:cNvPr id="13" name="TextBox 12"/>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14" name="TextBox 13"/>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15" name="TextBox 14"/>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2389378284"/>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1"/>
            <a:ext cx="10541000" cy="1592403"/>
          </a:xfrm>
        </p:spPr>
        <p:txBody>
          <a:bodyPr anchor="b"/>
          <a:lstStyle>
            <a:lvl1pPr>
              <a:lnSpc>
                <a:spcPct val="95000"/>
              </a:lnSpc>
              <a:defRPr sz="3336"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336">
                <a:solidFill>
                  <a:schemeClr val="bg1"/>
                </a:solidFill>
              </a:defRPr>
            </a:lvl1pPr>
            <a:lvl2pPr marL="431343" indent="0">
              <a:buNone/>
              <a:defRPr sz="1887">
                <a:solidFill>
                  <a:schemeClr val="tx1">
                    <a:tint val="75000"/>
                  </a:schemeClr>
                </a:solidFill>
              </a:defRPr>
            </a:lvl2pPr>
            <a:lvl3pPr marL="862686" indent="0">
              <a:buNone/>
              <a:defRPr sz="1698">
                <a:solidFill>
                  <a:schemeClr val="tx1">
                    <a:tint val="75000"/>
                  </a:schemeClr>
                </a:solidFill>
              </a:defRPr>
            </a:lvl3pPr>
            <a:lvl4pPr marL="1294029" indent="0">
              <a:buNone/>
              <a:defRPr sz="1509">
                <a:solidFill>
                  <a:schemeClr val="tx1">
                    <a:tint val="75000"/>
                  </a:schemeClr>
                </a:solidFill>
              </a:defRPr>
            </a:lvl4pPr>
            <a:lvl5pPr marL="1725373" indent="0">
              <a:buNone/>
              <a:defRPr sz="1509">
                <a:solidFill>
                  <a:schemeClr val="tx1">
                    <a:tint val="75000"/>
                  </a:schemeClr>
                </a:solidFill>
              </a:defRPr>
            </a:lvl5pPr>
            <a:lvl6pPr marL="2156716" indent="0">
              <a:buNone/>
              <a:defRPr sz="1509">
                <a:solidFill>
                  <a:schemeClr val="tx1">
                    <a:tint val="75000"/>
                  </a:schemeClr>
                </a:solidFill>
              </a:defRPr>
            </a:lvl6pPr>
            <a:lvl7pPr marL="2588059" indent="0">
              <a:buNone/>
              <a:defRPr sz="1509">
                <a:solidFill>
                  <a:schemeClr val="tx1">
                    <a:tint val="75000"/>
                  </a:schemeClr>
                </a:solidFill>
              </a:defRPr>
            </a:lvl7pPr>
            <a:lvl8pPr marL="3019403" indent="0">
              <a:buNone/>
              <a:defRPr sz="1509">
                <a:solidFill>
                  <a:schemeClr val="tx1">
                    <a:tint val="75000"/>
                  </a:schemeClr>
                </a:solidFill>
              </a:defRPr>
            </a:lvl8pPr>
            <a:lvl9pPr marL="3450746" indent="0">
              <a:buNone/>
              <a:defRPr sz="1509">
                <a:solidFill>
                  <a:schemeClr val="tx1">
                    <a:tint val="75000"/>
                  </a:schemeClr>
                </a:solidFill>
              </a:defRPr>
            </a:lvl9pPr>
          </a:lstStyle>
          <a:p>
            <a:pPr lvl="0"/>
            <a:r>
              <a:rPr lang="en-US" noProof="0" dirty="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2618207674"/>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1"/>
            <a:ext cx="10541000" cy="1592403"/>
          </a:xfrm>
        </p:spPr>
        <p:txBody>
          <a:bodyPr anchor="b"/>
          <a:lstStyle>
            <a:lvl1pPr>
              <a:lnSpc>
                <a:spcPct val="95000"/>
              </a:lnSpc>
              <a:defRPr sz="3336"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336">
                <a:solidFill>
                  <a:schemeClr val="bg1"/>
                </a:solidFill>
              </a:defRPr>
            </a:lvl1pPr>
            <a:lvl2pPr marL="431343" indent="0">
              <a:buNone/>
              <a:defRPr sz="1887">
                <a:solidFill>
                  <a:schemeClr val="tx1">
                    <a:tint val="75000"/>
                  </a:schemeClr>
                </a:solidFill>
              </a:defRPr>
            </a:lvl2pPr>
            <a:lvl3pPr marL="862686" indent="0">
              <a:buNone/>
              <a:defRPr sz="1698">
                <a:solidFill>
                  <a:schemeClr val="tx1">
                    <a:tint val="75000"/>
                  </a:schemeClr>
                </a:solidFill>
              </a:defRPr>
            </a:lvl3pPr>
            <a:lvl4pPr marL="1294029" indent="0">
              <a:buNone/>
              <a:defRPr sz="1509">
                <a:solidFill>
                  <a:schemeClr val="tx1">
                    <a:tint val="75000"/>
                  </a:schemeClr>
                </a:solidFill>
              </a:defRPr>
            </a:lvl4pPr>
            <a:lvl5pPr marL="1725373" indent="0">
              <a:buNone/>
              <a:defRPr sz="1509">
                <a:solidFill>
                  <a:schemeClr val="tx1">
                    <a:tint val="75000"/>
                  </a:schemeClr>
                </a:solidFill>
              </a:defRPr>
            </a:lvl5pPr>
            <a:lvl6pPr marL="2156716" indent="0">
              <a:buNone/>
              <a:defRPr sz="1509">
                <a:solidFill>
                  <a:schemeClr val="tx1">
                    <a:tint val="75000"/>
                  </a:schemeClr>
                </a:solidFill>
              </a:defRPr>
            </a:lvl6pPr>
            <a:lvl7pPr marL="2588059" indent="0">
              <a:buNone/>
              <a:defRPr sz="1509">
                <a:solidFill>
                  <a:schemeClr val="tx1">
                    <a:tint val="75000"/>
                  </a:schemeClr>
                </a:solidFill>
              </a:defRPr>
            </a:lvl7pPr>
            <a:lvl8pPr marL="3019403" indent="0">
              <a:buNone/>
              <a:defRPr sz="1509">
                <a:solidFill>
                  <a:schemeClr val="tx1">
                    <a:tint val="75000"/>
                  </a:schemeClr>
                </a:solidFill>
              </a:defRPr>
            </a:lvl8pPr>
            <a:lvl9pPr marL="3450746" indent="0">
              <a:buNone/>
              <a:defRPr sz="1509">
                <a:solidFill>
                  <a:schemeClr val="tx1">
                    <a:tint val="75000"/>
                  </a:schemeClr>
                </a:solidFill>
              </a:defRPr>
            </a:lvl9pPr>
          </a:lstStyle>
          <a:p>
            <a:pPr lvl="0"/>
            <a:r>
              <a:rPr lang="en-US" noProof="0" dirty="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3267360481"/>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1"/>
            <a:ext cx="10541000" cy="1592403"/>
          </a:xfrm>
        </p:spPr>
        <p:txBody>
          <a:bodyPr anchor="b"/>
          <a:lstStyle>
            <a:lvl1pPr>
              <a:lnSpc>
                <a:spcPct val="95000"/>
              </a:lnSpc>
              <a:defRPr sz="3336"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336">
                <a:solidFill>
                  <a:schemeClr val="bg1"/>
                </a:solidFill>
              </a:defRPr>
            </a:lvl1pPr>
            <a:lvl2pPr marL="431343" indent="0">
              <a:buNone/>
              <a:defRPr sz="1887">
                <a:solidFill>
                  <a:schemeClr val="tx1">
                    <a:tint val="75000"/>
                  </a:schemeClr>
                </a:solidFill>
              </a:defRPr>
            </a:lvl2pPr>
            <a:lvl3pPr marL="862686" indent="0">
              <a:buNone/>
              <a:defRPr sz="1698">
                <a:solidFill>
                  <a:schemeClr val="tx1">
                    <a:tint val="75000"/>
                  </a:schemeClr>
                </a:solidFill>
              </a:defRPr>
            </a:lvl3pPr>
            <a:lvl4pPr marL="1294029" indent="0">
              <a:buNone/>
              <a:defRPr sz="1509">
                <a:solidFill>
                  <a:schemeClr val="tx1">
                    <a:tint val="75000"/>
                  </a:schemeClr>
                </a:solidFill>
              </a:defRPr>
            </a:lvl4pPr>
            <a:lvl5pPr marL="1725373" indent="0">
              <a:buNone/>
              <a:defRPr sz="1509">
                <a:solidFill>
                  <a:schemeClr val="tx1">
                    <a:tint val="75000"/>
                  </a:schemeClr>
                </a:solidFill>
              </a:defRPr>
            </a:lvl5pPr>
            <a:lvl6pPr marL="2156716" indent="0">
              <a:buNone/>
              <a:defRPr sz="1509">
                <a:solidFill>
                  <a:schemeClr val="tx1">
                    <a:tint val="75000"/>
                  </a:schemeClr>
                </a:solidFill>
              </a:defRPr>
            </a:lvl6pPr>
            <a:lvl7pPr marL="2588059" indent="0">
              <a:buNone/>
              <a:defRPr sz="1509">
                <a:solidFill>
                  <a:schemeClr val="tx1">
                    <a:tint val="75000"/>
                  </a:schemeClr>
                </a:solidFill>
              </a:defRPr>
            </a:lvl7pPr>
            <a:lvl8pPr marL="3019403" indent="0">
              <a:buNone/>
              <a:defRPr sz="1509">
                <a:solidFill>
                  <a:schemeClr val="tx1">
                    <a:tint val="75000"/>
                  </a:schemeClr>
                </a:solidFill>
              </a:defRPr>
            </a:lvl8pPr>
            <a:lvl9pPr marL="3450746" indent="0">
              <a:buNone/>
              <a:defRPr sz="1509">
                <a:solidFill>
                  <a:schemeClr val="tx1">
                    <a:tint val="75000"/>
                  </a:schemeClr>
                </a:solidFill>
              </a:defRPr>
            </a:lvl9pPr>
          </a:lstStyle>
          <a:p>
            <a:pPr lvl="0"/>
            <a:r>
              <a:rPr lang="en-US" noProof="0" dirty="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1739136571"/>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1"/>
            <a:ext cx="10541000" cy="1592403"/>
          </a:xfrm>
        </p:spPr>
        <p:txBody>
          <a:bodyPr anchor="b"/>
          <a:lstStyle>
            <a:lvl1pPr>
              <a:lnSpc>
                <a:spcPct val="95000"/>
              </a:lnSpc>
              <a:defRPr sz="3336" b="1">
                <a:solidFill>
                  <a:schemeClr val="tx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336">
                <a:solidFill>
                  <a:schemeClr val="tx1"/>
                </a:solidFill>
              </a:defRPr>
            </a:lvl1pPr>
            <a:lvl2pPr marL="431343" indent="0">
              <a:buNone/>
              <a:defRPr sz="1887">
                <a:solidFill>
                  <a:schemeClr val="tx1">
                    <a:tint val="75000"/>
                  </a:schemeClr>
                </a:solidFill>
              </a:defRPr>
            </a:lvl2pPr>
            <a:lvl3pPr marL="862686" indent="0">
              <a:buNone/>
              <a:defRPr sz="1698">
                <a:solidFill>
                  <a:schemeClr val="tx1">
                    <a:tint val="75000"/>
                  </a:schemeClr>
                </a:solidFill>
              </a:defRPr>
            </a:lvl3pPr>
            <a:lvl4pPr marL="1294029" indent="0">
              <a:buNone/>
              <a:defRPr sz="1509">
                <a:solidFill>
                  <a:schemeClr val="tx1">
                    <a:tint val="75000"/>
                  </a:schemeClr>
                </a:solidFill>
              </a:defRPr>
            </a:lvl4pPr>
            <a:lvl5pPr marL="1725373" indent="0">
              <a:buNone/>
              <a:defRPr sz="1509">
                <a:solidFill>
                  <a:schemeClr val="tx1">
                    <a:tint val="75000"/>
                  </a:schemeClr>
                </a:solidFill>
              </a:defRPr>
            </a:lvl5pPr>
            <a:lvl6pPr marL="2156716" indent="0">
              <a:buNone/>
              <a:defRPr sz="1509">
                <a:solidFill>
                  <a:schemeClr val="tx1">
                    <a:tint val="75000"/>
                  </a:schemeClr>
                </a:solidFill>
              </a:defRPr>
            </a:lvl6pPr>
            <a:lvl7pPr marL="2588059" indent="0">
              <a:buNone/>
              <a:defRPr sz="1509">
                <a:solidFill>
                  <a:schemeClr val="tx1">
                    <a:tint val="75000"/>
                  </a:schemeClr>
                </a:solidFill>
              </a:defRPr>
            </a:lvl7pPr>
            <a:lvl8pPr marL="3019403" indent="0">
              <a:buNone/>
              <a:defRPr sz="1509">
                <a:solidFill>
                  <a:schemeClr val="tx1">
                    <a:tint val="75000"/>
                  </a:schemeClr>
                </a:solidFill>
              </a:defRPr>
            </a:lvl8pPr>
            <a:lvl9pPr marL="3450746" indent="0">
              <a:buNone/>
              <a:defRPr sz="1509">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3161504859"/>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6"/>
            <a:ext cx="9152369" cy="4752975"/>
          </a:xfrm>
          <a:prstGeom prst="rect">
            <a:avLst/>
          </a:prstGeom>
        </p:spPr>
        <p:txBody>
          <a:bodyPr>
            <a:noAutofit/>
          </a:bodyPr>
          <a:lstStyle>
            <a:lvl1pPr>
              <a:spcBef>
                <a:spcPts val="3396"/>
              </a:spcBef>
              <a:defRPr sz="2567">
                <a:solidFill>
                  <a:schemeClr val="bg1"/>
                </a:solidFill>
              </a:defRPr>
            </a:lvl1pPr>
            <a:lvl2pPr marL="431343" indent="-431343">
              <a:defRPr sz="2830">
                <a:solidFill>
                  <a:schemeClr val="bg2"/>
                </a:solidFill>
              </a:defRPr>
            </a:lvl2pPr>
            <a:lvl3pPr>
              <a:defRPr sz="2830">
                <a:solidFill>
                  <a:schemeClr val="bg2"/>
                </a:solidFill>
              </a:defRPr>
            </a:lvl3pPr>
            <a:lvl4pPr>
              <a:defRPr sz="2830">
                <a:solidFill>
                  <a:schemeClr val="bg2"/>
                </a:solidFill>
              </a:defRPr>
            </a:lvl4pPr>
            <a:lvl5pPr>
              <a:defRPr sz="2830">
                <a:solidFill>
                  <a:schemeClr val="bg2"/>
                </a:solidFill>
              </a:defRPr>
            </a:lvl5pPr>
          </a:lstStyle>
          <a:p>
            <a:pPr lvl="0"/>
            <a:r>
              <a:rPr lang="en-US" noProof="0" dirty="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381551009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7200"/>
            <a:ext cx="9277349" cy="4759584"/>
          </a:xfrm>
          <a:prstGeom prst="rect">
            <a:avLst/>
          </a:prstGeom>
        </p:spPr>
        <p:txBody>
          <a:bodyPr>
            <a:noAutofit/>
          </a:bodyPr>
          <a:lstStyle>
            <a:lvl1pPr>
              <a:spcBef>
                <a:spcPts val="3396"/>
              </a:spcBef>
              <a:defRPr sz="2567">
                <a:solidFill>
                  <a:schemeClr val="bg1"/>
                </a:solidFill>
              </a:defRPr>
            </a:lvl1pPr>
            <a:lvl2pPr marL="431343" indent="-431343">
              <a:defRPr sz="2830">
                <a:solidFill>
                  <a:schemeClr val="bg2"/>
                </a:solidFill>
              </a:defRPr>
            </a:lvl2pPr>
            <a:lvl3pPr>
              <a:defRPr sz="2830">
                <a:solidFill>
                  <a:schemeClr val="bg2"/>
                </a:solidFill>
              </a:defRPr>
            </a:lvl3pPr>
            <a:lvl4pPr>
              <a:defRPr sz="2830">
                <a:solidFill>
                  <a:schemeClr val="bg2"/>
                </a:solidFill>
              </a:defRPr>
            </a:lvl4pPr>
            <a:lvl5pPr>
              <a:defRPr sz="2830">
                <a:solidFill>
                  <a:schemeClr val="bg2"/>
                </a:solidFill>
              </a:defRPr>
            </a:lvl5pPr>
          </a:lstStyle>
          <a:p>
            <a:pPr lvl="0"/>
            <a:r>
              <a:rPr lang="en-US" noProof="0" dirty="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224569260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6"/>
            <a:ext cx="9277349" cy="4752975"/>
          </a:xfrm>
          <a:prstGeom prst="rect">
            <a:avLst/>
          </a:prstGeom>
        </p:spPr>
        <p:txBody>
          <a:bodyPr>
            <a:noAutofit/>
          </a:bodyPr>
          <a:lstStyle>
            <a:lvl1pPr>
              <a:spcBef>
                <a:spcPts val="3396"/>
              </a:spcBef>
              <a:defRPr sz="2567">
                <a:solidFill>
                  <a:schemeClr val="bg1"/>
                </a:solidFill>
              </a:defRPr>
            </a:lvl1pPr>
            <a:lvl2pPr marL="431343" indent="-431343">
              <a:defRPr sz="2830">
                <a:solidFill>
                  <a:schemeClr val="bg2"/>
                </a:solidFill>
              </a:defRPr>
            </a:lvl2pPr>
            <a:lvl3pPr>
              <a:defRPr sz="2830">
                <a:solidFill>
                  <a:schemeClr val="bg2"/>
                </a:solidFill>
              </a:defRPr>
            </a:lvl3pPr>
            <a:lvl4pPr>
              <a:defRPr sz="2830">
                <a:solidFill>
                  <a:schemeClr val="bg2"/>
                </a:solidFill>
              </a:defRPr>
            </a:lvl4pPr>
            <a:lvl5pPr>
              <a:defRPr sz="2830">
                <a:solidFill>
                  <a:schemeClr val="bg2"/>
                </a:solidFill>
              </a:defRPr>
            </a:lvl5pPr>
          </a:lstStyle>
          <a:p>
            <a:pPr lvl="0"/>
            <a:r>
              <a:rPr lang="en-US" noProof="0" dirty="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129868193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6"/>
            <a:ext cx="9277349" cy="4752975"/>
          </a:xfrm>
          <a:prstGeom prst="rect">
            <a:avLst/>
          </a:prstGeom>
        </p:spPr>
        <p:txBody>
          <a:bodyPr>
            <a:noAutofit/>
          </a:bodyPr>
          <a:lstStyle>
            <a:lvl1pPr>
              <a:spcBef>
                <a:spcPts val="3396"/>
              </a:spcBef>
              <a:defRPr sz="2567">
                <a:solidFill>
                  <a:schemeClr val="bg1"/>
                </a:solidFill>
              </a:defRPr>
            </a:lvl1pPr>
            <a:lvl2pPr marL="431343" indent="-431343">
              <a:defRPr sz="2830">
                <a:solidFill>
                  <a:schemeClr val="bg2"/>
                </a:solidFill>
              </a:defRPr>
            </a:lvl2pPr>
            <a:lvl3pPr>
              <a:defRPr sz="2830">
                <a:solidFill>
                  <a:schemeClr val="bg2"/>
                </a:solidFill>
              </a:defRPr>
            </a:lvl3pPr>
            <a:lvl4pPr>
              <a:defRPr sz="2830">
                <a:solidFill>
                  <a:schemeClr val="bg2"/>
                </a:solidFill>
              </a:defRPr>
            </a:lvl4pPr>
            <a:lvl5pPr>
              <a:defRPr sz="2830">
                <a:solidFill>
                  <a:schemeClr val="bg2"/>
                </a:solidFill>
              </a:defRPr>
            </a:lvl5pPr>
          </a:lstStyle>
          <a:p>
            <a:pPr lvl="0"/>
            <a:r>
              <a:rPr lang="en-US" noProof="0" dirty="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9742394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6"/>
            <a:ext cx="9277349" cy="4752975"/>
          </a:xfrm>
          <a:prstGeom prst="rect">
            <a:avLst/>
          </a:prstGeom>
        </p:spPr>
        <p:txBody>
          <a:bodyPr>
            <a:noAutofit/>
          </a:bodyPr>
          <a:lstStyle>
            <a:lvl1pPr>
              <a:spcBef>
                <a:spcPts val="3396"/>
              </a:spcBef>
              <a:defRPr sz="2567">
                <a:solidFill>
                  <a:schemeClr val="tx1"/>
                </a:solidFill>
              </a:defRPr>
            </a:lvl1pPr>
            <a:lvl2pPr marL="431343" indent="-431343">
              <a:defRPr sz="2830">
                <a:solidFill>
                  <a:schemeClr val="bg2"/>
                </a:solidFill>
              </a:defRPr>
            </a:lvl2pPr>
            <a:lvl3pPr>
              <a:defRPr sz="2830">
                <a:solidFill>
                  <a:schemeClr val="bg2"/>
                </a:solidFill>
              </a:defRPr>
            </a:lvl3pPr>
            <a:lvl4pPr>
              <a:defRPr sz="2830">
                <a:solidFill>
                  <a:schemeClr val="bg2"/>
                </a:solidFill>
              </a:defRPr>
            </a:lvl4pPr>
            <a:lvl5pPr>
              <a:defRPr sz="2830">
                <a:solidFill>
                  <a:schemeClr val="bg2"/>
                </a:solidFill>
              </a:defRPr>
            </a:lvl5pPr>
          </a:lstStyle>
          <a:p>
            <a:pPr lvl="0"/>
            <a:r>
              <a:rPr lang="en-US" noProof="0" dirty="0"/>
              <a:t>Click to edit Master text styles</a:t>
            </a:r>
          </a:p>
        </p:txBody>
      </p:sp>
    </p:spTree>
    <p:extLst>
      <p:ext uri="{BB962C8B-B14F-4D97-AF65-F5344CB8AC3E}">
        <p14:creationId xmlns:p14="http://schemas.microsoft.com/office/powerpoint/2010/main" val="128512782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lstStyle>
            <a:lvl1pPr>
              <a:tabLst>
                <a:tab pos="6348834" algn="r"/>
              </a:tabLst>
              <a:defRPr/>
            </a:lvl1pPr>
            <a:lvl2pPr>
              <a:tabLst>
                <a:tab pos="6348834" algn="r"/>
              </a:tabLst>
              <a:defRPr/>
            </a:lvl2pPr>
            <a:lvl3pPr>
              <a:tabLst>
                <a:tab pos="6348834" algn="r"/>
              </a:tabLst>
              <a:defRPr/>
            </a:lvl3pPr>
            <a:lvl4pPr>
              <a:tabLst>
                <a:tab pos="6348834" algn="r"/>
              </a:tabLst>
              <a:defRPr/>
            </a:lvl4pPr>
            <a:lvl5pPr>
              <a:tabLst>
                <a:tab pos="4744776" algn="r"/>
              </a:tabLst>
              <a:defRPr baseline="0"/>
            </a:lvl5pPr>
            <a:lvl6pPr>
              <a:tabLst>
                <a:tab pos="6348834" algn="r"/>
              </a:tabLst>
              <a:defRPr/>
            </a:lvl6pPr>
            <a:lvl7pPr>
              <a:tabLst>
                <a:tab pos="6348834" algn="r"/>
              </a:tabLst>
              <a:defRPr/>
            </a:lvl7pPr>
            <a:lvl8pPr>
              <a:tabLst>
                <a:tab pos="6348834" algn="r"/>
              </a:tabLst>
              <a:defRPr/>
            </a:lvl8pPr>
            <a:lvl9pPr>
              <a:tabLst>
                <a:tab pos="6348834"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1"/>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1849094514"/>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2" y="1701801"/>
            <a:ext cx="6240000" cy="4679950"/>
          </a:xfrm>
        </p:spPr>
        <p:txBody>
          <a:bodyPr/>
          <a:lstStyle/>
          <a:p>
            <a:r>
              <a:rPr lang="en-US" noProof="0"/>
              <a:t>Click icon to add picture</a:t>
            </a:r>
            <a:endParaRPr lang="en-US" noProof="0" dirty="0"/>
          </a:p>
        </p:txBody>
      </p:sp>
      <p:sp>
        <p:nvSpPr>
          <p:cNvPr id="6" name="Content Placeholder 3"/>
          <p:cNvSpPr>
            <a:spLocks noGrp="1"/>
          </p:cNvSpPr>
          <p:nvPr>
            <p:ph sz="quarter" idx="10"/>
          </p:nvPr>
        </p:nvSpPr>
        <p:spPr>
          <a:xfrm>
            <a:off x="501652" y="1665289"/>
            <a:ext cx="4456429" cy="4716463"/>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42581216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501652" y="1665289"/>
            <a:ext cx="11165416"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58060207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49" cy="757255"/>
          </a:xfrm>
          <a:prstGeom prst="rect">
            <a:avLst/>
          </a:prstGeom>
        </p:spPr>
        <p:txBody>
          <a:bodyPr lIns="0" tIns="0" rIns="0" bIns="0">
            <a:noAutofit/>
          </a:bodyPr>
          <a:lstStyle>
            <a:lvl1pPr marL="0" indent="0">
              <a:buNone/>
              <a:defRPr sz="1711" b="0">
                <a:solidFill>
                  <a:srgbClr val="575757"/>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1"/>
            <a:ext cx="11162349" cy="334101"/>
          </a:xfrm>
          <a:prstGeom prst="rect">
            <a:avLst/>
          </a:prstGeom>
        </p:spPr>
        <p:txBody>
          <a:bodyPr vert="horz" lIns="0" tIns="0" rIns="0" bIns="0" rtlCol="0" anchor="t" anchorCtr="0">
            <a:noAutofit/>
          </a:bodyPr>
          <a:lstStyle>
            <a:lvl1pPr>
              <a:defRPr>
                <a:latin typeface="+mj-lt"/>
              </a:defRPr>
            </a:lvl1pPr>
          </a:lstStyle>
          <a:p>
            <a:r>
              <a:rPr lang="en-US" noProof="0" dirty="0"/>
              <a:t>Click to edit Master title style</a:t>
            </a:r>
          </a:p>
        </p:txBody>
      </p:sp>
      <p:sp>
        <p:nvSpPr>
          <p:cNvPr id="8" name="Text Placeholder 18"/>
          <p:cNvSpPr>
            <a:spLocks noGrp="1"/>
          </p:cNvSpPr>
          <p:nvPr>
            <p:ph idx="1"/>
          </p:nvPr>
        </p:nvSpPr>
        <p:spPr>
          <a:xfrm>
            <a:off x="501652" y="1665289"/>
            <a:ext cx="11165416" cy="4713911"/>
          </a:xfrm>
          <a:prstGeom prst="rect">
            <a:avLst/>
          </a:prstGeom>
        </p:spPr>
        <p:txBody>
          <a:bodyPr vert="horz" lIns="0" tIns="0" rIns="0" bIns="0" rtlCol="0">
            <a:noAutofit/>
          </a:bodyPr>
          <a:lstStyle>
            <a:lvl1pPr>
              <a:spcAft>
                <a:spcPts val="856"/>
              </a:spcAft>
              <a:defRPr sz="1027"/>
            </a:lvl1pPr>
            <a:lvl2pPr>
              <a:spcAft>
                <a:spcPts val="856"/>
              </a:spcAft>
              <a:defRPr sz="1027"/>
            </a:lvl2pPr>
            <a:lvl3pPr>
              <a:spcAft>
                <a:spcPts val="856"/>
              </a:spcAft>
              <a:defRPr sz="1027"/>
            </a:lvl3pPr>
            <a:lvl4pPr>
              <a:spcAft>
                <a:spcPts val="856"/>
              </a:spcAft>
              <a:defRPr sz="1027"/>
            </a:lvl4pPr>
            <a:lvl5pPr>
              <a:spcAft>
                <a:spcPts val="856"/>
              </a:spcAft>
              <a:defRPr sz="1027"/>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63529783"/>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49"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1" y="317501"/>
            <a:ext cx="11162349"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2" y="1700213"/>
            <a:ext cx="11165416" cy="4678986"/>
          </a:xfrm>
          <a:prstGeom prst="rect">
            <a:avLst/>
          </a:prstGeom>
        </p:spPr>
        <p:txBody>
          <a:bodyPr vert="horz" lIns="0" tIns="0" rIns="0" bIns="0" rtlCol="0">
            <a:noAutofit/>
          </a:bodyPr>
          <a:lstStyle>
            <a:lvl1pPr>
              <a:defRPr sz="1509"/>
            </a:lvl1pPr>
            <a:lvl2pPr>
              <a:defRPr sz="1509"/>
            </a:lvl2pPr>
            <a:lvl3pPr>
              <a:defRPr sz="1509"/>
            </a:lvl3pPr>
            <a:lvl4pPr>
              <a:defRPr sz="1509"/>
            </a:lvl4pPr>
            <a:lvl5pPr>
              <a:defRPr sz="1509"/>
            </a:lvl5pPr>
            <a:lvl6pPr>
              <a:defRPr sz="1509"/>
            </a:lvl6pPr>
            <a:lvl7pPr>
              <a:defRPr sz="1509"/>
            </a:lvl7pPr>
            <a:lvl8pPr>
              <a:defRPr sz="1509"/>
            </a:lvl8pPr>
            <a:lvl9pPr>
              <a:defRPr sz="1509"/>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90600367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1653" y="2052001"/>
            <a:ext cx="11188699" cy="4069013"/>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3" y="1665289"/>
            <a:ext cx="11188699" cy="3921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5"/>
            <a:ext cx="11188700" cy="260737"/>
          </a:xfrm>
        </p:spPr>
        <p:txBody>
          <a:bodyPr>
            <a:noAutofit/>
          </a:bodyPr>
          <a:lstStyle>
            <a:lvl1pPr>
              <a:spcAft>
                <a:spcPts val="0"/>
              </a:spcAft>
              <a:defRPr sz="856"/>
            </a:lvl1pPr>
          </a:lstStyle>
          <a:p>
            <a:pPr lvl="0"/>
            <a:r>
              <a:rPr lang="en-US" noProof="0"/>
              <a:t>Click to edit Master text styles</a:t>
            </a:r>
          </a:p>
        </p:txBody>
      </p:sp>
    </p:spTree>
    <p:extLst>
      <p:ext uri="{BB962C8B-B14F-4D97-AF65-F5344CB8AC3E}">
        <p14:creationId xmlns:p14="http://schemas.microsoft.com/office/powerpoint/2010/main" val="883107345"/>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1" y="1665289"/>
            <a:ext cx="3562351"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03186" y="1665289"/>
            <a:ext cx="3561615"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26397" y="1659145"/>
            <a:ext cx="3563955"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5"/>
            <a:ext cx="11165419" cy="260737"/>
          </a:xfrm>
        </p:spPr>
        <p:txBody>
          <a:bodyPr>
            <a:noAutofit/>
          </a:bodyPr>
          <a:lstStyle>
            <a:lvl1pPr>
              <a:spcAft>
                <a:spcPts val="0"/>
              </a:spcAft>
              <a:defRPr sz="856"/>
            </a:lvl1pPr>
          </a:lstStyle>
          <a:p>
            <a:pPr lvl="0"/>
            <a:r>
              <a:rPr lang="en-US" noProof="0"/>
              <a:t>Click to edit Master text styles</a:t>
            </a:r>
          </a:p>
        </p:txBody>
      </p:sp>
    </p:spTree>
    <p:extLst>
      <p:ext uri="{BB962C8B-B14F-4D97-AF65-F5344CB8AC3E}">
        <p14:creationId xmlns:p14="http://schemas.microsoft.com/office/powerpoint/2010/main" val="2228804003"/>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1" y="317501"/>
            <a:ext cx="1120266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501651" y="651602"/>
            <a:ext cx="11202669"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9"/>
            <a:ext cx="5305579" cy="4716461"/>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599738719"/>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1" y="317500"/>
            <a:ext cx="11188700"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501651" y="1665289"/>
            <a:ext cx="5305580" cy="4716461"/>
          </a:xfrm>
          <a:prstGeom prst="rect">
            <a:avLst/>
          </a:prstGeom>
        </p:spPr>
        <p:txBody>
          <a:bodyPr>
            <a:noAutofit/>
          </a:bodyPr>
          <a:lstStyle>
            <a:lvl1pPr>
              <a:tabLst>
                <a:tab pos="4744776" algn="r"/>
              </a:tabLst>
              <a:defRPr sz="1509"/>
            </a:lvl1pPr>
            <a:lvl2pPr>
              <a:tabLst>
                <a:tab pos="4744776" algn="r"/>
              </a:tabLst>
              <a:defRPr sz="1509"/>
            </a:lvl2pPr>
            <a:lvl3pPr>
              <a:tabLst>
                <a:tab pos="4744776" algn="r"/>
              </a:tabLst>
              <a:defRPr sz="1509"/>
            </a:lvl3pPr>
            <a:lvl4pPr>
              <a:tabLst>
                <a:tab pos="4744776" algn="r"/>
              </a:tabLst>
              <a:defRPr sz="1509"/>
            </a:lvl4pPr>
            <a:lvl5pPr>
              <a:tabLst>
                <a:tab pos="4744776" algn="r"/>
              </a:tabLst>
              <a:defRPr baseline="0"/>
            </a:lvl5pPr>
            <a:lvl6pPr>
              <a:defRPr sz="1509"/>
            </a:lvl6pPr>
            <a:lvl7pPr>
              <a:defRPr sz="1509"/>
            </a:lvl7pPr>
            <a:lvl8pPr>
              <a:defRPr sz="1509"/>
            </a:lvl8pPr>
            <a:lvl9pPr>
              <a:defRPr sz="1509"/>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4001" y="1665289"/>
            <a:ext cx="5306351" cy="4716461"/>
          </a:xfrm>
          <a:prstGeom prst="rect">
            <a:avLst/>
          </a:prstGeom>
        </p:spPr>
        <p:txBody>
          <a:bodyPr>
            <a:noAutofit/>
          </a:bodyPr>
          <a:lstStyle>
            <a:lvl1pPr>
              <a:tabLst>
                <a:tab pos="4744776" algn="r"/>
              </a:tabLst>
              <a:defRPr sz="1509"/>
            </a:lvl1pPr>
            <a:lvl2pPr>
              <a:tabLst>
                <a:tab pos="4744776" algn="r"/>
              </a:tabLst>
              <a:defRPr sz="1509"/>
            </a:lvl2pPr>
            <a:lvl3pPr>
              <a:tabLst>
                <a:tab pos="4744776" algn="r"/>
              </a:tabLst>
              <a:defRPr sz="1509"/>
            </a:lvl3pPr>
            <a:lvl4pPr>
              <a:tabLst>
                <a:tab pos="4744776" algn="r"/>
              </a:tabLst>
              <a:defRPr sz="1509"/>
            </a:lvl4pPr>
            <a:lvl5pPr>
              <a:tabLst>
                <a:tab pos="4744776" algn="r"/>
              </a:tabLst>
              <a:defRPr baseline="0"/>
            </a:lvl5pPr>
            <a:lvl6pPr>
              <a:defRPr sz="1509"/>
            </a:lvl6pPr>
            <a:lvl7pPr>
              <a:defRPr sz="1509"/>
            </a:lvl7pPr>
            <a:lvl8pPr>
              <a:defRPr sz="1509"/>
            </a:lvl8pPr>
            <a:lvl9pPr>
              <a:defRPr sz="1509"/>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12550047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90"/>
            <a:ext cx="5355165" cy="4455725"/>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51" y="6121015"/>
            <a:ext cx="11188700" cy="260737"/>
          </a:xfrm>
        </p:spPr>
        <p:txBody>
          <a:bodyPr>
            <a:normAutofit/>
          </a:bodyPr>
          <a:lstStyle>
            <a:lvl1pPr>
              <a:spcAft>
                <a:spcPts val="0"/>
              </a:spcAft>
              <a:defRPr sz="856"/>
            </a:lvl1pPr>
          </a:lstStyle>
          <a:p>
            <a:pPr lvl="0"/>
            <a:r>
              <a:rPr lang="en-US" noProof="0"/>
              <a:t>Click to edit Master text styles</a:t>
            </a:r>
          </a:p>
        </p:txBody>
      </p:sp>
    </p:spTree>
    <p:extLst>
      <p:ext uri="{BB962C8B-B14F-4D97-AF65-F5344CB8AC3E}">
        <p14:creationId xmlns:p14="http://schemas.microsoft.com/office/powerpoint/2010/main" val="3580336016"/>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2" y="2125013"/>
            <a:ext cx="5349129" cy="39960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49" y="6121015"/>
            <a:ext cx="11165419" cy="260737"/>
          </a:xfrm>
        </p:spPr>
        <p:txBody>
          <a:bodyPr>
            <a:normAutofit/>
          </a:bodyPr>
          <a:lstStyle>
            <a:lvl1pPr>
              <a:spcAft>
                <a:spcPts val="0"/>
              </a:spcAft>
              <a:defRPr sz="856"/>
            </a:lvl1pPr>
          </a:lstStyle>
          <a:p>
            <a:pPr lvl="0"/>
            <a:r>
              <a:rPr lang="en-US" noProof="0"/>
              <a:t>Click to 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a:t>Click icon to add chart</a:t>
            </a:r>
            <a:endParaRPr lang="en-US" noProof="0" dirty="0"/>
          </a:p>
        </p:txBody>
      </p:sp>
      <p:sp>
        <p:nvSpPr>
          <p:cNvPr id="12" name="Text Placeholder 5"/>
          <p:cNvSpPr>
            <a:spLocks noGrp="1"/>
          </p:cNvSpPr>
          <p:nvPr>
            <p:ph type="body" sz="quarter" idx="25"/>
          </p:nvPr>
        </p:nvSpPr>
        <p:spPr>
          <a:xfrm>
            <a:off x="501649" y="1665288"/>
            <a:ext cx="5339064" cy="420687"/>
          </a:xfrm>
        </p:spPr>
        <p:txBody>
          <a:bodyPr/>
          <a:lstStyle/>
          <a:p>
            <a:pPr lvl="0"/>
            <a:r>
              <a:rPr lang="en-US" noProof="0"/>
              <a:t>Click to edit Master text styles</a:t>
            </a:r>
          </a:p>
        </p:txBody>
      </p:sp>
    </p:spTree>
    <p:extLst>
      <p:ext uri="{BB962C8B-B14F-4D97-AF65-F5344CB8AC3E}">
        <p14:creationId xmlns:p14="http://schemas.microsoft.com/office/powerpoint/2010/main" val="3768381340"/>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3" y="317501"/>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501652" y="1665289"/>
            <a:ext cx="4431857" cy="4716463"/>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51" y="1700215"/>
            <a:ext cx="6240000" cy="4681537"/>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48368538"/>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700"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7577883" y="1658680"/>
            <a:ext cx="4112468" cy="4723072"/>
          </a:xfrm>
          <a:prstGeom prst="rect">
            <a:avLst/>
          </a:prstGeom>
        </p:spPr>
        <p:txBody>
          <a:bodyPr>
            <a:noAutofit/>
          </a:bodyPr>
          <a:lstStyle>
            <a:lvl1pPr>
              <a:tabLst>
                <a:tab pos="4744776" algn="r"/>
              </a:tabLst>
              <a:defRPr sz="2265">
                <a:solidFill>
                  <a:schemeClr val="accent3"/>
                </a:solidFill>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9"/>
            <a:ext cx="6506348" cy="4716462"/>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3" y="651602"/>
            <a:ext cx="11188699"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56736858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8978352" y="1700213"/>
            <a:ext cx="2712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01651"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166424" indent="-166424">
              <a:spcAft>
                <a:spcPts val="0"/>
              </a:spcAft>
              <a:buFont typeface="Arial" panose="020B0604020202020204" pitchFamily="34" charset="0"/>
              <a:buChar char="•"/>
              <a:defRPr/>
            </a:lvl4pPr>
            <a:lvl5pPr marL="336244" indent="-166424">
              <a:spcAft>
                <a:spcPts val="0"/>
              </a:spcAft>
              <a:defRPr baseline="0"/>
            </a:lvl5pPr>
            <a:lvl6pPr marL="336244" indent="-166424">
              <a:spcAft>
                <a:spcPts val="0"/>
              </a:spcAft>
              <a:buFont typeface="Verdana" panose="020B0604030504040204" pitchFamily="34" charset="0"/>
              <a:buChar char="−"/>
              <a:defRPr/>
            </a:lvl6pPr>
            <a:lvl7pPr marL="336244" indent="-166424">
              <a:spcAft>
                <a:spcPts val="0"/>
              </a:spcAft>
              <a:defRPr/>
            </a:lvl7pPr>
            <a:lvl8pPr marL="336244" indent="-166424">
              <a:spcAft>
                <a:spcPts val="0"/>
              </a:spcAft>
              <a:defRPr/>
            </a:lvl8pPr>
            <a:lvl9pPr marL="336244" indent="-16642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4" y="3120552"/>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66424" indent="-166424">
              <a:spcAft>
                <a:spcPts val="0"/>
              </a:spcAft>
              <a:buFont typeface="Arial" panose="020B0604020202020204" pitchFamily="34" charset="0"/>
              <a:buChar char="•"/>
              <a:defRPr/>
            </a:lvl4pPr>
            <a:lvl5pPr marL="336244" indent="-166424">
              <a:spcAft>
                <a:spcPts val="0"/>
              </a:spcAft>
              <a:defRPr baseline="0"/>
            </a:lvl5pPr>
            <a:lvl6pPr marL="336244" indent="-166424">
              <a:spcAft>
                <a:spcPts val="0"/>
              </a:spcAft>
              <a:buFont typeface="Verdana" panose="020B0604030504040204" pitchFamily="34" charset="0"/>
              <a:buChar char="−"/>
              <a:defRPr/>
            </a:lvl6pPr>
            <a:lvl7pPr marL="336244" indent="-166424">
              <a:spcAft>
                <a:spcPts val="0"/>
              </a:spcAft>
              <a:defRPr/>
            </a:lvl7pPr>
            <a:lvl8pPr marL="336244" indent="-166424">
              <a:spcAft>
                <a:spcPts val="0"/>
              </a:spcAft>
              <a:defRPr/>
            </a:lvl8pPr>
            <a:lvl9pPr marL="336244" indent="-16642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1" y="3124201"/>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66424" indent="-166424">
              <a:spcAft>
                <a:spcPts val="0"/>
              </a:spcAft>
              <a:buFont typeface="Arial" panose="020B0604020202020204" pitchFamily="34" charset="0"/>
              <a:buChar char="•"/>
              <a:defRPr/>
            </a:lvl4pPr>
            <a:lvl5pPr marL="336244" indent="-166424">
              <a:spcAft>
                <a:spcPts val="0"/>
              </a:spcAft>
              <a:defRPr baseline="0"/>
            </a:lvl5pPr>
            <a:lvl6pPr marL="336244" indent="-166424">
              <a:spcAft>
                <a:spcPts val="0"/>
              </a:spcAft>
              <a:buFont typeface="Verdana" panose="020B0604030504040204" pitchFamily="34" charset="0"/>
              <a:buChar char="−"/>
              <a:defRPr/>
            </a:lvl6pPr>
            <a:lvl7pPr marL="336244" indent="-166424">
              <a:spcAft>
                <a:spcPts val="0"/>
              </a:spcAft>
              <a:defRPr/>
            </a:lvl7pPr>
            <a:lvl8pPr marL="336244" indent="-166424">
              <a:spcAft>
                <a:spcPts val="0"/>
              </a:spcAft>
              <a:defRPr/>
            </a:lvl8pPr>
            <a:lvl9pPr marL="336244" indent="-16642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166424" indent="-166424">
              <a:spcAft>
                <a:spcPts val="0"/>
              </a:spcAft>
              <a:buFont typeface="Arial" panose="020B0604020202020204" pitchFamily="34" charset="0"/>
              <a:buChar char="•"/>
              <a:defRPr/>
            </a:lvl4pPr>
            <a:lvl5pPr marL="336244" indent="-166424">
              <a:spcAft>
                <a:spcPts val="0"/>
              </a:spcAft>
              <a:defRPr baseline="0"/>
            </a:lvl5pPr>
            <a:lvl6pPr marL="336244" indent="-166424">
              <a:spcAft>
                <a:spcPts val="0"/>
              </a:spcAft>
              <a:buFont typeface="Verdana" panose="020B0604030504040204" pitchFamily="34" charset="0"/>
              <a:buChar char="−"/>
              <a:defRPr/>
            </a:lvl6pPr>
            <a:lvl7pPr marL="336244" indent="-166424">
              <a:spcAft>
                <a:spcPts val="0"/>
              </a:spcAft>
              <a:defRPr/>
            </a:lvl7pPr>
            <a:lvl8pPr marL="336244" indent="-166424">
              <a:spcAft>
                <a:spcPts val="0"/>
              </a:spcAft>
              <a:defRPr/>
            </a:lvl8pPr>
            <a:lvl9pPr marL="336244" indent="-16642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501651" y="651602"/>
            <a:ext cx="11188701"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712177152"/>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a:t>Click to edit Master title style</a:t>
            </a:r>
            <a:endParaRPr lang="en-US" noProof="0" dirty="0"/>
          </a:p>
        </p:txBody>
      </p:sp>
      <p:sp>
        <p:nvSpPr>
          <p:cNvPr id="4" name="Rectangle 3"/>
          <p:cNvSpPr/>
          <p:nvPr userDrawn="1"/>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dirty="0">
              <a:solidFill>
                <a:schemeClr val="bg1"/>
              </a:solidFill>
            </a:endParaRPr>
          </a:p>
        </p:txBody>
      </p:sp>
      <p:sp>
        <p:nvSpPr>
          <p:cNvPr id="5" name="Rectangle 4"/>
          <p:cNvSpPr/>
          <p:nvPr userDrawn="1"/>
        </p:nvSpPr>
        <p:spPr>
          <a:xfrm>
            <a:off x="6224087" y="1700213"/>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dirty="0">
              <a:solidFill>
                <a:schemeClr val="bg1"/>
              </a:solidFill>
            </a:endParaRPr>
          </a:p>
        </p:txBody>
      </p:sp>
      <p:sp>
        <p:nvSpPr>
          <p:cNvPr id="6" name="Rectangle 5"/>
          <p:cNvSpPr/>
          <p:nvPr userDrawn="1"/>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dirty="0">
              <a:solidFill>
                <a:schemeClr val="bg1"/>
              </a:solidFill>
            </a:endParaRPr>
          </a:p>
        </p:txBody>
      </p:sp>
      <p:sp>
        <p:nvSpPr>
          <p:cNvPr id="7" name="Rectangle 6"/>
          <p:cNvSpPr/>
          <p:nvPr userDrawn="1"/>
        </p:nvSpPr>
        <p:spPr>
          <a:xfrm>
            <a:off x="6224087"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dirty="0">
              <a:solidFill>
                <a:schemeClr val="bg1"/>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noProof="0"/>
              <a:t>Click icon to add picture</a:t>
            </a:r>
            <a:endParaRPr lang="en-US" noProof="0" dirty="0"/>
          </a:p>
        </p:txBody>
      </p:sp>
      <p:sp>
        <p:nvSpPr>
          <p:cNvPr id="9" name="Picture Placeholder 11"/>
          <p:cNvSpPr>
            <a:spLocks noGrp="1"/>
          </p:cNvSpPr>
          <p:nvPr>
            <p:ph type="pic" sz="quarter" idx="27"/>
          </p:nvPr>
        </p:nvSpPr>
        <p:spPr>
          <a:xfrm>
            <a:off x="6224087" y="1880213"/>
            <a:ext cx="1968000" cy="1476000"/>
          </a:xfrm>
        </p:spPr>
        <p:txBody>
          <a:bodyPr/>
          <a:lstStyle>
            <a:lvl1pPr algn="ctr">
              <a:defRPr/>
            </a:lvl1pPr>
          </a:lstStyle>
          <a:p>
            <a:r>
              <a:rPr lang="en-US" noProof="0"/>
              <a:t>Click icon to add picture</a:t>
            </a:r>
            <a:endParaRPr lang="en-US" noProof="0"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noProof="0"/>
              <a:t>Click icon to add picture</a:t>
            </a:r>
            <a:endParaRPr lang="en-US" noProof="0" dirty="0"/>
          </a:p>
        </p:txBody>
      </p:sp>
      <p:sp>
        <p:nvSpPr>
          <p:cNvPr id="11" name="Picture Placeholder 11"/>
          <p:cNvSpPr>
            <a:spLocks noGrp="1"/>
          </p:cNvSpPr>
          <p:nvPr>
            <p:ph type="pic" sz="quarter" idx="31"/>
          </p:nvPr>
        </p:nvSpPr>
        <p:spPr>
          <a:xfrm>
            <a:off x="6224087" y="4256213"/>
            <a:ext cx="1968000" cy="1476000"/>
          </a:xfrm>
        </p:spPr>
        <p:txBody>
          <a:bodyPr/>
          <a:lstStyle>
            <a:lvl1pPr algn="ctr">
              <a:defRPr/>
            </a:lvl1pPr>
          </a:lstStyle>
          <a:p>
            <a:r>
              <a:rPr lang="en-US" noProof="0"/>
              <a:t>Click icon to add picture</a:t>
            </a:r>
            <a:endParaRPr lang="en-US" noProof="0" dirty="0"/>
          </a:p>
        </p:txBody>
      </p:sp>
      <p:sp>
        <p:nvSpPr>
          <p:cNvPr id="13" name="Text Placeholder 12"/>
          <p:cNvSpPr>
            <a:spLocks noGrp="1"/>
          </p:cNvSpPr>
          <p:nvPr>
            <p:ph type="body" sz="quarter" idx="32"/>
          </p:nvPr>
        </p:nvSpPr>
        <p:spPr>
          <a:xfrm>
            <a:off x="2683483" y="1880213"/>
            <a:ext cx="3288000" cy="1944000"/>
          </a:xfrm>
        </p:spPr>
        <p:txBody>
          <a:bodyPr/>
          <a:lstStyle>
            <a:lvl1pPr>
              <a:spcAft>
                <a:spcPts val="0"/>
              </a:spcAft>
              <a:defRPr b="1"/>
            </a:lvl1pPr>
            <a:lvl2pPr>
              <a:spcAft>
                <a:spcPts val="0"/>
              </a:spcAft>
              <a:defRPr b="0"/>
            </a:lvl2pPr>
          </a:lstStyle>
          <a:p>
            <a:pPr lvl="0"/>
            <a:r>
              <a:rPr lang="en-US" noProof="0" dirty="0"/>
              <a:t>Click to edit Master text styles</a:t>
            </a:r>
          </a:p>
          <a:p>
            <a:pPr lvl="1"/>
            <a:r>
              <a:rPr lang="en-US" noProof="0" dirty="0"/>
              <a:t>Second level</a:t>
            </a:r>
          </a:p>
        </p:txBody>
      </p:sp>
      <p:sp>
        <p:nvSpPr>
          <p:cNvPr id="14" name="Text Placeholder 12"/>
          <p:cNvSpPr>
            <a:spLocks noGrp="1"/>
          </p:cNvSpPr>
          <p:nvPr>
            <p:ph type="body" sz="quarter" idx="33"/>
          </p:nvPr>
        </p:nvSpPr>
        <p:spPr>
          <a:xfrm>
            <a:off x="8396560" y="1880213"/>
            <a:ext cx="3302592"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683483" y="4256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396560" y="4256213"/>
            <a:ext cx="3302592"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01651" y="651602"/>
            <a:ext cx="11162349"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73947842"/>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3"/>
            <a:ext cx="11188700" cy="334099"/>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501653" y="1700215"/>
            <a:ext cx="3695700" cy="1971675"/>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06400" y="1700215"/>
            <a:ext cx="3683953" cy="1971675"/>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73076" y="1700215"/>
            <a:ext cx="3657600" cy="1971675"/>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501651" y="3832225"/>
            <a:ext cx="3683949"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1" y="3832225"/>
            <a:ext cx="365760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400" y="3832225"/>
            <a:ext cx="3683953"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01651" y="651602"/>
            <a:ext cx="11162349"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446913487"/>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2640080652"/>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6824" cy="1695450"/>
          </a:xfrm>
        </p:spPr>
        <p:txBody>
          <a:bodyPr/>
          <a:lstStyle>
            <a:lvl1pPr>
              <a:spcAft>
                <a:spcPts val="944"/>
              </a:spcAft>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8"/>
          <p:cNvSpPr>
            <a:spLocks noGrp="1"/>
          </p:cNvSpPr>
          <p:nvPr>
            <p:ph type="body" sz="quarter" idx="21"/>
          </p:nvPr>
        </p:nvSpPr>
        <p:spPr>
          <a:xfrm>
            <a:off x="6246195" y="1857893"/>
            <a:ext cx="5444156" cy="1695450"/>
          </a:xfrm>
        </p:spPr>
        <p:txBody>
          <a:bodyPr/>
          <a:lstStyle>
            <a:lvl1pPr>
              <a:spcAft>
                <a:spcPts val="944"/>
              </a:spcAft>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3"/>
            <a:ext cx="11188700" cy="334099"/>
          </a:xfrm>
        </p:spPr>
        <p:txBody>
          <a:bodyPr/>
          <a:lstStyle/>
          <a:p>
            <a:r>
              <a:rPr lang="en-US" noProof="0"/>
              <a:t>Click to edit Master title style</a:t>
            </a:r>
            <a:endParaRPr lang="en-US" noProof="0" dirty="0"/>
          </a:p>
        </p:txBody>
      </p:sp>
      <p:sp>
        <p:nvSpPr>
          <p:cNvPr id="4" name="Rectangle 3"/>
          <p:cNvSpPr/>
          <p:nvPr userDrawn="1"/>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44"/>
              </a:spcAft>
            </a:pPr>
            <a:endParaRPr lang="en-US" sz="1038" noProof="0" dirty="0">
              <a:solidFill>
                <a:schemeClr val="bg1"/>
              </a:solidFill>
            </a:endParaRPr>
          </a:p>
        </p:txBody>
      </p:sp>
      <p:sp>
        <p:nvSpPr>
          <p:cNvPr id="5" name="Rectangle 4"/>
          <p:cNvSpPr/>
          <p:nvPr userDrawn="1"/>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44"/>
              </a:spcAft>
            </a:pPr>
            <a:endParaRPr lang="en-US" sz="1038" noProof="0" dirty="0">
              <a:solidFill>
                <a:schemeClr val="bg1"/>
              </a:solidFill>
            </a:endParaRPr>
          </a:p>
        </p:txBody>
      </p:sp>
      <p:sp>
        <p:nvSpPr>
          <p:cNvPr id="6" name="Picture Placeholder 29"/>
          <p:cNvSpPr>
            <a:spLocks noGrp="1"/>
          </p:cNvSpPr>
          <p:nvPr>
            <p:ph type="pic" sz="quarter" idx="19" hasCustomPrompt="1"/>
          </p:nvPr>
        </p:nvSpPr>
        <p:spPr>
          <a:xfrm>
            <a:off x="4769493" y="1863918"/>
            <a:ext cx="1210207" cy="549275"/>
          </a:xfrm>
        </p:spPr>
        <p:txBody>
          <a:bodyPr/>
          <a:lstStyle>
            <a:lvl1pPr marL="0" marR="0" indent="0" algn="l" defTabSz="862686" rtl="0" eaLnBrk="1" fontAlgn="auto" latinLnBrk="0" hangingPunct="1">
              <a:lnSpc>
                <a:spcPct val="100000"/>
              </a:lnSpc>
              <a:spcBef>
                <a:spcPts val="0"/>
              </a:spcBef>
              <a:spcAft>
                <a:spcPts val="944"/>
              </a:spcAft>
              <a:buClrTx/>
              <a:buSzTx/>
              <a:buFont typeface="Arial" panose="020B0604020202020204" pitchFamily="34" charset="0"/>
              <a:buNone/>
              <a:tabLst/>
              <a:defRPr sz="850"/>
            </a:lvl1pPr>
          </a:lstStyle>
          <a:p>
            <a:pPr>
              <a:spcBef>
                <a:spcPct val="0"/>
              </a:spcBef>
            </a:pPr>
            <a:r>
              <a:rPr lang="en-US" sz="1132" noProof="0" dirty="0">
                <a:solidFill>
                  <a:schemeClr val="bg1"/>
                </a:solidFill>
              </a:rPr>
              <a:t>Co-brand</a:t>
            </a:r>
            <a:br>
              <a:rPr lang="en-US" sz="1132" noProof="0" dirty="0">
                <a:solidFill>
                  <a:schemeClr val="bg1"/>
                </a:solidFill>
              </a:rPr>
            </a:br>
            <a:r>
              <a:rPr lang="en-US" sz="1132"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8" y="1857894"/>
            <a:ext cx="1244161" cy="549275"/>
          </a:xfrm>
        </p:spPr>
        <p:txBody>
          <a:bodyPr/>
          <a:lstStyle>
            <a:lvl1pPr marL="0" marR="0" indent="0" algn="l" defTabSz="862686" rtl="0" eaLnBrk="1" fontAlgn="auto" latinLnBrk="0" hangingPunct="1">
              <a:lnSpc>
                <a:spcPct val="100000"/>
              </a:lnSpc>
              <a:spcBef>
                <a:spcPts val="0"/>
              </a:spcBef>
              <a:spcAft>
                <a:spcPts val="944"/>
              </a:spcAft>
              <a:buClrTx/>
              <a:buSzTx/>
              <a:buFont typeface="Arial" panose="020B0604020202020204" pitchFamily="34" charset="0"/>
              <a:buNone/>
              <a:tabLst/>
              <a:defRPr sz="850"/>
            </a:lvl1pPr>
          </a:lstStyle>
          <a:p>
            <a:pPr>
              <a:spcBef>
                <a:spcPct val="0"/>
              </a:spcBef>
            </a:pPr>
            <a:r>
              <a:rPr lang="en-US" sz="1132" noProof="0" dirty="0">
                <a:solidFill>
                  <a:schemeClr val="bg1"/>
                </a:solidFill>
              </a:rPr>
              <a:t>Co-brand</a:t>
            </a:r>
            <a:br>
              <a:rPr lang="en-US" sz="1132" noProof="0" dirty="0">
                <a:solidFill>
                  <a:schemeClr val="bg1"/>
                </a:solidFill>
              </a:rPr>
            </a:br>
            <a:r>
              <a:rPr lang="en-US" sz="1132"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800328300"/>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8941" cy="1695450"/>
          </a:xfrm>
        </p:spPr>
        <p:txBody>
          <a:bodyPr/>
          <a:lstStyle>
            <a:lvl1pPr>
              <a:spcAft>
                <a:spcPts val="944"/>
              </a:spcAft>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3"/>
            <a:ext cx="5454668" cy="1695450"/>
          </a:xfrm>
        </p:spPr>
        <p:txBody>
          <a:bodyPr/>
          <a:lstStyle>
            <a:lvl1pPr>
              <a:spcAft>
                <a:spcPts val="944"/>
              </a:spcAft>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3"/>
            <a:ext cx="11188700" cy="334099"/>
          </a:xfrm>
        </p:spPr>
        <p:txBody>
          <a:bodyPr/>
          <a:lstStyle/>
          <a:p>
            <a:r>
              <a:rPr lang="en-US" noProof="0"/>
              <a:t>Click to edit Master title style</a:t>
            </a:r>
            <a:endParaRPr lang="en-US" noProof="0" dirty="0"/>
          </a:p>
        </p:txBody>
      </p:sp>
      <p:sp>
        <p:nvSpPr>
          <p:cNvPr id="4" name="Rectangle 3"/>
          <p:cNvSpPr/>
          <p:nvPr userDrawn="1"/>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44"/>
              </a:spcAft>
            </a:pPr>
            <a:endParaRPr lang="en-US" sz="1038" noProof="0" dirty="0">
              <a:solidFill>
                <a:schemeClr val="bg1"/>
              </a:solidFill>
            </a:endParaRPr>
          </a:p>
        </p:txBody>
      </p:sp>
      <p:sp>
        <p:nvSpPr>
          <p:cNvPr id="5" name="Rectangle 4"/>
          <p:cNvSpPr/>
          <p:nvPr userDrawn="1"/>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44"/>
              </a:spcAft>
            </a:pPr>
            <a:endParaRPr lang="en-US" sz="1038" noProof="0" dirty="0">
              <a:solidFill>
                <a:schemeClr val="bg1"/>
              </a:solidFill>
            </a:endParaRPr>
          </a:p>
        </p:txBody>
      </p:sp>
      <p:sp>
        <p:nvSpPr>
          <p:cNvPr id="7" name="Picture Placeholder 29"/>
          <p:cNvSpPr>
            <a:spLocks noGrp="1"/>
          </p:cNvSpPr>
          <p:nvPr>
            <p:ph type="pic" sz="quarter" idx="20" hasCustomPrompt="1"/>
          </p:nvPr>
        </p:nvSpPr>
        <p:spPr>
          <a:xfrm>
            <a:off x="10424618" y="1857894"/>
            <a:ext cx="1244161" cy="549275"/>
          </a:xfrm>
        </p:spPr>
        <p:txBody>
          <a:bodyPr/>
          <a:lstStyle>
            <a:lvl1pPr marL="0" marR="0" indent="0" algn="l" defTabSz="862686" rtl="0" eaLnBrk="1" fontAlgn="auto" latinLnBrk="0" hangingPunct="1">
              <a:lnSpc>
                <a:spcPct val="100000"/>
              </a:lnSpc>
              <a:spcBef>
                <a:spcPts val="0"/>
              </a:spcBef>
              <a:spcAft>
                <a:spcPts val="944"/>
              </a:spcAft>
              <a:buClrTx/>
              <a:buSzTx/>
              <a:buFont typeface="Arial" panose="020B0604020202020204" pitchFamily="34" charset="0"/>
              <a:buNone/>
              <a:tabLst/>
              <a:defRPr sz="850"/>
            </a:lvl1pPr>
          </a:lstStyle>
          <a:p>
            <a:pPr>
              <a:spcBef>
                <a:spcPct val="0"/>
              </a:spcBef>
            </a:pPr>
            <a:r>
              <a:rPr lang="en-US" sz="1132" noProof="0" dirty="0">
                <a:solidFill>
                  <a:schemeClr val="bg1"/>
                </a:solidFill>
              </a:rPr>
              <a:t>Co-brand</a:t>
            </a:r>
            <a:br>
              <a:rPr lang="en-US" sz="1132" noProof="0" dirty="0">
                <a:solidFill>
                  <a:schemeClr val="bg1"/>
                </a:solidFill>
              </a:rPr>
            </a:br>
            <a:r>
              <a:rPr lang="en-US" sz="1132"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0" y="4249683"/>
            <a:ext cx="5466824" cy="1695450"/>
          </a:xfrm>
        </p:spPr>
        <p:txBody>
          <a:bodyPr/>
          <a:lstStyle>
            <a:lvl1pPr>
              <a:spcAft>
                <a:spcPts val="944"/>
              </a:spcAft>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246195" y="4249683"/>
            <a:ext cx="5452959" cy="1695450"/>
          </a:xfrm>
        </p:spPr>
        <p:txBody>
          <a:bodyPr/>
          <a:lstStyle>
            <a:lvl1pPr>
              <a:spcAft>
                <a:spcPts val="944"/>
              </a:spcAft>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04002"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44"/>
              </a:spcAft>
            </a:pPr>
            <a:endParaRPr lang="en-US" sz="1038" noProof="0" dirty="0">
              <a:solidFill>
                <a:schemeClr val="bg1"/>
              </a:solidFill>
            </a:endParaRPr>
          </a:p>
        </p:txBody>
      </p:sp>
      <p:sp>
        <p:nvSpPr>
          <p:cNvPr id="13" name="Rectangle 12"/>
          <p:cNvSpPr/>
          <p:nvPr userDrawn="1"/>
        </p:nvSpPr>
        <p:spPr>
          <a:xfrm>
            <a:off x="6246195"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44"/>
              </a:spcAft>
            </a:pPr>
            <a:endParaRPr lang="en-US" sz="1038" noProof="0" dirty="0">
              <a:solidFill>
                <a:schemeClr val="bg1"/>
              </a:solidFill>
            </a:endParaRPr>
          </a:p>
        </p:txBody>
      </p:sp>
      <p:sp>
        <p:nvSpPr>
          <p:cNvPr id="14" name="Picture Placeholder 29"/>
          <p:cNvSpPr>
            <a:spLocks noGrp="1"/>
          </p:cNvSpPr>
          <p:nvPr>
            <p:ph type="pic" sz="quarter" idx="24" hasCustomPrompt="1"/>
          </p:nvPr>
        </p:nvSpPr>
        <p:spPr>
          <a:xfrm>
            <a:off x="4754495" y="4255708"/>
            <a:ext cx="1239381" cy="549275"/>
          </a:xfrm>
        </p:spPr>
        <p:txBody>
          <a:bodyPr/>
          <a:lstStyle>
            <a:lvl1pPr marL="0" marR="0" indent="0" algn="l" defTabSz="862686" rtl="0" eaLnBrk="1" fontAlgn="auto" latinLnBrk="0" hangingPunct="1">
              <a:lnSpc>
                <a:spcPct val="100000"/>
              </a:lnSpc>
              <a:spcBef>
                <a:spcPts val="0"/>
              </a:spcBef>
              <a:spcAft>
                <a:spcPts val="944"/>
              </a:spcAft>
              <a:buClrTx/>
              <a:buSzTx/>
              <a:buFont typeface="Arial" panose="020B0604020202020204" pitchFamily="34" charset="0"/>
              <a:buNone/>
              <a:tabLst/>
              <a:defRPr sz="850"/>
            </a:lvl1pPr>
          </a:lstStyle>
          <a:p>
            <a:pPr>
              <a:spcBef>
                <a:spcPct val="0"/>
              </a:spcBef>
            </a:pPr>
            <a:r>
              <a:rPr lang="en-US" sz="1132" noProof="0" dirty="0">
                <a:solidFill>
                  <a:schemeClr val="bg1"/>
                </a:solidFill>
              </a:rPr>
              <a:t>Co-brand</a:t>
            </a:r>
            <a:br>
              <a:rPr lang="en-US" sz="1132" noProof="0" dirty="0">
                <a:solidFill>
                  <a:schemeClr val="bg1"/>
                </a:solidFill>
              </a:rPr>
            </a:br>
            <a:r>
              <a:rPr lang="en-US" sz="1132"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7" y="4249684"/>
            <a:ext cx="1244160" cy="549275"/>
          </a:xfrm>
        </p:spPr>
        <p:txBody>
          <a:bodyPr/>
          <a:lstStyle>
            <a:lvl1pPr marL="0" marR="0" indent="0" algn="l" defTabSz="862686" rtl="0" eaLnBrk="1" fontAlgn="auto" latinLnBrk="0" hangingPunct="1">
              <a:lnSpc>
                <a:spcPct val="100000"/>
              </a:lnSpc>
              <a:spcBef>
                <a:spcPts val="0"/>
              </a:spcBef>
              <a:spcAft>
                <a:spcPts val="944"/>
              </a:spcAft>
              <a:buClrTx/>
              <a:buSzTx/>
              <a:buFont typeface="Arial" panose="020B0604020202020204" pitchFamily="34" charset="0"/>
              <a:buNone/>
              <a:tabLst/>
              <a:defRPr sz="850"/>
            </a:lvl1pPr>
          </a:lstStyle>
          <a:p>
            <a:pPr>
              <a:spcBef>
                <a:spcPct val="0"/>
              </a:spcBef>
            </a:pPr>
            <a:r>
              <a:rPr lang="en-US" sz="1132" noProof="0" dirty="0">
                <a:solidFill>
                  <a:schemeClr val="bg1"/>
                </a:solidFill>
              </a:rPr>
              <a:t>Co-brand</a:t>
            </a:r>
            <a:br>
              <a:rPr lang="en-US" sz="1132" noProof="0" dirty="0">
                <a:solidFill>
                  <a:schemeClr val="bg1"/>
                </a:solidFill>
              </a:rPr>
            </a:br>
            <a:r>
              <a:rPr lang="en-US" sz="1132"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2"/>
            <a:ext cx="11197501"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3" y="1863918"/>
            <a:ext cx="1210207" cy="549275"/>
          </a:xfrm>
        </p:spPr>
        <p:txBody>
          <a:bodyPr/>
          <a:lstStyle>
            <a:lvl1pPr marL="0" marR="0" indent="0" algn="l" defTabSz="862686" rtl="0" eaLnBrk="1" fontAlgn="auto" latinLnBrk="0" hangingPunct="1">
              <a:lnSpc>
                <a:spcPct val="100000"/>
              </a:lnSpc>
              <a:spcBef>
                <a:spcPts val="0"/>
              </a:spcBef>
              <a:spcAft>
                <a:spcPts val="944"/>
              </a:spcAft>
              <a:buClrTx/>
              <a:buSzTx/>
              <a:buFont typeface="Arial" panose="020B0604020202020204" pitchFamily="34" charset="0"/>
              <a:buNone/>
              <a:tabLst/>
              <a:defRPr sz="850"/>
            </a:lvl1pPr>
          </a:lstStyle>
          <a:p>
            <a:pPr>
              <a:spcBef>
                <a:spcPct val="0"/>
              </a:spcBef>
            </a:pPr>
            <a:r>
              <a:rPr lang="en-US" sz="1132" noProof="0" dirty="0">
                <a:solidFill>
                  <a:schemeClr val="bg1"/>
                </a:solidFill>
              </a:rPr>
              <a:t>Co-brand</a:t>
            </a:r>
            <a:br>
              <a:rPr lang="en-US" sz="1132" noProof="0" dirty="0">
                <a:solidFill>
                  <a:schemeClr val="bg1"/>
                </a:solidFill>
              </a:rPr>
            </a:br>
            <a:r>
              <a:rPr lang="en-US" sz="1132" noProof="0" dirty="0">
                <a:solidFill>
                  <a:schemeClr val="bg1"/>
                </a:solidFill>
              </a:rPr>
              <a:t>Logo</a:t>
            </a:r>
          </a:p>
          <a:p>
            <a:endParaRPr lang="en-US" noProof="0" dirty="0"/>
          </a:p>
        </p:txBody>
      </p:sp>
    </p:spTree>
    <p:extLst>
      <p:ext uri="{BB962C8B-B14F-4D97-AF65-F5344CB8AC3E}">
        <p14:creationId xmlns:p14="http://schemas.microsoft.com/office/powerpoint/2010/main" val="3310366023"/>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3"/>
            <a:ext cx="11188700" cy="334099"/>
          </a:xfrm>
        </p:spPr>
        <p:txBody>
          <a:bodyPr/>
          <a:lstStyle/>
          <a:p>
            <a:r>
              <a:rPr lang="en-US" noProof="0"/>
              <a:t>Click to edit Master title style</a:t>
            </a:r>
            <a:endParaRPr lang="en-US" noProof="0" dirty="0"/>
          </a:p>
        </p:txBody>
      </p:sp>
      <p:sp>
        <p:nvSpPr>
          <p:cNvPr id="4" name="Rectangle 3"/>
          <p:cNvSpPr/>
          <p:nvPr userDrawn="1"/>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dirty="0">
              <a:solidFill>
                <a:schemeClr val="bg1"/>
              </a:solidFill>
            </a:endParaRPr>
          </a:p>
        </p:txBody>
      </p:sp>
      <p:sp>
        <p:nvSpPr>
          <p:cNvPr id="5" name="Rectangle 4"/>
          <p:cNvSpPr/>
          <p:nvPr userDrawn="1"/>
        </p:nvSpPr>
        <p:spPr>
          <a:xfrm>
            <a:off x="504000" y="1700215"/>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dirty="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dirty="0">
              <a:solidFill>
                <a:schemeClr val="bg1"/>
              </a:solidFill>
            </a:endParaRPr>
          </a:p>
        </p:txBody>
      </p:sp>
      <p:sp>
        <p:nvSpPr>
          <p:cNvPr id="7" name="Text Placeholder 8"/>
          <p:cNvSpPr>
            <a:spLocks noGrp="1"/>
          </p:cNvSpPr>
          <p:nvPr>
            <p:ph type="body" sz="quarter" idx="17"/>
          </p:nvPr>
        </p:nvSpPr>
        <p:spPr>
          <a:xfrm>
            <a:off x="4325713" y="1851441"/>
            <a:ext cx="3540577" cy="3845754"/>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0" y="1851441"/>
            <a:ext cx="3571153" cy="3845754"/>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1" y="651602"/>
            <a:ext cx="11162349"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74113058"/>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3"/>
            <a:ext cx="11188700" cy="334099"/>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9" y="2556000"/>
            <a:ext cx="2592000" cy="3394800"/>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7" y="2556000"/>
            <a:ext cx="2592000" cy="3394800"/>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238007106"/>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1" cy="370193"/>
          </a:xfrm>
        </p:spPr>
        <p:txBody>
          <a:bodyPr/>
          <a:lstStyle>
            <a:lvl1pPr>
              <a:defRPr>
                <a:solidFill>
                  <a:schemeClr val="bg1"/>
                </a:solidFill>
              </a:defRPr>
            </a:lvl1pPr>
          </a:lstStyle>
          <a:p>
            <a:r>
              <a:rPr lang="en-US" noProof="0" dirty="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944"/>
              </a:spcAft>
              <a:defRPr>
                <a:solidFill>
                  <a:schemeClr val="bg1"/>
                </a:solidFill>
              </a:defRPr>
            </a:lvl2pPr>
            <a:lvl3pPr marL="0" indent="0">
              <a:spcAft>
                <a:spcPts val="944"/>
              </a:spcAft>
              <a:buNone/>
              <a:defRPr>
                <a:solidFill>
                  <a:schemeClr val="bg1"/>
                </a:solidFill>
              </a:defRPr>
            </a:lvl3pPr>
            <a:lvl4pPr marL="166424" indent="-166424">
              <a:spcAft>
                <a:spcPts val="944"/>
              </a:spcAft>
              <a:buFont typeface="Arial" panose="020B0604020202020204" pitchFamily="34" charset="0"/>
              <a:buChar char="•"/>
              <a:defRPr>
                <a:solidFill>
                  <a:schemeClr val="bg1"/>
                </a:solidFill>
              </a:defRPr>
            </a:lvl4pPr>
            <a:lvl5pPr marL="336244" indent="-166424">
              <a:spcAft>
                <a:spcPts val="944"/>
              </a:spcAft>
              <a:defRPr baseline="0">
                <a:solidFill>
                  <a:schemeClr val="bg1"/>
                </a:solidFill>
              </a:defRPr>
            </a:lvl5pPr>
            <a:lvl6pPr marL="336244" indent="-166424">
              <a:spcAft>
                <a:spcPts val="944"/>
              </a:spcAft>
              <a:buFont typeface="Verdana" panose="020B0604030504040204" pitchFamily="34" charset="0"/>
              <a:buChar char="−"/>
              <a:defRPr>
                <a:solidFill>
                  <a:schemeClr val="bg1"/>
                </a:solidFill>
              </a:defRPr>
            </a:lvl6pPr>
            <a:lvl7pPr marL="336244" indent="-166424">
              <a:spcAft>
                <a:spcPts val="944"/>
              </a:spcAft>
              <a:defRPr>
                <a:solidFill>
                  <a:schemeClr val="bg1"/>
                </a:solidFill>
              </a:defRPr>
            </a:lvl7pPr>
            <a:lvl8pPr marL="336244" indent="-166424">
              <a:spcAft>
                <a:spcPts val="944"/>
              </a:spcAft>
              <a:defRPr>
                <a:solidFill>
                  <a:schemeClr val="bg1"/>
                </a:solidFill>
              </a:defRPr>
            </a:lvl8pPr>
            <a:lvl9pPr marL="336244" indent="-166424">
              <a:spcAft>
                <a:spcPts val="944"/>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944"/>
              </a:spcAft>
              <a:defRPr>
                <a:solidFill>
                  <a:schemeClr val="bg1"/>
                </a:solidFill>
              </a:defRPr>
            </a:lvl2pPr>
            <a:lvl3pPr marL="0" indent="0">
              <a:spcAft>
                <a:spcPts val="944"/>
              </a:spcAft>
              <a:buNone/>
              <a:defRPr>
                <a:solidFill>
                  <a:schemeClr val="bg1"/>
                </a:solidFill>
              </a:defRPr>
            </a:lvl3pPr>
            <a:lvl4pPr marL="166424" indent="-166424">
              <a:spcAft>
                <a:spcPts val="944"/>
              </a:spcAft>
              <a:buFont typeface="Arial" panose="020B0604020202020204" pitchFamily="34" charset="0"/>
              <a:buChar char="•"/>
              <a:defRPr>
                <a:solidFill>
                  <a:schemeClr val="bg1"/>
                </a:solidFill>
              </a:defRPr>
            </a:lvl4pPr>
            <a:lvl5pPr marL="336244" indent="-166424">
              <a:spcAft>
                <a:spcPts val="944"/>
              </a:spcAft>
              <a:defRPr baseline="0">
                <a:solidFill>
                  <a:schemeClr val="bg1"/>
                </a:solidFill>
              </a:defRPr>
            </a:lvl5pPr>
            <a:lvl6pPr marL="336244" indent="-166424">
              <a:spcAft>
                <a:spcPts val="944"/>
              </a:spcAft>
              <a:buFont typeface="Verdana" panose="020B0604030504040204" pitchFamily="34" charset="0"/>
              <a:buChar char="−"/>
              <a:defRPr>
                <a:solidFill>
                  <a:schemeClr val="bg1"/>
                </a:solidFill>
              </a:defRPr>
            </a:lvl6pPr>
            <a:lvl7pPr marL="336244" indent="-166424">
              <a:spcAft>
                <a:spcPts val="944"/>
              </a:spcAft>
              <a:defRPr>
                <a:solidFill>
                  <a:schemeClr val="bg1"/>
                </a:solidFill>
              </a:defRPr>
            </a:lvl7pPr>
            <a:lvl8pPr marL="336244" indent="-166424">
              <a:spcAft>
                <a:spcPts val="944"/>
              </a:spcAft>
              <a:defRPr>
                <a:solidFill>
                  <a:schemeClr val="bg1"/>
                </a:solidFill>
              </a:defRPr>
            </a:lvl8pPr>
            <a:lvl9pPr marL="336244" indent="-166424">
              <a:spcAft>
                <a:spcPts val="944"/>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944"/>
              </a:spcAft>
              <a:defRPr>
                <a:solidFill>
                  <a:schemeClr val="bg1"/>
                </a:solidFill>
              </a:defRPr>
            </a:lvl2pPr>
            <a:lvl3pPr marL="0" indent="0">
              <a:spcAft>
                <a:spcPts val="944"/>
              </a:spcAft>
              <a:buNone/>
              <a:defRPr>
                <a:solidFill>
                  <a:schemeClr val="bg1"/>
                </a:solidFill>
              </a:defRPr>
            </a:lvl3pPr>
            <a:lvl4pPr marL="166424" indent="-166424">
              <a:spcAft>
                <a:spcPts val="944"/>
              </a:spcAft>
              <a:buFont typeface="Arial" panose="020B0604020202020204" pitchFamily="34" charset="0"/>
              <a:buChar char="•"/>
              <a:defRPr>
                <a:solidFill>
                  <a:schemeClr val="bg1"/>
                </a:solidFill>
              </a:defRPr>
            </a:lvl4pPr>
            <a:lvl5pPr marL="336244" indent="-166424">
              <a:spcAft>
                <a:spcPts val="944"/>
              </a:spcAft>
              <a:defRPr baseline="0">
                <a:solidFill>
                  <a:schemeClr val="bg1"/>
                </a:solidFill>
              </a:defRPr>
            </a:lvl5pPr>
            <a:lvl6pPr marL="336244" indent="-166424">
              <a:spcAft>
                <a:spcPts val="944"/>
              </a:spcAft>
              <a:buFont typeface="Verdana" panose="020B0604030504040204" pitchFamily="34" charset="0"/>
              <a:buChar char="−"/>
              <a:defRPr>
                <a:solidFill>
                  <a:schemeClr val="bg1"/>
                </a:solidFill>
              </a:defRPr>
            </a:lvl6pPr>
            <a:lvl7pPr marL="336244" indent="-166424">
              <a:spcAft>
                <a:spcPts val="944"/>
              </a:spcAft>
              <a:defRPr>
                <a:solidFill>
                  <a:schemeClr val="bg1"/>
                </a:solidFill>
              </a:defRPr>
            </a:lvl7pPr>
            <a:lvl8pPr marL="336244" indent="-166424">
              <a:spcAft>
                <a:spcPts val="944"/>
              </a:spcAft>
              <a:defRPr>
                <a:solidFill>
                  <a:schemeClr val="bg1"/>
                </a:solidFill>
              </a:defRPr>
            </a:lvl8pPr>
            <a:lvl9pPr marL="336244" indent="-166424">
              <a:spcAft>
                <a:spcPts val="944"/>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944"/>
              </a:spcAft>
              <a:defRPr>
                <a:solidFill>
                  <a:schemeClr val="bg1"/>
                </a:solidFill>
              </a:defRPr>
            </a:lvl2pPr>
            <a:lvl3pPr marL="0" indent="0">
              <a:spcAft>
                <a:spcPts val="944"/>
              </a:spcAft>
              <a:buNone/>
              <a:defRPr>
                <a:solidFill>
                  <a:schemeClr val="bg1"/>
                </a:solidFill>
              </a:defRPr>
            </a:lvl3pPr>
            <a:lvl4pPr marL="166424" indent="-166424">
              <a:spcAft>
                <a:spcPts val="944"/>
              </a:spcAft>
              <a:buFont typeface="Arial" panose="020B0604020202020204" pitchFamily="34" charset="0"/>
              <a:buChar char="•"/>
              <a:defRPr>
                <a:solidFill>
                  <a:schemeClr val="bg1"/>
                </a:solidFill>
              </a:defRPr>
            </a:lvl4pPr>
            <a:lvl5pPr marL="336244" indent="-166424">
              <a:spcAft>
                <a:spcPts val="944"/>
              </a:spcAft>
              <a:defRPr baseline="0">
                <a:solidFill>
                  <a:schemeClr val="bg1"/>
                </a:solidFill>
              </a:defRPr>
            </a:lvl5pPr>
            <a:lvl6pPr marL="336244" indent="-166424">
              <a:spcAft>
                <a:spcPts val="944"/>
              </a:spcAft>
              <a:buFont typeface="Verdana" panose="020B0604030504040204" pitchFamily="34" charset="0"/>
              <a:buChar char="−"/>
              <a:defRPr>
                <a:solidFill>
                  <a:schemeClr val="bg1"/>
                </a:solidFill>
              </a:defRPr>
            </a:lvl6pPr>
            <a:lvl7pPr marL="336244" indent="-166424">
              <a:spcAft>
                <a:spcPts val="944"/>
              </a:spcAft>
              <a:defRPr>
                <a:solidFill>
                  <a:schemeClr val="bg1"/>
                </a:solidFill>
              </a:defRPr>
            </a:lvl7pPr>
            <a:lvl8pPr marL="336244" indent="-166424">
              <a:spcAft>
                <a:spcPts val="944"/>
              </a:spcAft>
              <a:defRPr>
                <a:solidFill>
                  <a:schemeClr val="bg1"/>
                </a:solidFill>
              </a:defRPr>
            </a:lvl8pPr>
            <a:lvl9pPr marL="336244" indent="-166424">
              <a:spcAft>
                <a:spcPts val="944"/>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ext Placeholder 8"/>
          <p:cNvSpPr>
            <a:spLocks noGrp="1"/>
          </p:cNvSpPr>
          <p:nvPr>
            <p:ph type="body" sz="quarter" idx="13" hasCustomPrompt="1"/>
          </p:nvPr>
        </p:nvSpPr>
        <p:spPr>
          <a:xfrm>
            <a:off x="501651" y="687695"/>
            <a:ext cx="11188701" cy="757255"/>
          </a:xfrm>
          <a:prstGeom prst="rect">
            <a:avLst/>
          </a:prstGeom>
        </p:spPr>
        <p:txBody>
          <a:bodyPr lIns="0" tIns="0" rIns="0" bIns="0">
            <a:noAutofit/>
          </a:bodyPr>
          <a:lstStyle>
            <a:lvl1pPr marL="0" indent="0">
              <a:buNone/>
              <a:defRPr sz="1711" b="0">
                <a:solidFill>
                  <a:schemeClr val="bg1"/>
                </a:solidFill>
              </a:defRPr>
            </a:lvl1pPr>
          </a:lstStyle>
          <a:p>
            <a:pPr lvl="0"/>
            <a:r>
              <a:rPr lang="en-US" noProof="0" dirty="0"/>
              <a:t>Click to add subtitle</a:t>
            </a:r>
          </a:p>
        </p:txBody>
      </p:sp>
      <p:sp>
        <p:nvSpPr>
          <p:cNvPr id="13" name="TextBox 12"/>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14" name="TextBox 13"/>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15" name="TextBox 14"/>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438929139"/>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501651" y="1665289"/>
            <a:ext cx="5594351"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149310507"/>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Tree>
    <p:extLst>
      <p:ext uri="{BB962C8B-B14F-4D97-AF65-F5344CB8AC3E}">
        <p14:creationId xmlns:p14="http://schemas.microsoft.com/office/powerpoint/2010/main" val="1804430642"/>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0164042"/>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1_Title Slide - Black">
    <p:bg bwMode="gray">
      <p:bgRef idx="1001">
        <a:schemeClr val="bg1"/>
      </p:bgRef>
    </p:bg>
    <p:spTree>
      <p:nvGrpSpPr>
        <p:cNvPr id="1" name=""/>
        <p:cNvGrpSpPr/>
        <p:nvPr/>
      </p:nvGrpSpPr>
      <p:grpSpPr>
        <a:xfrm>
          <a:off x="0" y="0"/>
          <a:ext cx="0" cy="0"/>
          <a:chOff x="0" y="0"/>
          <a:chExt cx="0" cy="0"/>
        </a:xfrm>
      </p:grpSpPr>
      <p:pic>
        <p:nvPicPr>
          <p:cNvPr id="20" name="Background Picture 3"/>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89600" cy="6858000"/>
          </a:xfrm>
          <a:prstGeom prst="rect">
            <a:avLst/>
          </a:prstGeom>
        </p:spPr>
      </p:pic>
      <p:sp>
        <p:nvSpPr>
          <p:cNvPr id="33" name="Picture Placeholder 8"/>
          <p:cNvSpPr>
            <a:spLocks noGrp="1"/>
          </p:cNvSpPr>
          <p:nvPr>
            <p:ph type="pic" sz="quarter" idx="11"/>
          </p:nvPr>
        </p:nvSpPr>
        <p:spPr>
          <a:xfrm>
            <a:off x="3393716" y="727595"/>
            <a:ext cx="5400000" cy="5400000"/>
          </a:xfrm>
          <a:prstGeom prst="rect">
            <a:avLst/>
          </a:prstGeom>
        </p:spPr>
        <p:txBody>
          <a:bodyPr/>
          <a:lstStyle>
            <a:lvl1pPr>
              <a:defRPr>
                <a:solidFill>
                  <a:schemeClr val="tx1"/>
                </a:solidFill>
              </a:defRPr>
            </a:lvl1pPr>
          </a:lstStyle>
          <a:p>
            <a:r>
              <a:rPr lang="en-GB" noProof="0"/>
              <a:t>Click icon to add picture</a:t>
            </a:r>
            <a:endParaRPr lang="en-GB" noProof="0" dirty="0"/>
          </a:p>
        </p:txBody>
      </p:sp>
      <p:sp>
        <p:nvSpPr>
          <p:cNvPr id="2" name="Title"/>
          <p:cNvSpPr>
            <a:spLocks noGrp="1"/>
          </p:cNvSpPr>
          <p:nvPr>
            <p:ph type="ctrTitle" hasCustomPrompt="1"/>
          </p:nvPr>
        </p:nvSpPr>
        <p:spPr bwMode="gray">
          <a:xfrm>
            <a:off x="475200" y="5480578"/>
            <a:ext cx="5620800" cy="324000"/>
          </a:xfrm>
        </p:spPr>
        <p:txBody>
          <a:bodyPr anchor="b"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GB" dirty="0"/>
              <a:t>Presentation  title runs here</a:t>
            </a:r>
            <a:endParaRPr lang="en-GB" noProof="0" dirty="0"/>
          </a:p>
        </p:txBody>
      </p:sp>
      <p:sp>
        <p:nvSpPr>
          <p:cNvPr id="3" name="Subtitle"/>
          <p:cNvSpPr>
            <a:spLocks noGrp="1"/>
          </p:cNvSpPr>
          <p:nvPr>
            <p:ph type="subTitle" idx="1" hasCustomPrompt="1"/>
          </p:nvPr>
        </p:nvSpPr>
        <p:spPr bwMode="gray">
          <a:xfrm>
            <a:off x="475200" y="5845180"/>
            <a:ext cx="5620800"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pPr lvl="0"/>
            <a:r>
              <a:rPr lang="en-GB" dirty="0"/>
              <a:t>Subtitle here two lines max</a:t>
            </a:r>
            <a:endParaRPr lang="en-GB"/>
          </a:p>
        </p:txBody>
      </p:sp>
      <p:sp>
        <p:nvSpPr>
          <p:cNvPr id="18" name="SD_ART_Logo_White"/>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78483047" name="LogoFrontSlide"/>
          <p:cNvPicPr>
            <a:picLocks noChangeAspect="1"/>
          </p:cNvPicPr>
          <p:nvPr/>
        </p:nvPicPr>
        <p:blipFill>
          <a:blip r:embed="rId3"/>
          <a:stretch>
            <a:fillRect/>
          </a:stretch>
        </p:blipFill>
        <p:spPr>
          <a:xfrm>
            <a:off x="413999" y="503999"/>
            <a:ext cx="2790621" cy="1223201"/>
          </a:xfrm>
          <a:prstGeom prst="rect">
            <a:avLst/>
          </a:prstGeom>
        </p:spPr>
      </p:pic>
      <p:sp>
        <p:nvSpPr>
          <p:cNvPr id="4" name="Footer Placeholder 3" hidden="1"/>
          <p:cNvSpPr>
            <a:spLocks noGrp="1"/>
          </p:cNvSpPr>
          <p:nvPr>
            <p:ph type="ftr" sz="quarter" idx="12"/>
          </p:nvPr>
        </p:nvSpPr>
        <p:spPr>
          <a:xfrm>
            <a:off x="6184900" y="6476999"/>
            <a:ext cx="4536726"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363625935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_Title &amp; subtitle (Sentence Cas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90"/>
          <a:ext cx="1588" cy="1587"/>
        </p:xfrm>
        <a:graphic>
          <a:graphicData uri="http://schemas.openxmlformats.org/presentationml/2006/ole">
            <mc:AlternateContent xmlns:mc="http://schemas.openxmlformats.org/markup-compatibility/2006">
              <mc:Choice xmlns:v="urn:schemas-microsoft-com:vml" Requires="v">
                <p:oleObj spid="_x0000_s3156" name="think-cell Slide" r:id="rId5" imgW="530" imgH="531" progId="TCLayout.ActiveDocument.1">
                  <p:embed/>
                </p:oleObj>
              </mc:Choice>
              <mc:Fallback>
                <p:oleObj name="think-cell Slide" r:id="rId5" imgW="530" imgH="531" progId="TCLayout.ActiveDocument.1">
                  <p:embed/>
                  <p:pic>
                    <p:nvPicPr>
                      <p:cNvPr id="3" name="Object 2" hidden="1"/>
                      <p:cNvPicPr/>
                      <p:nvPr/>
                    </p:nvPicPr>
                    <p:blipFill>
                      <a:blip r:embed="rId6"/>
                      <a:stretch>
                        <a:fillRect/>
                      </a:stretch>
                    </p:blipFill>
                    <p:spPr>
                      <a:xfrm>
                        <a:off x="1588" y="1590"/>
                        <a:ext cx="1588" cy="1587"/>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1" y="1"/>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marL="0" lvl="0" indent="0" algn="ctr" eaLnBrk="1">
              <a:lnSpc>
                <a:spcPct val="100000"/>
              </a:lnSpc>
              <a:spcBef>
                <a:spcPct val="0"/>
              </a:spcBef>
              <a:spcAft>
                <a:spcPct val="0"/>
              </a:spcAft>
              <a:buFont typeface="Wingdings 2" pitchFamily="18" charset="2"/>
              <a:buNone/>
            </a:pPr>
            <a:endParaRPr lang="en-US" sz="1799" b="1" i="0" baseline="0" dirty="0">
              <a:solidFill>
                <a:schemeClr val="bg1"/>
              </a:solidFill>
              <a:latin typeface="CorpoS"/>
              <a:ea typeface="+mj-ea"/>
              <a:cs typeface="+mj-cs"/>
              <a:sym typeface="CorpoS"/>
            </a:endParaRPr>
          </a:p>
        </p:txBody>
      </p:sp>
      <p:sp>
        <p:nvSpPr>
          <p:cNvPr id="5" name="Title Placeholder 1"/>
          <p:cNvSpPr>
            <a:spLocks noGrp="1"/>
          </p:cNvSpPr>
          <p:nvPr>
            <p:ph type="title" hasCustomPrompt="1"/>
          </p:nvPr>
        </p:nvSpPr>
        <p:spPr>
          <a:xfrm>
            <a:off x="628324" y="549348"/>
            <a:ext cx="10932181" cy="547298"/>
          </a:xfrm>
          <a:prstGeom prst="rect">
            <a:avLst/>
          </a:prstGeom>
        </p:spPr>
        <p:txBody>
          <a:bodyPr vert="horz" lIns="0" tIns="0" rIns="0" bIns="0" rtlCol="0" anchor="t" anchorCtr="0">
            <a:noAutofit/>
          </a:bodyPr>
          <a:lstStyle>
            <a:lvl1pPr>
              <a:lnSpc>
                <a:spcPct val="100000"/>
              </a:lnSpc>
              <a:defRPr sz="1799" b="1" cap="none" baseline="0">
                <a:solidFill>
                  <a:schemeClr val="accent2"/>
                </a:solidFill>
              </a:defRPr>
            </a:lvl1pPr>
          </a:lstStyle>
          <a:p>
            <a:r>
              <a:rPr lang="en-US" noProof="0" dirty="0"/>
              <a:t>Click to edit master title style</a:t>
            </a:r>
          </a:p>
        </p:txBody>
      </p:sp>
      <p:sp>
        <p:nvSpPr>
          <p:cNvPr id="10" name="Foliennummernplatzhalter 5"/>
          <p:cNvSpPr>
            <a:spLocks noGrp="1"/>
          </p:cNvSpPr>
          <p:nvPr>
            <p:ph type="sldNum" sz="quarter" idx="4"/>
          </p:nvPr>
        </p:nvSpPr>
        <p:spPr>
          <a:xfrm>
            <a:off x="11036804" y="6564880"/>
            <a:ext cx="523974" cy="215950"/>
          </a:xfrm>
          <a:prstGeom prst="rect">
            <a:avLst/>
          </a:prstGeom>
        </p:spPr>
        <p:txBody>
          <a:bodyPr vert="horz" lIns="0" tIns="0" rIns="0" bIns="0" rtlCol="0" anchor="t" anchorCtr="0"/>
          <a:lstStyle>
            <a:lvl1pPr marL="0" indent="0" algn="l">
              <a:spcBef>
                <a:spcPts val="0"/>
              </a:spcBef>
              <a:buFont typeface="Arial" panose="020B0604020202020204" pitchFamily="34" charset="0"/>
              <a:buNone/>
              <a:defRPr sz="1199">
                <a:solidFill>
                  <a:schemeClr val="tx1"/>
                </a:solidFill>
                <a:latin typeface="+mn-lt"/>
              </a:defRPr>
            </a:lvl1pPr>
            <a:lvl2pPr marL="0" indent="0" algn="l">
              <a:spcBef>
                <a:spcPts val="0"/>
              </a:spcBef>
              <a:defRPr sz="1199">
                <a:latin typeface="+mn-lt"/>
              </a:defRPr>
            </a:lvl2pPr>
            <a:lvl3pPr marL="0" indent="0" algn="l">
              <a:spcBef>
                <a:spcPts val="0"/>
              </a:spcBef>
              <a:defRPr sz="1199">
                <a:latin typeface="+mn-lt"/>
              </a:defRPr>
            </a:lvl3pPr>
            <a:lvl4pPr marL="0" indent="0" algn="l">
              <a:spcBef>
                <a:spcPts val="0"/>
              </a:spcBef>
              <a:defRPr sz="1199">
                <a:latin typeface="+mn-lt"/>
              </a:defRPr>
            </a:lvl4pPr>
            <a:lvl5pPr marL="0" indent="0" algn="l">
              <a:spcBef>
                <a:spcPts val="0"/>
              </a:spcBef>
              <a:defRPr sz="1199">
                <a:latin typeface="+mn-lt"/>
              </a:defRPr>
            </a:lvl5pPr>
            <a:lvl6pPr marL="0" indent="0" algn="l">
              <a:spcBef>
                <a:spcPts val="0"/>
              </a:spcBef>
              <a:defRPr sz="1199">
                <a:latin typeface="+mn-lt"/>
              </a:defRPr>
            </a:lvl6pPr>
            <a:lvl7pPr marL="0" indent="0" algn="l">
              <a:spcBef>
                <a:spcPts val="0"/>
              </a:spcBef>
              <a:defRPr sz="1199">
                <a:latin typeface="+mn-lt"/>
              </a:defRPr>
            </a:lvl7pPr>
            <a:lvl8pPr marL="0" indent="0" algn="l">
              <a:spcBef>
                <a:spcPts val="0"/>
              </a:spcBef>
              <a:defRPr sz="1199">
                <a:latin typeface="+mn-lt"/>
              </a:defRPr>
            </a:lvl8pPr>
            <a:lvl9pPr marL="0" indent="0" algn="l">
              <a:spcBef>
                <a:spcPts val="0"/>
              </a:spcBef>
              <a:defRPr sz="1199">
                <a:latin typeface="+mn-lt"/>
              </a:defRPr>
            </a:lvl9pPr>
          </a:lstStyle>
          <a:p>
            <a:pPr algn="r"/>
            <a:r>
              <a:rPr lang="en-GB" dirty="0"/>
              <a:t> </a:t>
            </a:r>
            <a:fld id="{52531704-8F80-415D-BD2B-6B9991AE822F}" type="slidenum">
              <a:rPr lang="en-GB" smtClean="0"/>
              <a:pPr algn="r"/>
              <a:t>‹#›</a:t>
            </a:fld>
            <a:endParaRPr lang="en-GB" dirty="0"/>
          </a:p>
        </p:txBody>
      </p:sp>
    </p:spTree>
    <p:extLst>
      <p:ext uri="{BB962C8B-B14F-4D97-AF65-F5344CB8AC3E}">
        <p14:creationId xmlns:p14="http://schemas.microsoft.com/office/powerpoint/2010/main" val="4112332743"/>
      </p:ext>
    </p:extLst>
  </p:cSld>
  <p:clrMapOvr>
    <a:masterClrMapping/>
  </p:clrMapOvr>
  <p:extLst>
    <p:ext uri="{DCECCB84-F9BA-43D5-87BE-67443E8EF086}">
      <p15:sldGuideLst xmlns:p15="http://schemas.microsoft.com/office/powerpoint/2012/main">
        <p15:guide id="1" pos="3842">
          <p15:clr>
            <a:srgbClr val="FBAE40"/>
          </p15:clr>
        </p15:guide>
        <p15:guide id="2" orient="horz" pos="890">
          <p15:clr>
            <a:srgbClr val="FBAE40"/>
          </p15:clr>
        </p15:guide>
        <p15:guide id="3" orient="horz" pos="1163">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3" name="Subtitle 2"/>
          <p:cNvSpPr>
            <a:spLocks noGrp="1"/>
          </p:cNvSpPr>
          <p:nvPr>
            <p:ph type="subTitle" idx="1" hasCustomPrompt="1"/>
          </p:nvPr>
        </p:nvSpPr>
        <p:spPr bwMode="gray">
          <a:xfrm>
            <a:off x="503991" y="5864230"/>
            <a:ext cx="5592011" cy="505645"/>
          </a:xfrm>
          <a:prstGeom prst="rect">
            <a:avLst/>
          </a:prstGeom>
        </p:spPr>
        <p:txBody>
          <a:bodyPr lIns="0" tIns="0" rIns="0" bIns="0" anchor="b" anchorCtr="0">
            <a:noAutofit/>
          </a:bodyPr>
          <a:lstStyle>
            <a:lvl1pPr marL="0" indent="0" algn="l">
              <a:lnSpc>
                <a:spcPct val="100000"/>
              </a:lnSpc>
              <a:spcAft>
                <a:spcPts val="0"/>
              </a:spcAft>
              <a:buNone/>
              <a:defRPr sz="1698" b="1">
                <a:solidFill>
                  <a:schemeClr val="bg1"/>
                </a:solidFill>
              </a:defRPr>
            </a:lvl1pPr>
            <a:lvl2pPr marL="0" marR="0" indent="0" algn="l" defTabSz="862686" rtl="0" eaLnBrk="1" fontAlgn="auto" latinLnBrk="0" hangingPunct="1">
              <a:lnSpc>
                <a:spcPct val="100000"/>
              </a:lnSpc>
              <a:spcBef>
                <a:spcPts val="0"/>
              </a:spcBef>
              <a:spcAft>
                <a:spcPts val="0"/>
              </a:spcAft>
              <a:buClrTx/>
              <a:buSzPct val="100000"/>
              <a:buFont typeface="Arial"/>
              <a:buNone/>
              <a:tabLst/>
              <a:defRPr sz="1509" b="0">
                <a:solidFill>
                  <a:schemeClr val="bg1"/>
                </a:solidFill>
              </a:defRPr>
            </a:lvl2pPr>
            <a:lvl3pPr marL="0" indent="0" algn="l">
              <a:spcAft>
                <a:spcPts val="0"/>
              </a:spcAft>
              <a:buNone/>
              <a:defRPr sz="1509">
                <a:solidFill>
                  <a:schemeClr val="bg1"/>
                </a:solidFill>
              </a:defRPr>
            </a:lvl3pPr>
            <a:lvl4pPr marL="1294029" indent="0" algn="ctr">
              <a:buNone/>
              <a:defRPr sz="1509"/>
            </a:lvl4pPr>
            <a:lvl5pPr marL="1725373" indent="0" algn="ctr">
              <a:buNone/>
              <a:defRPr sz="1509"/>
            </a:lvl5pPr>
            <a:lvl6pPr marL="2156716" indent="0" algn="ctr">
              <a:buNone/>
              <a:defRPr sz="1509"/>
            </a:lvl6pPr>
            <a:lvl7pPr marL="2588059" indent="0" algn="ctr">
              <a:buNone/>
              <a:defRPr sz="1509"/>
            </a:lvl7pPr>
            <a:lvl8pPr marL="3019403" indent="0" algn="ctr">
              <a:buNone/>
              <a:defRPr sz="1509"/>
            </a:lvl8pPr>
            <a:lvl9pPr marL="3450746" indent="0" algn="ctr">
              <a:buNone/>
              <a:defRPr sz="1509"/>
            </a:lvl9pPr>
          </a:lstStyle>
          <a:p>
            <a:r>
              <a:rPr lang="en-US" noProof="0" dirty="0"/>
              <a:t>Click to edit Master title style</a:t>
            </a:r>
          </a:p>
          <a:p>
            <a:pPr marL="0" marR="0" lvl="1" indent="0" algn="l" defTabSz="862686"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944">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49" y="378001"/>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grpSp>
    </p:spTree>
    <p:extLst>
      <p:ext uri="{BB962C8B-B14F-4D97-AF65-F5344CB8AC3E}">
        <p14:creationId xmlns:p14="http://schemas.microsoft.com/office/powerpoint/2010/main" val="321899678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noProof="0"/>
              <a:t>Click icon to add picture</a:t>
            </a:r>
            <a:endParaRPr lang="en-US" noProof="0" dirty="0"/>
          </a:p>
        </p:txBody>
      </p:sp>
      <p:sp>
        <p:nvSpPr>
          <p:cNvPr id="3" name="Subtitle 2"/>
          <p:cNvSpPr>
            <a:spLocks noGrp="1"/>
          </p:cNvSpPr>
          <p:nvPr>
            <p:ph type="subTitle" idx="1" hasCustomPrompt="1"/>
          </p:nvPr>
        </p:nvSpPr>
        <p:spPr bwMode="gray">
          <a:xfrm>
            <a:off x="501651" y="5864230"/>
            <a:ext cx="5594348" cy="505645"/>
          </a:xfrm>
          <a:prstGeom prst="rect">
            <a:avLst/>
          </a:prstGeom>
        </p:spPr>
        <p:txBody>
          <a:bodyPr lIns="0" tIns="0" rIns="0" bIns="0" anchor="b" anchorCtr="0">
            <a:noAutofit/>
          </a:bodyPr>
          <a:lstStyle>
            <a:lvl1pPr marL="0" indent="0" algn="l">
              <a:lnSpc>
                <a:spcPct val="100000"/>
              </a:lnSpc>
              <a:spcAft>
                <a:spcPts val="0"/>
              </a:spcAft>
              <a:buNone/>
              <a:defRPr sz="1698" b="1">
                <a:solidFill>
                  <a:schemeClr val="tx1"/>
                </a:solidFill>
              </a:defRPr>
            </a:lvl1pPr>
            <a:lvl2pPr marL="0" indent="0" algn="l">
              <a:buNone/>
              <a:defRPr sz="1509" b="0"/>
            </a:lvl2pPr>
            <a:lvl3pPr marL="862686" indent="0" algn="ctr">
              <a:buNone/>
              <a:defRPr sz="1698"/>
            </a:lvl3pPr>
            <a:lvl4pPr marL="1294029" indent="0" algn="ctr">
              <a:buNone/>
              <a:defRPr sz="1509"/>
            </a:lvl4pPr>
            <a:lvl5pPr marL="1725373" indent="0" algn="ctr">
              <a:buNone/>
              <a:defRPr sz="1509"/>
            </a:lvl5pPr>
            <a:lvl6pPr marL="2156716" indent="0" algn="ctr">
              <a:buNone/>
              <a:defRPr sz="1509"/>
            </a:lvl6pPr>
            <a:lvl7pPr marL="2588059" indent="0" algn="ctr">
              <a:buNone/>
              <a:defRPr sz="1509"/>
            </a:lvl7pPr>
            <a:lvl8pPr marL="3019403" indent="0" algn="ctr">
              <a:buNone/>
              <a:defRPr sz="1509"/>
            </a:lvl8pPr>
            <a:lvl9pPr marL="3450746" indent="0" algn="ctr">
              <a:buNone/>
              <a:defRPr sz="1509"/>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944">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p:nvPr userDrawn="1"/>
        </p:nvGrpSpPr>
        <p:grpSpPr>
          <a:xfrm>
            <a:off x="501649" y="378001"/>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grpSp>
    </p:spTree>
    <p:extLst>
      <p:ext uri="{BB962C8B-B14F-4D97-AF65-F5344CB8AC3E}">
        <p14:creationId xmlns:p14="http://schemas.microsoft.com/office/powerpoint/2010/main" val="3869240334"/>
      </p:ext>
    </p:extLst>
  </p:cSld>
  <p:clrMapOvr>
    <a:masterClrMapping/>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3963"/>
              </a:lnSpc>
              <a:defRPr sz="3396"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3991" y="5864230"/>
            <a:ext cx="5592011" cy="505645"/>
          </a:xfrm>
          <a:prstGeom prst="rect">
            <a:avLst/>
          </a:prstGeom>
        </p:spPr>
        <p:txBody>
          <a:bodyPr lIns="0" tIns="0" rIns="0" bIns="0" anchor="b" anchorCtr="0">
            <a:noAutofit/>
          </a:bodyPr>
          <a:lstStyle>
            <a:lvl1pPr marL="0" indent="0" algn="l">
              <a:lnSpc>
                <a:spcPct val="100000"/>
              </a:lnSpc>
              <a:spcAft>
                <a:spcPts val="0"/>
              </a:spcAft>
              <a:buNone/>
              <a:defRPr sz="1509">
                <a:solidFill>
                  <a:schemeClr val="bg1"/>
                </a:solidFill>
              </a:defRPr>
            </a:lvl1pPr>
            <a:lvl2pPr marL="431343" indent="0" algn="ctr">
              <a:buNone/>
              <a:defRPr sz="1887"/>
            </a:lvl2pPr>
            <a:lvl3pPr marL="862686" indent="0" algn="ctr">
              <a:buNone/>
              <a:defRPr sz="1698"/>
            </a:lvl3pPr>
            <a:lvl4pPr marL="1294029" indent="0" algn="ctr">
              <a:buNone/>
              <a:defRPr sz="1509"/>
            </a:lvl4pPr>
            <a:lvl5pPr marL="1725373" indent="0" algn="ctr">
              <a:buNone/>
              <a:defRPr sz="1509"/>
            </a:lvl5pPr>
            <a:lvl6pPr marL="2156716" indent="0" algn="ctr">
              <a:buNone/>
              <a:defRPr sz="1509"/>
            </a:lvl6pPr>
            <a:lvl7pPr marL="2588059" indent="0" algn="ctr">
              <a:buNone/>
              <a:defRPr sz="1509"/>
            </a:lvl7pPr>
            <a:lvl8pPr marL="3019403" indent="0" algn="ctr">
              <a:buNone/>
              <a:defRPr sz="1509"/>
            </a:lvl8pPr>
            <a:lvl9pPr marL="3450746" indent="0" algn="ctr">
              <a:buNone/>
              <a:defRPr sz="1509"/>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944">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49" y="378001"/>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grpSp>
    </p:spTree>
    <p:extLst>
      <p:ext uri="{BB962C8B-B14F-4D97-AF65-F5344CB8AC3E}">
        <p14:creationId xmlns:p14="http://schemas.microsoft.com/office/powerpoint/2010/main" val="174458142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3963"/>
              </a:lnSpc>
              <a:defRPr sz="3396"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30"/>
            <a:ext cx="5594348" cy="505645"/>
          </a:xfrm>
          <a:prstGeom prst="rect">
            <a:avLst/>
          </a:prstGeom>
        </p:spPr>
        <p:txBody>
          <a:bodyPr lIns="0" tIns="0" rIns="0" bIns="0" anchor="b" anchorCtr="0">
            <a:noAutofit/>
          </a:bodyPr>
          <a:lstStyle>
            <a:lvl1pPr marL="0" indent="0" algn="l">
              <a:lnSpc>
                <a:spcPct val="100000"/>
              </a:lnSpc>
              <a:spcAft>
                <a:spcPts val="0"/>
              </a:spcAft>
              <a:buNone/>
              <a:defRPr sz="1509">
                <a:solidFill>
                  <a:schemeClr val="tx1"/>
                </a:solidFill>
              </a:defRPr>
            </a:lvl1pPr>
            <a:lvl2pPr marL="431343" indent="0" algn="ctr">
              <a:buNone/>
              <a:defRPr sz="1887"/>
            </a:lvl2pPr>
            <a:lvl3pPr marL="862686" indent="0" algn="ctr">
              <a:buNone/>
              <a:defRPr sz="1698"/>
            </a:lvl3pPr>
            <a:lvl4pPr marL="1294029" indent="0" algn="ctr">
              <a:buNone/>
              <a:defRPr sz="1509"/>
            </a:lvl4pPr>
            <a:lvl5pPr marL="1725373" indent="0" algn="ctr">
              <a:buNone/>
              <a:defRPr sz="1509"/>
            </a:lvl5pPr>
            <a:lvl6pPr marL="2156716" indent="0" algn="ctr">
              <a:buNone/>
              <a:defRPr sz="1509"/>
            </a:lvl6pPr>
            <a:lvl7pPr marL="2588059" indent="0" algn="ctr">
              <a:buNone/>
              <a:defRPr sz="1509"/>
            </a:lvl7pPr>
            <a:lvl8pPr marL="3019403" indent="0" algn="ctr">
              <a:buNone/>
              <a:defRPr sz="1509"/>
            </a:lvl8pPr>
            <a:lvl9pPr marL="3450746" indent="0" algn="ctr">
              <a:buNone/>
              <a:defRPr sz="1509"/>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944">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userDrawn="1"/>
        </p:nvGrpSpPr>
        <p:grpSpPr>
          <a:xfrm>
            <a:off x="501649" y="378001"/>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540" noProof="0" dirty="0">
                <a:solidFill>
                  <a:schemeClr val="bg1"/>
                </a:solidFill>
              </a:endParaRPr>
            </a:p>
          </p:txBody>
        </p:sp>
      </p:grpSp>
    </p:spTree>
    <p:extLst>
      <p:ext uri="{BB962C8B-B14F-4D97-AF65-F5344CB8AC3E}">
        <p14:creationId xmlns:p14="http://schemas.microsoft.com/office/powerpoint/2010/main" val="3078912329"/>
      </p:ext>
    </p:extLst>
  </p:cSld>
  <p:clrMapOvr>
    <a:masterClrMapping/>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1"/>
            <a:ext cx="10541000" cy="1592403"/>
          </a:xfrm>
        </p:spPr>
        <p:txBody>
          <a:bodyPr anchor="b"/>
          <a:lstStyle>
            <a:lvl1pPr>
              <a:lnSpc>
                <a:spcPct val="95000"/>
              </a:lnSpc>
              <a:defRPr sz="3336"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336">
                <a:solidFill>
                  <a:schemeClr val="bg1"/>
                </a:solidFill>
              </a:defRPr>
            </a:lvl1pPr>
            <a:lvl2pPr marL="431343" indent="0">
              <a:buNone/>
              <a:defRPr sz="1887">
                <a:solidFill>
                  <a:schemeClr val="tx1">
                    <a:tint val="75000"/>
                  </a:schemeClr>
                </a:solidFill>
              </a:defRPr>
            </a:lvl2pPr>
            <a:lvl3pPr marL="862686" indent="0">
              <a:buNone/>
              <a:defRPr sz="1698">
                <a:solidFill>
                  <a:schemeClr val="tx1">
                    <a:tint val="75000"/>
                  </a:schemeClr>
                </a:solidFill>
              </a:defRPr>
            </a:lvl3pPr>
            <a:lvl4pPr marL="1294029" indent="0">
              <a:buNone/>
              <a:defRPr sz="1509">
                <a:solidFill>
                  <a:schemeClr val="tx1">
                    <a:tint val="75000"/>
                  </a:schemeClr>
                </a:solidFill>
              </a:defRPr>
            </a:lvl4pPr>
            <a:lvl5pPr marL="1725373" indent="0">
              <a:buNone/>
              <a:defRPr sz="1509">
                <a:solidFill>
                  <a:schemeClr val="tx1">
                    <a:tint val="75000"/>
                  </a:schemeClr>
                </a:solidFill>
              </a:defRPr>
            </a:lvl5pPr>
            <a:lvl6pPr marL="2156716" indent="0">
              <a:buNone/>
              <a:defRPr sz="1509">
                <a:solidFill>
                  <a:schemeClr val="tx1">
                    <a:tint val="75000"/>
                  </a:schemeClr>
                </a:solidFill>
              </a:defRPr>
            </a:lvl6pPr>
            <a:lvl7pPr marL="2588059" indent="0">
              <a:buNone/>
              <a:defRPr sz="1509">
                <a:solidFill>
                  <a:schemeClr val="tx1">
                    <a:tint val="75000"/>
                  </a:schemeClr>
                </a:solidFill>
              </a:defRPr>
            </a:lvl7pPr>
            <a:lvl8pPr marL="3019403" indent="0">
              <a:buNone/>
              <a:defRPr sz="1509">
                <a:solidFill>
                  <a:schemeClr val="tx1">
                    <a:tint val="75000"/>
                  </a:schemeClr>
                </a:solidFill>
              </a:defRPr>
            </a:lvl8pPr>
            <a:lvl9pPr marL="3450746" indent="0">
              <a:buNone/>
              <a:defRPr sz="1509">
                <a:solidFill>
                  <a:schemeClr val="tx1">
                    <a:tint val="75000"/>
                  </a:schemeClr>
                </a:solidFill>
              </a:defRPr>
            </a:lvl9pPr>
          </a:lstStyle>
          <a:p>
            <a:pPr lvl="0"/>
            <a:r>
              <a:rPr lang="en-US" noProof="0" dirty="0"/>
              <a:t>Click to edit Master text styles</a:t>
            </a:r>
          </a:p>
        </p:txBody>
      </p:sp>
      <p:sp>
        <p:nvSpPr>
          <p:cNvPr id="5" name="TextBox 4"/>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7" name="TextBox 6"/>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8" name="TextBox 7"/>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379066142"/>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1"/>
            <a:ext cx="10541000" cy="1592403"/>
          </a:xfrm>
        </p:spPr>
        <p:txBody>
          <a:bodyPr anchor="b"/>
          <a:lstStyle>
            <a:lvl1pPr>
              <a:lnSpc>
                <a:spcPct val="95000"/>
              </a:lnSpc>
              <a:defRPr sz="3336"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1" y="3429001"/>
            <a:ext cx="10544067" cy="1566532"/>
          </a:xfrm>
        </p:spPr>
        <p:txBody>
          <a:bodyPr lIns="0" tIns="0" rIns="0" bIns="0">
            <a:noAutofit/>
          </a:bodyPr>
          <a:lstStyle>
            <a:lvl1pPr marL="0" indent="0">
              <a:lnSpc>
                <a:spcPct val="95000"/>
              </a:lnSpc>
              <a:spcAft>
                <a:spcPts val="0"/>
              </a:spcAft>
              <a:buNone/>
              <a:defRPr sz="3336">
                <a:solidFill>
                  <a:schemeClr val="bg1"/>
                </a:solidFill>
              </a:defRPr>
            </a:lvl1pPr>
            <a:lvl2pPr marL="431343" indent="0">
              <a:buNone/>
              <a:defRPr sz="1887">
                <a:solidFill>
                  <a:schemeClr val="tx1">
                    <a:tint val="75000"/>
                  </a:schemeClr>
                </a:solidFill>
              </a:defRPr>
            </a:lvl2pPr>
            <a:lvl3pPr marL="862686" indent="0">
              <a:buNone/>
              <a:defRPr sz="1698">
                <a:solidFill>
                  <a:schemeClr val="tx1">
                    <a:tint val="75000"/>
                  </a:schemeClr>
                </a:solidFill>
              </a:defRPr>
            </a:lvl3pPr>
            <a:lvl4pPr marL="1294029" indent="0">
              <a:buNone/>
              <a:defRPr sz="1509">
                <a:solidFill>
                  <a:schemeClr val="tx1">
                    <a:tint val="75000"/>
                  </a:schemeClr>
                </a:solidFill>
              </a:defRPr>
            </a:lvl4pPr>
            <a:lvl5pPr marL="1725373" indent="0">
              <a:buNone/>
              <a:defRPr sz="1509">
                <a:solidFill>
                  <a:schemeClr val="tx1">
                    <a:tint val="75000"/>
                  </a:schemeClr>
                </a:solidFill>
              </a:defRPr>
            </a:lvl5pPr>
            <a:lvl6pPr marL="2156716" indent="0">
              <a:buNone/>
              <a:defRPr sz="1509">
                <a:solidFill>
                  <a:schemeClr val="tx1">
                    <a:tint val="75000"/>
                  </a:schemeClr>
                </a:solidFill>
              </a:defRPr>
            </a:lvl6pPr>
            <a:lvl7pPr marL="2588059" indent="0">
              <a:buNone/>
              <a:defRPr sz="1509">
                <a:solidFill>
                  <a:schemeClr val="tx1">
                    <a:tint val="75000"/>
                  </a:schemeClr>
                </a:solidFill>
              </a:defRPr>
            </a:lvl7pPr>
            <a:lvl8pPr marL="3019403" indent="0">
              <a:buNone/>
              <a:defRPr sz="1509">
                <a:solidFill>
                  <a:schemeClr val="tx1">
                    <a:tint val="75000"/>
                  </a:schemeClr>
                </a:solidFill>
              </a:defRPr>
            </a:lvl8pPr>
            <a:lvl9pPr marL="3450746" indent="0">
              <a:buNone/>
              <a:defRPr sz="1509">
                <a:solidFill>
                  <a:schemeClr val="tx1">
                    <a:tint val="75000"/>
                  </a:schemeClr>
                </a:solidFill>
              </a:defRPr>
            </a:lvl9pPr>
          </a:lstStyle>
          <a:p>
            <a:pPr lvl="0"/>
            <a:r>
              <a:rPr lang="en-US" noProof="0" dirty="0"/>
              <a:t>Click to edit Master text styles</a:t>
            </a:r>
          </a:p>
        </p:txBody>
      </p:sp>
      <p:sp>
        <p:nvSpPr>
          <p:cNvPr id="13" name="TextBox 12"/>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14" name="TextBox 13"/>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15" name="TextBox 14"/>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2208118795"/>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1"/>
            <a:ext cx="10541000" cy="1592403"/>
          </a:xfrm>
        </p:spPr>
        <p:txBody>
          <a:bodyPr anchor="b"/>
          <a:lstStyle>
            <a:lvl1pPr>
              <a:lnSpc>
                <a:spcPct val="95000"/>
              </a:lnSpc>
              <a:defRPr sz="3336"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336">
                <a:solidFill>
                  <a:schemeClr val="bg1"/>
                </a:solidFill>
              </a:defRPr>
            </a:lvl1pPr>
            <a:lvl2pPr marL="431343" indent="0">
              <a:buNone/>
              <a:defRPr sz="1887">
                <a:solidFill>
                  <a:schemeClr val="tx1">
                    <a:tint val="75000"/>
                  </a:schemeClr>
                </a:solidFill>
              </a:defRPr>
            </a:lvl2pPr>
            <a:lvl3pPr marL="862686" indent="0">
              <a:buNone/>
              <a:defRPr sz="1698">
                <a:solidFill>
                  <a:schemeClr val="tx1">
                    <a:tint val="75000"/>
                  </a:schemeClr>
                </a:solidFill>
              </a:defRPr>
            </a:lvl3pPr>
            <a:lvl4pPr marL="1294029" indent="0">
              <a:buNone/>
              <a:defRPr sz="1509">
                <a:solidFill>
                  <a:schemeClr val="tx1">
                    <a:tint val="75000"/>
                  </a:schemeClr>
                </a:solidFill>
              </a:defRPr>
            </a:lvl4pPr>
            <a:lvl5pPr marL="1725373" indent="0">
              <a:buNone/>
              <a:defRPr sz="1509">
                <a:solidFill>
                  <a:schemeClr val="tx1">
                    <a:tint val="75000"/>
                  </a:schemeClr>
                </a:solidFill>
              </a:defRPr>
            </a:lvl5pPr>
            <a:lvl6pPr marL="2156716" indent="0">
              <a:buNone/>
              <a:defRPr sz="1509">
                <a:solidFill>
                  <a:schemeClr val="tx1">
                    <a:tint val="75000"/>
                  </a:schemeClr>
                </a:solidFill>
              </a:defRPr>
            </a:lvl6pPr>
            <a:lvl7pPr marL="2588059" indent="0">
              <a:buNone/>
              <a:defRPr sz="1509">
                <a:solidFill>
                  <a:schemeClr val="tx1">
                    <a:tint val="75000"/>
                  </a:schemeClr>
                </a:solidFill>
              </a:defRPr>
            </a:lvl7pPr>
            <a:lvl8pPr marL="3019403" indent="0">
              <a:buNone/>
              <a:defRPr sz="1509">
                <a:solidFill>
                  <a:schemeClr val="tx1">
                    <a:tint val="75000"/>
                  </a:schemeClr>
                </a:solidFill>
              </a:defRPr>
            </a:lvl8pPr>
            <a:lvl9pPr marL="3450746" indent="0">
              <a:buNone/>
              <a:defRPr sz="1509">
                <a:solidFill>
                  <a:schemeClr val="tx1">
                    <a:tint val="75000"/>
                  </a:schemeClr>
                </a:solidFill>
              </a:defRPr>
            </a:lvl9pPr>
          </a:lstStyle>
          <a:p>
            <a:pPr lvl="0"/>
            <a:r>
              <a:rPr lang="en-US" noProof="0" dirty="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1379408727"/>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1"/>
            <a:ext cx="10541000" cy="1592403"/>
          </a:xfrm>
        </p:spPr>
        <p:txBody>
          <a:bodyPr anchor="b"/>
          <a:lstStyle>
            <a:lvl1pPr>
              <a:lnSpc>
                <a:spcPct val="95000"/>
              </a:lnSpc>
              <a:defRPr sz="3336"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336">
                <a:solidFill>
                  <a:schemeClr val="bg1"/>
                </a:solidFill>
              </a:defRPr>
            </a:lvl1pPr>
            <a:lvl2pPr marL="431343" indent="0">
              <a:buNone/>
              <a:defRPr sz="1887">
                <a:solidFill>
                  <a:schemeClr val="tx1">
                    <a:tint val="75000"/>
                  </a:schemeClr>
                </a:solidFill>
              </a:defRPr>
            </a:lvl2pPr>
            <a:lvl3pPr marL="862686" indent="0">
              <a:buNone/>
              <a:defRPr sz="1698">
                <a:solidFill>
                  <a:schemeClr val="tx1">
                    <a:tint val="75000"/>
                  </a:schemeClr>
                </a:solidFill>
              </a:defRPr>
            </a:lvl3pPr>
            <a:lvl4pPr marL="1294029" indent="0">
              <a:buNone/>
              <a:defRPr sz="1509">
                <a:solidFill>
                  <a:schemeClr val="tx1">
                    <a:tint val="75000"/>
                  </a:schemeClr>
                </a:solidFill>
              </a:defRPr>
            </a:lvl4pPr>
            <a:lvl5pPr marL="1725373" indent="0">
              <a:buNone/>
              <a:defRPr sz="1509">
                <a:solidFill>
                  <a:schemeClr val="tx1">
                    <a:tint val="75000"/>
                  </a:schemeClr>
                </a:solidFill>
              </a:defRPr>
            </a:lvl5pPr>
            <a:lvl6pPr marL="2156716" indent="0">
              <a:buNone/>
              <a:defRPr sz="1509">
                <a:solidFill>
                  <a:schemeClr val="tx1">
                    <a:tint val="75000"/>
                  </a:schemeClr>
                </a:solidFill>
              </a:defRPr>
            </a:lvl6pPr>
            <a:lvl7pPr marL="2588059" indent="0">
              <a:buNone/>
              <a:defRPr sz="1509">
                <a:solidFill>
                  <a:schemeClr val="tx1">
                    <a:tint val="75000"/>
                  </a:schemeClr>
                </a:solidFill>
              </a:defRPr>
            </a:lvl7pPr>
            <a:lvl8pPr marL="3019403" indent="0">
              <a:buNone/>
              <a:defRPr sz="1509">
                <a:solidFill>
                  <a:schemeClr val="tx1">
                    <a:tint val="75000"/>
                  </a:schemeClr>
                </a:solidFill>
              </a:defRPr>
            </a:lvl8pPr>
            <a:lvl9pPr marL="3450746" indent="0">
              <a:buNone/>
              <a:defRPr sz="1509">
                <a:solidFill>
                  <a:schemeClr val="tx1">
                    <a:tint val="75000"/>
                  </a:schemeClr>
                </a:solidFill>
              </a:defRPr>
            </a:lvl9pPr>
          </a:lstStyle>
          <a:p>
            <a:pPr lvl="0"/>
            <a:r>
              <a:rPr lang="en-US" noProof="0" dirty="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318780759"/>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1"/>
            <a:ext cx="10541000" cy="1592403"/>
          </a:xfrm>
        </p:spPr>
        <p:txBody>
          <a:bodyPr anchor="b"/>
          <a:lstStyle>
            <a:lvl1pPr>
              <a:lnSpc>
                <a:spcPct val="95000"/>
              </a:lnSpc>
              <a:defRPr sz="3336"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336">
                <a:solidFill>
                  <a:schemeClr val="bg1"/>
                </a:solidFill>
              </a:defRPr>
            </a:lvl1pPr>
            <a:lvl2pPr marL="431343" indent="0">
              <a:buNone/>
              <a:defRPr sz="1887">
                <a:solidFill>
                  <a:schemeClr val="tx1">
                    <a:tint val="75000"/>
                  </a:schemeClr>
                </a:solidFill>
              </a:defRPr>
            </a:lvl2pPr>
            <a:lvl3pPr marL="862686" indent="0">
              <a:buNone/>
              <a:defRPr sz="1698">
                <a:solidFill>
                  <a:schemeClr val="tx1">
                    <a:tint val="75000"/>
                  </a:schemeClr>
                </a:solidFill>
              </a:defRPr>
            </a:lvl3pPr>
            <a:lvl4pPr marL="1294029" indent="0">
              <a:buNone/>
              <a:defRPr sz="1509">
                <a:solidFill>
                  <a:schemeClr val="tx1">
                    <a:tint val="75000"/>
                  </a:schemeClr>
                </a:solidFill>
              </a:defRPr>
            </a:lvl4pPr>
            <a:lvl5pPr marL="1725373" indent="0">
              <a:buNone/>
              <a:defRPr sz="1509">
                <a:solidFill>
                  <a:schemeClr val="tx1">
                    <a:tint val="75000"/>
                  </a:schemeClr>
                </a:solidFill>
              </a:defRPr>
            </a:lvl5pPr>
            <a:lvl6pPr marL="2156716" indent="0">
              <a:buNone/>
              <a:defRPr sz="1509">
                <a:solidFill>
                  <a:schemeClr val="tx1">
                    <a:tint val="75000"/>
                  </a:schemeClr>
                </a:solidFill>
              </a:defRPr>
            </a:lvl6pPr>
            <a:lvl7pPr marL="2588059" indent="0">
              <a:buNone/>
              <a:defRPr sz="1509">
                <a:solidFill>
                  <a:schemeClr val="tx1">
                    <a:tint val="75000"/>
                  </a:schemeClr>
                </a:solidFill>
              </a:defRPr>
            </a:lvl7pPr>
            <a:lvl8pPr marL="3019403" indent="0">
              <a:buNone/>
              <a:defRPr sz="1509">
                <a:solidFill>
                  <a:schemeClr val="tx1">
                    <a:tint val="75000"/>
                  </a:schemeClr>
                </a:solidFill>
              </a:defRPr>
            </a:lvl8pPr>
            <a:lvl9pPr marL="3450746" indent="0">
              <a:buNone/>
              <a:defRPr sz="1509">
                <a:solidFill>
                  <a:schemeClr val="tx1">
                    <a:tint val="75000"/>
                  </a:schemeClr>
                </a:solidFill>
              </a:defRPr>
            </a:lvl9pPr>
          </a:lstStyle>
          <a:p>
            <a:pPr lvl="0"/>
            <a:r>
              <a:rPr lang="en-US" noProof="0" dirty="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2377502711"/>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1"/>
            <a:ext cx="10541000" cy="1592403"/>
          </a:xfrm>
        </p:spPr>
        <p:txBody>
          <a:bodyPr anchor="b"/>
          <a:lstStyle>
            <a:lvl1pPr>
              <a:lnSpc>
                <a:spcPct val="95000"/>
              </a:lnSpc>
              <a:defRPr sz="3336" b="1">
                <a:solidFill>
                  <a:schemeClr val="tx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336">
                <a:solidFill>
                  <a:schemeClr val="tx1"/>
                </a:solidFill>
              </a:defRPr>
            </a:lvl1pPr>
            <a:lvl2pPr marL="431343" indent="0">
              <a:buNone/>
              <a:defRPr sz="1887">
                <a:solidFill>
                  <a:schemeClr val="tx1">
                    <a:tint val="75000"/>
                  </a:schemeClr>
                </a:solidFill>
              </a:defRPr>
            </a:lvl2pPr>
            <a:lvl3pPr marL="862686" indent="0">
              <a:buNone/>
              <a:defRPr sz="1698">
                <a:solidFill>
                  <a:schemeClr val="tx1">
                    <a:tint val="75000"/>
                  </a:schemeClr>
                </a:solidFill>
              </a:defRPr>
            </a:lvl3pPr>
            <a:lvl4pPr marL="1294029" indent="0">
              <a:buNone/>
              <a:defRPr sz="1509">
                <a:solidFill>
                  <a:schemeClr val="tx1">
                    <a:tint val="75000"/>
                  </a:schemeClr>
                </a:solidFill>
              </a:defRPr>
            </a:lvl4pPr>
            <a:lvl5pPr marL="1725373" indent="0">
              <a:buNone/>
              <a:defRPr sz="1509">
                <a:solidFill>
                  <a:schemeClr val="tx1">
                    <a:tint val="75000"/>
                  </a:schemeClr>
                </a:solidFill>
              </a:defRPr>
            </a:lvl5pPr>
            <a:lvl6pPr marL="2156716" indent="0">
              <a:buNone/>
              <a:defRPr sz="1509">
                <a:solidFill>
                  <a:schemeClr val="tx1">
                    <a:tint val="75000"/>
                  </a:schemeClr>
                </a:solidFill>
              </a:defRPr>
            </a:lvl6pPr>
            <a:lvl7pPr marL="2588059" indent="0">
              <a:buNone/>
              <a:defRPr sz="1509">
                <a:solidFill>
                  <a:schemeClr val="tx1">
                    <a:tint val="75000"/>
                  </a:schemeClr>
                </a:solidFill>
              </a:defRPr>
            </a:lvl7pPr>
            <a:lvl8pPr marL="3019403" indent="0">
              <a:buNone/>
              <a:defRPr sz="1509">
                <a:solidFill>
                  <a:schemeClr val="tx1">
                    <a:tint val="75000"/>
                  </a:schemeClr>
                </a:solidFill>
              </a:defRPr>
            </a:lvl8pPr>
            <a:lvl9pPr marL="3450746" indent="0">
              <a:buNone/>
              <a:defRPr sz="1509">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250599328"/>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6"/>
            <a:ext cx="9152369" cy="4752975"/>
          </a:xfrm>
          <a:prstGeom prst="rect">
            <a:avLst/>
          </a:prstGeom>
        </p:spPr>
        <p:txBody>
          <a:bodyPr>
            <a:noAutofit/>
          </a:bodyPr>
          <a:lstStyle>
            <a:lvl1pPr>
              <a:spcBef>
                <a:spcPts val="3396"/>
              </a:spcBef>
              <a:defRPr sz="2567">
                <a:solidFill>
                  <a:schemeClr val="bg1"/>
                </a:solidFill>
              </a:defRPr>
            </a:lvl1pPr>
            <a:lvl2pPr marL="431343" indent="-431343">
              <a:defRPr sz="2830">
                <a:solidFill>
                  <a:schemeClr val="bg2"/>
                </a:solidFill>
              </a:defRPr>
            </a:lvl2pPr>
            <a:lvl3pPr>
              <a:defRPr sz="2830">
                <a:solidFill>
                  <a:schemeClr val="bg2"/>
                </a:solidFill>
              </a:defRPr>
            </a:lvl3pPr>
            <a:lvl4pPr>
              <a:defRPr sz="2830">
                <a:solidFill>
                  <a:schemeClr val="bg2"/>
                </a:solidFill>
              </a:defRPr>
            </a:lvl4pPr>
            <a:lvl5pPr>
              <a:defRPr sz="2830">
                <a:solidFill>
                  <a:schemeClr val="bg2"/>
                </a:solidFill>
              </a:defRPr>
            </a:lvl5pPr>
          </a:lstStyle>
          <a:p>
            <a:pPr lvl="0"/>
            <a:r>
              <a:rPr lang="en-US" noProof="0" dirty="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431359114"/>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7200"/>
            <a:ext cx="9277349" cy="4759584"/>
          </a:xfrm>
          <a:prstGeom prst="rect">
            <a:avLst/>
          </a:prstGeom>
        </p:spPr>
        <p:txBody>
          <a:bodyPr>
            <a:noAutofit/>
          </a:bodyPr>
          <a:lstStyle>
            <a:lvl1pPr>
              <a:spcBef>
                <a:spcPts val="3396"/>
              </a:spcBef>
              <a:defRPr sz="2567">
                <a:solidFill>
                  <a:schemeClr val="bg1"/>
                </a:solidFill>
              </a:defRPr>
            </a:lvl1pPr>
            <a:lvl2pPr marL="431343" indent="-431343">
              <a:defRPr sz="2830">
                <a:solidFill>
                  <a:schemeClr val="bg2"/>
                </a:solidFill>
              </a:defRPr>
            </a:lvl2pPr>
            <a:lvl3pPr>
              <a:defRPr sz="2830">
                <a:solidFill>
                  <a:schemeClr val="bg2"/>
                </a:solidFill>
              </a:defRPr>
            </a:lvl3pPr>
            <a:lvl4pPr>
              <a:defRPr sz="2830">
                <a:solidFill>
                  <a:schemeClr val="bg2"/>
                </a:solidFill>
              </a:defRPr>
            </a:lvl4pPr>
            <a:lvl5pPr>
              <a:defRPr sz="2830">
                <a:solidFill>
                  <a:schemeClr val="bg2"/>
                </a:solidFill>
              </a:defRPr>
            </a:lvl5pPr>
          </a:lstStyle>
          <a:p>
            <a:pPr lvl="0"/>
            <a:r>
              <a:rPr lang="en-US" noProof="0" dirty="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4288591184"/>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6"/>
            <a:ext cx="9277349" cy="4752975"/>
          </a:xfrm>
          <a:prstGeom prst="rect">
            <a:avLst/>
          </a:prstGeom>
        </p:spPr>
        <p:txBody>
          <a:bodyPr>
            <a:noAutofit/>
          </a:bodyPr>
          <a:lstStyle>
            <a:lvl1pPr>
              <a:spcBef>
                <a:spcPts val="3396"/>
              </a:spcBef>
              <a:defRPr sz="2567">
                <a:solidFill>
                  <a:schemeClr val="bg1"/>
                </a:solidFill>
              </a:defRPr>
            </a:lvl1pPr>
            <a:lvl2pPr marL="431343" indent="-431343">
              <a:defRPr sz="2830">
                <a:solidFill>
                  <a:schemeClr val="bg2"/>
                </a:solidFill>
              </a:defRPr>
            </a:lvl2pPr>
            <a:lvl3pPr>
              <a:defRPr sz="2830">
                <a:solidFill>
                  <a:schemeClr val="bg2"/>
                </a:solidFill>
              </a:defRPr>
            </a:lvl3pPr>
            <a:lvl4pPr>
              <a:defRPr sz="2830">
                <a:solidFill>
                  <a:schemeClr val="bg2"/>
                </a:solidFill>
              </a:defRPr>
            </a:lvl4pPr>
            <a:lvl5pPr>
              <a:defRPr sz="2830">
                <a:solidFill>
                  <a:schemeClr val="bg2"/>
                </a:solidFill>
              </a:defRPr>
            </a:lvl5pPr>
          </a:lstStyle>
          <a:p>
            <a:pPr lvl="0"/>
            <a:r>
              <a:rPr lang="en-US" noProof="0" dirty="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442701174"/>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6"/>
            <a:ext cx="9277349" cy="4752975"/>
          </a:xfrm>
          <a:prstGeom prst="rect">
            <a:avLst/>
          </a:prstGeom>
        </p:spPr>
        <p:txBody>
          <a:bodyPr>
            <a:noAutofit/>
          </a:bodyPr>
          <a:lstStyle>
            <a:lvl1pPr>
              <a:spcBef>
                <a:spcPts val="3396"/>
              </a:spcBef>
              <a:defRPr sz="2567">
                <a:solidFill>
                  <a:schemeClr val="bg1"/>
                </a:solidFill>
              </a:defRPr>
            </a:lvl1pPr>
            <a:lvl2pPr marL="431343" indent="-431343">
              <a:defRPr sz="2830">
                <a:solidFill>
                  <a:schemeClr val="bg2"/>
                </a:solidFill>
              </a:defRPr>
            </a:lvl2pPr>
            <a:lvl3pPr>
              <a:defRPr sz="2830">
                <a:solidFill>
                  <a:schemeClr val="bg2"/>
                </a:solidFill>
              </a:defRPr>
            </a:lvl3pPr>
            <a:lvl4pPr>
              <a:defRPr sz="2830">
                <a:solidFill>
                  <a:schemeClr val="bg2"/>
                </a:solidFill>
              </a:defRPr>
            </a:lvl4pPr>
            <a:lvl5pPr>
              <a:defRPr sz="2830">
                <a:solidFill>
                  <a:schemeClr val="bg2"/>
                </a:solidFill>
              </a:defRPr>
            </a:lvl5pPr>
          </a:lstStyle>
          <a:p>
            <a:pPr lvl="0"/>
            <a:r>
              <a:rPr lang="en-US" noProof="0" dirty="0"/>
              <a:t>Click to edit Master text styles</a:t>
            </a:r>
          </a:p>
        </p:txBody>
      </p:sp>
      <p:sp>
        <p:nvSpPr>
          <p:cNvPr id="10" name="TextBox 9"/>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11" name="TextBox 10"/>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12" name="TextBox 11"/>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2499098787"/>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6"/>
            <a:ext cx="9277349" cy="4752975"/>
          </a:xfrm>
          <a:prstGeom prst="rect">
            <a:avLst/>
          </a:prstGeom>
        </p:spPr>
        <p:txBody>
          <a:bodyPr>
            <a:noAutofit/>
          </a:bodyPr>
          <a:lstStyle>
            <a:lvl1pPr>
              <a:spcBef>
                <a:spcPts val="3396"/>
              </a:spcBef>
              <a:defRPr sz="2567">
                <a:solidFill>
                  <a:schemeClr val="tx1"/>
                </a:solidFill>
              </a:defRPr>
            </a:lvl1pPr>
            <a:lvl2pPr marL="431343" indent="-431343">
              <a:defRPr sz="2830">
                <a:solidFill>
                  <a:schemeClr val="bg2"/>
                </a:solidFill>
              </a:defRPr>
            </a:lvl2pPr>
            <a:lvl3pPr>
              <a:defRPr sz="2830">
                <a:solidFill>
                  <a:schemeClr val="bg2"/>
                </a:solidFill>
              </a:defRPr>
            </a:lvl3pPr>
            <a:lvl4pPr>
              <a:defRPr sz="2830">
                <a:solidFill>
                  <a:schemeClr val="bg2"/>
                </a:solidFill>
              </a:defRPr>
            </a:lvl4pPr>
            <a:lvl5pPr>
              <a:defRPr sz="2830">
                <a:solidFill>
                  <a:schemeClr val="bg2"/>
                </a:solidFill>
              </a:defRPr>
            </a:lvl5pPr>
          </a:lstStyle>
          <a:p>
            <a:pPr lvl="0"/>
            <a:r>
              <a:rPr lang="en-US" noProof="0" dirty="0"/>
              <a:t>Click to edit Master text styles</a:t>
            </a:r>
          </a:p>
        </p:txBody>
      </p:sp>
    </p:spTree>
    <p:extLst>
      <p:ext uri="{BB962C8B-B14F-4D97-AF65-F5344CB8AC3E}">
        <p14:creationId xmlns:p14="http://schemas.microsoft.com/office/powerpoint/2010/main" val="92605978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lstStyle>
            <a:lvl1pPr>
              <a:tabLst>
                <a:tab pos="6348834" algn="r"/>
              </a:tabLst>
              <a:defRPr/>
            </a:lvl1pPr>
            <a:lvl2pPr>
              <a:tabLst>
                <a:tab pos="6348834" algn="r"/>
              </a:tabLst>
              <a:defRPr/>
            </a:lvl2pPr>
            <a:lvl3pPr>
              <a:tabLst>
                <a:tab pos="6348834" algn="r"/>
              </a:tabLst>
              <a:defRPr/>
            </a:lvl3pPr>
            <a:lvl4pPr>
              <a:tabLst>
                <a:tab pos="6348834" algn="r"/>
              </a:tabLst>
              <a:defRPr/>
            </a:lvl4pPr>
            <a:lvl5pPr>
              <a:tabLst>
                <a:tab pos="4744776" algn="r"/>
              </a:tabLst>
              <a:defRPr baseline="0"/>
            </a:lvl5pPr>
            <a:lvl6pPr>
              <a:tabLst>
                <a:tab pos="6348834" algn="r"/>
              </a:tabLst>
              <a:defRPr/>
            </a:lvl6pPr>
            <a:lvl7pPr>
              <a:tabLst>
                <a:tab pos="6348834" algn="r"/>
              </a:tabLst>
              <a:defRPr/>
            </a:lvl7pPr>
            <a:lvl8pPr>
              <a:tabLst>
                <a:tab pos="6348834" algn="r"/>
              </a:tabLst>
              <a:defRPr/>
            </a:lvl8pPr>
            <a:lvl9pPr>
              <a:tabLst>
                <a:tab pos="6348834"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1"/>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1477198037"/>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2" y="1701801"/>
            <a:ext cx="6240000" cy="4679950"/>
          </a:xfrm>
        </p:spPr>
        <p:txBody>
          <a:bodyPr/>
          <a:lstStyle/>
          <a:p>
            <a:r>
              <a:rPr lang="en-US" noProof="0"/>
              <a:t>Click icon to add picture</a:t>
            </a:r>
            <a:endParaRPr lang="en-US" noProof="0" dirty="0"/>
          </a:p>
        </p:txBody>
      </p:sp>
      <p:sp>
        <p:nvSpPr>
          <p:cNvPr id="6" name="Content Placeholder 3"/>
          <p:cNvSpPr>
            <a:spLocks noGrp="1"/>
          </p:cNvSpPr>
          <p:nvPr>
            <p:ph sz="quarter" idx="10"/>
          </p:nvPr>
        </p:nvSpPr>
        <p:spPr>
          <a:xfrm>
            <a:off x="501652" y="1665289"/>
            <a:ext cx="4456429" cy="4716463"/>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732516261"/>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501652" y="1665289"/>
            <a:ext cx="11165416"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09173208"/>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49" cy="757255"/>
          </a:xfrm>
          <a:prstGeom prst="rect">
            <a:avLst/>
          </a:prstGeom>
        </p:spPr>
        <p:txBody>
          <a:bodyPr lIns="0" tIns="0" rIns="0" bIns="0">
            <a:noAutofit/>
          </a:bodyPr>
          <a:lstStyle>
            <a:lvl1pPr marL="0" indent="0">
              <a:buNone/>
              <a:defRPr sz="1711" b="0">
                <a:solidFill>
                  <a:srgbClr val="575757"/>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1"/>
            <a:ext cx="11162349" cy="334101"/>
          </a:xfrm>
          <a:prstGeom prst="rect">
            <a:avLst/>
          </a:prstGeom>
        </p:spPr>
        <p:txBody>
          <a:bodyPr vert="horz" lIns="0" tIns="0" rIns="0" bIns="0" rtlCol="0" anchor="t" anchorCtr="0">
            <a:noAutofit/>
          </a:bodyPr>
          <a:lstStyle>
            <a:lvl1pPr>
              <a:defRPr>
                <a:latin typeface="+mj-lt"/>
              </a:defRPr>
            </a:lvl1pPr>
          </a:lstStyle>
          <a:p>
            <a:r>
              <a:rPr lang="en-US" noProof="0" dirty="0"/>
              <a:t>Click to edit Master title style</a:t>
            </a:r>
          </a:p>
        </p:txBody>
      </p:sp>
      <p:sp>
        <p:nvSpPr>
          <p:cNvPr id="8" name="Text Placeholder 18"/>
          <p:cNvSpPr>
            <a:spLocks noGrp="1"/>
          </p:cNvSpPr>
          <p:nvPr>
            <p:ph idx="1"/>
          </p:nvPr>
        </p:nvSpPr>
        <p:spPr>
          <a:xfrm>
            <a:off x="501652" y="1665289"/>
            <a:ext cx="11165416" cy="4713911"/>
          </a:xfrm>
          <a:prstGeom prst="rect">
            <a:avLst/>
          </a:prstGeom>
        </p:spPr>
        <p:txBody>
          <a:bodyPr vert="horz" lIns="0" tIns="0" rIns="0" bIns="0" rtlCol="0">
            <a:noAutofit/>
          </a:bodyPr>
          <a:lstStyle>
            <a:lvl1pPr>
              <a:spcAft>
                <a:spcPts val="856"/>
              </a:spcAft>
              <a:defRPr sz="1027"/>
            </a:lvl1pPr>
            <a:lvl2pPr>
              <a:spcAft>
                <a:spcPts val="856"/>
              </a:spcAft>
              <a:defRPr sz="1027"/>
            </a:lvl2pPr>
            <a:lvl3pPr>
              <a:spcAft>
                <a:spcPts val="856"/>
              </a:spcAft>
              <a:defRPr sz="1027"/>
            </a:lvl3pPr>
            <a:lvl4pPr>
              <a:spcAft>
                <a:spcPts val="856"/>
              </a:spcAft>
              <a:defRPr sz="1027"/>
            </a:lvl4pPr>
            <a:lvl5pPr>
              <a:spcAft>
                <a:spcPts val="856"/>
              </a:spcAft>
              <a:defRPr sz="1027"/>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245359593"/>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49"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1" y="317501"/>
            <a:ext cx="11162349"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2" y="1700213"/>
            <a:ext cx="11165416" cy="4678986"/>
          </a:xfrm>
          <a:prstGeom prst="rect">
            <a:avLst/>
          </a:prstGeom>
        </p:spPr>
        <p:txBody>
          <a:bodyPr vert="horz" lIns="0" tIns="0" rIns="0" bIns="0" rtlCol="0">
            <a:noAutofit/>
          </a:bodyPr>
          <a:lstStyle>
            <a:lvl1pPr>
              <a:defRPr sz="1509"/>
            </a:lvl1pPr>
            <a:lvl2pPr>
              <a:defRPr sz="1509"/>
            </a:lvl2pPr>
            <a:lvl3pPr>
              <a:defRPr sz="1509"/>
            </a:lvl3pPr>
            <a:lvl4pPr>
              <a:defRPr sz="1509"/>
            </a:lvl4pPr>
            <a:lvl5pPr>
              <a:defRPr sz="1509"/>
            </a:lvl5pPr>
            <a:lvl6pPr>
              <a:defRPr sz="1509"/>
            </a:lvl6pPr>
            <a:lvl7pPr>
              <a:defRPr sz="1509"/>
            </a:lvl7pPr>
            <a:lvl8pPr>
              <a:defRPr sz="1509"/>
            </a:lvl8pPr>
            <a:lvl9pPr>
              <a:defRPr sz="1509"/>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060378666"/>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1653" y="2052001"/>
            <a:ext cx="11188699" cy="4069013"/>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3" y="1665289"/>
            <a:ext cx="11188699" cy="3921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5"/>
            <a:ext cx="11188700" cy="260737"/>
          </a:xfrm>
        </p:spPr>
        <p:txBody>
          <a:bodyPr>
            <a:noAutofit/>
          </a:bodyPr>
          <a:lstStyle>
            <a:lvl1pPr>
              <a:spcAft>
                <a:spcPts val="0"/>
              </a:spcAft>
              <a:defRPr sz="856"/>
            </a:lvl1pPr>
          </a:lstStyle>
          <a:p>
            <a:pPr lvl="0"/>
            <a:r>
              <a:rPr lang="en-US" noProof="0"/>
              <a:t>Click to edit Master text styles</a:t>
            </a:r>
          </a:p>
        </p:txBody>
      </p:sp>
    </p:spTree>
    <p:extLst>
      <p:ext uri="{BB962C8B-B14F-4D97-AF65-F5344CB8AC3E}">
        <p14:creationId xmlns:p14="http://schemas.microsoft.com/office/powerpoint/2010/main" val="2660873367"/>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1" y="1665289"/>
            <a:ext cx="3562351"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03186" y="1665289"/>
            <a:ext cx="3561615"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26397" y="1659145"/>
            <a:ext cx="3563955"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5"/>
            <a:ext cx="11165419" cy="260737"/>
          </a:xfrm>
        </p:spPr>
        <p:txBody>
          <a:bodyPr>
            <a:noAutofit/>
          </a:bodyPr>
          <a:lstStyle>
            <a:lvl1pPr>
              <a:spcAft>
                <a:spcPts val="0"/>
              </a:spcAft>
              <a:defRPr sz="856"/>
            </a:lvl1pPr>
          </a:lstStyle>
          <a:p>
            <a:pPr lvl="0"/>
            <a:r>
              <a:rPr lang="en-US" noProof="0"/>
              <a:t>Click to edit Master text styles</a:t>
            </a:r>
          </a:p>
        </p:txBody>
      </p:sp>
    </p:spTree>
    <p:extLst>
      <p:ext uri="{BB962C8B-B14F-4D97-AF65-F5344CB8AC3E}">
        <p14:creationId xmlns:p14="http://schemas.microsoft.com/office/powerpoint/2010/main" val="1391948428"/>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1" y="317501"/>
            <a:ext cx="1120266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501651" y="651602"/>
            <a:ext cx="11202669"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9"/>
            <a:ext cx="5305579" cy="4716461"/>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550925791"/>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1" y="317500"/>
            <a:ext cx="11188700"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501651" y="1665289"/>
            <a:ext cx="5305580" cy="4716461"/>
          </a:xfrm>
          <a:prstGeom prst="rect">
            <a:avLst/>
          </a:prstGeom>
        </p:spPr>
        <p:txBody>
          <a:bodyPr>
            <a:noAutofit/>
          </a:bodyPr>
          <a:lstStyle>
            <a:lvl1pPr>
              <a:tabLst>
                <a:tab pos="4744776" algn="r"/>
              </a:tabLst>
              <a:defRPr sz="1509"/>
            </a:lvl1pPr>
            <a:lvl2pPr>
              <a:tabLst>
                <a:tab pos="4744776" algn="r"/>
              </a:tabLst>
              <a:defRPr sz="1509"/>
            </a:lvl2pPr>
            <a:lvl3pPr>
              <a:tabLst>
                <a:tab pos="4744776" algn="r"/>
              </a:tabLst>
              <a:defRPr sz="1509"/>
            </a:lvl3pPr>
            <a:lvl4pPr>
              <a:tabLst>
                <a:tab pos="4744776" algn="r"/>
              </a:tabLst>
              <a:defRPr sz="1509"/>
            </a:lvl4pPr>
            <a:lvl5pPr>
              <a:tabLst>
                <a:tab pos="4744776" algn="r"/>
              </a:tabLst>
              <a:defRPr baseline="0"/>
            </a:lvl5pPr>
            <a:lvl6pPr>
              <a:defRPr sz="1509"/>
            </a:lvl6pPr>
            <a:lvl7pPr>
              <a:defRPr sz="1509"/>
            </a:lvl7pPr>
            <a:lvl8pPr>
              <a:defRPr sz="1509"/>
            </a:lvl8pPr>
            <a:lvl9pPr>
              <a:defRPr sz="1509"/>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4001" y="1665289"/>
            <a:ext cx="5306351" cy="4716461"/>
          </a:xfrm>
          <a:prstGeom prst="rect">
            <a:avLst/>
          </a:prstGeom>
        </p:spPr>
        <p:txBody>
          <a:bodyPr>
            <a:noAutofit/>
          </a:bodyPr>
          <a:lstStyle>
            <a:lvl1pPr>
              <a:tabLst>
                <a:tab pos="4744776" algn="r"/>
              </a:tabLst>
              <a:defRPr sz="1509"/>
            </a:lvl1pPr>
            <a:lvl2pPr>
              <a:tabLst>
                <a:tab pos="4744776" algn="r"/>
              </a:tabLst>
              <a:defRPr sz="1509"/>
            </a:lvl2pPr>
            <a:lvl3pPr>
              <a:tabLst>
                <a:tab pos="4744776" algn="r"/>
              </a:tabLst>
              <a:defRPr sz="1509"/>
            </a:lvl3pPr>
            <a:lvl4pPr>
              <a:tabLst>
                <a:tab pos="4744776" algn="r"/>
              </a:tabLst>
              <a:defRPr sz="1509"/>
            </a:lvl4pPr>
            <a:lvl5pPr>
              <a:tabLst>
                <a:tab pos="4744776" algn="r"/>
              </a:tabLst>
              <a:defRPr baseline="0"/>
            </a:lvl5pPr>
            <a:lvl6pPr>
              <a:defRPr sz="1509"/>
            </a:lvl6pPr>
            <a:lvl7pPr>
              <a:defRPr sz="1509"/>
            </a:lvl7pPr>
            <a:lvl8pPr>
              <a:defRPr sz="1509"/>
            </a:lvl8pPr>
            <a:lvl9pPr>
              <a:defRPr sz="1509"/>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26586409"/>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90"/>
            <a:ext cx="5355165" cy="4455725"/>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51" y="6121015"/>
            <a:ext cx="11188700" cy="260737"/>
          </a:xfrm>
        </p:spPr>
        <p:txBody>
          <a:bodyPr>
            <a:normAutofit/>
          </a:bodyPr>
          <a:lstStyle>
            <a:lvl1pPr>
              <a:spcAft>
                <a:spcPts val="0"/>
              </a:spcAft>
              <a:defRPr sz="856"/>
            </a:lvl1pPr>
          </a:lstStyle>
          <a:p>
            <a:pPr lvl="0"/>
            <a:r>
              <a:rPr lang="en-US" noProof="0"/>
              <a:t>Click to edit Master text styles</a:t>
            </a:r>
          </a:p>
        </p:txBody>
      </p:sp>
    </p:spTree>
    <p:extLst>
      <p:ext uri="{BB962C8B-B14F-4D97-AF65-F5344CB8AC3E}">
        <p14:creationId xmlns:p14="http://schemas.microsoft.com/office/powerpoint/2010/main" val="1874407419"/>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2" y="2125013"/>
            <a:ext cx="5349129" cy="39960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49" y="6121015"/>
            <a:ext cx="11165419" cy="260737"/>
          </a:xfrm>
        </p:spPr>
        <p:txBody>
          <a:bodyPr>
            <a:normAutofit/>
          </a:bodyPr>
          <a:lstStyle>
            <a:lvl1pPr>
              <a:spcAft>
                <a:spcPts val="0"/>
              </a:spcAft>
              <a:defRPr sz="856"/>
            </a:lvl1pPr>
          </a:lstStyle>
          <a:p>
            <a:pPr lvl="0"/>
            <a:r>
              <a:rPr lang="en-US" noProof="0"/>
              <a:t>Click to 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a:t>Click icon to add chart</a:t>
            </a:r>
            <a:endParaRPr lang="en-US" noProof="0" dirty="0"/>
          </a:p>
        </p:txBody>
      </p:sp>
      <p:sp>
        <p:nvSpPr>
          <p:cNvPr id="12" name="Text Placeholder 5"/>
          <p:cNvSpPr>
            <a:spLocks noGrp="1"/>
          </p:cNvSpPr>
          <p:nvPr>
            <p:ph type="body" sz="quarter" idx="25"/>
          </p:nvPr>
        </p:nvSpPr>
        <p:spPr>
          <a:xfrm>
            <a:off x="501649" y="1665288"/>
            <a:ext cx="5339064" cy="420687"/>
          </a:xfrm>
        </p:spPr>
        <p:txBody>
          <a:bodyPr/>
          <a:lstStyle/>
          <a:p>
            <a:pPr lvl="0"/>
            <a:r>
              <a:rPr lang="en-US" noProof="0"/>
              <a:t>Click to edit Master text styles</a:t>
            </a:r>
          </a:p>
        </p:txBody>
      </p:sp>
    </p:spTree>
    <p:extLst>
      <p:ext uri="{BB962C8B-B14F-4D97-AF65-F5344CB8AC3E}">
        <p14:creationId xmlns:p14="http://schemas.microsoft.com/office/powerpoint/2010/main" val="952553727"/>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3" y="317501"/>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501652" y="1665289"/>
            <a:ext cx="4431857" cy="4716463"/>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51" y="1700215"/>
            <a:ext cx="6240000" cy="4681537"/>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18433830"/>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700"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7577883" y="1658680"/>
            <a:ext cx="4112468" cy="4723072"/>
          </a:xfrm>
          <a:prstGeom prst="rect">
            <a:avLst/>
          </a:prstGeom>
        </p:spPr>
        <p:txBody>
          <a:bodyPr>
            <a:noAutofit/>
          </a:bodyPr>
          <a:lstStyle>
            <a:lvl1pPr>
              <a:tabLst>
                <a:tab pos="4744776" algn="r"/>
              </a:tabLst>
              <a:defRPr sz="2265">
                <a:solidFill>
                  <a:schemeClr val="accent3"/>
                </a:solidFill>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9"/>
            <a:ext cx="6506348" cy="4716462"/>
          </a:xfrm>
          <a:prstGeom prst="rect">
            <a:avLst/>
          </a:prstGeom>
        </p:spPr>
        <p:txBody>
          <a:bodyPr/>
          <a:lstStyle>
            <a:lvl1pPr>
              <a:tabLst>
                <a:tab pos="4744776" algn="r"/>
              </a:tabLst>
              <a:defRPr/>
            </a:lvl1pPr>
            <a:lvl2pPr>
              <a:tabLst>
                <a:tab pos="4744776" algn="r"/>
              </a:tabLst>
              <a:defRPr/>
            </a:lvl2pPr>
            <a:lvl3pPr>
              <a:tabLst>
                <a:tab pos="4744776" algn="r"/>
              </a:tabLst>
              <a:defRPr/>
            </a:lvl3pPr>
            <a:lvl4pPr>
              <a:tabLst>
                <a:tab pos="4744776" algn="r"/>
              </a:tabLst>
              <a:defRPr/>
            </a:lvl4pPr>
            <a:lvl5pPr>
              <a:tabLst>
                <a:tab pos="474477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3" y="651602"/>
            <a:ext cx="11188699"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730795342"/>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8978352" y="1700213"/>
            <a:ext cx="2712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01651"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166424" indent="-166424">
              <a:spcAft>
                <a:spcPts val="0"/>
              </a:spcAft>
              <a:buFont typeface="Arial" panose="020B0604020202020204" pitchFamily="34" charset="0"/>
              <a:buChar char="•"/>
              <a:defRPr/>
            </a:lvl4pPr>
            <a:lvl5pPr marL="336244" indent="-166424">
              <a:spcAft>
                <a:spcPts val="0"/>
              </a:spcAft>
              <a:defRPr baseline="0"/>
            </a:lvl5pPr>
            <a:lvl6pPr marL="336244" indent="-166424">
              <a:spcAft>
                <a:spcPts val="0"/>
              </a:spcAft>
              <a:buFont typeface="Verdana" panose="020B0604030504040204" pitchFamily="34" charset="0"/>
              <a:buChar char="−"/>
              <a:defRPr/>
            </a:lvl6pPr>
            <a:lvl7pPr marL="336244" indent="-166424">
              <a:spcAft>
                <a:spcPts val="0"/>
              </a:spcAft>
              <a:defRPr/>
            </a:lvl7pPr>
            <a:lvl8pPr marL="336244" indent="-166424">
              <a:spcAft>
                <a:spcPts val="0"/>
              </a:spcAft>
              <a:defRPr/>
            </a:lvl8pPr>
            <a:lvl9pPr marL="336244" indent="-16642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4" y="3120552"/>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66424" indent="-166424">
              <a:spcAft>
                <a:spcPts val="0"/>
              </a:spcAft>
              <a:buFont typeface="Arial" panose="020B0604020202020204" pitchFamily="34" charset="0"/>
              <a:buChar char="•"/>
              <a:defRPr/>
            </a:lvl4pPr>
            <a:lvl5pPr marL="336244" indent="-166424">
              <a:spcAft>
                <a:spcPts val="0"/>
              </a:spcAft>
              <a:defRPr baseline="0"/>
            </a:lvl5pPr>
            <a:lvl6pPr marL="336244" indent="-166424">
              <a:spcAft>
                <a:spcPts val="0"/>
              </a:spcAft>
              <a:buFont typeface="Verdana" panose="020B0604030504040204" pitchFamily="34" charset="0"/>
              <a:buChar char="−"/>
              <a:defRPr/>
            </a:lvl6pPr>
            <a:lvl7pPr marL="336244" indent="-166424">
              <a:spcAft>
                <a:spcPts val="0"/>
              </a:spcAft>
              <a:defRPr/>
            </a:lvl7pPr>
            <a:lvl8pPr marL="336244" indent="-166424">
              <a:spcAft>
                <a:spcPts val="0"/>
              </a:spcAft>
              <a:defRPr/>
            </a:lvl8pPr>
            <a:lvl9pPr marL="336244" indent="-16642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1" y="3124201"/>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66424" indent="-166424">
              <a:spcAft>
                <a:spcPts val="0"/>
              </a:spcAft>
              <a:buFont typeface="Arial" panose="020B0604020202020204" pitchFamily="34" charset="0"/>
              <a:buChar char="•"/>
              <a:defRPr/>
            </a:lvl4pPr>
            <a:lvl5pPr marL="336244" indent="-166424">
              <a:spcAft>
                <a:spcPts val="0"/>
              </a:spcAft>
              <a:defRPr baseline="0"/>
            </a:lvl5pPr>
            <a:lvl6pPr marL="336244" indent="-166424">
              <a:spcAft>
                <a:spcPts val="0"/>
              </a:spcAft>
              <a:buFont typeface="Verdana" panose="020B0604030504040204" pitchFamily="34" charset="0"/>
              <a:buChar char="−"/>
              <a:defRPr/>
            </a:lvl6pPr>
            <a:lvl7pPr marL="336244" indent="-166424">
              <a:spcAft>
                <a:spcPts val="0"/>
              </a:spcAft>
              <a:defRPr/>
            </a:lvl7pPr>
            <a:lvl8pPr marL="336244" indent="-166424">
              <a:spcAft>
                <a:spcPts val="0"/>
              </a:spcAft>
              <a:defRPr/>
            </a:lvl8pPr>
            <a:lvl9pPr marL="336244" indent="-16642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166424" indent="-166424">
              <a:spcAft>
                <a:spcPts val="0"/>
              </a:spcAft>
              <a:buFont typeface="Arial" panose="020B0604020202020204" pitchFamily="34" charset="0"/>
              <a:buChar char="•"/>
              <a:defRPr/>
            </a:lvl4pPr>
            <a:lvl5pPr marL="336244" indent="-166424">
              <a:spcAft>
                <a:spcPts val="0"/>
              </a:spcAft>
              <a:defRPr baseline="0"/>
            </a:lvl5pPr>
            <a:lvl6pPr marL="336244" indent="-166424">
              <a:spcAft>
                <a:spcPts val="0"/>
              </a:spcAft>
              <a:buFont typeface="Verdana" panose="020B0604030504040204" pitchFamily="34" charset="0"/>
              <a:buChar char="−"/>
              <a:defRPr/>
            </a:lvl6pPr>
            <a:lvl7pPr marL="336244" indent="-166424">
              <a:spcAft>
                <a:spcPts val="0"/>
              </a:spcAft>
              <a:defRPr/>
            </a:lvl7pPr>
            <a:lvl8pPr marL="336244" indent="-166424">
              <a:spcAft>
                <a:spcPts val="0"/>
              </a:spcAft>
              <a:defRPr/>
            </a:lvl8pPr>
            <a:lvl9pPr marL="336244" indent="-16642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501651" y="651602"/>
            <a:ext cx="11188701"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831757189"/>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a:t>Click to edit Master title style</a:t>
            </a:r>
            <a:endParaRPr lang="en-US" noProof="0" dirty="0"/>
          </a:p>
        </p:txBody>
      </p:sp>
      <p:sp>
        <p:nvSpPr>
          <p:cNvPr id="4" name="Rectangle 3"/>
          <p:cNvSpPr/>
          <p:nvPr userDrawn="1"/>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dirty="0">
              <a:solidFill>
                <a:schemeClr val="bg1"/>
              </a:solidFill>
            </a:endParaRPr>
          </a:p>
        </p:txBody>
      </p:sp>
      <p:sp>
        <p:nvSpPr>
          <p:cNvPr id="5" name="Rectangle 4"/>
          <p:cNvSpPr/>
          <p:nvPr userDrawn="1"/>
        </p:nvSpPr>
        <p:spPr>
          <a:xfrm>
            <a:off x="6224087" y="1700213"/>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dirty="0">
              <a:solidFill>
                <a:schemeClr val="bg1"/>
              </a:solidFill>
            </a:endParaRPr>
          </a:p>
        </p:txBody>
      </p:sp>
      <p:sp>
        <p:nvSpPr>
          <p:cNvPr id="6" name="Rectangle 5"/>
          <p:cNvSpPr/>
          <p:nvPr userDrawn="1"/>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dirty="0">
              <a:solidFill>
                <a:schemeClr val="bg1"/>
              </a:solidFill>
            </a:endParaRPr>
          </a:p>
        </p:txBody>
      </p:sp>
      <p:sp>
        <p:nvSpPr>
          <p:cNvPr id="7" name="Rectangle 6"/>
          <p:cNvSpPr/>
          <p:nvPr userDrawn="1"/>
        </p:nvSpPr>
        <p:spPr>
          <a:xfrm>
            <a:off x="6224087"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dirty="0">
              <a:solidFill>
                <a:schemeClr val="bg1"/>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noProof="0"/>
              <a:t>Click icon to add picture</a:t>
            </a:r>
            <a:endParaRPr lang="en-US" noProof="0" dirty="0"/>
          </a:p>
        </p:txBody>
      </p:sp>
      <p:sp>
        <p:nvSpPr>
          <p:cNvPr id="9" name="Picture Placeholder 11"/>
          <p:cNvSpPr>
            <a:spLocks noGrp="1"/>
          </p:cNvSpPr>
          <p:nvPr>
            <p:ph type="pic" sz="quarter" idx="27"/>
          </p:nvPr>
        </p:nvSpPr>
        <p:spPr>
          <a:xfrm>
            <a:off x="6224087" y="1880213"/>
            <a:ext cx="1968000" cy="1476000"/>
          </a:xfrm>
        </p:spPr>
        <p:txBody>
          <a:bodyPr/>
          <a:lstStyle>
            <a:lvl1pPr algn="ctr">
              <a:defRPr/>
            </a:lvl1pPr>
          </a:lstStyle>
          <a:p>
            <a:r>
              <a:rPr lang="en-US" noProof="0"/>
              <a:t>Click icon to add picture</a:t>
            </a:r>
            <a:endParaRPr lang="en-US" noProof="0"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noProof="0"/>
              <a:t>Click icon to add picture</a:t>
            </a:r>
            <a:endParaRPr lang="en-US" noProof="0" dirty="0"/>
          </a:p>
        </p:txBody>
      </p:sp>
      <p:sp>
        <p:nvSpPr>
          <p:cNvPr id="11" name="Picture Placeholder 11"/>
          <p:cNvSpPr>
            <a:spLocks noGrp="1"/>
          </p:cNvSpPr>
          <p:nvPr>
            <p:ph type="pic" sz="quarter" idx="31"/>
          </p:nvPr>
        </p:nvSpPr>
        <p:spPr>
          <a:xfrm>
            <a:off x="6224087" y="4256213"/>
            <a:ext cx="1968000" cy="1476000"/>
          </a:xfrm>
        </p:spPr>
        <p:txBody>
          <a:bodyPr/>
          <a:lstStyle>
            <a:lvl1pPr algn="ctr">
              <a:defRPr/>
            </a:lvl1pPr>
          </a:lstStyle>
          <a:p>
            <a:r>
              <a:rPr lang="en-US" noProof="0"/>
              <a:t>Click icon to add picture</a:t>
            </a:r>
            <a:endParaRPr lang="en-US" noProof="0" dirty="0"/>
          </a:p>
        </p:txBody>
      </p:sp>
      <p:sp>
        <p:nvSpPr>
          <p:cNvPr id="13" name="Text Placeholder 12"/>
          <p:cNvSpPr>
            <a:spLocks noGrp="1"/>
          </p:cNvSpPr>
          <p:nvPr>
            <p:ph type="body" sz="quarter" idx="32"/>
          </p:nvPr>
        </p:nvSpPr>
        <p:spPr>
          <a:xfrm>
            <a:off x="2683483" y="1880213"/>
            <a:ext cx="3288000" cy="1944000"/>
          </a:xfrm>
        </p:spPr>
        <p:txBody>
          <a:bodyPr/>
          <a:lstStyle>
            <a:lvl1pPr>
              <a:spcAft>
                <a:spcPts val="0"/>
              </a:spcAft>
              <a:defRPr b="1"/>
            </a:lvl1pPr>
            <a:lvl2pPr>
              <a:spcAft>
                <a:spcPts val="0"/>
              </a:spcAft>
              <a:defRPr b="0"/>
            </a:lvl2pPr>
          </a:lstStyle>
          <a:p>
            <a:pPr lvl="0"/>
            <a:r>
              <a:rPr lang="en-US" noProof="0" dirty="0"/>
              <a:t>Click to edit Master text styles</a:t>
            </a:r>
          </a:p>
          <a:p>
            <a:pPr lvl="1"/>
            <a:r>
              <a:rPr lang="en-US" noProof="0" dirty="0"/>
              <a:t>Second level</a:t>
            </a:r>
          </a:p>
        </p:txBody>
      </p:sp>
      <p:sp>
        <p:nvSpPr>
          <p:cNvPr id="14" name="Text Placeholder 12"/>
          <p:cNvSpPr>
            <a:spLocks noGrp="1"/>
          </p:cNvSpPr>
          <p:nvPr>
            <p:ph type="body" sz="quarter" idx="33"/>
          </p:nvPr>
        </p:nvSpPr>
        <p:spPr>
          <a:xfrm>
            <a:off x="8396560" y="1880213"/>
            <a:ext cx="3302592"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683483" y="4256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396560" y="4256213"/>
            <a:ext cx="3302592"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01651" y="651602"/>
            <a:ext cx="11162349"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093537006"/>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3"/>
            <a:ext cx="11188700" cy="334099"/>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501653" y="1700215"/>
            <a:ext cx="3695700" cy="1971675"/>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06400" y="1700215"/>
            <a:ext cx="3683953" cy="1971675"/>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73076" y="1700215"/>
            <a:ext cx="3657600" cy="1971675"/>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501651" y="3832225"/>
            <a:ext cx="3683949"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1" y="3832225"/>
            <a:ext cx="365760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400" y="3832225"/>
            <a:ext cx="3683953"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01651" y="651602"/>
            <a:ext cx="11162349"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196168856"/>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3106417468"/>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6824" cy="1695450"/>
          </a:xfrm>
        </p:spPr>
        <p:txBody>
          <a:bodyPr/>
          <a:lstStyle>
            <a:lvl1pPr>
              <a:spcAft>
                <a:spcPts val="944"/>
              </a:spcAft>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8"/>
          <p:cNvSpPr>
            <a:spLocks noGrp="1"/>
          </p:cNvSpPr>
          <p:nvPr>
            <p:ph type="body" sz="quarter" idx="21"/>
          </p:nvPr>
        </p:nvSpPr>
        <p:spPr>
          <a:xfrm>
            <a:off x="6246195" y="1857893"/>
            <a:ext cx="5444156" cy="1695450"/>
          </a:xfrm>
        </p:spPr>
        <p:txBody>
          <a:bodyPr/>
          <a:lstStyle>
            <a:lvl1pPr>
              <a:spcAft>
                <a:spcPts val="944"/>
              </a:spcAft>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3"/>
            <a:ext cx="11188700" cy="334099"/>
          </a:xfrm>
        </p:spPr>
        <p:txBody>
          <a:bodyPr/>
          <a:lstStyle/>
          <a:p>
            <a:r>
              <a:rPr lang="en-US" noProof="0"/>
              <a:t>Click to edit Master title style</a:t>
            </a:r>
            <a:endParaRPr lang="en-US" noProof="0" dirty="0"/>
          </a:p>
        </p:txBody>
      </p:sp>
      <p:sp>
        <p:nvSpPr>
          <p:cNvPr id="4" name="Rectangle 3"/>
          <p:cNvSpPr/>
          <p:nvPr userDrawn="1"/>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44"/>
              </a:spcAft>
            </a:pPr>
            <a:endParaRPr lang="en-US" sz="1038" noProof="0" dirty="0">
              <a:solidFill>
                <a:schemeClr val="bg1"/>
              </a:solidFill>
            </a:endParaRPr>
          </a:p>
        </p:txBody>
      </p:sp>
      <p:sp>
        <p:nvSpPr>
          <p:cNvPr id="5" name="Rectangle 4"/>
          <p:cNvSpPr/>
          <p:nvPr userDrawn="1"/>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44"/>
              </a:spcAft>
            </a:pPr>
            <a:endParaRPr lang="en-US" sz="1038" noProof="0" dirty="0">
              <a:solidFill>
                <a:schemeClr val="bg1"/>
              </a:solidFill>
            </a:endParaRPr>
          </a:p>
        </p:txBody>
      </p:sp>
      <p:sp>
        <p:nvSpPr>
          <p:cNvPr id="6" name="Picture Placeholder 29"/>
          <p:cNvSpPr>
            <a:spLocks noGrp="1"/>
          </p:cNvSpPr>
          <p:nvPr>
            <p:ph type="pic" sz="quarter" idx="19" hasCustomPrompt="1"/>
          </p:nvPr>
        </p:nvSpPr>
        <p:spPr>
          <a:xfrm>
            <a:off x="4769493" y="1863918"/>
            <a:ext cx="1210207" cy="549275"/>
          </a:xfrm>
        </p:spPr>
        <p:txBody>
          <a:bodyPr/>
          <a:lstStyle>
            <a:lvl1pPr marL="0" marR="0" indent="0" algn="l" defTabSz="862686" rtl="0" eaLnBrk="1" fontAlgn="auto" latinLnBrk="0" hangingPunct="1">
              <a:lnSpc>
                <a:spcPct val="100000"/>
              </a:lnSpc>
              <a:spcBef>
                <a:spcPts val="0"/>
              </a:spcBef>
              <a:spcAft>
                <a:spcPts val="944"/>
              </a:spcAft>
              <a:buClrTx/>
              <a:buSzTx/>
              <a:buFont typeface="Arial" panose="020B0604020202020204" pitchFamily="34" charset="0"/>
              <a:buNone/>
              <a:tabLst/>
              <a:defRPr sz="850"/>
            </a:lvl1pPr>
          </a:lstStyle>
          <a:p>
            <a:pPr>
              <a:spcBef>
                <a:spcPct val="0"/>
              </a:spcBef>
            </a:pPr>
            <a:r>
              <a:rPr lang="en-US" sz="1132" noProof="0" dirty="0">
                <a:solidFill>
                  <a:schemeClr val="bg1"/>
                </a:solidFill>
              </a:rPr>
              <a:t>Co-brand</a:t>
            </a:r>
            <a:br>
              <a:rPr lang="en-US" sz="1132" noProof="0" dirty="0">
                <a:solidFill>
                  <a:schemeClr val="bg1"/>
                </a:solidFill>
              </a:rPr>
            </a:br>
            <a:r>
              <a:rPr lang="en-US" sz="1132"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8" y="1857894"/>
            <a:ext cx="1244161" cy="549275"/>
          </a:xfrm>
        </p:spPr>
        <p:txBody>
          <a:bodyPr/>
          <a:lstStyle>
            <a:lvl1pPr marL="0" marR="0" indent="0" algn="l" defTabSz="862686" rtl="0" eaLnBrk="1" fontAlgn="auto" latinLnBrk="0" hangingPunct="1">
              <a:lnSpc>
                <a:spcPct val="100000"/>
              </a:lnSpc>
              <a:spcBef>
                <a:spcPts val="0"/>
              </a:spcBef>
              <a:spcAft>
                <a:spcPts val="944"/>
              </a:spcAft>
              <a:buClrTx/>
              <a:buSzTx/>
              <a:buFont typeface="Arial" panose="020B0604020202020204" pitchFamily="34" charset="0"/>
              <a:buNone/>
              <a:tabLst/>
              <a:defRPr sz="850"/>
            </a:lvl1pPr>
          </a:lstStyle>
          <a:p>
            <a:pPr>
              <a:spcBef>
                <a:spcPct val="0"/>
              </a:spcBef>
            </a:pPr>
            <a:r>
              <a:rPr lang="en-US" sz="1132" noProof="0" dirty="0">
                <a:solidFill>
                  <a:schemeClr val="bg1"/>
                </a:solidFill>
              </a:rPr>
              <a:t>Co-brand</a:t>
            </a:r>
            <a:br>
              <a:rPr lang="en-US" sz="1132" noProof="0" dirty="0">
                <a:solidFill>
                  <a:schemeClr val="bg1"/>
                </a:solidFill>
              </a:rPr>
            </a:br>
            <a:r>
              <a:rPr lang="en-US" sz="1132"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340145211"/>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8941" cy="1695450"/>
          </a:xfrm>
        </p:spPr>
        <p:txBody>
          <a:bodyPr/>
          <a:lstStyle>
            <a:lvl1pPr>
              <a:spcAft>
                <a:spcPts val="944"/>
              </a:spcAft>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3"/>
            <a:ext cx="5454668" cy="1695450"/>
          </a:xfrm>
        </p:spPr>
        <p:txBody>
          <a:bodyPr/>
          <a:lstStyle>
            <a:lvl1pPr>
              <a:spcAft>
                <a:spcPts val="944"/>
              </a:spcAft>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3"/>
            <a:ext cx="11188700" cy="334099"/>
          </a:xfrm>
        </p:spPr>
        <p:txBody>
          <a:bodyPr/>
          <a:lstStyle/>
          <a:p>
            <a:r>
              <a:rPr lang="en-US" noProof="0"/>
              <a:t>Click to edit Master title style</a:t>
            </a:r>
            <a:endParaRPr lang="en-US" noProof="0" dirty="0"/>
          </a:p>
        </p:txBody>
      </p:sp>
      <p:sp>
        <p:nvSpPr>
          <p:cNvPr id="4" name="Rectangle 3"/>
          <p:cNvSpPr/>
          <p:nvPr userDrawn="1"/>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44"/>
              </a:spcAft>
            </a:pPr>
            <a:endParaRPr lang="en-US" sz="1038" noProof="0" dirty="0">
              <a:solidFill>
                <a:schemeClr val="bg1"/>
              </a:solidFill>
            </a:endParaRPr>
          </a:p>
        </p:txBody>
      </p:sp>
      <p:sp>
        <p:nvSpPr>
          <p:cNvPr id="5" name="Rectangle 4"/>
          <p:cNvSpPr/>
          <p:nvPr userDrawn="1"/>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44"/>
              </a:spcAft>
            </a:pPr>
            <a:endParaRPr lang="en-US" sz="1038" noProof="0" dirty="0">
              <a:solidFill>
                <a:schemeClr val="bg1"/>
              </a:solidFill>
            </a:endParaRPr>
          </a:p>
        </p:txBody>
      </p:sp>
      <p:sp>
        <p:nvSpPr>
          <p:cNvPr id="7" name="Picture Placeholder 29"/>
          <p:cNvSpPr>
            <a:spLocks noGrp="1"/>
          </p:cNvSpPr>
          <p:nvPr>
            <p:ph type="pic" sz="quarter" idx="20" hasCustomPrompt="1"/>
          </p:nvPr>
        </p:nvSpPr>
        <p:spPr>
          <a:xfrm>
            <a:off x="10424618" y="1857894"/>
            <a:ext cx="1244161" cy="549275"/>
          </a:xfrm>
        </p:spPr>
        <p:txBody>
          <a:bodyPr/>
          <a:lstStyle>
            <a:lvl1pPr marL="0" marR="0" indent="0" algn="l" defTabSz="862686" rtl="0" eaLnBrk="1" fontAlgn="auto" latinLnBrk="0" hangingPunct="1">
              <a:lnSpc>
                <a:spcPct val="100000"/>
              </a:lnSpc>
              <a:spcBef>
                <a:spcPts val="0"/>
              </a:spcBef>
              <a:spcAft>
                <a:spcPts val="944"/>
              </a:spcAft>
              <a:buClrTx/>
              <a:buSzTx/>
              <a:buFont typeface="Arial" panose="020B0604020202020204" pitchFamily="34" charset="0"/>
              <a:buNone/>
              <a:tabLst/>
              <a:defRPr sz="850"/>
            </a:lvl1pPr>
          </a:lstStyle>
          <a:p>
            <a:pPr>
              <a:spcBef>
                <a:spcPct val="0"/>
              </a:spcBef>
            </a:pPr>
            <a:r>
              <a:rPr lang="en-US" sz="1132" noProof="0" dirty="0">
                <a:solidFill>
                  <a:schemeClr val="bg1"/>
                </a:solidFill>
              </a:rPr>
              <a:t>Co-brand</a:t>
            </a:r>
            <a:br>
              <a:rPr lang="en-US" sz="1132" noProof="0" dirty="0">
                <a:solidFill>
                  <a:schemeClr val="bg1"/>
                </a:solidFill>
              </a:rPr>
            </a:br>
            <a:r>
              <a:rPr lang="en-US" sz="1132"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0" y="4249683"/>
            <a:ext cx="5466824" cy="1695450"/>
          </a:xfrm>
        </p:spPr>
        <p:txBody>
          <a:bodyPr/>
          <a:lstStyle>
            <a:lvl1pPr>
              <a:spcAft>
                <a:spcPts val="944"/>
              </a:spcAft>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246195" y="4249683"/>
            <a:ext cx="5452959" cy="1695450"/>
          </a:xfrm>
        </p:spPr>
        <p:txBody>
          <a:bodyPr/>
          <a:lstStyle>
            <a:lvl1pPr>
              <a:spcAft>
                <a:spcPts val="944"/>
              </a:spcAft>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04002"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44"/>
              </a:spcAft>
            </a:pPr>
            <a:endParaRPr lang="en-US" sz="1038" noProof="0" dirty="0">
              <a:solidFill>
                <a:schemeClr val="bg1"/>
              </a:solidFill>
            </a:endParaRPr>
          </a:p>
        </p:txBody>
      </p:sp>
      <p:sp>
        <p:nvSpPr>
          <p:cNvPr id="13" name="Rectangle 12"/>
          <p:cNvSpPr/>
          <p:nvPr userDrawn="1"/>
        </p:nvSpPr>
        <p:spPr>
          <a:xfrm>
            <a:off x="6246195"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944"/>
              </a:spcAft>
            </a:pPr>
            <a:endParaRPr lang="en-US" sz="1038" noProof="0" dirty="0">
              <a:solidFill>
                <a:schemeClr val="bg1"/>
              </a:solidFill>
            </a:endParaRPr>
          </a:p>
        </p:txBody>
      </p:sp>
      <p:sp>
        <p:nvSpPr>
          <p:cNvPr id="14" name="Picture Placeholder 29"/>
          <p:cNvSpPr>
            <a:spLocks noGrp="1"/>
          </p:cNvSpPr>
          <p:nvPr>
            <p:ph type="pic" sz="quarter" idx="24" hasCustomPrompt="1"/>
          </p:nvPr>
        </p:nvSpPr>
        <p:spPr>
          <a:xfrm>
            <a:off x="4754495" y="4255708"/>
            <a:ext cx="1239381" cy="549275"/>
          </a:xfrm>
        </p:spPr>
        <p:txBody>
          <a:bodyPr/>
          <a:lstStyle>
            <a:lvl1pPr marL="0" marR="0" indent="0" algn="l" defTabSz="862686" rtl="0" eaLnBrk="1" fontAlgn="auto" latinLnBrk="0" hangingPunct="1">
              <a:lnSpc>
                <a:spcPct val="100000"/>
              </a:lnSpc>
              <a:spcBef>
                <a:spcPts val="0"/>
              </a:spcBef>
              <a:spcAft>
                <a:spcPts val="944"/>
              </a:spcAft>
              <a:buClrTx/>
              <a:buSzTx/>
              <a:buFont typeface="Arial" panose="020B0604020202020204" pitchFamily="34" charset="0"/>
              <a:buNone/>
              <a:tabLst/>
              <a:defRPr sz="850"/>
            </a:lvl1pPr>
          </a:lstStyle>
          <a:p>
            <a:pPr>
              <a:spcBef>
                <a:spcPct val="0"/>
              </a:spcBef>
            </a:pPr>
            <a:r>
              <a:rPr lang="en-US" sz="1132" noProof="0" dirty="0">
                <a:solidFill>
                  <a:schemeClr val="bg1"/>
                </a:solidFill>
              </a:rPr>
              <a:t>Co-brand</a:t>
            </a:r>
            <a:br>
              <a:rPr lang="en-US" sz="1132" noProof="0" dirty="0">
                <a:solidFill>
                  <a:schemeClr val="bg1"/>
                </a:solidFill>
              </a:rPr>
            </a:br>
            <a:r>
              <a:rPr lang="en-US" sz="1132"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7" y="4249684"/>
            <a:ext cx="1244160" cy="549275"/>
          </a:xfrm>
        </p:spPr>
        <p:txBody>
          <a:bodyPr/>
          <a:lstStyle>
            <a:lvl1pPr marL="0" marR="0" indent="0" algn="l" defTabSz="862686" rtl="0" eaLnBrk="1" fontAlgn="auto" latinLnBrk="0" hangingPunct="1">
              <a:lnSpc>
                <a:spcPct val="100000"/>
              </a:lnSpc>
              <a:spcBef>
                <a:spcPts val="0"/>
              </a:spcBef>
              <a:spcAft>
                <a:spcPts val="944"/>
              </a:spcAft>
              <a:buClrTx/>
              <a:buSzTx/>
              <a:buFont typeface="Arial" panose="020B0604020202020204" pitchFamily="34" charset="0"/>
              <a:buNone/>
              <a:tabLst/>
              <a:defRPr sz="850"/>
            </a:lvl1pPr>
          </a:lstStyle>
          <a:p>
            <a:pPr>
              <a:spcBef>
                <a:spcPct val="0"/>
              </a:spcBef>
            </a:pPr>
            <a:r>
              <a:rPr lang="en-US" sz="1132" noProof="0" dirty="0">
                <a:solidFill>
                  <a:schemeClr val="bg1"/>
                </a:solidFill>
              </a:rPr>
              <a:t>Co-brand</a:t>
            </a:r>
            <a:br>
              <a:rPr lang="en-US" sz="1132" noProof="0" dirty="0">
                <a:solidFill>
                  <a:schemeClr val="bg1"/>
                </a:solidFill>
              </a:rPr>
            </a:br>
            <a:r>
              <a:rPr lang="en-US" sz="1132"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2"/>
            <a:ext cx="11197501"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3" y="1863918"/>
            <a:ext cx="1210207" cy="549275"/>
          </a:xfrm>
        </p:spPr>
        <p:txBody>
          <a:bodyPr/>
          <a:lstStyle>
            <a:lvl1pPr marL="0" marR="0" indent="0" algn="l" defTabSz="862686" rtl="0" eaLnBrk="1" fontAlgn="auto" latinLnBrk="0" hangingPunct="1">
              <a:lnSpc>
                <a:spcPct val="100000"/>
              </a:lnSpc>
              <a:spcBef>
                <a:spcPts val="0"/>
              </a:spcBef>
              <a:spcAft>
                <a:spcPts val="944"/>
              </a:spcAft>
              <a:buClrTx/>
              <a:buSzTx/>
              <a:buFont typeface="Arial" panose="020B0604020202020204" pitchFamily="34" charset="0"/>
              <a:buNone/>
              <a:tabLst/>
              <a:defRPr sz="850"/>
            </a:lvl1pPr>
          </a:lstStyle>
          <a:p>
            <a:pPr>
              <a:spcBef>
                <a:spcPct val="0"/>
              </a:spcBef>
            </a:pPr>
            <a:r>
              <a:rPr lang="en-US" sz="1132" noProof="0" dirty="0">
                <a:solidFill>
                  <a:schemeClr val="bg1"/>
                </a:solidFill>
              </a:rPr>
              <a:t>Co-brand</a:t>
            </a:r>
            <a:br>
              <a:rPr lang="en-US" sz="1132" noProof="0" dirty="0">
                <a:solidFill>
                  <a:schemeClr val="bg1"/>
                </a:solidFill>
              </a:rPr>
            </a:br>
            <a:r>
              <a:rPr lang="en-US" sz="1132" noProof="0" dirty="0">
                <a:solidFill>
                  <a:schemeClr val="bg1"/>
                </a:solidFill>
              </a:rPr>
              <a:t>Logo</a:t>
            </a:r>
          </a:p>
          <a:p>
            <a:endParaRPr lang="en-US" noProof="0" dirty="0"/>
          </a:p>
        </p:txBody>
      </p:sp>
    </p:spTree>
    <p:extLst>
      <p:ext uri="{BB962C8B-B14F-4D97-AF65-F5344CB8AC3E}">
        <p14:creationId xmlns:p14="http://schemas.microsoft.com/office/powerpoint/2010/main" val="234290950"/>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3"/>
            <a:ext cx="11188700" cy="334099"/>
          </a:xfrm>
        </p:spPr>
        <p:txBody>
          <a:bodyPr/>
          <a:lstStyle/>
          <a:p>
            <a:r>
              <a:rPr lang="en-US" noProof="0"/>
              <a:t>Click to edit Master title style</a:t>
            </a:r>
            <a:endParaRPr lang="en-US" noProof="0" dirty="0"/>
          </a:p>
        </p:txBody>
      </p:sp>
      <p:sp>
        <p:nvSpPr>
          <p:cNvPr id="4" name="Rectangle 3"/>
          <p:cNvSpPr/>
          <p:nvPr userDrawn="1"/>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dirty="0">
              <a:solidFill>
                <a:schemeClr val="bg1"/>
              </a:solidFill>
            </a:endParaRPr>
          </a:p>
        </p:txBody>
      </p:sp>
      <p:sp>
        <p:nvSpPr>
          <p:cNvPr id="5" name="Rectangle 4"/>
          <p:cNvSpPr/>
          <p:nvPr userDrawn="1"/>
        </p:nvSpPr>
        <p:spPr>
          <a:xfrm>
            <a:off x="504000" y="1700215"/>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dirty="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38" noProof="0" dirty="0">
              <a:solidFill>
                <a:schemeClr val="bg1"/>
              </a:solidFill>
            </a:endParaRPr>
          </a:p>
        </p:txBody>
      </p:sp>
      <p:sp>
        <p:nvSpPr>
          <p:cNvPr id="7" name="Text Placeholder 8"/>
          <p:cNvSpPr>
            <a:spLocks noGrp="1"/>
          </p:cNvSpPr>
          <p:nvPr>
            <p:ph type="body" sz="quarter" idx="17"/>
          </p:nvPr>
        </p:nvSpPr>
        <p:spPr>
          <a:xfrm>
            <a:off x="4325713" y="1851441"/>
            <a:ext cx="3540577" cy="3845754"/>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0" y="1851441"/>
            <a:ext cx="3571153" cy="3845754"/>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1" y="651602"/>
            <a:ext cx="11162349"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874201831"/>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3"/>
            <a:ext cx="11188700" cy="334099"/>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9" y="2556000"/>
            <a:ext cx="2592000" cy="3394800"/>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7" y="2556000"/>
            <a:ext cx="2592000" cy="3394800"/>
          </a:xfrm>
        </p:spPr>
        <p:txBody>
          <a:bodyPr/>
          <a:lstStyle>
            <a:lvl1pPr>
              <a:defRPr b="1">
                <a:solidFill>
                  <a:schemeClr val="accent1"/>
                </a:solidFill>
              </a:defRPr>
            </a:lvl1pPr>
            <a:lvl2pPr>
              <a:spcAft>
                <a:spcPts val="944"/>
              </a:spcAft>
              <a:defRPr/>
            </a:lvl2pPr>
            <a:lvl3pPr marL="0" indent="0">
              <a:spcAft>
                <a:spcPts val="944"/>
              </a:spcAft>
              <a:buNone/>
              <a:defRPr/>
            </a:lvl3pPr>
            <a:lvl4pPr marL="166424" indent="-166424">
              <a:spcAft>
                <a:spcPts val="944"/>
              </a:spcAft>
              <a:buFont typeface="Arial" panose="020B0604020202020204" pitchFamily="34" charset="0"/>
              <a:buChar char="•"/>
              <a:defRPr/>
            </a:lvl4pPr>
            <a:lvl5pPr marL="336244" indent="-166424">
              <a:spcAft>
                <a:spcPts val="944"/>
              </a:spcAft>
              <a:defRPr baseline="0"/>
            </a:lvl5pPr>
            <a:lvl6pPr marL="336244" indent="-166424">
              <a:spcAft>
                <a:spcPts val="944"/>
              </a:spcAft>
              <a:buFont typeface="Verdana" panose="020B0604030504040204" pitchFamily="34" charset="0"/>
              <a:buChar char="−"/>
              <a:defRPr/>
            </a:lvl6pPr>
            <a:lvl7pPr marL="336244" indent="-166424">
              <a:spcAft>
                <a:spcPts val="944"/>
              </a:spcAft>
              <a:defRPr/>
            </a:lvl7pPr>
            <a:lvl8pPr marL="336244" indent="-166424">
              <a:spcAft>
                <a:spcPts val="944"/>
              </a:spcAft>
              <a:defRPr/>
            </a:lvl8pPr>
            <a:lvl9pPr marL="336244" indent="-166424">
              <a:spcAft>
                <a:spcPts val="944"/>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508824747"/>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1" cy="370193"/>
          </a:xfrm>
        </p:spPr>
        <p:txBody>
          <a:bodyPr/>
          <a:lstStyle>
            <a:lvl1pPr>
              <a:defRPr>
                <a:solidFill>
                  <a:schemeClr val="bg1"/>
                </a:solidFill>
              </a:defRPr>
            </a:lvl1pPr>
          </a:lstStyle>
          <a:p>
            <a:r>
              <a:rPr lang="en-US" noProof="0" dirty="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944"/>
              </a:spcAft>
              <a:defRPr>
                <a:solidFill>
                  <a:schemeClr val="bg1"/>
                </a:solidFill>
              </a:defRPr>
            </a:lvl2pPr>
            <a:lvl3pPr marL="0" indent="0">
              <a:spcAft>
                <a:spcPts val="944"/>
              </a:spcAft>
              <a:buNone/>
              <a:defRPr>
                <a:solidFill>
                  <a:schemeClr val="bg1"/>
                </a:solidFill>
              </a:defRPr>
            </a:lvl3pPr>
            <a:lvl4pPr marL="166424" indent="-166424">
              <a:spcAft>
                <a:spcPts val="944"/>
              </a:spcAft>
              <a:buFont typeface="Arial" panose="020B0604020202020204" pitchFamily="34" charset="0"/>
              <a:buChar char="•"/>
              <a:defRPr>
                <a:solidFill>
                  <a:schemeClr val="bg1"/>
                </a:solidFill>
              </a:defRPr>
            </a:lvl4pPr>
            <a:lvl5pPr marL="336244" indent="-166424">
              <a:spcAft>
                <a:spcPts val="944"/>
              </a:spcAft>
              <a:defRPr baseline="0">
                <a:solidFill>
                  <a:schemeClr val="bg1"/>
                </a:solidFill>
              </a:defRPr>
            </a:lvl5pPr>
            <a:lvl6pPr marL="336244" indent="-166424">
              <a:spcAft>
                <a:spcPts val="944"/>
              </a:spcAft>
              <a:buFont typeface="Verdana" panose="020B0604030504040204" pitchFamily="34" charset="0"/>
              <a:buChar char="−"/>
              <a:defRPr>
                <a:solidFill>
                  <a:schemeClr val="bg1"/>
                </a:solidFill>
              </a:defRPr>
            </a:lvl6pPr>
            <a:lvl7pPr marL="336244" indent="-166424">
              <a:spcAft>
                <a:spcPts val="944"/>
              </a:spcAft>
              <a:defRPr>
                <a:solidFill>
                  <a:schemeClr val="bg1"/>
                </a:solidFill>
              </a:defRPr>
            </a:lvl7pPr>
            <a:lvl8pPr marL="336244" indent="-166424">
              <a:spcAft>
                <a:spcPts val="944"/>
              </a:spcAft>
              <a:defRPr>
                <a:solidFill>
                  <a:schemeClr val="bg1"/>
                </a:solidFill>
              </a:defRPr>
            </a:lvl8pPr>
            <a:lvl9pPr marL="336244" indent="-166424">
              <a:spcAft>
                <a:spcPts val="944"/>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944"/>
              </a:spcAft>
              <a:defRPr>
                <a:solidFill>
                  <a:schemeClr val="bg1"/>
                </a:solidFill>
              </a:defRPr>
            </a:lvl2pPr>
            <a:lvl3pPr marL="0" indent="0">
              <a:spcAft>
                <a:spcPts val="944"/>
              </a:spcAft>
              <a:buNone/>
              <a:defRPr>
                <a:solidFill>
                  <a:schemeClr val="bg1"/>
                </a:solidFill>
              </a:defRPr>
            </a:lvl3pPr>
            <a:lvl4pPr marL="166424" indent="-166424">
              <a:spcAft>
                <a:spcPts val="944"/>
              </a:spcAft>
              <a:buFont typeface="Arial" panose="020B0604020202020204" pitchFamily="34" charset="0"/>
              <a:buChar char="•"/>
              <a:defRPr>
                <a:solidFill>
                  <a:schemeClr val="bg1"/>
                </a:solidFill>
              </a:defRPr>
            </a:lvl4pPr>
            <a:lvl5pPr marL="336244" indent="-166424">
              <a:spcAft>
                <a:spcPts val="944"/>
              </a:spcAft>
              <a:defRPr baseline="0">
                <a:solidFill>
                  <a:schemeClr val="bg1"/>
                </a:solidFill>
              </a:defRPr>
            </a:lvl5pPr>
            <a:lvl6pPr marL="336244" indent="-166424">
              <a:spcAft>
                <a:spcPts val="944"/>
              </a:spcAft>
              <a:buFont typeface="Verdana" panose="020B0604030504040204" pitchFamily="34" charset="0"/>
              <a:buChar char="−"/>
              <a:defRPr>
                <a:solidFill>
                  <a:schemeClr val="bg1"/>
                </a:solidFill>
              </a:defRPr>
            </a:lvl6pPr>
            <a:lvl7pPr marL="336244" indent="-166424">
              <a:spcAft>
                <a:spcPts val="944"/>
              </a:spcAft>
              <a:defRPr>
                <a:solidFill>
                  <a:schemeClr val="bg1"/>
                </a:solidFill>
              </a:defRPr>
            </a:lvl7pPr>
            <a:lvl8pPr marL="336244" indent="-166424">
              <a:spcAft>
                <a:spcPts val="944"/>
              </a:spcAft>
              <a:defRPr>
                <a:solidFill>
                  <a:schemeClr val="bg1"/>
                </a:solidFill>
              </a:defRPr>
            </a:lvl8pPr>
            <a:lvl9pPr marL="336244" indent="-166424">
              <a:spcAft>
                <a:spcPts val="944"/>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944"/>
              </a:spcAft>
              <a:defRPr>
                <a:solidFill>
                  <a:schemeClr val="bg1"/>
                </a:solidFill>
              </a:defRPr>
            </a:lvl2pPr>
            <a:lvl3pPr marL="0" indent="0">
              <a:spcAft>
                <a:spcPts val="944"/>
              </a:spcAft>
              <a:buNone/>
              <a:defRPr>
                <a:solidFill>
                  <a:schemeClr val="bg1"/>
                </a:solidFill>
              </a:defRPr>
            </a:lvl3pPr>
            <a:lvl4pPr marL="166424" indent="-166424">
              <a:spcAft>
                <a:spcPts val="944"/>
              </a:spcAft>
              <a:buFont typeface="Arial" panose="020B0604020202020204" pitchFamily="34" charset="0"/>
              <a:buChar char="•"/>
              <a:defRPr>
                <a:solidFill>
                  <a:schemeClr val="bg1"/>
                </a:solidFill>
              </a:defRPr>
            </a:lvl4pPr>
            <a:lvl5pPr marL="336244" indent="-166424">
              <a:spcAft>
                <a:spcPts val="944"/>
              </a:spcAft>
              <a:defRPr baseline="0">
                <a:solidFill>
                  <a:schemeClr val="bg1"/>
                </a:solidFill>
              </a:defRPr>
            </a:lvl5pPr>
            <a:lvl6pPr marL="336244" indent="-166424">
              <a:spcAft>
                <a:spcPts val="944"/>
              </a:spcAft>
              <a:buFont typeface="Verdana" panose="020B0604030504040204" pitchFamily="34" charset="0"/>
              <a:buChar char="−"/>
              <a:defRPr>
                <a:solidFill>
                  <a:schemeClr val="bg1"/>
                </a:solidFill>
              </a:defRPr>
            </a:lvl6pPr>
            <a:lvl7pPr marL="336244" indent="-166424">
              <a:spcAft>
                <a:spcPts val="944"/>
              </a:spcAft>
              <a:defRPr>
                <a:solidFill>
                  <a:schemeClr val="bg1"/>
                </a:solidFill>
              </a:defRPr>
            </a:lvl7pPr>
            <a:lvl8pPr marL="336244" indent="-166424">
              <a:spcAft>
                <a:spcPts val="944"/>
              </a:spcAft>
              <a:defRPr>
                <a:solidFill>
                  <a:schemeClr val="bg1"/>
                </a:solidFill>
              </a:defRPr>
            </a:lvl8pPr>
            <a:lvl9pPr marL="336244" indent="-166424">
              <a:spcAft>
                <a:spcPts val="944"/>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944"/>
              </a:spcAft>
              <a:defRPr>
                <a:solidFill>
                  <a:schemeClr val="bg1"/>
                </a:solidFill>
              </a:defRPr>
            </a:lvl2pPr>
            <a:lvl3pPr marL="0" indent="0">
              <a:spcAft>
                <a:spcPts val="944"/>
              </a:spcAft>
              <a:buNone/>
              <a:defRPr>
                <a:solidFill>
                  <a:schemeClr val="bg1"/>
                </a:solidFill>
              </a:defRPr>
            </a:lvl3pPr>
            <a:lvl4pPr marL="166424" indent="-166424">
              <a:spcAft>
                <a:spcPts val="944"/>
              </a:spcAft>
              <a:buFont typeface="Arial" panose="020B0604020202020204" pitchFamily="34" charset="0"/>
              <a:buChar char="•"/>
              <a:defRPr>
                <a:solidFill>
                  <a:schemeClr val="bg1"/>
                </a:solidFill>
              </a:defRPr>
            </a:lvl4pPr>
            <a:lvl5pPr marL="336244" indent="-166424">
              <a:spcAft>
                <a:spcPts val="944"/>
              </a:spcAft>
              <a:defRPr baseline="0">
                <a:solidFill>
                  <a:schemeClr val="bg1"/>
                </a:solidFill>
              </a:defRPr>
            </a:lvl5pPr>
            <a:lvl6pPr marL="336244" indent="-166424">
              <a:spcAft>
                <a:spcPts val="944"/>
              </a:spcAft>
              <a:buFont typeface="Verdana" panose="020B0604030504040204" pitchFamily="34" charset="0"/>
              <a:buChar char="−"/>
              <a:defRPr>
                <a:solidFill>
                  <a:schemeClr val="bg1"/>
                </a:solidFill>
              </a:defRPr>
            </a:lvl6pPr>
            <a:lvl7pPr marL="336244" indent="-166424">
              <a:spcAft>
                <a:spcPts val="944"/>
              </a:spcAft>
              <a:defRPr>
                <a:solidFill>
                  <a:schemeClr val="bg1"/>
                </a:solidFill>
              </a:defRPr>
            </a:lvl7pPr>
            <a:lvl8pPr marL="336244" indent="-166424">
              <a:spcAft>
                <a:spcPts val="944"/>
              </a:spcAft>
              <a:defRPr>
                <a:solidFill>
                  <a:schemeClr val="bg1"/>
                </a:solidFill>
              </a:defRPr>
            </a:lvl8pPr>
            <a:lvl9pPr marL="336244" indent="-166424">
              <a:spcAft>
                <a:spcPts val="944"/>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ext Placeholder 8"/>
          <p:cNvSpPr>
            <a:spLocks noGrp="1"/>
          </p:cNvSpPr>
          <p:nvPr>
            <p:ph type="body" sz="quarter" idx="13" hasCustomPrompt="1"/>
          </p:nvPr>
        </p:nvSpPr>
        <p:spPr>
          <a:xfrm>
            <a:off x="501651" y="687695"/>
            <a:ext cx="11188701" cy="757255"/>
          </a:xfrm>
          <a:prstGeom prst="rect">
            <a:avLst/>
          </a:prstGeom>
        </p:spPr>
        <p:txBody>
          <a:bodyPr lIns="0" tIns="0" rIns="0" bIns="0">
            <a:noAutofit/>
          </a:bodyPr>
          <a:lstStyle>
            <a:lvl1pPr marL="0" indent="0">
              <a:buNone/>
              <a:defRPr sz="1711" b="0">
                <a:solidFill>
                  <a:schemeClr val="bg1"/>
                </a:solidFill>
              </a:defRPr>
            </a:lvl1pPr>
          </a:lstStyle>
          <a:p>
            <a:pPr lvl="0"/>
            <a:r>
              <a:rPr lang="en-US" noProof="0" dirty="0"/>
              <a:t>Click to add subtitle</a:t>
            </a:r>
          </a:p>
        </p:txBody>
      </p:sp>
      <p:sp>
        <p:nvSpPr>
          <p:cNvPr id="13" name="TextBox 12"/>
          <p:cNvSpPr txBox="1"/>
          <p:nvPr userDrawn="1"/>
        </p:nvSpPr>
        <p:spPr>
          <a:xfrm>
            <a:off x="6335185" y="6477002"/>
            <a:ext cx="4896560" cy="188641"/>
          </a:xfrm>
          <a:prstGeom prst="rect">
            <a:avLst/>
          </a:prstGeom>
          <a:noFill/>
        </p:spPr>
        <p:txBody>
          <a:bodyPr wrap="square" lIns="0" tIns="0" rIns="0" bIns="0" rtlCol="0">
            <a:spAutoFit/>
          </a:bodyPr>
          <a:lstStyle/>
          <a:p>
            <a:pPr marL="0" indent="0" algn="r">
              <a:spcBef>
                <a:spcPts val="0"/>
              </a:spcBef>
              <a:buSzPct val="100000"/>
              <a:buFont typeface="Arial"/>
              <a:buNone/>
            </a:pPr>
            <a:r>
              <a:rPr lang="en-US" sz="613" noProof="0" dirty="0">
                <a:solidFill>
                  <a:schemeClr val="bg1"/>
                </a:solidFill>
              </a:rPr>
              <a:t>Presentation title</a:t>
            </a:r>
            <a:br>
              <a:rPr lang="en-US" sz="613" noProof="0" dirty="0">
                <a:solidFill>
                  <a:schemeClr val="bg1"/>
                </a:solidFill>
              </a:rPr>
            </a:br>
            <a:r>
              <a:rPr lang="en-US" sz="613" noProof="0" dirty="0">
                <a:solidFill>
                  <a:schemeClr val="bg1"/>
                </a:solidFill>
              </a:rPr>
              <a:t>[To edit, click View &gt; Slide Master &gt; Slide Master]</a:t>
            </a:r>
          </a:p>
        </p:txBody>
      </p:sp>
      <p:sp>
        <p:nvSpPr>
          <p:cNvPr id="14" name="TextBox 13"/>
          <p:cNvSpPr txBox="1"/>
          <p:nvPr userDrawn="1"/>
        </p:nvSpPr>
        <p:spPr>
          <a:xfrm>
            <a:off x="501653" y="6477002"/>
            <a:ext cx="5355167" cy="94321"/>
          </a:xfrm>
          <a:prstGeom prst="rect">
            <a:avLst/>
          </a:prstGeom>
          <a:noFill/>
        </p:spPr>
        <p:txBody>
          <a:bodyPr wrap="square" lIns="0" tIns="0" rIns="0" bIns="0" rtlCol="0">
            <a:spAutoFit/>
          </a:bodyPr>
          <a:lstStyle/>
          <a:p>
            <a:pPr marL="0" indent="0">
              <a:spcBef>
                <a:spcPts val="566"/>
              </a:spcBef>
              <a:buSzPct val="100000"/>
              <a:buFont typeface="Arial"/>
              <a:buNone/>
            </a:pPr>
            <a:r>
              <a:rPr lang="en-IN" sz="613" noProof="0" dirty="0">
                <a:solidFill>
                  <a:schemeClr val="bg1"/>
                </a:solidFill>
              </a:rPr>
              <a:t>©2016 Deloitte Shared Services India LLP</a:t>
            </a:r>
            <a:endParaRPr lang="fr-FR" sz="613" noProof="0" dirty="0">
              <a:solidFill>
                <a:schemeClr val="bg1"/>
              </a:solidFill>
            </a:endParaRPr>
          </a:p>
        </p:txBody>
      </p:sp>
      <p:sp>
        <p:nvSpPr>
          <p:cNvPr id="15" name="TextBox 14"/>
          <p:cNvSpPr txBox="1"/>
          <p:nvPr userDrawn="1"/>
        </p:nvSpPr>
        <p:spPr>
          <a:xfrm>
            <a:off x="11382378" y="6477002"/>
            <a:ext cx="307975" cy="94321"/>
          </a:xfrm>
          <a:prstGeom prst="rect">
            <a:avLst/>
          </a:prstGeom>
          <a:noFill/>
        </p:spPr>
        <p:txBody>
          <a:bodyPr wrap="square" lIns="0" tIns="0" rIns="0" bIns="0" rtlCol="0">
            <a:spAutoFit/>
          </a:bodyPr>
          <a:lstStyle/>
          <a:p>
            <a:pPr marL="0" indent="0" algn="r">
              <a:spcBef>
                <a:spcPts val="566"/>
              </a:spcBef>
              <a:buSzPct val="100000"/>
              <a:buFont typeface="Arial"/>
              <a:buNone/>
            </a:pPr>
            <a:fld id="{C58DF478-B544-4ED8-9ED4-6A2648E2D233}" type="slidenum">
              <a:rPr lang="en-US" sz="613" noProof="0" smtClean="0">
                <a:solidFill>
                  <a:schemeClr val="bg1"/>
                </a:solidFill>
              </a:rPr>
              <a:pPr marL="0" indent="0" algn="r">
                <a:spcBef>
                  <a:spcPts val="566"/>
                </a:spcBef>
                <a:buSzPct val="100000"/>
                <a:buFont typeface="Arial"/>
                <a:buNone/>
              </a:pPr>
              <a:t>‹#›</a:t>
            </a:fld>
            <a:endParaRPr lang="en-US" sz="613" noProof="0" dirty="0">
              <a:solidFill>
                <a:schemeClr val="bg1"/>
              </a:solidFill>
            </a:endParaRPr>
          </a:p>
        </p:txBody>
      </p:sp>
    </p:spTree>
    <p:extLst>
      <p:ext uri="{BB962C8B-B14F-4D97-AF65-F5344CB8AC3E}">
        <p14:creationId xmlns:p14="http://schemas.microsoft.com/office/powerpoint/2010/main" val="3590794259"/>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2"/>
            <a:ext cx="11188700" cy="757255"/>
          </a:xfrm>
          <a:prstGeom prst="rect">
            <a:avLst/>
          </a:prstGeom>
        </p:spPr>
        <p:txBody>
          <a:bodyPr lIns="0" tIns="0" rIns="0" bIns="0">
            <a:noAutofit/>
          </a:bodyPr>
          <a:lstStyle>
            <a:lvl1pPr marL="0" indent="0">
              <a:buNone/>
              <a:defRPr sz="1711"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501651" y="1665289"/>
            <a:ext cx="5594351"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973432003"/>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Tree>
    <p:extLst>
      <p:ext uri="{BB962C8B-B14F-4D97-AF65-F5344CB8AC3E}">
        <p14:creationId xmlns:p14="http://schemas.microsoft.com/office/powerpoint/2010/main" val="4032309665"/>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9741764"/>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71B85-5BB5-433D-A56B-D800F5D3B1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1996E8-3308-42D5-AF34-F651D54681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FC7277-694C-45DD-A391-D4B1334705B9}"/>
              </a:ext>
            </a:extLst>
          </p:cNvPr>
          <p:cNvSpPr>
            <a:spLocks noGrp="1"/>
          </p:cNvSpPr>
          <p:nvPr>
            <p:ph type="dt" sz="half" idx="10"/>
          </p:nvPr>
        </p:nvSpPr>
        <p:spPr/>
        <p:txBody>
          <a:bodyPr/>
          <a:lstStyle/>
          <a:p>
            <a:fld id="{D04A9CBC-9484-48E7-9AB7-8CE7AE80B291}" type="datetimeFigureOut">
              <a:rPr lang="en-IN" smtClean="0"/>
              <a:t>26-07-2021</a:t>
            </a:fld>
            <a:endParaRPr lang="en-IN"/>
          </a:p>
        </p:txBody>
      </p:sp>
      <p:sp>
        <p:nvSpPr>
          <p:cNvPr id="5" name="Footer Placeholder 4">
            <a:extLst>
              <a:ext uri="{FF2B5EF4-FFF2-40B4-BE49-F238E27FC236}">
                <a16:creationId xmlns:a16="http://schemas.microsoft.com/office/drawing/2014/main" id="{D8858C05-6C87-48A1-9D56-7538244640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F6870E-C7A1-4D3E-8D05-DB47CC3EDBC7}"/>
              </a:ext>
            </a:extLst>
          </p:cNvPr>
          <p:cNvSpPr>
            <a:spLocks noGrp="1"/>
          </p:cNvSpPr>
          <p:nvPr>
            <p:ph type="sldNum" sz="quarter" idx="12"/>
          </p:nvPr>
        </p:nvSpPr>
        <p:spPr/>
        <p:txBody>
          <a:bodyPr/>
          <a:lstStyle/>
          <a:p>
            <a:fld id="{FE129A47-AFA3-4BCA-9F56-707F816FDABA}" type="slidenum">
              <a:rPr lang="en-IN" smtClean="0"/>
              <a:t>‹#›</a:t>
            </a:fld>
            <a:endParaRPr lang="en-IN"/>
          </a:p>
        </p:txBody>
      </p:sp>
    </p:spTree>
    <p:extLst>
      <p:ext uri="{BB962C8B-B14F-4D97-AF65-F5344CB8AC3E}">
        <p14:creationId xmlns:p14="http://schemas.microsoft.com/office/powerpoint/2010/main" val="137214637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9402597" y="4102100"/>
            <a:ext cx="2319503" cy="1725448"/>
          </a:xfrm>
        </p:spPr>
        <p:txBody>
          <a:bodyPr anchor="ctr" anchorCtr="0"/>
          <a:lstStyle>
            <a:lvl1pPr algn="ctr">
              <a:defRPr sz="1200"/>
            </a:lvl1pPr>
          </a:lstStyle>
          <a:p>
            <a:r>
              <a:rPr lang="en-GB" sz="1200" noProof="0" dirty="0"/>
              <a:t>Insert sponsorship mark here</a:t>
            </a:r>
            <a:endParaRPr lang="en-GB" noProof="0" dirty="0"/>
          </a:p>
        </p:txBody>
      </p:sp>
      <p:sp>
        <p:nvSpPr>
          <p:cNvPr id="8" name="Text Placeholder 7"/>
          <p:cNvSpPr>
            <a:spLocks noGrp="1"/>
          </p:cNvSpPr>
          <p:nvPr>
            <p:ph type="body" sz="quarter" idx="15"/>
          </p:nvPr>
        </p:nvSpPr>
        <p:spPr>
          <a:xfrm>
            <a:off x="9402598" y="5935479"/>
            <a:ext cx="2319501" cy="363723"/>
          </a:xfrm>
        </p:spPr>
        <p:txBody>
          <a:bodyPr anchor="b" anchorCtr="0"/>
          <a:lstStyle>
            <a:lvl1pPr>
              <a:lnSpc>
                <a:spcPct val="100000"/>
              </a:lnSpc>
              <a:defRPr sz="1267"/>
            </a:lvl1pPr>
          </a:lstStyle>
          <a:p>
            <a:pPr lvl="0"/>
            <a:r>
              <a:rPr lang="en-GB" noProof="0"/>
              <a:t>Edit Master text styles</a:t>
            </a:r>
            <a:endParaRPr lang="en-GB"/>
          </a:p>
        </p:txBody>
      </p:sp>
      <p:sp>
        <p:nvSpPr>
          <p:cNvPr id="20" name="SD_ART_Logo"/>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37916276" name="LogoDisclaimerPage"/>
          <p:cNvPicPr>
            <a:picLocks noChangeAspect="1"/>
          </p:cNvPicPr>
          <p:nvPr/>
        </p:nvPicPr>
        <p:blipFill>
          <a:blip r:embed="rId2"/>
          <a:stretch>
            <a:fillRect/>
          </a:stretch>
        </p:blipFill>
        <p:spPr>
          <a:xfrm>
            <a:off x="475200" y="464400"/>
            <a:ext cx="1655999" cy="725867"/>
          </a:xfrm>
          <a:prstGeom prst="rect">
            <a:avLst/>
          </a:prstGeom>
        </p:spPr>
      </p:pic>
      <p:sp>
        <p:nvSpPr>
          <p:cNvPr id="2" name="Footer Placeholder 1"/>
          <p:cNvSpPr>
            <a:spLocks noGrp="1"/>
          </p:cNvSpPr>
          <p:nvPr>
            <p:ph type="ftr" sz="quarter" idx="16"/>
          </p:nvPr>
        </p:nvSpPr>
        <p:spPr>
          <a:xfrm>
            <a:off x="6184900" y="6476999"/>
            <a:ext cx="4536726"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383725551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p:txBody>
          <a:bodyPr/>
          <a:lstStyle/>
          <a:p>
            <a:endParaRPr lang="en-GB" dirty="0"/>
          </a:p>
        </p:txBody>
      </p:sp>
      <p:sp>
        <p:nvSpPr>
          <p:cNvPr id="6" name="TextBox 5"/>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2019 Deloitte Touche Tohmatsu India LLP</a:t>
            </a:r>
          </a:p>
        </p:txBody>
      </p:sp>
    </p:spTree>
    <p:extLst>
      <p:ext uri="{BB962C8B-B14F-4D97-AF65-F5344CB8AC3E}">
        <p14:creationId xmlns:p14="http://schemas.microsoft.com/office/powerpoint/2010/main" val="282547626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oleObject" Target="../embeddings/oleObject1.bin"/><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5.xml"/><Relationship Id="rId18" Type="http://schemas.openxmlformats.org/officeDocument/2006/relationships/slideLayout" Target="../slideLayouts/slideLayout60.xml"/><Relationship Id="rId26" Type="http://schemas.openxmlformats.org/officeDocument/2006/relationships/slideLayout" Target="../slideLayouts/slideLayout68.xml"/><Relationship Id="rId39" Type="http://schemas.openxmlformats.org/officeDocument/2006/relationships/slideLayout" Target="../slideLayouts/slideLayout81.xml"/><Relationship Id="rId21" Type="http://schemas.openxmlformats.org/officeDocument/2006/relationships/slideLayout" Target="../slideLayouts/slideLayout63.xml"/><Relationship Id="rId34" Type="http://schemas.openxmlformats.org/officeDocument/2006/relationships/slideLayout" Target="../slideLayouts/slideLayout76.xml"/><Relationship Id="rId42" Type="http://schemas.openxmlformats.org/officeDocument/2006/relationships/slideLayout" Target="../slideLayouts/slideLayout84.xml"/><Relationship Id="rId47" Type="http://schemas.openxmlformats.org/officeDocument/2006/relationships/oleObject" Target="../embeddings/oleObject1.bin"/><Relationship Id="rId7" Type="http://schemas.openxmlformats.org/officeDocument/2006/relationships/slideLayout" Target="../slideLayouts/slideLayout49.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29" Type="http://schemas.openxmlformats.org/officeDocument/2006/relationships/slideLayout" Target="../slideLayouts/slideLayout71.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24" Type="http://schemas.openxmlformats.org/officeDocument/2006/relationships/slideLayout" Target="../slideLayouts/slideLayout66.xml"/><Relationship Id="rId32" Type="http://schemas.openxmlformats.org/officeDocument/2006/relationships/slideLayout" Target="../slideLayouts/slideLayout74.xml"/><Relationship Id="rId37" Type="http://schemas.openxmlformats.org/officeDocument/2006/relationships/slideLayout" Target="../slideLayouts/slideLayout79.xml"/><Relationship Id="rId40" Type="http://schemas.openxmlformats.org/officeDocument/2006/relationships/slideLayout" Target="../slideLayouts/slideLayout82.xml"/><Relationship Id="rId45" Type="http://schemas.openxmlformats.org/officeDocument/2006/relationships/vmlDrawing" Target="../drawings/vmlDrawing3.vml"/><Relationship Id="rId5" Type="http://schemas.openxmlformats.org/officeDocument/2006/relationships/slideLayout" Target="../slideLayouts/slideLayout47.xml"/><Relationship Id="rId15" Type="http://schemas.openxmlformats.org/officeDocument/2006/relationships/slideLayout" Target="../slideLayouts/slideLayout57.xml"/><Relationship Id="rId23" Type="http://schemas.openxmlformats.org/officeDocument/2006/relationships/slideLayout" Target="../slideLayouts/slideLayout65.xml"/><Relationship Id="rId28" Type="http://schemas.openxmlformats.org/officeDocument/2006/relationships/slideLayout" Target="../slideLayouts/slideLayout70.xml"/><Relationship Id="rId36" Type="http://schemas.openxmlformats.org/officeDocument/2006/relationships/slideLayout" Target="../slideLayouts/slideLayout78.xml"/><Relationship Id="rId10" Type="http://schemas.openxmlformats.org/officeDocument/2006/relationships/slideLayout" Target="../slideLayouts/slideLayout52.xml"/><Relationship Id="rId19" Type="http://schemas.openxmlformats.org/officeDocument/2006/relationships/slideLayout" Target="../slideLayouts/slideLayout61.xml"/><Relationship Id="rId31" Type="http://schemas.openxmlformats.org/officeDocument/2006/relationships/slideLayout" Target="../slideLayouts/slideLayout73.xml"/><Relationship Id="rId44" Type="http://schemas.openxmlformats.org/officeDocument/2006/relationships/theme" Target="../theme/theme2.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 Id="rId22" Type="http://schemas.openxmlformats.org/officeDocument/2006/relationships/slideLayout" Target="../slideLayouts/slideLayout64.xml"/><Relationship Id="rId27" Type="http://schemas.openxmlformats.org/officeDocument/2006/relationships/slideLayout" Target="../slideLayouts/slideLayout69.xml"/><Relationship Id="rId30" Type="http://schemas.openxmlformats.org/officeDocument/2006/relationships/slideLayout" Target="../slideLayouts/slideLayout72.xml"/><Relationship Id="rId35" Type="http://schemas.openxmlformats.org/officeDocument/2006/relationships/slideLayout" Target="../slideLayouts/slideLayout77.xml"/><Relationship Id="rId43" Type="http://schemas.openxmlformats.org/officeDocument/2006/relationships/slideLayout" Target="../slideLayouts/slideLayout85.xml"/><Relationship Id="rId48" Type="http://schemas.openxmlformats.org/officeDocument/2006/relationships/image" Target="../media/image1.emf"/><Relationship Id="rId8" Type="http://schemas.openxmlformats.org/officeDocument/2006/relationships/slideLayout" Target="../slideLayouts/slideLayout50.xml"/><Relationship Id="rId3" Type="http://schemas.openxmlformats.org/officeDocument/2006/relationships/slideLayout" Target="../slideLayouts/slideLayout45.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5" Type="http://schemas.openxmlformats.org/officeDocument/2006/relationships/slideLayout" Target="../slideLayouts/slideLayout67.xml"/><Relationship Id="rId33" Type="http://schemas.openxmlformats.org/officeDocument/2006/relationships/slideLayout" Target="../slideLayouts/slideLayout75.xml"/><Relationship Id="rId38" Type="http://schemas.openxmlformats.org/officeDocument/2006/relationships/slideLayout" Target="../slideLayouts/slideLayout80.xml"/><Relationship Id="rId46" Type="http://schemas.openxmlformats.org/officeDocument/2006/relationships/tags" Target="../tags/tag4.xml"/><Relationship Id="rId20" Type="http://schemas.openxmlformats.org/officeDocument/2006/relationships/slideLayout" Target="../slideLayouts/slideLayout62.xml"/><Relationship Id="rId41" Type="http://schemas.openxmlformats.org/officeDocument/2006/relationships/slideLayout" Target="../slideLayouts/slideLayout8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5"/>
            </p:custDataLst>
            <p:extLst>
              <p:ext uri="{D42A27DB-BD31-4B8C-83A1-F6EECF244321}">
                <p14:modId xmlns:p14="http://schemas.microsoft.com/office/powerpoint/2010/main" val="3009010674"/>
              </p:ext>
            </p:ext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spid="_x0000_s1222" name="think-cell Slide" r:id="rId46" imgW="270" imgH="270" progId="TCLayout.ActiveDocument.1">
                  <p:embed/>
                </p:oleObj>
              </mc:Choice>
              <mc:Fallback>
                <p:oleObj name="think-cell Slide" r:id="rId46" imgW="270" imgH="270" progId="TCLayout.ActiveDocument.1">
                  <p:embed/>
                  <p:pic>
                    <p:nvPicPr>
                      <p:cNvPr id="4" name="Object 3" hidden="1"/>
                      <p:cNvPicPr/>
                      <p:nvPr/>
                    </p:nvPicPr>
                    <p:blipFill>
                      <a:blip r:embed="rId47"/>
                      <a:stretch>
                        <a:fillRect/>
                      </a:stretch>
                    </p:blipFill>
                    <p:spPr>
                      <a:xfrm>
                        <a:off x="2119" y="1590"/>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692150"/>
          </a:xfrm>
          <a:prstGeom prst="rect">
            <a:avLst/>
          </a:prstGeom>
        </p:spPr>
        <p:txBody>
          <a:bodyPr vert="horz" lIns="0" tIns="0" rIns="0" bIns="0" rtlCol="0" anchor="t" anchorCtr="0">
            <a:noAutofit/>
          </a:bodyPr>
          <a:lstStyle/>
          <a:p>
            <a:r>
              <a:rPr lang="en-US" noProof="0" dirty="0"/>
              <a:t>Click to edit Master title style</a:t>
            </a:r>
          </a:p>
        </p:txBody>
      </p:sp>
      <p:sp>
        <p:nvSpPr>
          <p:cNvPr id="19" name="Text Placeholder 18"/>
          <p:cNvSpPr>
            <a:spLocks noGrp="1"/>
          </p:cNvSpPr>
          <p:nvPr>
            <p:ph type="body" idx="1"/>
          </p:nvPr>
        </p:nvSpPr>
        <p:spPr>
          <a:xfrm>
            <a:off x="501651" y="1665290"/>
            <a:ext cx="11188700" cy="4716462"/>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extBox 2"/>
          <p:cNvSpPr txBox="1"/>
          <p:nvPr userDrawn="1"/>
        </p:nvSpPr>
        <p:spPr>
          <a:xfrm>
            <a:off x="11382378" y="6477002"/>
            <a:ext cx="307975" cy="100027"/>
          </a:xfrm>
          <a:prstGeom prst="rect">
            <a:avLst/>
          </a:prstGeom>
          <a:noFill/>
        </p:spPr>
        <p:txBody>
          <a:bodyPr wrap="square" lIns="0" tIns="0" rIns="0" bIns="0" rtlCol="0">
            <a:noAutofit/>
          </a:bodyPr>
          <a:lstStyle/>
          <a:p>
            <a:pPr marL="0" indent="0" algn="r">
              <a:spcBef>
                <a:spcPts val="566"/>
              </a:spcBef>
              <a:buSzPct val="100000"/>
              <a:buFont typeface="Arial"/>
              <a:buNone/>
            </a:pPr>
            <a:fld id="{C58DF478-B544-4ED8-9ED4-6A2648E2D233}" type="slidenum">
              <a:rPr lang="en-US" sz="599" noProof="0" smtClean="0">
                <a:solidFill>
                  <a:schemeClr val="tx1"/>
                </a:solidFill>
              </a:rPr>
              <a:pPr marL="0" indent="0" algn="r">
                <a:spcBef>
                  <a:spcPts val="566"/>
                </a:spcBef>
                <a:buSzPct val="100000"/>
                <a:buFont typeface="Arial"/>
                <a:buNone/>
              </a:pPr>
              <a:t>‹#›</a:t>
            </a:fld>
            <a:endParaRPr lang="en-US" sz="599" noProof="0" dirty="0">
              <a:solidFill>
                <a:schemeClr val="tx1"/>
              </a:solidFill>
            </a:endParaRPr>
          </a:p>
        </p:txBody>
      </p:sp>
    </p:spTree>
    <p:extLst>
      <p:ext uri="{BB962C8B-B14F-4D97-AF65-F5344CB8AC3E}">
        <p14:creationId xmlns:p14="http://schemas.microsoft.com/office/powerpoint/2010/main" val="12995983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 id="2147483702" r:id="rId30"/>
    <p:sldLayoutId id="2147483703" r:id="rId31"/>
    <p:sldLayoutId id="2147483704" r:id="rId32"/>
    <p:sldLayoutId id="2147483705" r:id="rId33"/>
    <p:sldLayoutId id="2147483706" r:id="rId34"/>
    <p:sldLayoutId id="2147483707" r:id="rId35"/>
    <p:sldLayoutId id="2147483708" r:id="rId36"/>
    <p:sldLayoutId id="2147483709" r:id="rId37"/>
    <p:sldLayoutId id="2147483710" r:id="rId38"/>
    <p:sldLayoutId id="2147483711" r:id="rId39"/>
    <p:sldLayoutId id="2147483712" r:id="rId40"/>
    <p:sldLayoutId id="2147483755" r:id="rId41"/>
    <p:sldLayoutId id="2147483758" r:id="rId42"/>
  </p:sldLayoutIdLst>
  <p:transition>
    <p:fade/>
  </p:transition>
  <p:hf hdr="0" dt="0"/>
  <p:txStyles>
    <p:titleStyle>
      <a:lvl1pPr algn="l" defTabSz="862686" rtl="0" eaLnBrk="1" latinLnBrk="0" hangingPunct="1">
        <a:spcBef>
          <a:spcPct val="0"/>
        </a:spcBef>
        <a:buNone/>
        <a:defRPr sz="1711" kern="1200">
          <a:solidFill>
            <a:schemeClr val="tx1"/>
          </a:solidFill>
          <a:latin typeface="+mj-lt"/>
          <a:ea typeface="+mj-ea"/>
          <a:cs typeface="+mj-cs"/>
        </a:defRPr>
      </a:lvl1pPr>
    </p:titleStyle>
    <p:bodyStyle>
      <a:lvl1pPr marL="0" indent="0" algn="l" defTabSz="862686" rtl="0" eaLnBrk="1" latinLnBrk="0" hangingPunct="1">
        <a:spcBef>
          <a:spcPts val="0"/>
        </a:spcBef>
        <a:spcAft>
          <a:spcPts val="944"/>
        </a:spcAft>
        <a:buSzPct val="100000"/>
        <a:buFont typeface="Arial" panose="020B0604020202020204" pitchFamily="34" charset="0"/>
        <a:buNone/>
        <a:defRPr sz="856" b="0" kern="1200">
          <a:solidFill>
            <a:schemeClr val="tx1"/>
          </a:solidFill>
          <a:latin typeface="+mn-lt"/>
          <a:ea typeface="+mn-ea"/>
          <a:cs typeface="+mn-cs"/>
        </a:defRPr>
      </a:lvl1pPr>
      <a:lvl2pPr marL="0" indent="0" algn="l" defTabSz="862686" rtl="0" eaLnBrk="1" latinLnBrk="0" hangingPunct="1">
        <a:spcBef>
          <a:spcPts val="0"/>
        </a:spcBef>
        <a:spcAft>
          <a:spcPts val="944"/>
        </a:spcAft>
        <a:buClrTx/>
        <a:buSzPct val="100000"/>
        <a:buFont typeface="Arial"/>
        <a:buNone/>
        <a:defRPr lang="en-US" sz="856" b="1" kern="1200" dirty="0" smtClean="0">
          <a:solidFill>
            <a:schemeClr val="tx1"/>
          </a:solidFill>
          <a:latin typeface="+mn-lt"/>
          <a:ea typeface="+mn-ea"/>
          <a:cs typeface="+mn-cs"/>
        </a:defRPr>
      </a:lvl2pPr>
      <a:lvl3pPr marL="166424" indent="-166424" algn="l" defTabSz="862686" rtl="0" eaLnBrk="1" latinLnBrk="0" hangingPunct="1">
        <a:spcBef>
          <a:spcPts val="0"/>
        </a:spcBef>
        <a:spcAft>
          <a:spcPts val="944"/>
        </a:spcAft>
        <a:buClrTx/>
        <a:buSzPct val="100000"/>
        <a:buFont typeface="Arial" panose="020B0604020202020204" pitchFamily="34" charset="0"/>
        <a:buChar char="•"/>
        <a:defRPr lang="en-US" sz="856" kern="1200" dirty="0" smtClean="0">
          <a:solidFill>
            <a:schemeClr val="tx1"/>
          </a:solidFill>
          <a:latin typeface="+mn-lt"/>
          <a:ea typeface="+mn-ea"/>
          <a:cs typeface="+mn-cs"/>
        </a:defRPr>
      </a:lvl3pPr>
      <a:lvl4pPr marL="336244" indent="-166424" algn="l" defTabSz="862686" rtl="0" eaLnBrk="1" latinLnBrk="0" hangingPunct="1">
        <a:spcBef>
          <a:spcPts val="0"/>
        </a:spcBef>
        <a:spcAft>
          <a:spcPts val="944"/>
        </a:spcAft>
        <a:buClrTx/>
        <a:buSzPct val="100000"/>
        <a:buFont typeface="Verdana" panose="020B0604030504040204" pitchFamily="34" charset="0"/>
        <a:buChar char="−"/>
        <a:defRPr lang="en-US" sz="856" kern="1200" baseline="0" dirty="0" smtClean="0">
          <a:solidFill>
            <a:schemeClr val="tx1"/>
          </a:solidFill>
          <a:latin typeface="+mn-lt"/>
          <a:ea typeface="+mn-ea"/>
          <a:cs typeface="+mn-cs"/>
        </a:defRPr>
      </a:lvl4pPr>
      <a:lvl5pPr marL="502668" indent="-166424" algn="l" defTabSz="753353" rtl="0" eaLnBrk="1" latinLnBrk="0" hangingPunct="1">
        <a:spcBef>
          <a:spcPts val="0"/>
        </a:spcBef>
        <a:spcAft>
          <a:spcPts val="944"/>
        </a:spcAft>
        <a:buClrTx/>
        <a:buSzPct val="100000"/>
        <a:buFont typeface="Verdana" panose="020B0604030504040204" pitchFamily="34" charset="0"/>
        <a:buChar char="−"/>
        <a:tabLst/>
        <a:defRPr lang="en-US" sz="856" kern="1200" baseline="0" dirty="0" smtClean="0">
          <a:solidFill>
            <a:schemeClr val="tx1"/>
          </a:solidFill>
          <a:latin typeface="+mn-lt"/>
          <a:ea typeface="+mn-ea"/>
          <a:cs typeface="+mn-cs"/>
        </a:defRPr>
      </a:lvl5pPr>
      <a:lvl6pPr marL="502668" indent="-166424" algn="l" defTabSz="862686" rtl="0" eaLnBrk="1" latinLnBrk="0" hangingPunct="1">
        <a:spcBef>
          <a:spcPts val="0"/>
        </a:spcBef>
        <a:spcAft>
          <a:spcPts val="944"/>
        </a:spcAft>
        <a:buFont typeface="Verdana" panose="020B0604030504040204" pitchFamily="34" charset="0"/>
        <a:buChar char="−"/>
        <a:defRPr sz="1132" kern="1200" baseline="0">
          <a:solidFill>
            <a:schemeClr val="tx1"/>
          </a:solidFill>
          <a:latin typeface="+mn-lt"/>
          <a:ea typeface="+mn-ea"/>
          <a:cs typeface="+mn-cs"/>
        </a:defRPr>
      </a:lvl6pPr>
      <a:lvl7pPr marL="502668" indent="-166424" algn="l" defTabSz="862686" rtl="0" eaLnBrk="1" latinLnBrk="0" hangingPunct="1">
        <a:spcBef>
          <a:spcPts val="0"/>
        </a:spcBef>
        <a:spcAft>
          <a:spcPts val="944"/>
        </a:spcAft>
        <a:buFont typeface="Verdana" panose="020B0604030504040204" pitchFamily="34" charset="0"/>
        <a:buChar char="−"/>
        <a:defRPr sz="1132" kern="1200">
          <a:solidFill>
            <a:schemeClr val="tx1"/>
          </a:solidFill>
          <a:latin typeface="+mn-lt"/>
          <a:ea typeface="+mn-ea"/>
          <a:cs typeface="+mn-cs"/>
        </a:defRPr>
      </a:lvl7pPr>
      <a:lvl8pPr marL="502668" indent="-166424" algn="l" defTabSz="862686" rtl="0" eaLnBrk="1" latinLnBrk="0" hangingPunct="1">
        <a:spcBef>
          <a:spcPts val="0"/>
        </a:spcBef>
        <a:spcAft>
          <a:spcPts val="944"/>
        </a:spcAft>
        <a:buFont typeface="Verdana" panose="020B0604030504040204" pitchFamily="34" charset="0"/>
        <a:buChar char="−"/>
        <a:defRPr sz="1132" kern="1200" baseline="0">
          <a:solidFill>
            <a:schemeClr val="tx1"/>
          </a:solidFill>
          <a:latin typeface="+mn-lt"/>
          <a:ea typeface="+mn-ea"/>
          <a:cs typeface="+mn-cs"/>
        </a:defRPr>
      </a:lvl8pPr>
      <a:lvl9pPr marL="502668" indent="-166424" algn="l" defTabSz="862686" rtl="0" eaLnBrk="1" latinLnBrk="0" hangingPunct="1">
        <a:spcBef>
          <a:spcPts val="0"/>
        </a:spcBef>
        <a:spcAft>
          <a:spcPts val="944"/>
        </a:spcAft>
        <a:buFont typeface="Verdana" panose="020B0604030504040204" pitchFamily="34" charset="0"/>
        <a:buChar char="−"/>
        <a:defRPr sz="1132" kern="1200" baseline="0">
          <a:solidFill>
            <a:schemeClr val="tx1"/>
          </a:solidFill>
          <a:latin typeface="+mn-lt"/>
          <a:ea typeface="+mn-ea"/>
          <a:cs typeface="+mn-cs"/>
        </a:defRPr>
      </a:lvl9pPr>
    </p:bodyStyle>
    <p:otherStyle>
      <a:defPPr>
        <a:defRPr lang="en-US"/>
      </a:defPPr>
      <a:lvl1pPr marL="0" algn="l" defTabSz="862686" rtl="0" eaLnBrk="1" latinLnBrk="0" hangingPunct="1">
        <a:defRPr sz="1698" kern="1200">
          <a:solidFill>
            <a:schemeClr val="tx1"/>
          </a:solidFill>
          <a:latin typeface="+mn-lt"/>
          <a:ea typeface="+mn-ea"/>
          <a:cs typeface="+mn-cs"/>
        </a:defRPr>
      </a:lvl1pPr>
      <a:lvl2pPr marL="431343" algn="l" defTabSz="862686" rtl="0" eaLnBrk="1" latinLnBrk="0" hangingPunct="1">
        <a:defRPr sz="1698" kern="1200">
          <a:solidFill>
            <a:schemeClr val="tx1"/>
          </a:solidFill>
          <a:latin typeface="+mn-lt"/>
          <a:ea typeface="+mn-ea"/>
          <a:cs typeface="+mn-cs"/>
        </a:defRPr>
      </a:lvl2pPr>
      <a:lvl3pPr marL="862686" algn="l" defTabSz="862686" rtl="0" eaLnBrk="1" latinLnBrk="0" hangingPunct="1">
        <a:defRPr sz="1698" kern="1200">
          <a:solidFill>
            <a:schemeClr val="tx1"/>
          </a:solidFill>
          <a:latin typeface="+mn-lt"/>
          <a:ea typeface="+mn-ea"/>
          <a:cs typeface="+mn-cs"/>
        </a:defRPr>
      </a:lvl3pPr>
      <a:lvl4pPr marL="1294029" algn="l" defTabSz="862686" rtl="0" eaLnBrk="1" latinLnBrk="0" hangingPunct="1">
        <a:defRPr sz="1698" kern="1200">
          <a:solidFill>
            <a:schemeClr val="tx1"/>
          </a:solidFill>
          <a:latin typeface="+mn-lt"/>
          <a:ea typeface="+mn-ea"/>
          <a:cs typeface="+mn-cs"/>
        </a:defRPr>
      </a:lvl4pPr>
      <a:lvl5pPr marL="1725373" algn="l" defTabSz="862686" rtl="0" eaLnBrk="1" latinLnBrk="0" hangingPunct="1">
        <a:defRPr sz="1698" kern="1200">
          <a:solidFill>
            <a:schemeClr val="tx1"/>
          </a:solidFill>
          <a:latin typeface="+mn-lt"/>
          <a:ea typeface="+mn-ea"/>
          <a:cs typeface="+mn-cs"/>
        </a:defRPr>
      </a:lvl5pPr>
      <a:lvl6pPr marL="2156716" algn="l" defTabSz="862686" rtl="0" eaLnBrk="1" latinLnBrk="0" hangingPunct="1">
        <a:defRPr sz="1698" kern="1200">
          <a:solidFill>
            <a:schemeClr val="tx1"/>
          </a:solidFill>
          <a:latin typeface="+mn-lt"/>
          <a:ea typeface="+mn-ea"/>
          <a:cs typeface="+mn-cs"/>
        </a:defRPr>
      </a:lvl6pPr>
      <a:lvl7pPr marL="2588059" algn="l" defTabSz="862686" rtl="0" eaLnBrk="1" latinLnBrk="0" hangingPunct="1">
        <a:defRPr sz="1698" kern="1200">
          <a:solidFill>
            <a:schemeClr val="tx1"/>
          </a:solidFill>
          <a:latin typeface="+mn-lt"/>
          <a:ea typeface="+mn-ea"/>
          <a:cs typeface="+mn-cs"/>
        </a:defRPr>
      </a:lvl7pPr>
      <a:lvl8pPr marL="3019403" algn="l" defTabSz="862686" rtl="0" eaLnBrk="1" latinLnBrk="0" hangingPunct="1">
        <a:defRPr sz="1698" kern="1200">
          <a:solidFill>
            <a:schemeClr val="tx1"/>
          </a:solidFill>
          <a:latin typeface="+mn-lt"/>
          <a:ea typeface="+mn-ea"/>
          <a:cs typeface="+mn-cs"/>
        </a:defRPr>
      </a:lvl8pPr>
      <a:lvl9pPr marL="3450746" algn="l" defTabSz="862686" rtl="0" eaLnBrk="1" latinLnBrk="0" hangingPunct="1">
        <a:defRPr sz="1698"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443" userDrawn="1">
          <p15:clr>
            <a:srgbClr val="F26B43"/>
          </p15:clr>
        </p15:guide>
        <p15:guide id="4" pos="369" userDrawn="1">
          <p15:clr>
            <a:srgbClr val="F26B43"/>
          </p15:clr>
        </p15:guide>
        <p15:guide id="5" pos="8619" userDrawn="1">
          <p15:clr>
            <a:srgbClr val="F26B43"/>
          </p15:clr>
        </p15:guide>
        <p15:guide id="11" orient="horz" pos="219" userDrawn="1">
          <p15:clr>
            <a:srgbClr val="F26B43"/>
          </p15:clr>
        </p15:guide>
        <p15:guide id="21" orient="horz" pos="115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6"/>
            </p:custDataLst>
            <p:extLst>
              <p:ext uri="{D42A27DB-BD31-4B8C-83A1-F6EECF244321}">
                <p14:modId xmlns:p14="http://schemas.microsoft.com/office/powerpoint/2010/main" val="2625191551"/>
              </p:ext>
            </p:ext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spid="_x0000_s2233" name="think-cell Slide" r:id="rId47" imgW="270" imgH="270" progId="TCLayout.ActiveDocument.1">
                  <p:embed/>
                </p:oleObj>
              </mc:Choice>
              <mc:Fallback>
                <p:oleObj name="think-cell Slide" r:id="rId47" imgW="270" imgH="270" progId="TCLayout.ActiveDocument.1">
                  <p:embed/>
                  <p:pic>
                    <p:nvPicPr>
                      <p:cNvPr id="4" name="Object 3" hidden="1"/>
                      <p:cNvPicPr/>
                      <p:nvPr/>
                    </p:nvPicPr>
                    <p:blipFill>
                      <a:blip r:embed="rId48"/>
                      <a:stretch>
                        <a:fillRect/>
                      </a:stretch>
                    </p:blipFill>
                    <p:spPr>
                      <a:xfrm>
                        <a:off x="2119" y="1590"/>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692150"/>
          </a:xfrm>
          <a:prstGeom prst="rect">
            <a:avLst/>
          </a:prstGeom>
        </p:spPr>
        <p:txBody>
          <a:bodyPr vert="horz" lIns="0" tIns="0" rIns="0" bIns="0" rtlCol="0" anchor="t" anchorCtr="0">
            <a:noAutofit/>
          </a:bodyPr>
          <a:lstStyle/>
          <a:p>
            <a:r>
              <a:rPr lang="en-US" noProof="0" dirty="0"/>
              <a:t>Click to edit Master title style</a:t>
            </a:r>
          </a:p>
        </p:txBody>
      </p:sp>
      <p:sp>
        <p:nvSpPr>
          <p:cNvPr id="19" name="Text Placeholder 18"/>
          <p:cNvSpPr>
            <a:spLocks noGrp="1"/>
          </p:cNvSpPr>
          <p:nvPr>
            <p:ph type="body" idx="1"/>
          </p:nvPr>
        </p:nvSpPr>
        <p:spPr>
          <a:xfrm>
            <a:off x="501651" y="1665290"/>
            <a:ext cx="11188700" cy="4716462"/>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extBox 2"/>
          <p:cNvSpPr txBox="1"/>
          <p:nvPr userDrawn="1"/>
        </p:nvSpPr>
        <p:spPr>
          <a:xfrm>
            <a:off x="11382378" y="6477002"/>
            <a:ext cx="307975" cy="100027"/>
          </a:xfrm>
          <a:prstGeom prst="rect">
            <a:avLst/>
          </a:prstGeom>
          <a:noFill/>
        </p:spPr>
        <p:txBody>
          <a:bodyPr wrap="square" lIns="0" tIns="0" rIns="0" bIns="0" rtlCol="0">
            <a:noAutofit/>
          </a:bodyPr>
          <a:lstStyle/>
          <a:p>
            <a:pPr marL="0" indent="0" algn="r">
              <a:spcBef>
                <a:spcPts val="566"/>
              </a:spcBef>
              <a:buSzPct val="100000"/>
              <a:buFont typeface="Arial"/>
              <a:buNone/>
            </a:pPr>
            <a:fld id="{C58DF478-B544-4ED8-9ED4-6A2648E2D233}" type="slidenum">
              <a:rPr lang="en-US" sz="599" noProof="0" smtClean="0">
                <a:solidFill>
                  <a:schemeClr val="tx1"/>
                </a:solidFill>
              </a:rPr>
              <a:pPr marL="0" indent="0" algn="r">
                <a:spcBef>
                  <a:spcPts val="566"/>
                </a:spcBef>
                <a:buSzPct val="100000"/>
                <a:buFont typeface="Arial"/>
                <a:buNone/>
              </a:pPr>
              <a:t>‹#›</a:t>
            </a:fld>
            <a:endParaRPr lang="en-US" sz="599" noProof="0" dirty="0">
              <a:solidFill>
                <a:schemeClr val="tx1"/>
              </a:solidFill>
            </a:endParaRPr>
          </a:p>
        </p:txBody>
      </p:sp>
    </p:spTree>
    <p:extLst>
      <p:ext uri="{BB962C8B-B14F-4D97-AF65-F5344CB8AC3E}">
        <p14:creationId xmlns:p14="http://schemas.microsoft.com/office/powerpoint/2010/main" val="2844928953"/>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 id="2147483741" r:id="rId28"/>
    <p:sldLayoutId id="2147483742"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 id="2147483753" r:id="rId40"/>
    <p:sldLayoutId id="2147483756" r:id="rId41"/>
    <p:sldLayoutId id="2147483757" r:id="rId42"/>
    <p:sldLayoutId id="2147483759" r:id="rId43"/>
  </p:sldLayoutIdLst>
  <p:transition>
    <p:fade/>
  </p:transition>
  <p:hf hdr="0" dt="0"/>
  <p:txStyles>
    <p:titleStyle>
      <a:lvl1pPr algn="l" defTabSz="862686" rtl="0" eaLnBrk="1" latinLnBrk="0" hangingPunct="1">
        <a:spcBef>
          <a:spcPct val="0"/>
        </a:spcBef>
        <a:buNone/>
        <a:defRPr sz="1711" kern="1200">
          <a:solidFill>
            <a:schemeClr val="tx1"/>
          </a:solidFill>
          <a:latin typeface="+mj-lt"/>
          <a:ea typeface="+mj-ea"/>
          <a:cs typeface="+mj-cs"/>
        </a:defRPr>
      </a:lvl1pPr>
    </p:titleStyle>
    <p:bodyStyle>
      <a:lvl1pPr marL="0" indent="0" algn="l" defTabSz="862686" rtl="0" eaLnBrk="1" latinLnBrk="0" hangingPunct="1">
        <a:spcBef>
          <a:spcPts val="0"/>
        </a:spcBef>
        <a:spcAft>
          <a:spcPts val="944"/>
        </a:spcAft>
        <a:buSzPct val="100000"/>
        <a:buFont typeface="Arial" panose="020B0604020202020204" pitchFamily="34" charset="0"/>
        <a:buNone/>
        <a:defRPr sz="856" b="0" kern="1200">
          <a:solidFill>
            <a:schemeClr val="tx1"/>
          </a:solidFill>
          <a:latin typeface="+mn-lt"/>
          <a:ea typeface="+mn-ea"/>
          <a:cs typeface="+mn-cs"/>
        </a:defRPr>
      </a:lvl1pPr>
      <a:lvl2pPr marL="0" indent="0" algn="l" defTabSz="862686" rtl="0" eaLnBrk="1" latinLnBrk="0" hangingPunct="1">
        <a:spcBef>
          <a:spcPts val="0"/>
        </a:spcBef>
        <a:spcAft>
          <a:spcPts val="944"/>
        </a:spcAft>
        <a:buClrTx/>
        <a:buSzPct val="100000"/>
        <a:buFont typeface="Arial"/>
        <a:buNone/>
        <a:defRPr lang="en-US" sz="856" b="1" kern="1200" dirty="0" smtClean="0">
          <a:solidFill>
            <a:schemeClr val="tx1"/>
          </a:solidFill>
          <a:latin typeface="+mn-lt"/>
          <a:ea typeface="+mn-ea"/>
          <a:cs typeface="+mn-cs"/>
        </a:defRPr>
      </a:lvl2pPr>
      <a:lvl3pPr marL="166424" indent="-166424" algn="l" defTabSz="862686" rtl="0" eaLnBrk="1" latinLnBrk="0" hangingPunct="1">
        <a:spcBef>
          <a:spcPts val="0"/>
        </a:spcBef>
        <a:spcAft>
          <a:spcPts val="944"/>
        </a:spcAft>
        <a:buClrTx/>
        <a:buSzPct val="100000"/>
        <a:buFont typeface="Arial" panose="020B0604020202020204" pitchFamily="34" charset="0"/>
        <a:buChar char="•"/>
        <a:defRPr lang="en-US" sz="856" kern="1200" dirty="0" smtClean="0">
          <a:solidFill>
            <a:schemeClr val="tx1"/>
          </a:solidFill>
          <a:latin typeface="+mn-lt"/>
          <a:ea typeface="+mn-ea"/>
          <a:cs typeface="+mn-cs"/>
        </a:defRPr>
      </a:lvl3pPr>
      <a:lvl4pPr marL="336244" indent="-166424" algn="l" defTabSz="862686" rtl="0" eaLnBrk="1" latinLnBrk="0" hangingPunct="1">
        <a:spcBef>
          <a:spcPts val="0"/>
        </a:spcBef>
        <a:spcAft>
          <a:spcPts val="944"/>
        </a:spcAft>
        <a:buClrTx/>
        <a:buSzPct val="100000"/>
        <a:buFont typeface="Verdana" panose="020B0604030504040204" pitchFamily="34" charset="0"/>
        <a:buChar char="−"/>
        <a:defRPr lang="en-US" sz="856" kern="1200" baseline="0" dirty="0" smtClean="0">
          <a:solidFill>
            <a:schemeClr val="tx1"/>
          </a:solidFill>
          <a:latin typeface="+mn-lt"/>
          <a:ea typeface="+mn-ea"/>
          <a:cs typeface="+mn-cs"/>
        </a:defRPr>
      </a:lvl4pPr>
      <a:lvl5pPr marL="502668" indent="-166424" algn="l" defTabSz="753353" rtl="0" eaLnBrk="1" latinLnBrk="0" hangingPunct="1">
        <a:spcBef>
          <a:spcPts val="0"/>
        </a:spcBef>
        <a:spcAft>
          <a:spcPts val="944"/>
        </a:spcAft>
        <a:buClrTx/>
        <a:buSzPct val="100000"/>
        <a:buFont typeface="Verdana" panose="020B0604030504040204" pitchFamily="34" charset="0"/>
        <a:buChar char="−"/>
        <a:tabLst/>
        <a:defRPr lang="en-US" sz="856" kern="1200" baseline="0" dirty="0" smtClean="0">
          <a:solidFill>
            <a:schemeClr val="tx1"/>
          </a:solidFill>
          <a:latin typeface="+mn-lt"/>
          <a:ea typeface="+mn-ea"/>
          <a:cs typeface="+mn-cs"/>
        </a:defRPr>
      </a:lvl5pPr>
      <a:lvl6pPr marL="502668" indent="-166424" algn="l" defTabSz="862686" rtl="0" eaLnBrk="1" latinLnBrk="0" hangingPunct="1">
        <a:spcBef>
          <a:spcPts val="0"/>
        </a:spcBef>
        <a:spcAft>
          <a:spcPts val="944"/>
        </a:spcAft>
        <a:buFont typeface="Verdana" panose="020B0604030504040204" pitchFamily="34" charset="0"/>
        <a:buChar char="−"/>
        <a:defRPr sz="1132" kern="1200" baseline="0">
          <a:solidFill>
            <a:schemeClr val="tx1"/>
          </a:solidFill>
          <a:latin typeface="+mn-lt"/>
          <a:ea typeface="+mn-ea"/>
          <a:cs typeface="+mn-cs"/>
        </a:defRPr>
      </a:lvl6pPr>
      <a:lvl7pPr marL="502668" indent="-166424" algn="l" defTabSz="862686" rtl="0" eaLnBrk="1" latinLnBrk="0" hangingPunct="1">
        <a:spcBef>
          <a:spcPts val="0"/>
        </a:spcBef>
        <a:spcAft>
          <a:spcPts val="944"/>
        </a:spcAft>
        <a:buFont typeface="Verdana" panose="020B0604030504040204" pitchFamily="34" charset="0"/>
        <a:buChar char="−"/>
        <a:defRPr sz="1132" kern="1200">
          <a:solidFill>
            <a:schemeClr val="tx1"/>
          </a:solidFill>
          <a:latin typeface="+mn-lt"/>
          <a:ea typeface="+mn-ea"/>
          <a:cs typeface="+mn-cs"/>
        </a:defRPr>
      </a:lvl7pPr>
      <a:lvl8pPr marL="502668" indent="-166424" algn="l" defTabSz="862686" rtl="0" eaLnBrk="1" latinLnBrk="0" hangingPunct="1">
        <a:spcBef>
          <a:spcPts val="0"/>
        </a:spcBef>
        <a:spcAft>
          <a:spcPts val="944"/>
        </a:spcAft>
        <a:buFont typeface="Verdana" panose="020B0604030504040204" pitchFamily="34" charset="0"/>
        <a:buChar char="−"/>
        <a:defRPr sz="1132" kern="1200" baseline="0">
          <a:solidFill>
            <a:schemeClr val="tx1"/>
          </a:solidFill>
          <a:latin typeface="+mn-lt"/>
          <a:ea typeface="+mn-ea"/>
          <a:cs typeface="+mn-cs"/>
        </a:defRPr>
      </a:lvl8pPr>
      <a:lvl9pPr marL="502668" indent="-166424" algn="l" defTabSz="862686" rtl="0" eaLnBrk="1" latinLnBrk="0" hangingPunct="1">
        <a:spcBef>
          <a:spcPts val="0"/>
        </a:spcBef>
        <a:spcAft>
          <a:spcPts val="944"/>
        </a:spcAft>
        <a:buFont typeface="Verdana" panose="020B0604030504040204" pitchFamily="34" charset="0"/>
        <a:buChar char="−"/>
        <a:defRPr sz="1132" kern="1200" baseline="0">
          <a:solidFill>
            <a:schemeClr val="tx1"/>
          </a:solidFill>
          <a:latin typeface="+mn-lt"/>
          <a:ea typeface="+mn-ea"/>
          <a:cs typeface="+mn-cs"/>
        </a:defRPr>
      </a:lvl9pPr>
    </p:bodyStyle>
    <p:otherStyle>
      <a:defPPr>
        <a:defRPr lang="en-US"/>
      </a:defPPr>
      <a:lvl1pPr marL="0" algn="l" defTabSz="862686" rtl="0" eaLnBrk="1" latinLnBrk="0" hangingPunct="1">
        <a:defRPr sz="1698" kern="1200">
          <a:solidFill>
            <a:schemeClr val="tx1"/>
          </a:solidFill>
          <a:latin typeface="+mn-lt"/>
          <a:ea typeface="+mn-ea"/>
          <a:cs typeface="+mn-cs"/>
        </a:defRPr>
      </a:lvl1pPr>
      <a:lvl2pPr marL="431343" algn="l" defTabSz="862686" rtl="0" eaLnBrk="1" latinLnBrk="0" hangingPunct="1">
        <a:defRPr sz="1698" kern="1200">
          <a:solidFill>
            <a:schemeClr val="tx1"/>
          </a:solidFill>
          <a:latin typeface="+mn-lt"/>
          <a:ea typeface="+mn-ea"/>
          <a:cs typeface="+mn-cs"/>
        </a:defRPr>
      </a:lvl2pPr>
      <a:lvl3pPr marL="862686" algn="l" defTabSz="862686" rtl="0" eaLnBrk="1" latinLnBrk="0" hangingPunct="1">
        <a:defRPr sz="1698" kern="1200">
          <a:solidFill>
            <a:schemeClr val="tx1"/>
          </a:solidFill>
          <a:latin typeface="+mn-lt"/>
          <a:ea typeface="+mn-ea"/>
          <a:cs typeface="+mn-cs"/>
        </a:defRPr>
      </a:lvl3pPr>
      <a:lvl4pPr marL="1294029" algn="l" defTabSz="862686" rtl="0" eaLnBrk="1" latinLnBrk="0" hangingPunct="1">
        <a:defRPr sz="1698" kern="1200">
          <a:solidFill>
            <a:schemeClr val="tx1"/>
          </a:solidFill>
          <a:latin typeface="+mn-lt"/>
          <a:ea typeface="+mn-ea"/>
          <a:cs typeface="+mn-cs"/>
        </a:defRPr>
      </a:lvl4pPr>
      <a:lvl5pPr marL="1725373" algn="l" defTabSz="862686" rtl="0" eaLnBrk="1" latinLnBrk="0" hangingPunct="1">
        <a:defRPr sz="1698" kern="1200">
          <a:solidFill>
            <a:schemeClr val="tx1"/>
          </a:solidFill>
          <a:latin typeface="+mn-lt"/>
          <a:ea typeface="+mn-ea"/>
          <a:cs typeface="+mn-cs"/>
        </a:defRPr>
      </a:lvl5pPr>
      <a:lvl6pPr marL="2156716" algn="l" defTabSz="862686" rtl="0" eaLnBrk="1" latinLnBrk="0" hangingPunct="1">
        <a:defRPr sz="1698" kern="1200">
          <a:solidFill>
            <a:schemeClr val="tx1"/>
          </a:solidFill>
          <a:latin typeface="+mn-lt"/>
          <a:ea typeface="+mn-ea"/>
          <a:cs typeface="+mn-cs"/>
        </a:defRPr>
      </a:lvl6pPr>
      <a:lvl7pPr marL="2588059" algn="l" defTabSz="862686" rtl="0" eaLnBrk="1" latinLnBrk="0" hangingPunct="1">
        <a:defRPr sz="1698" kern="1200">
          <a:solidFill>
            <a:schemeClr val="tx1"/>
          </a:solidFill>
          <a:latin typeface="+mn-lt"/>
          <a:ea typeface="+mn-ea"/>
          <a:cs typeface="+mn-cs"/>
        </a:defRPr>
      </a:lvl7pPr>
      <a:lvl8pPr marL="3019403" algn="l" defTabSz="862686" rtl="0" eaLnBrk="1" latinLnBrk="0" hangingPunct="1">
        <a:defRPr sz="1698" kern="1200">
          <a:solidFill>
            <a:schemeClr val="tx1"/>
          </a:solidFill>
          <a:latin typeface="+mn-lt"/>
          <a:ea typeface="+mn-ea"/>
          <a:cs typeface="+mn-cs"/>
        </a:defRPr>
      </a:lvl8pPr>
      <a:lvl9pPr marL="3450746" algn="l" defTabSz="862686" rtl="0" eaLnBrk="1" latinLnBrk="0" hangingPunct="1">
        <a:defRPr sz="1698"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443" userDrawn="1">
          <p15:clr>
            <a:srgbClr val="F26B43"/>
          </p15:clr>
        </p15:guide>
        <p15:guide id="4" pos="369" userDrawn="1">
          <p15:clr>
            <a:srgbClr val="F26B43"/>
          </p15:clr>
        </p15:guide>
        <p15:guide id="5" pos="8619" userDrawn="1">
          <p15:clr>
            <a:srgbClr val="F26B43"/>
          </p15:clr>
        </p15:guide>
        <p15:guide id="11" orient="horz" pos="219" userDrawn="1">
          <p15:clr>
            <a:srgbClr val="F26B43"/>
          </p15:clr>
        </p15:guide>
        <p15:guide id="21" orient="horz" pos="115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tags" Target="../tags/tag6.xml"/><Relationship Id="rId7" Type="http://schemas.openxmlformats.org/officeDocument/2006/relationships/image" Target="../media/image5.emf"/><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oleObject" Target="../embeddings/oleObject3.bin"/><Relationship Id="rId5" Type="http://schemas.openxmlformats.org/officeDocument/2006/relationships/notesSlide" Target="../notesSlides/notesSlide2.xml"/><Relationship Id="rId4"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tags" Target="../tags/tag8.xml"/><Relationship Id="rId7" Type="http://schemas.openxmlformats.org/officeDocument/2006/relationships/image" Target="../media/image5.emf"/><Relationship Id="rId2" Type="http://schemas.openxmlformats.org/officeDocument/2006/relationships/tags" Target="../tags/tag7.xml"/><Relationship Id="rId1" Type="http://schemas.openxmlformats.org/officeDocument/2006/relationships/vmlDrawing" Target="../drawings/vmlDrawing5.vml"/><Relationship Id="rId6" Type="http://schemas.openxmlformats.org/officeDocument/2006/relationships/oleObject" Target="../embeddings/oleObject3.bin"/><Relationship Id="rId5" Type="http://schemas.openxmlformats.org/officeDocument/2006/relationships/notesSlide" Target="../notesSlides/notesSlide3.xml"/><Relationship Id="rId4"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3" Type="http://schemas.openxmlformats.org/officeDocument/2006/relationships/tags" Target="../tags/tag10.xml"/><Relationship Id="rId7" Type="http://schemas.openxmlformats.org/officeDocument/2006/relationships/image" Target="../media/image5.emf"/><Relationship Id="rId2" Type="http://schemas.openxmlformats.org/officeDocument/2006/relationships/tags" Target="../tags/tag9.xml"/><Relationship Id="rId1" Type="http://schemas.openxmlformats.org/officeDocument/2006/relationships/vmlDrawing" Target="../drawings/vmlDrawing6.vml"/><Relationship Id="rId6" Type="http://schemas.openxmlformats.org/officeDocument/2006/relationships/oleObject" Target="../embeddings/oleObject3.bin"/><Relationship Id="rId5" Type="http://schemas.openxmlformats.org/officeDocument/2006/relationships/notesSlide" Target="../notesSlides/notesSlide4.xml"/><Relationship Id="rId4"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5.emf"/><Relationship Id="rId2" Type="http://schemas.openxmlformats.org/officeDocument/2006/relationships/tags" Target="../tags/tag11.xml"/><Relationship Id="rId1" Type="http://schemas.openxmlformats.org/officeDocument/2006/relationships/vmlDrawing" Target="../drawings/vmlDrawing7.vml"/><Relationship Id="rId6" Type="http://schemas.openxmlformats.org/officeDocument/2006/relationships/oleObject" Target="../embeddings/oleObject3.bin"/><Relationship Id="rId5" Type="http://schemas.openxmlformats.org/officeDocument/2006/relationships/notesSlide" Target="../notesSlides/notesSlide5.xml"/><Relationship Id="rId4"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5.emf"/><Relationship Id="rId2" Type="http://schemas.openxmlformats.org/officeDocument/2006/relationships/tags" Target="../tags/tag13.xml"/><Relationship Id="rId1" Type="http://schemas.openxmlformats.org/officeDocument/2006/relationships/vmlDrawing" Target="../drawings/vmlDrawing8.vml"/><Relationship Id="rId6" Type="http://schemas.openxmlformats.org/officeDocument/2006/relationships/oleObject" Target="../embeddings/oleObject3.bin"/><Relationship Id="rId5" Type="http://schemas.openxmlformats.org/officeDocument/2006/relationships/notesSlide" Target="../notesSlides/notesSlide6.xml"/><Relationship Id="rId4"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image" Target="../media/image5.emf"/><Relationship Id="rId2" Type="http://schemas.openxmlformats.org/officeDocument/2006/relationships/tags" Target="../tags/tag15.xml"/><Relationship Id="rId1" Type="http://schemas.openxmlformats.org/officeDocument/2006/relationships/vmlDrawing" Target="../drawings/vmlDrawing9.vml"/><Relationship Id="rId6" Type="http://schemas.openxmlformats.org/officeDocument/2006/relationships/oleObject" Target="../embeddings/oleObject3.bin"/><Relationship Id="rId5" Type="http://schemas.openxmlformats.org/officeDocument/2006/relationships/notesSlide" Target="../notesSlides/notesSlide7.xml"/><Relationship Id="rId4"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3.xml"/></Relationships>
</file>

<file path=ppt/slides/_rels/slide11.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jpeg"/><Relationship Id="rId18" Type="http://schemas.openxmlformats.org/officeDocument/2006/relationships/image" Target="../media/image20.png"/><Relationship Id="rId3" Type="http://schemas.openxmlformats.org/officeDocument/2006/relationships/tags" Target="../tags/tag18.xml"/><Relationship Id="rId7" Type="http://schemas.openxmlformats.org/officeDocument/2006/relationships/image" Target="../media/image9.jpg"/><Relationship Id="rId12" Type="http://schemas.openxmlformats.org/officeDocument/2006/relationships/image" Target="../media/image14.jpg"/><Relationship Id="rId17" Type="http://schemas.openxmlformats.org/officeDocument/2006/relationships/image" Target="../media/image19.JPG"/><Relationship Id="rId2" Type="http://schemas.openxmlformats.org/officeDocument/2006/relationships/tags" Target="../tags/tag17.xml"/><Relationship Id="rId16" Type="http://schemas.openxmlformats.org/officeDocument/2006/relationships/image" Target="../media/image18.png"/><Relationship Id="rId1" Type="http://schemas.openxmlformats.org/officeDocument/2006/relationships/vmlDrawing" Target="../drawings/vmlDrawing10.vml"/><Relationship Id="rId6" Type="http://schemas.openxmlformats.org/officeDocument/2006/relationships/image" Target="../media/image5.emf"/><Relationship Id="rId11" Type="http://schemas.openxmlformats.org/officeDocument/2006/relationships/image" Target="../media/image13.jpg"/><Relationship Id="rId5" Type="http://schemas.openxmlformats.org/officeDocument/2006/relationships/oleObject" Target="../embeddings/oleObject4.bin"/><Relationship Id="rId15" Type="http://schemas.openxmlformats.org/officeDocument/2006/relationships/image" Target="../media/image17.png"/><Relationship Id="rId10" Type="http://schemas.openxmlformats.org/officeDocument/2006/relationships/image" Target="../media/image12.jpg"/><Relationship Id="rId4" Type="http://schemas.openxmlformats.org/officeDocument/2006/relationships/slideLayout" Target="../slideLayouts/slideLayout85.xml"/><Relationship Id="rId9" Type="http://schemas.openxmlformats.org/officeDocument/2006/relationships/image" Target="../media/image11.jfif"/><Relationship Id="rId1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4.xml"/><Relationship Id="rId1" Type="http://schemas.openxmlformats.org/officeDocument/2006/relationships/tags" Target="../tags/tag19.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D_PresentationTitle"/>
          <p:cNvSpPr>
            <a:spLocks noGrp="1"/>
          </p:cNvSpPr>
          <p:nvPr>
            <p:ph type="ctrTitle"/>
          </p:nvPr>
        </p:nvSpPr>
        <p:spPr>
          <a:xfrm>
            <a:off x="487787" y="5352818"/>
            <a:ext cx="11163523" cy="606411"/>
          </a:xfrm>
        </p:spPr>
        <p:txBody>
          <a:bodyPr/>
          <a:lstStyle/>
          <a:p>
            <a:r>
              <a:rPr lang="en-US" sz="2000" dirty="0"/>
              <a:t>Program Management Consultancy for Business Transformation</a:t>
            </a:r>
          </a:p>
        </p:txBody>
      </p:sp>
      <p:sp>
        <p:nvSpPr>
          <p:cNvPr id="7" name="FLD_PresentationSubtitle"/>
          <p:cNvSpPr>
            <a:spLocks noGrp="1"/>
          </p:cNvSpPr>
          <p:nvPr>
            <p:ph type="subTitle" idx="1"/>
          </p:nvPr>
        </p:nvSpPr>
        <p:spPr>
          <a:xfrm>
            <a:off x="487787" y="5999831"/>
            <a:ext cx="9642835" cy="505645"/>
          </a:xfrm>
        </p:spPr>
        <p:txBody>
          <a:bodyPr/>
          <a:lstStyle/>
          <a:p>
            <a:r>
              <a:rPr lang="en-US" sz="1400" dirty="0"/>
              <a:t>BSES Rajdhani Power Limited and BSES Yamuna Power Limited</a:t>
            </a:r>
          </a:p>
          <a:p>
            <a:r>
              <a:rPr lang="en-US" sz="1400" dirty="0">
                <a:solidFill>
                  <a:schemeClr val="accent1"/>
                </a:solidFill>
              </a:rPr>
              <a:t>July 2021</a:t>
            </a:r>
            <a:endParaRPr lang="en-GB" sz="1200" dirty="0">
              <a:solidFill>
                <a:schemeClr val="accent1"/>
              </a:solidFill>
            </a:endParaRPr>
          </a:p>
        </p:txBody>
      </p:sp>
      <p:pic>
        <p:nvPicPr>
          <p:cNvPr id="5" name="Picture Placeholder 5"/>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l="1064" r="1064"/>
          <a:stretch>
            <a:fillRect/>
          </a:stretch>
        </p:blipFill>
        <p:spPr>
          <a:xfrm>
            <a:off x="3369549" y="256024"/>
            <a:ext cx="5400000" cy="5400000"/>
          </a:xfrm>
        </p:spPr>
      </p:pic>
    </p:spTree>
    <p:extLst>
      <p:ext uri="{BB962C8B-B14F-4D97-AF65-F5344CB8AC3E}">
        <p14:creationId xmlns:p14="http://schemas.microsoft.com/office/powerpoint/2010/main" val="209548909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1008242" y="1698147"/>
            <a:ext cx="5074583" cy="4411422"/>
            <a:chOff x="2215198" y="1710298"/>
            <a:chExt cx="5143736" cy="4594811"/>
          </a:xfrm>
        </p:grpSpPr>
        <p:grpSp>
          <p:nvGrpSpPr>
            <p:cNvPr id="6" name="Group 5"/>
            <p:cNvGrpSpPr/>
            <p:nvPr/>
          </p:nvGrpSpPr>
          <p:grpSpPr>
            <a:xfrm>
              <a:off x="2215198" y="1710298"/>
              <a:ext cx="5143736" cy="4594811"/>
              <a:chOff x="2078221" y="1710298"/>
              <a:chExt cx="5143736" cy="4594811"/>
            </a:xfrm>
          </p:grpSpPr>
          <p:grpSp>
            <p:nvGrpSpPr>
              <p:cNvPr id="38" name="Group 37"/>
              <p:cNvGrpSpPr/>
              <p:nvPr/>
            </p:nvGrpSpPr>
            <p:grpSpPr>
              <a:xfrm>
                <a:off x="2327643" y="1710298"/>
                <a:ext cx="4664000" cy="4594811"/>
                <a:chOff x="2327643" y="1675129"/>
                <a:chExt cx="3610210" cy="3556654"/>
              </a:xfrm>
              <a:solidFill>
                <a:schemeClr val="tx1"/>
              </a:solidFill>
            </p:grpSpPr>
            <p:sp>
              <p:nvSpPr>
                <p:cNvPr id="59" name="Hexagon 58"/>
                <p:cNvSpPr/>
                <p:nvPr/>
              </p:nvSpPr>
              <p:spPr bwMode="gray">
                <a:xfrm rot="5400000">
                  <a:off x="2841674" y="1769722"/>
                  <a:ext cx="1371600" cy="1182414"/>
                </a:xfrm>
                <a:prstGeom prst="hexagon">
                  <a:avLst/>
                </a:prstGeom>
                <a:solidFill>
                  <a:schemeClr val="tx1">
                    <a:lumMod val="85000"/>
                    <a:lumOff val="15000"/>
                  </a:schemeClr>
                </a:solidFill>
                <a:ln w="19050" algn="ctr">
                  <a:noFill/>
                  <a:miter lim="800000"/>
                  <a:headEnd/>
                  <a:tailEnd/>
                </a:ln>
              </p:spPr>
              <p:txBody>
                <a:bodyPr wrap="square" lIns="76053" tIns="76053" rIns="76053" bIns="76053" rtlCol="0" anchor="ctr"/>
                <a:lstStyle/>
                <a:p>
                  <a:pPr algn="ctr" defTabSz="892178">
                    <a:lnSpc>
                      <a:spcPct val="106000"/>
                    </a:lnSpc>
                  </a:pPr>
                  <a:endParaRPr lang="en-IN" sz="1400" b="1" dirty="0">
                    <a:solidFill>
                      <a:prstClr val="white"/>
                    </a:solidFill>
                    <a:latin typeface="Verdana"/>
                  </a:endParaRPr>
                </a:p>
              </p:txBody>
            </p:sp>
            <p:sp>
              <p:nvSpPr>
                <p:cNvPr id="60" name="Hexagon 59"/>
                <p:cNvSpPr/>
                <p:nvPr/>
              </p:nvSpPr>
              <p:spPr bwMode="gray">
                <a:xfrm rot="5400000">
                  <a:off x="4052222" y="1769722"/>
                  <a:ext cx="1371600" cy="1182414"/>
                </a:xfrm>
                <a:prstGeom prst="hexagon">
                  <a:avLst/>
                </a:prstGeom>
                <a:solidFill>
                  <a:schemeClr val="tx1">
                    <a:lumMod val="85000"/>
                    <a:lumOff val="15000"/>
                  </a:schemeClr>
                </a:solidFill>
                <a:ln w="19050" algn="ctr">
                  <a:noFill/>
                  <a:miter lim="800000"/>
                  <a:headEnd/>
                  <a:tailEnd/>
                </a:ln>
              </p:spPr>
              <p:txBody>
                <a:bodyPr wrap="square" lIns="76053" tIns="76053" rIns="76053" bIns="76053" rtlCol="0" anchor="ctr"/>
                <a:lstStyle/>
                <a:p>
                  <a:pPr algn="ctr" defTabSz="892178">
                    <a:lnSpc>
                      <a:spcPct val="106000"/>
                    </a:lnSpc>
                  </a:pPr>
                  <a:endParaRPr lang="en-IN" sz="1400" b="1" dirty="0">
                    <a:solidFill>
                      <a:prstClr val="white"/>
                    </a:solidFill>
                    <a:latin typeface="Verdana"/>
                  </a:endParaRPr>
                </a:p>
              </p:txBody>
            </p:sp>
            <p:sp>
              <p:nvSpPr>
                <p:cNvPr id="61" name="Hexagon 60"/>
                <p:cNvSpPr/>
                <p:nvPr/>
              </p:nvSpPr>
              <p:spPr bwMode="gray">
                <a:xfrm rot="5400000">
                  <a:off x="4660846" y="2865766"/>
                  <a:ext cx="1371600" cy="1182414"/>
                </a:xfrm>
                <a:prstGeom prst="hexagon">
                  <a:avLst/>
                </a:prstGeom>
                <a:solidFill>
                  <a:schemeClr val="tx1">
                    <a:lumMod val="85000"/>
                    <a:lumOff val="15000"/>
                  </a:schemeClr>
                </a:solidFill>
                <a:ln w="19050" algn="ctr">
                  <a:noFill/>
                  <a:miter lim="800000"/>
                  <a:headEnd/>
                  <a:tailEnd/>
                </a:ln>
              </p:spPr>
              <p:txBody>
                <a:bodyPr wrap="square" lIns="76053" tIns="76053" rIns="76053" bIns="76053" rtlCol="0" anchor="ctr"/>
                <a:lstStyle/>
                <a:p>
                  <a:pPr algn="ctr" defTabSz="892178">
                    <a:lnSpc>
                      <a:spcPct val="106000"/>
                    </a:lnSpc>
                  </a:pPr>
                  <a:endParaRPr lang="en-IN" sz="1400" b="1" dirty="0">
                    <a:solidFill>
                      <a:prstClr val="white"/>
                    </a:solidFill>
                    <a:latin typeface="Verdana"/>
                  </a:endParaRPr>
                </a:p>
              </p:txBody>
            </p:sp>
            <p:sp>
              <p:nvSpPr>
                <p:cNvPr id="62" name="Hexagon 61"/>
                <p:cNvSpPr/>
                <p:nvPr/>
              </p:nvSpPr>
              <p:spPr bwMode="gray">
                <a:xfrm rot="5400000">
                  <a:off x="2848708" y="3954776"/>
                  <a:ext cx="1371600" cy="1182414"/>
                </a:xfrm>
                <a:prstGeom prst="hexagon">
                  <a:avLst/>
                </a:prstGeom>
                <a:solidFill>
                  <a:schemeClr val="tx1">
                    <a:lumMod val="85000"/>
                    <a:lumOff val="15000"/>
                  </a:schemeClr>
                </a:solidFill>
                <a:ln w="19050" algn="ctr">
                  <a:noFill/>
                  <a:miter lim="800000"/>
                  <a:headEnd/>
                  <a:tailEnd/>
                </a:ln>
              </p:spPr>
              <p:txBody>
                <a:bodyPr wrap="square" lIns="76053" tIns="76053" rIns="76053" bIns="76053" rtlCol="0" anchor="ctr"/>
                <a:lstStyle/>
                <a:p>
                  <a:pPr algn="ctr" defTabSz="892178">
                    <a:lnSpc>
                      <a:spcPct val="106000"/>
                    </a:lnSpc>
                  </a:pPr>
                  <a:endParaRPr lang="en-IN" sz="1400" b="1" dirty="0">
                    <a:solidFill>
                      <a:prstClr val="white"/>
                    </a:solidFill>
                    <a:latin typeface="Verdana"/>
                  </a:endParaRPr>
                </a:p>
              </p:txBody>
            </p:sp>
            <p:sp>
              <p:nvSpPr>
                <p:cNvPr id="63" name="Hexagon 62"/>
                <p:cNvSpPr/>
                <p:nvPr/>
              </p:nvSpPr>
              <p:spPr bwMode="gray">
                <a:xfrm rot="5400000">
                  <a:off x="4059256" y="3954776"/>
                  <a:ext cx="1371600" cy="1182414"/>
                </a:xfrm>
                <a:prstGeom prst="hexagon">
                  <a:avLst/>
                </a:prstGeom>
                <a:solidFill>
                  <a:schemeClr val="tx1">
                    <a:lumMod val="85000"/>
                    <a:lumOff val="15000"/>
                  </a:schemeClr>
                </a:solidFill>
                <a:ln w="19050" algn="ctr">
                  <a:noFill/>
                  <a:miter lim="800000"/>
                  <a:headEnd/>
                  <a:tailEnd/>
                </a:ln>
              </p:spPr>
              <p:txBody>
                <a:bodyPr wrap="square" lIns="76053" tIns="76053" rIns="76053" bIns="76053" rtlCol="0" anchor="ctr"/>
                <a:lstStyle/>
                <a:p>
                  <a:pPr algn="ctr" defTabSz="892178">
                    <a:lnSpc>
                      <a:spcPct val="106000"/>
                    </a:lnSpc>
                  </a:pPr>
                  <a:endParaRPr lang="en-IN" sz="1400" b="1" dirty="0">
                    <a:solidFill>
                      <a:prstClr val="white"/>
                    </a:solidFill>
                    <a:latin typeface="Verdana"/>
                  </a:endParaRPr>
                </a:p>
              </p:txBody>
            </p:sp>
            <p:sp>
              <p:nvSpPr>
                <p:cNvPr id="64" name="Hexagon 63"/>
                <p:cNvSpPr/>
                <p:nvPr/>
              </p:nvSpPr>
              <p:spPr bwMode="gray">
                <a:xfrm rot="5400000">
                  <a:off x="2233050" y="2865766"/>
                  <a:ext cx="1371600" cy="1182414"/>
                </a:xfrm>
                <a:prstGeom prst="hexagon">
                  <a:avLst/>
                </a:prstGeom>
                <a:solidFill>
                  <a:schemeClr val="tx1">
                    <a:lumMod val="85000"/>
                    <a:lumOff val="15000"/>
                  </a:schemeClr>
                </a:solidFill>
                <a:ln w="19050" algn="ctr">
                  <a:noFill/>
                  <a:miter lim="800000"/>
                  <a:headEnd/>
                  <a:tailEnd/>
                </a:ln>
              </p:spPr>
              <p:txBody>
                <a:bodyPr wrap="square" lIns="76053" tIns="76053" rIns="76053" bIns="76053" rtlCol="0" anchor="ctr"/>
                <a:lstStyle/>
                <a:p>
                  <a:pPr algn="ctr" defTabSz="892178">
                    <a:lnSpc>
                      <a:spcPct val="106000"/>
                    </a:lnSpc>
                  </a:pPr>
                  <a:endParaRPr lang="en-IN" sz="1400" b="1" dirty="0">
                    <a:solidFill>
                      <a:prstClr val="white"/>
                    </a:solidFill>
                    <a:latin typeface="Verdana"/>
                  </a:endParaRPr>
                </a:p>
              </p:txBody>
            </p:sp>
          </p:grpSp>
          <p:sp>
            <p:nvSpPr>
              <p:cNvPr id="39" name="Hexagon 38"/>
              <p:cNvSpPr/>
              <p:nvPr/>
            </p:nvSpPr>
            <p:spPr bwMode="gray">
              <a:xfrm rot="5400000">
                <a:off x="3720906" y="3198202"/>
                <a:ext cx="1877503" cy="1618536"/>
              </a:xfrm>
              <a:prstGeom prst="hexagon">
                <a:avLst/>
              </a:prstGeom>
              <a:noFill/>
              <a:ln w="104775" algn="ctr">
                <a:gradFill flip="none" rotWithShape="1">
                  <a:gsLst>
                    <a:gs pos="0">
                      <a:schemeClr val="accent1"/>
                    </a:gs>
                    <a:gs pos="100000">
                      <a:schemeClr val="accent5"/>
                    </a:gs>
                  </a:gsLst>
                  <a:lin ang="2700000" scaled="1"/>
                  <a:tileRect/>
                </a:gradFill>
                <a:miter lim="800000"/>
                <a:headEnd/>
                <a:tailEnd/>
              </a:ln>
            </p:spPr>
            <p:txBody>
              <a:bodyPr wrap="square" lIns="76053" tIns="76053" rIns="76053" bIns="76053" rtlCol="0" anchor="ctr"/>
              <a:lstStyle/>
              <a:p>
                <a:pPr algn="ctr" defTabSz="892178">
                  <a:lnSpc>
                    <a:spcPct val="106000"/>
                  </a:lnSpc>
                </a:pPr>
                <a:endParaRPr lang="en-IN" sz="1400" b="1" dirty="0">
                  <a:solidFill>
                    <a:prstClr val="white"/>
                  </a:solidFill>
                  <a:latin typeface="Verdana"/>
                </a:endParaRPr>
              </a:p>
            </p:txBody>
          </p:sp>
          <p:grpSp>
            <p:nvGrpSpPr>
              <p:cNvPr id="40" name="Group 39"/>
              <p:cNvGrpSpPr/>
              <p:nvPr/>
            </p:nvGrpSpPr>
            <p:grpSpPr>
              <a:xfrm>
                <a:off x="2112319" y="1867392"/>
                <a:ext cx="5090389" cy="4272244"/>
                <a:chOff x="2112319" y="1867392"/>
                <a:chExt cx="5090389" cy="4272244"/>
              </a:xfrm>
              <a:gradFill>
                <a:gsLst>
                  <a:gs pos="0">
                    <a:schemeClr val="accent1"/>
                  </a:gs>
                  <a:gs pos="100000">
                    <a:schemeClr val="accent5"/>
                  </a:gs>
                </a:gsLst>
                <a:lin ang="2700000" scaled="1"/>
              </a:gradFill>
            </p:grpSpPr>
            <p:sp>
              <p:nvSpPr>
                <p:cNvPr id="53" name="Hexagon 52"/>
                <p:cNvSpPr/>
                <p:nvPr/>
              </p:nvSpPr>
              <p:spPr bwMode="gray">
                <a:xfrm rot="5400000">
                  <a:off x="5939254" y="1902788"/>
                  <a:ext cx="513243" cy="442451"/>
                </a:xfrm>
                <a:prstGeom prst="hexagon">
                  <a:avLst/>
                </a:prstGeom>
                <a:grpFill/>
                <a:ln w="19050" algn="ctr">
                  <a:noFill/>
                  <a:miter lim="800000"/>
                  <a:headEnd/>
                  <a:tailEnd/>
                </a:ln>
              </p:spPr>
              <p:txBody>
                <a:bodyPr wrap="square" lIns="76053" tIns="76053" rIns="76053" bIns="76053" rtlCol="0" anchor="ctr"/>
                <a:lstStyle/>
                <a:p>
                  <a:pPr algn="ctr" defTabSz="892178">
                    <a:lnSpc>
                      <a:spcPct val="106000"/>
                    </a:lnSpc>
                  </a:pPr>
                  <a:endParaRPr lang="en-IN" sz="1400" b="1" dirty="0">
                    <a:solidFill>
                      <a:prstClr val="white"/>
                    </a:solidFill>
                    <a:latin typeface="Verdana"/>
                  </a:endParaRPr>
                </a:p>
              </p:txBody>
            </p:sp>
            <p:sp>
              <p:nvSpPr>
                <p:cNvPr id="54" name="Hexagon 53"/>
                <p:cNvSpPr/>
                <p:nvPr/>
              </p:nvSpPr>
              <p:spPr bwMode="gray">
                <a:xfrm rot="5400000">
                  <a:off x="2857296" y="1902788"/>
                  <a:ext cx="513243" cy="442451"/>
                </a:xfrm>
                <a:prstGeom prst="hexagon">
                  <a:avLst/>
                </a:prstGeom>
                <a:grpFill/>
                <a:ln w="19050" algn="ctr">
                  <a:noFill/>
                  <a:miter lim="800000"/>
                  <a:headEnd/>
                  <a:tailEnd/>
                </a:ln>
              </p:spPr>
              <p:txBody>
                <a:bodyPr wrap="square" lIns="76053" tIns="76053" rIns="76053" bIns="76053" rtlCol="0" anchor="ctr"/>
                <a:lstStyle/>
                <a:p>
                  <a:pPr algn="ctr" defTabSz="892178">
                    <a:lnSpc>
                      <a:spcPct val="106000"/>
                    </a:lnSpc>
                  </a:pPr>
                  <a:endParaRPr lang="en-IN" sz="1400" b="1" dirty="0">
                    <a:solidFill>
                      <a:prstClr val="white"/>
                    </a:solidFill>
                    <a:latin typeface="Verdana"/>
                  </a:endParaRPr>
                </a:p>
              </p:txBody>
            </p:sp>
            <p:sp>
              <p:nvSpPr>
                <p:cNvPr id="55" name="Hexagon 54"/>
                <p:cNvSpPr/>
                <p:nvPr/>
              </p:nvSpPr>
              <p:spPr bwMode="gray">
                <a:xfrm rot="5400000">
                  <a:off x="2076923" y="3319975"/>
                  <a:ext cx="513243" cy="442451"/>
                </a:xfrm>
                <a:prstGeom prst="hexagon">
                  <a:avLst/>
                </a:prstGeom>
                <a:grpFill/>
                <a:ln w="19050" algn="ctr">
                  <a:noFill/>
                  <a:miter lim="800000"/>
                  <a:headEnd/>
                  <a:tailEnd/>
                </a:ln>
              </p:spPr>
              <p:txBody>
                <a:bodyPr wrap="square" lIns="76053" tIns="76053" rIns="76053" bIns="76053" rtlCol="0" anchor="ctr"/>
                <a:lstStyle/>
                <a:p>
                  <a:pPr algn="ctr" defTabSz="892178">
                    <a:lnSpc>
                      <a:spcPct val="106000"/>
                    </a:lnSpc>
                  </a:pPr>
                  <a:endParaRPr lang="en-IN" sz="1400" b="1" dirty="0">
                    <a:solidFill>
                      <a:prstClr val="white"/>
                    </a:solidFill>
                    <a:latin typeface="Verdana"/>
                  </a:endParaRPr>
                </a:p>
              </p:txBody>
            </p:sp>
            <p:sp>
              <p:nvSpPr>
                <p:cNvPr id="56" name="Hexagon 55"/>
                <p:cNvSpPr/>
                <p:nvPr/>
              </p:nvSpPr>
              <p:spPr bwMode="gray">
                <a:xfrm rot="5400000">
                  <a:off x="6724861" y="3319975"/>
                  <a:ext cx="513243" cy="442451"/>
                </a:xfrm>
                <a:prstGeom prst="hexagon">
                  <a:avLst/>
                </a:prstGeom>
                <a:grpFill/>
                <a:ln w="19050" algn="ctr">
                  <a:noFill/>
                  <a:miter lim="800000"/>
                  <a:headEnd/>
                  <a:tailEnd/>
                </a:ln>
              </p:spPr>
              <p:txBody>
                <a:bodyPr wrap="square" lIns="76053" tIns="76053" rIns="76053" bIns="76053" rtlCol="0" anchor="ctr"/>
                <a:lstStyle/>
                <a:p>
                  <a:pPr algn="ctr" defTabSz="892178">
                    <a:lnSpc>
                      <a:spcPct val="106000"/>
                    </a:lnSpc>
                  </a:pPr>
                  <a:endParaRPr lang="en-IN" sz="1400" b="1" dirty="0">
                    <a:solidFill>
                      <a:prstClr val="white"/>
                    </a:solidFill>
                    <a:latin typeface="Verdana"/>
                  </a:endParaRPr>
                </a:p>
              </p:txBody>
            </p:sp>
            <p:sp>
              <p:nvSpPr>
                <p:cNvPr id="57" name="Hexagon 56"/>
                <p:cNvSpPr/>
                <p:nvPr/>
              </p:nvSpPr>
              <p:spPr bwMode="gray">
                <a:xfrm rot="5400000">
                  <a:off x="5964155" y="5661789"/>
                  <a:ext cx="513243" cy="442451"/>
                </a:xfrm>
                <a:prstGeom prst="hexagon">
                  <a:avLst/>
                </a:prstGeom>
                <a:grpFill/>
                <a:ln w="19050" algn="ctr">
                  <a:noFill/>
                  <a:miter lim="800000"/>
                  <a:headEnd/>
                  <a:tailEnd/>
                </a:ln>
              </p:spPr>
              <p:txBody>
                <a:bodyPr wrap="square" lIns="76053" tIns="76053" rIns="76053" bIns="76053" rtlCol="0" anchor="ctr"/>
                <a:lstStyle/>
                <a:p>
                  <a:pPr algn="ctr" defTabSz="892178">
                    <a:lnSpc>
                      <a:spcPct val="106000"/>
                    </a:lnSpc>
                  </a:pPr>
                  <a:endParaRPr lang="en-IN" sz="1400" b="1" dirty="0">
                    <a:solidFill>
                      <a:prstClr val="white"/>
                    </a:solidFill>
                    <a:latin typeface="Verdana"/>
                  </a:endParaRPr>
                </a:p>
              </p:txBody>
            </p:sp>
            <p:sp>
              <p:nvSpPr>
                <p:cNvPr id="58" name="Hexagon 57"/>
                <p:cNvSpPr/>
                <p:nvPr/>
              </p:nvSpPr>
              <p:spPr bwMode="gray">
                <a:xfrm rot="5400000">
                  <a:off x="2860288" y="5661789"/>
                  <a:ext cx="513243" cy="442451"/>
                </a:xfrm>
                <a:prstGeom prst="hexagon">
                  <a:avLst/>
                </a:prstGeom>
                <a:grpFill/>
                <a:ln w="19050" algn="ctr">
                  <a:noFill/>
                  <a:miter lim="800000"/>
                  <a:headEnd/>
                  <a:tailEnd/>
                </a:ln>
              </p:spPr>
              <p:txBody>
                <a:bodyPr wrap="square" lIns="76053" tIns="76053" rIns="76053" bIns="76053" rtlCol="0" anchor="ctr"/>
                <a:lstStyle/>
                <a:p>
                  <a:pPr algn="ctr" defTabSz="892178">
                    <a:lnSpc>
                      <a:spcPct val="106000"/>
                    </a:lnSpc>
                  </a:pPr>
                  <a:endParaRPr lang="en-IN" sz="1400" b="1" dirty="0">
                    <a:solidFill>
                      <a:prstClr val="white"/>
                    </a:solidFill>
                    <a:latin typeface="Verdana"/>
                  </a:endParaRPr>
                </a:p>
              </p:txBody>
            </p:sp>
          </p:grpSp>
          <p:sp>
            <p:nvSpPr>
              <p:cNvPr id="41" name="Rectangle 40"/>
              <p:cNvSpPr/>
              <p:nvPr/>
            </p:nvSpPr>
            <p:spPr>
              <a:xfrm>
                <a:off x="5949685" y="1918393"/>
                <a:ext cx="486154" cy="384686"/>
              </a:xfrm>
              <a:prstGeom prst="rect">
                <a:avLst/>
              </a:prstGeom>
            </p:spPr>
            <p:txBody>
              <a:bodyPr wrap="none">
                <a:spAutoFit/>
              </a:bodyPr>
              <a:lstStyle/>
              <a:p>
                <a:pPr defTabSz="892178"/>
                <a:r>
                  <a:rPr lang="en-IN" dirty="0">
                    <a:solidFill>
                      <a:prstClr val="white"/>
                    </a:solidFill>
                    <a:latin typeface="Verdana"/>
                  </a:rPr>
                  <a:t>01</a:t>
                </a:r>
              </a:p>
            </p:txBody>
          </p:sp>
          <p:sp>
            <p:nvSpPr>
              <p:cNvPr id="42" name="Rectangle 41"/>
              <p:cNvSpPr/>
              <p:nvPr/>
            </p:nvSpPr>
            <p:spPr>
              <a:xfrm>
                <a:off x="6735803" y="3333716"/>
                <a:ext cx="486154" cy="384686"/>
              </a:xfrm>
              <a:prstGeom prst="rect">
                <a:avLst/>
              </a:prstGeom>
            </p:spPr>
            <p:txBody>
              <a:bodyPr wrap="none">
                <a:spAutoFit/>
              </a:bodyPr>
              <a:lstStyle/>
              <a:p>
                <a:pPr defTabSz="892178"/>
                <a:r>
                  <a:rPr lang="en-IN" dirty="0">
                    <a:solidFill>
                      <a:prstClr val="white"/>
                    </a:solidFill>
                    <a:latin typeface="Verdana"/>
                  </a:rPr>
                  <a:t>02</a:t>
                </a:r>
              </a:p>
            </p:txBody>
          </p:sp>
          <p:sp>
            <p:nvSpPr>
              <p:cNvPr id="43" name="Rectangle 42"/>
              <p:cNvSpPr/>
              <p:nvPr/>
            </p:nvSpPr>
            <p:spPr>
              <a:xfrm>
                <a:off x="5968554" y="5689055"/>
                <a:ext cx="486154" cy="384686"/>
              </a:xfrm>
              <a:prstGeom prst="rect">
                <a:avLst/>
              </a:prstGeom>
            </p:spPr>
            <p:txBody>
              <a:bodyPr wrap="none">
                <a:spAutoFit/>
              </a:bodyPr>
              <a:lstStyle/>
              <a:p>
                <a:pPr defTabSz="892178"/>
                <a:r>
                  <a:rPr lang="en-IN" dirty="0">
                    <a:solidFill>
                      <a:prstClr val="white"/>
                    </a:solidFill>
                    <a:latin typeface="Verdana"/>
                  </a:rPr>
                  <a:t>03</a:t>
                </a:r>
              </a:p>
            </p:txBody>
          </p:sp>
          <p:sp>
            <p:nvSpPr>
              <p:cNvPr id="44" name="Rectangle 43"/>
              <p:cNvSpPr/>
              <p:nvPr/>
            </p:nvSpPr>
            <p:spPr>
              <a:xfrm>
                <a:off x="2861070" y="5682959"/>
                <a:ext cx="486154" cy="384686"/>
              </a:xfrm>
              <a:prstGeom prst="rect">
                <a:avLst/>
              </a:prstGeom>
            </p:spPr>
            <p:txBody>
              <a:bodyPr wrap="none">
                <a:spAutoFit/>
              </a:bodyPr>
              <a:lstStyle/>
              <a:p>
                <a:pPr defTabSz="892178"/>
                <a:r>
                  <a:rPr lang="en-IN" dirty="0">
                    <a:solidFill>
                      <a:prstClr val="white"/>
                    </a:solidFill>
                    <a:latin typeface="Verdana"/>
                  </a:rPr>
                  <a:t>04</a:t>
                </a:r>
              </a:p>
            </p:txBody>
          </p:sp>
          <p:sp>
            <p:nvSpPr>
              <p:cNvPr id="45" name="Rectangle 44"/>
              <p:cNvSpPr/>
              <p:nvPr/>
            </p:nvSpPr>
            <p:spPr>
              <a:xfrm>
                <a:off x="2078221" y="3333716"/>
                <a:ext cx="486154" cy="384686"/>
              </a:xfrm>
              <a:prstGeom prst="rect">
                <a:avLst/>
              </a:prstGeom>
            </p:spPr>
            <p:txBody>
              <a:bodyPr wrap="none">
                <a:spAutoFit/>
              </a:bodyPr>
              <a:lstStyle/>
              <a:p>
                <a:pPr defTabSz="892178"/>
                <a:r>
                  <a:rPr lang="en-IN" dirty="0">
                    <a:solidFill>
                      <a:prstClr val="white"/>
                    </a:solidFill>
                    <a:latin typeface="Verdana"/>
                  </a:rPr>
                  <a:t>05</a:t>
                </a:r>
              </a:p>
            </p:txBody>
          </p:sp>
          <p:sp>
            <p:nvSpPr>
              <p:cNvPr id="46" name="Rectangle 45"/>
              <p:cNvSpPr/>
              <p:nvPr/>
            </p:nvSpPr>
            <p:spPr>
              <a:xfrm>
                <a:off x="2854773" y="1921653"/>
                <a:ext cx="486154" cy="384686"/>
              </a:xfrm>
              <a:prstGeom prst="rect">
                <a:avLst/>
              </a:prstGeom>
            </p:spPr>
            <p:txBody>
              <a:bodyPr wrap="none">
                <a:spAutoFit/>
              </a:bodyPr>
              <a:lstStyle/>
              <a:p>
                <a:pPr defTabSz="892178"/>
                <a:r>
                  <a:rPr lang="en-IN" dirty="0">
                    <a:solidFill>
                      <a:prstClr val="white"/>
                    </a:solidFill>
                    <a:latin typeface="Verdana"/>
                  </a:rPr>
                  <a:t>06</a:t>
                </a:r>
              </a:p>
            </p:txBody>
          </p:sp>
          <p:sp>
            <p:nvSpPr>
              <p:cNvPr id="47" name="Rectangle 46"/>
              <p:cNvSpPr/>
              <p:nvPr/>
            </p:nvSpPr>
            <p:spPr>
              <a:xfrm>
                <a:off x="4715947" y="2519691"/>
                <a:ext cx="1445077" cy="448800"/>
              </a:xfrm>
              <a:prstGeom prst="rect">
                <a:avLst/>
              </a:prstGeom>
            </p:spPr>
            <p:txBody>
              <a:bodyPr wrap="square" lIns="0" tIns="0" rIns="0" bIns="0" anchor="ctr">
                <a:spAutoFit/>
              </a:bodyPr>
              <a:lstStyle/>
              <a:p>
                <a:pPr algn="ctr" defTabSz="892178"/>
                <a:r>
                  <a:rPr lang="en-US" sz="1400" dirty="0">
                    <a:solidFill>
                      <a:prstClr val="white"/>
                    </a:solidFill>
                    <a:latin typeface="Verdana"/>
                  </a:rPr>
                  <a:t>EBITDA Improvement</a:t>
                </a:r>
                <a:endParaRPr lang="en-IN" sz="1400" dirty="0">
                  <a:solidFill>
                    <a:prstClr val="white"/>
                  </a:solidFill>
                  <a:latin typeface="Verdana"/>
                </a:endParaRPr>
              </a:p>
            </p:txBody>
          </p:sp>
          <p:sp>
            <p:nvSpPr>
              <p:cNvPr id="48" name="Rectangle 47"/>
              <p:cNvSpPr/>
              <p:nvPr/>
            </p:nvSpPr>
            <p:spPr>
              <a:xfrm>
                <a:off x="5555005" y="3868069"/>
                <a:ext cx="1374942" cy="448800"/>
              </a:xfrm>
              <a:prstGeom prst="rect">
                <a:avLst/>
              </a:prstGeom>
            </p:spPr>
            <p:txBody>
              <a:bodyPr wrap="square" lIns="0" tIns="0" rIns="0" bIns="0" anchor="ctr">
                <a:spAutoFit/>
              </a:bodyPr>
              <a:lstStyle/>
              <a:p>
                <a:pPr algn="ctr" defTabSz="892178"/>
                <a:r>
                  <a:rPr lang="en-US" sz="1400" dirty="0">
                    <a:solidFill>
                      <a:prstClr val="white"/>
                    </a:solidFill>
                    <a:latin typeface="Verdana"/>
                  </a:rPr>
                  <a:t>Technology Roadmap</a:t>
                </a:r>
                <a:endParaRPr lang="en-IN" sz="1400" dirty="0">
                  <a:solidFill>
                    <a:prstClr val="white"/>
                  </a:solidFill>
                  <a:latin typeface="Verdana"/>
                </a:endParaRPr>
              </a:p>
            </p:txBody>
          </p:sp>
          <p:sp>
            <p:nvSpPr>
              <p:cNvPr id="49" name="Rectangle 48"/>
              <p:cNvSpPr/>
              <p:nvPr/>
            </p:nvSpPr>
            <p:spPr>
              <a:xfrm>
                <a:off x="4723383" y="5265447"/>
                <a:ext cx="1445077" cy="448800"/>
              </a:xfrm>
              <a:prstGeom prst="rect">
                <a:avLst/>
              </a:prstGeom>
            </p:spPr>
            <p:txBody>
              <a:bodyPr wrap="square" lIns="0" tIns="0" rIns="0" bIns="0" anchor="ctr">
                <a:spAutoFit/>
              </a:bodyPr>
              <a:lstStyle/>
              <a:p>
                <a:pPr algn="ctr" defTabSz="892178"/>
                <a:r>
                  <a:rPr lang="en-US" sz="1400" dirty="0">
                    <a:solidFill>
                      <a:prstClr val="white"/>
                    </a:solidFill>
                    <a:latin typeface="Verdana"/>
                  </a:rPr>
                  <a:t>Customer Perception</a:t>
                </a:r>
                <a:endParaRPr lang="en-IN" sz="1400" dirty="0">
                  <a:solidFill>
                    <a:prstClr val="white"/>
                  </a:solidFill>
                  <a:latin typeface="Verdana"/>
                </a:endParaRPr>
              </a:p>
            </p:txBody>
          </p:sp>
          <p:sp>
            <p:nvSpPr>
              <p:cNvPr id="50" name="Rectangle 49"/>
              <p:cNvSpPr/>
              <p:nvPr/>
            </p:nvSpPr>
            <p:spPr>
              <a:xfrm>
                <a:off x="3164243" y="5265447"/>
                <a:ext cx="1445077" cy="448800"/>
              </a:xfrm>
              <a:prstGeom prst="rect">
                <a:avLst/>
              </a:prstGeom>
            </p:spPr>
            <p:txBody>
              <a:bodyPr wrap="square" lIns="0" tIns="0" rIns="0" bIns="0" anchor="ctr">
                <a:spAutoFit/>
              </a:bodyPr>
              <a:lstStyle/>
              <a:p>
                <a:pPr algn="ctr" defTabSz="892178"/>
                <a:r>
                  <a:rPr lang="en-US" sz="1400" dirty="0">
                    <a:solidFill>
                      <a:prstClr val="white"/>
                    </a:solidFill>
                    <a:latin typeface="Verdana"/>
                  </a:rPr>
                  <a:t>Digital Platform Play</a:t>
                </a:r>
                <a:endParaRPr lang="en-IN" sz="1400" dirty="0">
                  <a:solidFill>
                    <a:prstClr val="white"/>
                  </a:solidFill>
                  <a:latin typeface="Verdana"/>
                </a:endParaRPr>
              </a:p>
            </p:txBody>
          </p:sp>
          <p:sp>
            <p:nvSpPr>
              <p:cNvPr id="51" name="Rectangle 50"/>
              <p:cNvSpPr/>
              <p:nvPr/>
            </p:nvSpPr>
            <p:spPr>
              <a:xfrm>
                <a:off x="2347669" y="3755872"/>
                <a:ext cx="1445077" cy="673200"/>
              </a:xfrm>
              <a:prstGeom prst="rect">
                <a:avLst/>
              </a:prstGeom>
            </p:spPr>
            <p:txBody>
              <a:bodyPr wrap="square" lIns="0" tIns="0" rIns="0" bIns="0" anchor="ctr">
                <a:spAutoFit/>
              </a:bodyPr>
              <a:lstStyle/>
              <a:p>
                <a:pPr algn="ctr" defTabSz="892178"/>
                <a:r>
                  <a:rPr lang="en-US" sz="1400" dirty="0">
                    <a:solidFill>
                      <a:prstClr val="white"/>
                    </a:solidFill>
                    <a:latin typeface="Verdana"/>
                  </a:rPr>
                  <a:t>Digital transformation of discoms</a:t>
                </a:r>
                <a:endParaRPr lang="en-IN" sz="1400" dirty="0">
                  <a:solidFill>
                    <a:prstClr val="white"/>
                  </a:solidFill>
                  <a:latin typeface="Verdana"/>
                </a:endParaRPr>
              </a:p>
            </p:txBody>
          </p:sp>
          <p:sp>
            <p:nvSpPr>
              <p:cNvPr id="52" name="Rectangle 51"/>
              <p:cNvSpPr/>
              <p:nvPr/>
            </p:nvSpPr>
            <p:spPr>
              <a:xfrm>
                <a:off x="3156267" y="2407489"/>
                <a:ext cx="1445077" cy="673200"/>
              </a:xfrm>
              <a:prstGeom prst="rect">
                <a:avLst/>
              </a:prstGeom>
            </p:spPr>
            <p:txBody>
              <a:bodyPr wrap="square" lIns="0" tIns="0" rIns="0" bIns="0" anchor="ctr">
                <a:spAutoFit/>
              </a:bodyPr>
              <a:lstStyle/>
              <a:p>
                <a:pPr algn="ctr" defTabSz="892178"/>
                <a:r>
                  <a:rPr lang="en-US" sz="1400" dirty="0">
                    <a:solidFill>
                      <a:prstClr val="white"/>
                    </a:solidFill>
                    <a:latin typeface="Verdana"/>
                  </a:rPr>
                  <a:t>Reducing past regulatory overhang</a:t>
                </a:r>
                <a:endParaRPr lang="en-IN" sz="1400" dirty="0">
                  <a:solidFill>
                    <a:prstClr val="white"/>
                  </a:solidFill>
                  <a:latin typeface="Verdana"/>
                </a:endParaRPr>
              </a:p>
            </p:txBody>
          </p:sp>
        </p:grpSp>
        <p:grpSp>
          <p:nvGrpSpPr>
            <p:cNvPr id="7" name="Group 6"/>
            <p:cNvGrpSpPr/>
            <p:nvPr/>
          </p:nvGrpSpPr>
          <p:grpSpPr>
            <a:xfrm>
              <a:off x="4284676" y="3465020"/>
              <a:ext cx="1084898" cy="1084898"/>
              <a:chOff x="4284676" y="3465020"/>
              <a:chExt cx="1084898" cy="1084898"/>
            </a:xfrm>
          </p:grpSpPr>
          <p:sp>
            <p:nvSpPr>
              <p:cNvPr id="34" name="Oval 33"/>
              <p:cNvSpPr/>
              <p:nvPr/>
            </p:nvSpPr>
            <p:spPr bwMode="gray">
              <a:xfrm>
                <a:off x="4670107" y="3465020"/>
                <a:ext cx="314036" cy="1084898"/>
              </a:xfrm>
              <a:prstGeom prst="ellipse">
                <a:avLst/>
              </a:prstGeom>
              <a:noFill/>
              <a:ln w="25400" algn="ctr">
                <a:solidFill>
                  <a:schemeClr val="accent3"/>
                </a:solidFill>
                <a:miter lim="800000"/>
                <a:headEnd/>
                <a:tailEnd/>
              </a:ln>
            </p:spPr>
            <p:txBody>
              <a:bodyPr wrap="square" lIns="76053" tIns="76053" rIns="76053" bIns="76053" rtlCol="0" anchor="ctr"/>
              <a:lstStyle/>
              <a:p>
                <a:pPr algn="ctr" defTabSz="892178">
                  <a:lnSpc>
                    <a:spcPct val="106000"/>
                  </a:lnSpc>
                </a:pPr>
                <a:endParaRPr lang="en-IN" sz="1400" b="1" dirty="0">
                  <a:solidFill>
                    <a:prstClr val="white"/>
                  </a:solidFill>
                  <a:latin typeface="Verdana"/>
                </a:endParaRPr>
              </a:p>
            </p:txBody>
          </p:sp>
          <p:sp>
            <p:nvSpPr>
              <p:cNvPr id="35" name="Oval 34"/>
              <p:cNvSpPr/>
              <p:nvPr/>
            </p:nvSpPr>
            <p:spPr bwMode="gray">
              <a:xfrm rot="18000000">
                <a:off x="4670107" y="3465020"/>
                <a:ext cx="314036" cy="1084898"/>
              </a:xfrm>
              <a:prstGeom prst="ellipse">
                <a:avLst/>
              </a:prstGeom>
              <a:noFill/>
              <a:ln w="25400" algn="ctr">
                <a:solidFill>
                  <a:schemeClr val="accent3"/>
                </a:solidFill>
                <a:miter lim="800000"/>
                <a:headEnd/>
                <a:tailEnd/>
              </a:ln>
            </p:spPr>
            <p:txBody>
              <a:bodyPr wrap="square" lIns="76053" tIns="76053" rIns="76053" bIns="76053" rtlCol="0" anchor="ctr"/>
              <a:lstStyle/>
              <a:p>
                <a:pPr algn="ctr" defTabSz="892178">
                  <a:lnSpc>
                    <a:spcPct val="106000"/>
                  </a:lnSpc>
                </a:pPr>
                <a:endParaRPr lang="en-IN" sz="1400" b="1" dirty="0">
                  <a:solidFill>
                    <a:prstClr val="white"/>
                  </a:solidFill>
                  <a:latin typeface="Verdana"/>
                </a:endParaRPr>
              </a:p>
            </p:txBody>
          </p:sp>
          <p:sp>
            <p:nvSpPr>
              <p:cNvPr id="36" name="Oval 35"/>
              <p:cNvSpPr/>
              <p:nvPr/>
            </p:nvSpPr>
            <p:spPr bwMode="gray">
              <a:xfrm rot="3600000">
                <a:off x="4670107" y="3465020"/>
                <a:ext cx="314036" cy="1084898"/>
              </a:xfrm>
              <a:prstGeom prst="ellipse">
                <a:avLst/>
              </a:prstGeom>
              <a:noFill/>
              <a:ln w="25400" algn="ctr">
                <a:solidFill>
                  <a:schemeClr val="accent3"/>
                </a:solidFill>
                <a:miter lim="800000"/>
                <a:headEnd/>
                <a:tailEnd/>
              </a:ln>
            </p:spPr>
            <p:txBody>
              <a:bodyPr wrap="square" lIns="76053" tIns="76053" rIns="76053" bIns="76053" rtlCol="0" anchor="ctr"/>
              <a:lstStyle/>
              <a:p>
                <a:pPr algn="ctr" defTabSz="892178">
                  <a:lnSpc>
                    <a:spcPct val="106000"/>
                  </a:lnSpc>
                </a:pPr>
                <a:endParaRPr lang="en-IN" sz="1400" b="1" dirty="0">
                  <a:solidFill>
                    <a:prstClr val="white"/>
                  </a:solidFill>
                  <a:latin typeface="Verdana"/>
                </a:endParaRPr>
              </a:p>
            </p:txBody>
          </p:sp>
          <p:sp>
            <p:nvSpPr>
              <p:cNvPr id="37" name="Oval 36"/>
              <p:cNvSpPr/>
              <p:nvPr/>
            </p:nvSpPr>
            <p:spPr bwMode="gray">
              <a:xfrm>
                <a:off x="4753875" y="3934952"/>
                <a:ext cx="146500" cy="145035"/>
              </a:xfrm>
              <a:prstGeom prst="ellipse">
                <a:avLst/>
              </a:prstGeom>
              <a:noFill/>
              <a:ln w="25400" algn="ctr">
                <a:solidFill>
                  <a:schemeClr val="accent3"/>
                </a:solidFill>
                <a:miter lim="800000"/>
                <a:headEnd/>
                <a:tailEnd/>
              </a:ln>
            </p:spPr>
            <p:txBody>
              <a:bodyPr wrap="square" lIns="76053" tIns="76053" rIns="76053" bIns="76053" rtlCol="0" anchor="ctr"/>
              <a:lstStyle/>
              <a:p>
                <a:pPr algn="ctr" defTabSz="892178">
                  <a:lnSpc>
                    <a:spcPct val="106000"/>
                  </a:lnSpc>
                </a:pPr>
                <a:endParaRPr lang="en-IN" sz="1400" b="1" dirty="0">
                  <a:solidFill>
                    <a:prstClr val="white"/>
                  </a:solidFill>
                  <a:latin typeface="Verdana"/>
                </a:endParaRPr>
              </a:p>
            </p:txBody>
          </p:sp>
        </p:grpSp>
        <p:grpSp>
          <p:nvGrpSpPr>
            <p:cNvPr id="8" name="Group 7"/>
            <p:cNvGrpSpPr/>
            <p:nvPr/>
          </p:nvGrpSpPr>
          <p:grpSpPr>
            <a:xfrm>
              <a:off x="3040844" y="1991092"/>
              <a:ext cx="3502328" cy="3209967"/>
              <a:chOff x="3040844" y="1991092"/>
              <a:chExt cx="3502328" cy="3209967"/>
            </a:xfrm>
            <a:gradFill>
              <a:gsLst>
                <a:gs pos="0">
                  <a:schemeClr val="accent1"/>
                </a:gs>
                <a:gs pos="100000">
                  <a:schemeClr val="accent5"/>
                </a:gs>
              </a:gsLst>
              <a:lin ang="2700000" scaled="1"/>
            </a:gradFill>
          </p:grpSpPr>
          <p:grpSp>
            <p:nvGrpSpPr>
              <p:cNvPr id="9" name="Group 639"/>
              <p:cNvGrpSpPr>
                <a:grpSpLocks noChangeAspect="1"/>
              </p:cNvGrpSpPr>
              <p:nvPr/>
            </p:nvGrpSpPr>
            <p:grpSpPr bwMode="auto">
              <a:xfrm>
                <a:off x="3847747" y="1991092"/>
                <a:ext cx="367041" cy="368120"/>
                <a:chOff x="5418" y="2871"/>
                <a:chExt cx="340" cy="341"/>
              </a:xfrm>
              <a:grpFill/>
            </p:grpSpPr>
            <p:sp>
              <p:nvSpPr>
                <p:cNvPr id="32" name="Freeform 640"/>
                <p:cNvSpPr>
                  <a:spLocks noEditPoints="1"/>
                </p:cNvSpPr>
                <p:nvPr/>
              </p:nvSpPr>
              <p:spPr bwMode="auto">
                <a:xfrm>
                  <a:off x="5481" y="2948"/>
                  <a:ext cx="214" cy="157"/>
                </a:xfrm>
                <a:custGeom>
                  <a:avLst/>
                  <a:gdLst>
                    <a:gd name="T0" fmla="*/ 182 w 322"/>
                    <a:gd name="T1" fmla="*/ 30 h 236"/>
                    <a:gd name="T2" fmla="*/ 175 w 322"/>
                    <a:gd name="T3" fmla="*/ 23 h 236"/>
                    <a:gd name="T4" fmla="*/ 166 w 322"/>
                    <a:gd name="T5" fmla="*/ 24 h 236"/>
                    <a:gd name="T6" fmla="*/ 6 w 322"/>
                    <a:gd name="T7" fmla="*/ 120 h 236"/>
                    <a:gd name="T8" fmla="*/ 1 w 322"/>
                    <a:gd name="T9" fmla="*/ 132 h 236"/>
                    <a:gd name="T10" fmla="*/ 15 w 322"/>
                    <a:gd name="T11" fmla="*/ 185 h 236"/>
                    <a:gd name="T12" fmla="*/ 25 w 322"/>
                    <a:gd name="T13" fmla="*/ 193 h 236"/>
                    <a:gd name="T14" fmla="*/ 75 w 322"/>
                    <a:gd name="T15" fmla="*/ 193 h 236"/>
                    <a:gd name="T16" fmla="*/ 75 w 322"/>
                    <a:gd name="T17" fmla="*/ 193 h 236"/>
                    <a:gd name="T18" fmla="*/ 118 w 322"/>
                    <a:gd name="T19" fmla="*/ 236 h 236"/>
                    <a:gd name="T20" fmla="*/ 161 w 322"/>
                    <a:gd name="T21" fmla="*/ 193 h 236"/>
                    <a:gd name="T22" fmla="*/ 161 w 322"/>
                    <a:gd name="T23" fmla="*/ 193 h 236"/>
                    <a:gd name="T24" fmla="*/ 214 w 322"/>
                    <a:gd name="T25" fmla="*/ 193 h 236"/>
                    <a:gd name="T26" fmla="*/ 214 w 322"/>
                    <a:gd name="T27" fmla="*/ 193 h 236"/>
                    <a:gd name="T28" fmla="*/ 223 w 322"/>
                    <a:gd name="T29" fmla="*/ 189 h 236"/>
                    <a:gd name="T30" fmla="*/ 224 w 322"/>
                    <a:gd name="T31" fmla="*/ 179 h 236"/>
                    <a:gd name="T32" fmla="*/ 182 w 322"/>
                    <a:gd name="T33" fmla="*/ 30 h 236"/>
                    <a:gd name="T34" fmla="*/ 139 w 322"/>
                    <a:gd name="T35" fmla="*/ 193 h 236"/>
                    <a:gd name="T36" fmla="*/ 118 w 322"/>
                    <a:gd name="T37" fmla="*/ 214 h 236"/>
                    <a:gd name="T38" fmla="*/ 97 w 322"/>
                    <a:gd name="T39" fmla="*/ 193 h 236"/>
                    <a:gd name="T40" fmla="*/ 97 w 322"/>
                    <a:gd name="T41" fmla="*/ 193 h 236"/>
                    <a:gd name="T42" fmla="*/ 139 w 322"/>
                    <a:gd name="T43" fmla="*/ 193 h 236"/>
                    <a:gd name="T44" fmla="*/ 139 w 322"/>
                    <a:gd name="T45" fmla="*/ 193 h 236"/>
                    <a:gd name="T46" fmla="*/ 33 w 322"/>
                    <a:gd name="T47" fmla="*/ 172 h 236"/>
                    <a:gd name="T48" fmla="*/ 24 w 322"/>
                    <a:gd name="T49" fmla="*/ 134 h 236"/>
                    <a:gd name="T50" fmla="*/ 165 w 322"/>
                    <a:gd name="T51" fmla="*/ 49 h 236"/>
                    <a:gd name="T52" fmla="*/ 200 w 322"/>
                    <a:gd name="T53" fmla="*/ 172 h 236"/>
                    <a:gd name="T54" fmla="*/ 33 w 322"/>
                    <a:gd name="T55" fmla="*/ 172 h 236"/>
                    <a:gd name="T56" fmla="*/ 238 w 322"/>
                    <a:gd name="T57" fmla="*/ 107 h 236"/>
                    <a:gd name="T58" fmla="*/ 235 w 322"/>
                    <a:gd name="T59" fmla="*/ 108 h 236"/>
                    <a:gd name="T60" fmla="*/ 225 w 322"/>
                    <a:gd name="T61" fmla="*/ 100 h 236"/>
                    <a:gd name="T62" fmla="*/ 232 w 322"/>
                    <a:gd name="T63" fmla="*/ 87 h 236"/>
                    <a:gd name="T64" fmla="*/ 307 w 322"/>
                    <a:gd name="T65" fmla="*/ 65 h 236"/>
                    <a:gd name="T66" fmla="*/ 320 w 322"/>
                    <a:gd name="T67" fmla="*/ 73 h 236"/>
                    <a:gd name="T68" fmla="*/ 313 w 322"/>
                    <a:gd name="T69" fmla="*/ 86 h 236"/>
                    <a:gd name="T70" fmla="*/ 238 w 322"/>
                    <a:gd name="T71" fmla="*/ 107 h 236"/>
                    <a:gd name="T72" fmla="*/ 206 w 322"/>
                    <a:gd name="T73" fmla="*/ 61 h 236"/>
                    <a:gd name="T74" fmla="*/ 207 w 322"/>
                    <a:gd name="T75" fmla="*/ 46 h 236"/>
                    <a:gd name="T76" fmla="*/ 261 w 322"/>
                    <a:gd name="T77" fmla="*/ 3 h 236"/>
                    <a:gd name="T78" fmla="*/ 276 w 322"/>
                    <a:gd name="T79" fmla="*/ 5 h 236"/>
                    <a:gd name="T80" fmla="*/ 274 w 322"/>
                    <a:gd name="T81" fmla="*/ 20 h 236"/>
                    <a:gd name="T82" fmla="*/ 221 w 322"/>
                    <a:gd name="T83" fmla="*/ 63 h 236"/>
                    <a:gd name="T84" fmla="*/ 214 w 322"/>
                    <a:gd name="T85" fmla="*/ 65 h 236"/>
                    <a:gd name="T86" fmla="*/ 206 w 322"/>
                    <a:gd name="T87" fmla="*/ 61 h 236"/>
                    <a:gd name="T88" fmla="*/ 321 w 322"/>
                    <a:gd name="T89" fmla="*/ 163 h 236"/>
                    <a:gd name="T90" fmla="*/ 310 w 322"/>
                    <a:gd name="T91" fmla="*/ 172 h 236"/>
                    <a:gd name="T92" fmla="*/ 308 w 322"/>
                    <a:gd name="T93" fmla="*/ 172 h 236"/>
                    <a:gd name="T94" fmla="*/ 244 w 322"/>
                    <a:gd name="T95" fmla="*/ 161 h 236"/>
                    <a:gd name="T96" fmla="*/ 235 w 322"/>
                    <a:gd name="T97" fmla="*/ 149 h 236"/>
                    <a:gd name="T98" fmla="*/ 248 w 322"/>
                    <a:gd name="T99" fmla="*/ 140 h 236"/>
                    <a:gd name="T100" fmla="*/ 312 w 322"/>
                    <a:gd name="T101" fmla="*/ 150 h 236"/>
                    <a:gd name="T102" fmla="*/ 321 w 322"/>
                    <a:gd name="T103" fmla="*/ 16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2" h="236">
                      <a:moveTo>
                        <a:pt x="182" y="30"/>
                      </a:moveTo>
                      <a:cubicBezTo>
                        <a:pt x="181" y="27"/>
                        <a:pt x="178" y="24"/>
                        <a:pt x="175" y="23"/>
                      </a:cubicBezTo>
                      <a:cubicBezTo>
                        <a:pt x="172" y="22"/>
                        <a:pt x="169" y="22"/>
                        <a:pt x="166" y="24"/>
                      </a:cubicBezTo>
                      <a:cubicBezTo>
                        <a:pt x="6" y="120"/>
                        <a:pt x="6" y="120"/>
                        <a:pt x="6" y="120"/>
                      </a:cubicBezTo>
                      <a:cubicBezTo>
                        <a:pt x="2" y="122"/>
                        <a:pt x="0" y="127"/>
                        <a:pt x="1" y="132"/>
                      </a:cubicBezTo>
                      <a:cubicBezTo>
                        <a:pt x="15" y="185"/>
                        <a:pt x="15" y="185"/>
                        <a:pt x="15" y="185"/>
                      </a:cubicBezTo>
                      <a:cubicBezTo>
                        <a:pt x="16" y="190"/>
                        <a:pt x="20" y="193"/>
                        <a:pt x="25" y="193"/>
                      </a:cubicBezTo>
                      <a:cubicBezTo>
                        <a:pt x="75" y="193"/>
                        <a:pt x="75" y="193"/>
                        <a:pt x="75" y="193"/>
                      </a:cubicBezTo>
                      <a:cubicBezTo>
                        <a:pt x="75" y="193"/>
                        <a:pt x="75" y="193"/>
                        <a:pt x="75" y="193"/>
                      </a:cubicBezTo>
                      <a:cubicBezTo>
                        <a:pt x="75" y="217"/>
                        <a:pt x="94" y="236"/>
                        <a:pt x="118" y="236"/>
                      </a:cubicBezTo>
                      <a:cubicBezTo>
                        <a:pt x="142" y="236"/>
                        <a:pt x="161" y="217"/>
                        <a:pt x="161" y="193"/>
                      </a:cubicBezTo>
                      <a:cubicBezTo>
                        <a:pt x="161" y="193"/>
                        <a:pt x="161" y="193"/>
                        <a:pt x="161" y="193"/>
                      </a:cubicBezTo>
                      <a:cubicBezTo>
                        <a:pt x="214" y="193"/>
                        <a:pt x="214" y="193"/>
                        <a:pt x="214" y="193"/>
                      </a:cubicBezTo>
                      <a:cubicBezTo>
                        <a:pt x="214" y="193"/>
                        <a:pt x="214" y="193"/>
                        <a:pt x="214" y="193"/>
                      </a:cubicBezTo>
                      <a:cubicBezTo>
                        <a:pt x="217" y="193"/>
                        <a:pt x="221" y="191"/>
                        <a:pt x="223" y="189"/>
                      </a:cubicBezTo>
                      <a:cubicBezTo>
                        <a:pt x="225" y="186"/>
                        <a:pt x="225" y="183"/>
                        <a:pt x="224" y="179"/>
                      </a:cubicBezTo>
                      <a:lnTo>
                        <a:pt x="182" y="30"/>
                      </a:lnTo>
                      <a:close/>
                      <a:moveTo>
                        <a:pt x="139" y="193"/>
                      </a:moveTo>
                      <a:cubicBezTo>
                        <a:pt x="139" y="205"/>
                        <a:pt x="130" y="214"/>
                        <a:pt x="118" y="214"/>
                      </a:cubicBezTo>
                      <a:cubicBezTo>
                        <a:pt x="106" y="214"/>
                        <a:pt x="97" y="205"/>
                        <a:pt x="97" y="193"/>
                      </a:cubicBezTo>
                      <a:cubicBezTo>
                        <a:pt x="97" y="193"/>
                        <a:pt x="97" y="193"/>
                        <a:pt x="97" y="193"/>
                      </a:cubicBezTo>
                      <a:cubicBezTo>
                        <a:pt x="139" y="193"/>
                        <a:pt x="139" y="193"/>
                        <a:pt x="139" y="193"/>
                      </a:cubicBezTo>
                      <a:cubicBezTo>
                        <a:pt x="139" y="193"/>
                        <a:pt x="139" y="193"/>
                        <a:pt x="139" y="193"/>
                      </a:cubicBezTo>
                      <a:close/>
                      <a:moveTo>
                        <a:pt x="33" y="172"/>
                      </a:moveTo>
                      <a:cubicBezTo>
                        <a:pt x="24" y="134"/>
                        <a:pt x="24" y="134"/>
                        <a:pt x="24" y="134"/>
                      </a:cubicBezTo>
                      <a:cubicBezTo>
                        <a:pt x="165" y="49"/>
                        <a:pt x="165" y="49"/>
                        <a:pt x="165" y="49"/>
                      </a:cubicBezTo>
                      <a:cubicBezTo>
                        <a:pt x="200" y="172"/>
                        <a:pt x="200" y="172"/>
                        <a:pt x="200" y="172"/>
                      </a:cubicBezTo>
                      <a:lnTo>
                        <a:pt x="33" y="172"/>
                      </a:lnTo>
                      <a:close/>
                      <a:moveTo>
                        <a:pt x="238" y="107"/>
                      </a:moveTo>
                      <a:cubicBezTo>
                        <a:pt x="237" y="108"/>
                        <a:pt x="236" y="108"/>
                        <a:pt x="235" y="108"/>
                      </a:cubicBezTo>
                      <a:cubicBezTo>
                        <a:pt x="231" y="108"/>
                        <a:pt x="226" y="105"/>
                        <a:pt x="225" y="100"/>
                      </a:cubicBezTo>
                      <a:cubicBezTo>
                        <a:pt x="223" y="94"/>
                        <a:pt x="227" y="88"/>
                        <a:pt x="232" y="87"/>
                      </a:cubicBezTo>
                      <a:cubicBezTo>
                        <a:pt x="307" y="65"/>
                        <a:pt x="307" y="65"/>
                        <a:pt x="307" y="65"/>
                      </a:cubicBezTo>
                      <a:cubicBezTo>
                        <a:pt x="313" y="64"/>
                        <a:pt x="319" y="67"/>
                        <a:pt x="320" y="73"/>
                      </a:cubicBezTo>
                      <a:cubicBezTo>
                        <a:pt x="322" y="78"/>
                        <a:pt x="319" y="84"/>
                        <a:pt x="313" y="86"/>
                      </a:cubicBezTo>
                      <a:lnTo>
                        <a:pt x="238" y="107"/>
                      </a:lnTo>
                      <a:close/>
                      <a:moveTo>
                        <a:pt x="206" y="61"/>
                      </a:moveTo>
                      <a:cubicBezTo>
                        <a:pt x="202" y="56"/>
                        <a:pt x="203" y="50"/>
                        <a:pt x="207" y="46"/>
                      </a:cubicBezTo>
                      <a:cubicBezTo>
                        <a:pt x="261" y="3"/>
                        <a:pt x="261" y="3"/>
                        <a:pt x="261" y="3"/>
                      </a:cubicBezTo>
                      <a:cubicBezTo>
                        <a:pt x="265" y="0"/>
                        <a:pt x="272" y="0"/>
                        <a:pt x="276" y="5"/>
                      </a:cubicBezTo>
                      <a:cubicBezTo>
                        <a:pt x="279" y="10"/>
                        <a:pt x="279" y="16"/>
                        <a:pt x="274" y="20"/>
                      </a:cubicBezTo>
                      <a:cubicBezTo>
                        <a:pt x="221" y="63"/>
                        <a:pt x="221" y="63"/>
                        <a:pt x="221" y="63"/>
                      </a:cubicBezTo>
                      <a:cubicBezTo>
                        <a:pt x="219" y="64"/>
                        <a:pt x="216" y="65"/>
                        <a:pt x="214" y="65"/>
                      </a:cubicBezTo>
                      <a:cubicBezTo>
                        <a:pt x="211" y="65"/>
                        <a:pt x="208" y="64"/>
                        <a:pt x="206" y="61"/>
                      </a:cubicBezTo>
                      <a:close/>
                      <a:moveTo>
                        <a:pt x="321" y="163"/>
                      </a:moveTo>
                      <a:cubicBezTo>
                        <a:pt x="320" y="168"/>
                        <a:pt x="315" y="172"/>
                        <a:pt x="310" y="172"/>
                      </a:cubicBezTo>
                      <a:cubicBezTo>
                        <a:pt x="309" y="172"/>
                        <a:pt x="309" y="172"/>
                        <a:pt x="308" y="172"/>
                      </a:cubicBezTo>
                      <a:cubicBezTo>
                        <a:pt x="244" y="161"/>
                        <a:pt x="244" y="161"/>
                        <a:pt x="244" y="161"/>
                      </a:cubicBezTo>
                      <a:cubicBezTo>
                        <a:pt x="238" y="160"/>
                        <a:pt x="235" y="154"/>
                        <a:pt x="235" y="149"/>
                      </a:cubicBezTo>
                      <a:cubicBezTo>
                        <a:pt x="236" y="143"/>
                        <a:pt x="242" y="139"/>
                        <a:pt x="248" y="140"/>
                      </a:cubicBezTo>
                      <a:cubicBezTo>
                        <a:pt x="312" y="150"/>
                        <a:pt x="312" y="150"/>
                        <a:pt x="312" y="150"/>
                      </a:cubicBezTo>
                      <a:cubicBezTo>
                        <a:pt x="318" y="151"/>
                        <a:pt x="321" y="157"/>
                        <a:pt x="321" y="16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pPr defTabSz="892178"/>
                  <a:endParaRPr lang="en-GB" dirty="0">
                    <a:solidFill>
                      <a:prstClr val="black"/>
                    </a:solidFill>
                    <a:latin typeface="Verdana"/>
                  </a:endParaRPr>
                </a:p>
              </p:txBody>
            </p:sp>
            <p:sp>
              <p:nvSpPr>
                <p:cNvPr id="33" name="Freeform 641"/>
                <p:cNvSpPr>
                  <a:spLocks noEditPoints="1"/>
                </p:cNvSpPr>
                <p:nvPr/>
              </p:nvSpPr>
              <p:spPr bwMode="auto">
                <a:xfrm>
                  <a:off x="5418" y="2871"/>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pPr defTabSz="892178"/>
                  <a:endParaRPr lang="en-GB" dirty="0">
                    <a:solidFill>
                      <a:prstClr val="black"/>
                    </a:solidFill>
                    <a:latin typeface="Verdana"/>
                  </a:endParaRPr>
                </a:p>
              </p:txBody>
            </p:sp>
          </p:grpSp>
          <p:grpSp>
            <p:nvGrpSpPr>
              <p:cNvPr id="10" name="Group 39"/>
              <p:cNvGrpSpPr>
                <a:grpSpLocks noChangeAspect="1"/>
              </p:cNvGrpSpPr>
              <p:nvPr/>
            </p:nvGrpSpPr>
            <p:grpSpPr bwMode="auto">
              <a:xfrm>
                <a:off x="5403900" y="2013004"/>
                <a:ext cx="367631" cy="367631"/>
                <a:chOff x="3987" y="1509"/>
                <a:chExt cx="340" cy="340"/>
              </a:xfrm>
              <a:grpFill/>
            </p:grpSpPr>
            <p:sp>
              <p:nvSpPr>
                <p:cNvPr id="30" name="Freeform 40"/>
                <p:cNvSpPr>
                  <a:spLocks noEditPoints="1"/>
                </p:cNvSpPr>
                <p:nvPr/>
              </p:nvSpPr>
              <p:spPr bwMode="auto">
                <a:xfrm>
                  <a:off x="3987" y="150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pPr defTabSz="892178"/>
                  <a:endParaRPr lang="en-GB" dirty="0">
                    <a:solidFill>
                      <a:prstClr val="black"/>
                    </a:solidFill>
                    <a:latin typeface="Verdana"/>
                  </a:endParaRPr>
                </a:p>
              </p:txBody>
            </p:sp>
            <p:sp>
              <p:nvSpPr>
                <p:cNvPr id="31" name="Freeform 41"/>
                <p:cNvSpPr>
                  <a:spLocks noEditPoints="1"/>
                </p:cNvSpPr>
                <p:nvPr/>
              </p:nvSpPr>
              <p:spPr bwMode="auto">
                <a:xfrm>
                  <a:off x="4053" y="1568"/>
                  <a:ext cx="215" cy="214"/>
                </a:xfrm>
                <a:custGeom>
                  <a:avLst/>
                  <a:gdLst>
                    <a:gd name="T0" fmla="*/ 168 w 324"/>
                    <a:gd name="T1" fmla="*/ 177 h 322"/>
                    <a:gd name="T2" fmla="*/ 123 w 324"/>
                    <a:gd name="T3" fmla="*/ 143 h 322"/>
                    <a:gd name="T4" fmla="*/ 65 w 324"/>
                    <a:gd name="T5" fmla="*/ 142 h 322"/>
                    <a:gd name="T6" fmla="*/ 18 w 324"/>
                    <a:gd name="T7" fmla="*/ 175 h 322"/>
                    <a:gd name="T8" fmla="*/ 0 w 324"/>
                    <a:gd name="T9" fmla="*/ 229 h 322"/>
                    <a:gd name="T10" fmla="*/ 17 w 324"/>
                    <a:gd name="T11" fmla="*/ 284 h 322"/>
                    <a:gd name="T12" fmla="*/ 63 w 324"/>
                    <a:gd name="T13" fmla="*/ 319 h 322"/>
                    <a:gd name="T14" fmla="*/ 115 w 324"/>
                    <a:gd name="T15" fmla="*/ 320 h 322"/>
                    <a:gd name="T16" fmla="*/ 145 w 324"/>
                    <a:gd name="T17" fmla="*/ 294 h 322"/>
                    <a:gd name="T18" fmla="*/ 172 w 324"/>
                    <a:gd name="T19" fmla="*/ 252 h 322"/>
                    <a:gd name="T20" fmla="*/ 146 w 324"/>
                    <a:gd name="T21" fmla="*/ 249 h 322"/>
                    <a:gd name="T22" fmla="*/ 125 w 324"/>
                    <a:gd name="T23" fmla="*/ 277 h 322"/>
                    <a:gd name="T24" fmla="*/ 92 w 324"/>
                    <a:gd name="T25" fmla="*/ 284 h 322"/>
                    <a:gd name="T26" fmla="*/ 69 w 324"/>
                    <a:gd name="T27" fmla="*/ 293 h 322"/>
                    <a:gd name="T28" fmla="*/ 37 w 324"/>
                    <a:gd name="T29" fmla="*/ 267 h 322"/>
                    <a:gd name="T30" fmla="*/ 26 w 324"/>
                    <a:gd name="T31" fmla="*/ 227 h 322"/>
                    <a:gd name="T32" fmla="*/ 41 w 324"/>
                    <a:gd name="T33" fmla="*/ 189 h 322"/>
                    <a:gd name="T34" fmla="*/ 76 w 324"/>
                    <a:gd name="T35" fmla="*/ 168 h 322"/>
                    <a:gd name="T36" fmla="*/ 115 w 324"/>
                    <a:gd name="T37" fmla="*/ 164 h 322"/>
                    <a:gd name="T38" fmla="*/ 150 w 324"/>
                    <a:gd name="T39" fmla="*/ 190 h 322"/>
                    <a:gd name="T40" fmla="*/ 163 w 324"/>
                    <a:gd name="T41" fmla="*/ 232 h 322"/>
                    <a:gd name="T42" fmla="*/ 61 w 324"/>
                    <a:gd name="T43" fmla="*/ 214 h 322"/>
                    <a:gd name="T44" fmla="*/ 103 w 324"/>
                    <a:gd name="T45" fmla="*/ 265 h 322"/>
                    <a:gd name="T46" fmla="*/ 105 w 324"/>
                    <a:gd name="T47" fmla="*/ 237 h 322"/>
                    <a:gd name="T48" fmla="*/ 80 w 324"/>
                    <a:gd name="T49" fmla="*/ 224 h 322"/>
                    <a:gd name="T50" fmla="*/ 106 w 324"/>
                    <a:gd name="T51" fmla="*/ 226 h 322"/>
                    <a:gd name="T52" fmla="*/ 308 w 324"/>
                    <a:gd name="T53" fmla="*/ 62 h 322"/>
                    <a:gd name="T54" fmla="*/ 276 w 324"/>
                    <a:gd name="T55" fmla="*/ 23 h 322"/>
                    <a:gd name="T56" fmla="*/ 227 w 324"/>
                    <a:gd name="T57" fmla="*/ 10 h 322"/>
                    <a:gd name="T58" fmla="*/ 180 w 324"/>
                    <a:gd name="T59" fmla="*/ 29 h 322"/>
                    <a:gd name="T60" fmla="*/ 152 w 324"/>
                    <a:gd name="T61" fmla="*/ 71 h 322"/>
                    <a:gd name="T62" fmla="*/ 155 w 324"/>
                    <a:gd name="T63" fmla="*/ 122 h 322"/>
                    <a:gd name="T64" fmla="*/ 187 w 324"/>
                    <a:gd name="T65" fmla="*/ 161 h 322"/>
                    <a:gd name="T66" fmla="*/ 236 w 324"/>
                    <a:gd name="T67" fmla="*/ 174 h 322"/>
                    <a:gd name="T68" fmla="*/ 276 w 324"/>
                    <a:gd name="T69" fmla="*/ 156 h 322"/>
                    <a:gd name="T70" fmla="*/ 305 w 324"/>
                    <a:gd name="T71" fmla="*/ 117 h 322"/>
                    <a:gd name="T72" fmla="*/ 298 w 324"/>
                    <a:gd name="T73" fmla="*/ 96 h 322"/>
                    <a:gd name="T74" fmla="*/ 283 w 324"/>
                    <a:gd name="T75" fmla="*/ 134 h 322"/>
                    <a:gd name="T76" fmla="*/ 248 w 324"/>
                    <a:gd name="T77" fmla="*/ 155 h 322"/>
                    <a:gd name="T78" fmla="*/ 209 w 324"/>
                    <a:gd name="T79" fmla="*/ 158 h 322"/>
                    <a:gd name="T80" fmla="*/ 174 w 324"/>
                    <a:gd name="T81" fmla="*/ 132 h 322"/>
                    <a:gd name="T82" fmla="*/ 161 w 324"/>
                    <a:gd name="T83" fmla="*/ 91 h 322"/>
                    <a:gd name="T84" fmla="*/ 175 w 324"/>
                    <a:gd name="T85" fmla="*/ 50 h 322"/>
                    <a:gd name="T86" fmla="*/ 211 w 324"/>
                    <a:gd name="T87" fmla="*/ 26 h 322"/>
                    <a:gd name="T88" fmla="*/ 250 w 324"/>
                    <a:gd name="T89" fmla="*/ 30 h 322"/>
                    <a:gd name="T90" fmla="*/ 284 w 324"/>
                    <a:gd name="T91" fmla="*/ 51 h 322"/>
                    <a:gd name="T92" fmla="*/ 298 w 324"/>
                    <a:gd name="T93" fmla="*/ 90 h 322"/>
                    <a:gd name="T94" fmla="*/ 221 w 324"/>
                    <a:gd name="T95" fmla="*/ 58 h 322"/>
                    <a:gd name="T96" fmla="*/ 231 w 324"/>
                    <a:gd name="T97" fmla="*/ 128 h 322"/>
                    <a:gd name="T98" fmla="*/ 248 w 324"/>
                    <a:gd name="T99" fmla="*/ 61 h 322"/>
                    <a:gd name="T100" fmla="*/ 218 w 324"/>
                    <a:gd name="T101" fmla="*/ 96 h 322"/>
                    <a:gd name="T102" fmla="*/ 238 w 324"/>
                    <a:gd name="T103" fmla="*/ 79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4" h="322">
                      <a:moveTo>
                        <a:pt x="172" y="212"/>
                      </a:moveTo>
                      <a:cubicBezTo>
                        <a:pt x="171" y="211"/>
                        <a:pt x="168" y="209"/>
                        <a:pt x="167" y="208"/>
                      </a:cubicBezTo>
                      <a:cubicBezTo>
                        <a:pt x="167" y="206"/>
                        <a:pt x="168" y="203"/>
                        <a:pt x="169" y="201"/>
                      </a:cubicBezTo>
                      <a:cubicBezTo>
                        <a:pt x="171" y="194"/>
                        <a:pt x="174" y="185"/>
                        <a:pt x="168" y="177"/>
                      </a:cubicBezTo>
                      <a:cubicBezTo>
                        <a:pt x="163" y="169"/>
                        <a:pt x="153" y="169"/>
                        <a:pt x="146" y="169"/>
                      </a:cubicBezTo>
                      <a:cubicBezTo>
                        <a:pt x="144" y="169"/>
                        <a:pt x="141" y="168"/>
                        <a:pt x="139" y="168"/>
                      </a:cubicBezTo>
                      <a:cubicBezTo>
                        <a:pt x="139" y="167"/>
                        <a:pt x="138" y="164"/>
                        <a:pt x="137" y="162"/>
                      </a:cubicBezTo>
                      <a:cubicBezTo>
                        <a:pt x="135" y="155"/>
                        <a:pt x="132" y="146"/>
                        <a:pt x="123" y="143"/>
                      </a:cubicBezTo>
                      <a:cubicBezTo>
                        <a:pt x="114" y="140"/>
                        <a:pt x="105" y="145"/>
                        <a:pt x="100" y="149"/>
                      </a:cubicBezTo>
                      <a:cubicBezTo>
                        <a:pt x="98" y="150"/>
                        <a:pt x="95" y="152"/>
                        <a:pt x="94" y="153"/>
                      </a:cubicBezTo>
                      <a:cubicBezTo>
                        <a:pt x="92" y="152"/>
                        <a:pt x="90" y="150"/>
                        <a:pt x="88" y="149"/>
                      </a:cubicBezTo>
                      <a:cubicBezTo>
                        <a:pt x="83" y="145"/>
                        <a:pt x="74" y="139"/>
                        <a:pt x="65" y="142"/>
                      </a:cubicBezTo>
                      <a:cubicBezTo>
                        <a:pt x="56" y="145"/>
                        <a:pt x="53" y="154"/>
                        <a:pt x="50" y="161"/>
                      </a:cubicBezTo>
                      <a:cubicBezTo>
                        <a:pt x="49" y="163"/>
                        <a:pt x="48" y="166"/>
                        <a:pt x="48" y="167"/>
                      </a:cubicBezTo>
                      <a:cubicBezTo>
                        <a:pt x="46" y="167"/>
                        <a:pt x="43" y="167"/>
                        <a:pt x="41" y="167"/>
                      </a:cubicBezTo>
                      <a:cubicBezTo>
                        <a:pt x="34" y="167"/>
                        <a:pt x="24" y="168"/>
                        <a:pt x="18" y="175"/>
                      </a:cubicBezTo>
                      <a:cubicBezTo>
                        <a:pt x="13" y="183"/>
                        <a:pt x="15" y="192"/>
                        <a:pt x="17" y="199"/>
                      </a:cubicBezTo>
                      <a:cubicBezTo>
                        <a:pt x="18" y="201"/>
                        <a:pt x="19" y="204"/>
                        <a:pt x="19" y="206"/>
                      </a:cubicBezTo>
                      <a:cubicBezTo>
                        <a:pt x="18" y="207"/>
                        <a:pt x="15" y="209"/>
                        <a:pt x="14" y="210"/>
                      </a:cubicBezTo>
                      <a:cubicBezTo>
                        <a:pt x="8" y="214"/>
                        <a:pt x="0" y="220"/>
                        <a:pt x="0" y="229"/>
                      </a:cubicBezTo>
                      <a:cubicBezTo>
                        <a:pt x="0" y="239"/>
                        <a:pt x="7" y="245"/>
                        <a:pt x="13" y="249"/>
                      </a:cubicBezTo>
                      <a:cubicBezTo>
                        <a:pt x="15" y="251"/>
                        <a:pt x="18" y="253"/>
                        <a:pt x="18" y="253"/>
                      </a:cubicBezTo>
                      <a:cubicBezTo>
                        <a:pt x="18" y="255"/>
                        <a:pt x="17" y="258"/>
                        <a:pt x="16" y="261"/>
                      </a:cubicBezTo>
                      <a:cubicBezTo>
                        <a:pt x="14" y="268"/>
                        <a:pt x="11" y="277"/>
                        <a:pt x="17" y="284"/>
                      </a:cubicBezTo>
                      <a:cubicBezTo>
                        <a:pt x="22" y="292"/>
                        <a:pt x="32" y="292"/>
                        <a:pt x="39" y="293"/>
                      </a:cubicBezTo>
                      <a:cubicBezTo>
                        <a:pt x="41" y="293"/>
                        <a:pt x="44" y="293"/>
                        <a:pt x="46" y="293"/>
                      </a:cubicBezTo>
                      <a:cubicBezTo>
                        <a:pt x="47" y="295"/>
                        <a:pt x="48" y="298"/>
                        <a:pt x="48" y="299"/>
                      </a:cubicBezTo>
                      <a:cubicBezTo>
                        <a:pt x="51" y="306"/>
                        <a:pt x="54" y="315"/>
                        <a:pt x="63" y="319"/>
                      </a:cubicBezTo>
                      <a:cubicBezTo>
                        <a:pt x="72" y="322"/>
                        <a:pt x="80" y="316"/>
                        <a:pt x="86" y="312"/>
                      </a:cubicBezTo>
                      <a:cubicBezTo>
                        <a:pt x="87" y="311"/>
                        <a:pt x="90" y="309"/>
                        <a:pt x="92" y="309"/>
                      </a:cubicBezTo>
                      <a:cubicBezTo>
                        <a:pt x="93" y="309"/>
                        <a:pt x="95" y="311"/>
                        <a:pt x="97" y="312"/>
                      </a:cubicBezTo>
                      <a:cubicBezTo>
                        <a:pt x="102" y="316"/>
                        <a:pt x="108" y="320"/>
                        <a:pt x="115" y="320"/>
                      </a:cubicBezTo>
                      <a:cubicBezTo>
                        <a:pt x="117" y="320"/>
                        <a:pt x="118" y="320"/>
                        <a:pt x="120" y="319"/>
                      </a:cubicBezTo>
                      <a:cubicBezTo>
                        <a:pt x="129" y="316"/>
                        <a:pt x="133" y="307"/>
                        <a:pt x="135" y="300"/>
                      </a:cubicBezTo>
                      <a:cubicBezTo>
                        <a:pt x="136" y="298"/>
                        <a:pt x="137" y="296"/>
                        <a:pt x="138" y="294"/>
                      </a:cubicBezTo>
                      <a:cubicBezTo>
                        <a:pt x="139" y="294"/>
                        <a:pt x="142" y="294"/>
                        <a:pt x="145" y="294"/>
                      </a:cubicBezTo>
                      <a:cubicBezTo>
                        <a:pt x="152" y="294"/>
                        <a:pt x="161" y="294"/>
                        <a:pt x="167" y="286"/>
                      </a:cubicBezTo>
                      <a:cubicBezTo>
                        <a:pt x="173" y="279"/>
                        <a:pt x="170" y="269"/>
                        <a:pt x="168" y="262"/>
                      </a:cubicBezTo>
                      <a:cubicBezTo>
                        <a:pt x="168" y="260"/>
                        <a:pt x="167" y="257"/>
                        <a:pt x="167" y="256"/>
                      </a:cubicBezTo>
                      <a:cubicBezTo>
                        <a:pt x="168" y="255"/>
                        <a:pt x="170" y="253"/>
                        <a:pt x="172" y="252"/>
                      </a:cubicBezTo>
                      <a:cubicBezTo>
                        <a:pt x="177" y="247"/>
                        <a:pt x="185" y="242"/>
                        <a:pt x="185" y="232"/>
                      </a:cubicBezTo>
                      <a:cubicBezTo>
                        <a:pt x="186" y="223"/>
                        <a:pt x="178" y="217"/>
                        <a:pt x="172" y="212"/>
                      </a:cubicBezTo>
                      <a:close/>
                      <a:moveTo>
                        <a:pt x="159" y="235"/>
                      </a:moveTo>
                      <a:cubicBezTo>
                        <a:pt x="154" y="238"/>
                        <a:pt x="148" y="242"/>
                        <a:pt x="146" y="249"/>
                      </a:cubicBezTo>
                      <a:cubicBezTo>
                        <a:pt x="144" y="255"/>
                        <a:pt x="146" y="262"/>
                        <a:pt x="148" y="268"/>
                      </a:cubicBezTo>
                      <a:cubicBezTo>
                        <a:pt x="148" y="269"/>
                        <a:pt x="148" y="271"/>
                        <a:pt x="149" y="272"/>
                      </a:cubicBezTo>
                      <a:cubicBezTo>
                        <a:pt x="147" y="273"/>
                        <a:pt x="145" y="273"/>
                        <a:pt x="144" y="273"/>
                      </a:cubicBezTo>
                      <a:cubicBezTo>
                        <a:pt x="138" y="273"/>
                        <a:pt x="131" y="273"/>
                        <a:pt x="125" y="277"/>
                      </a:cubicBezTo>
                      <a:cubicBezTo>
                        <a:pt x="120" y="281"/>
                        <a:pt x="117" y="287"/>
                        <a:pt x="115" y="293"/>
                      </a:cubicBezTo>
                      <a:cubicBezTo>
                        <a:pt x="115" y="294"/>
                        <a:pt x="114" y="295"/>
                        <a:pt x="113" y="297"/>
                      </a:cubicBezTo>
                      <a:cubicBezTo>
                        <a:pt x="112" y="296"/>
                        <a:pt x="110" y="294"/>
                        <a:pt x="109" y="293"/>
                      </a:cubicBezTo>
                      <a:cubicBezTo>
                        <a:pt x="104" y="290"/>
                        <a:pt x="99" y="284"/>
                        <a:pt x="92" y="284"/>
                      </a:cubicBezTo>
                      <a:cubicBezTo>
                        <a:pt x="92" y="284"/>
                        <a:pt x="92" y="284"/>
                        <a:pt x="92" y="284"/>
                      </a:cubicBezTo>
                      <a:cubicBezTo>
                        <a:pt x="85" y="284"/>
                        <a:pt x="79" y="289"/>
                        <a:pt x="74" y="293"/>
                      </a:cubicBezTo>
                      <a:cubicBezTo>
                        <a:pt x="73" y="294"/>
                        <a:pt x="71" y="296"/>
                        <a:pt x="70" y="297"/>
                      </a:cubicBezTo>
                      <a:cubicBezTo>
                        <a:pt x="70" y="296"/>
                        <a:pt x="69" y="294"/>
                        <a:pt x="69" y="293"/>
                      </a:cubicBezTo>
                      <a:cubicBezTo>
                        <a:pt x="67" y="287"/>
                        <a:pt x="64" y="280"/>
                        <a:pt x="59" y="276"/>
                      </a:cubicBezTo>
                      <a:cubicBezTo>
                        <a:pt x="53" y="272"/>
                        <a:pt x="46" y="272"/>
                        <a:pt x="40" y="271"/>
                      </a:cubicBezTo>
                      <a:cubicBezTo>
                        <a:pt x="39" y="271"/>
                        <a:pt x="37" y="271"/>
                        <a:pt x="36" y="271"/>
                      </a:cubicBezTo>
                      <a:cubicBezTo>
                        <a:pt x="36" y="270"/>
                        <a:pt x="36" y="268"/>
                        <a:pt x="37" y="267"/>
                      </a:cubicBezTo>
                      <a:cubicBezTo>
                        <a:pt x="39" y="261"/>
                        <a:pt x="41" y="254"/>
                        <a:pt x="39" y="247"/>
                      </a:cubicBezTo>
                      <a:cubicBezTo>
                        <a:pt x="37" y="241"/>
                        <a:pt x="31" y="236"/>
                        <a:pt x="26" y="232"/>
                      </a:cubicBezTo>
                      <a:cubicBezTo>
                        <a:pt x="25" y="232"/>
                        <a:pt x="24" y="231"/>
                        <a:pt x="23" y="230"/>
                      </a:cubicBezTo>
                      <a:cubicBezTo>
                        <a:pt x="24" y="229"/>
                        <a:pt x="25" y="228"/>
                        <a:pt x="26" y="227"/>
                      </a:cubicBezTo>
                      <a:cubicBezTo>
                        <a:pt x="31" y="223"/>
                        <a:pt x="37" y="219"/>
                        <a:pt x="39" y="213"/>
                      </a:cubicBezTo>
                      <a:cubicBezTo>
                        <a:pt x="41" y="206"/>
                        <a:pt x="39" y="199"/>
                        <a:pt x="38" y="193"/>
                      </a:cubicBezTo>
                      <a:cubicBezTo>
                        <a:pt x="37" y="192"/>
                        <a:pt x="37" y="190"/>
                        <a:pt x="37" y="189"/>
                      </a:cubicBezTo>
                      <a:cubicBezTo>
                        <a:pt x="38" y="189"/>
                        <a:pt x="40" y="189"/>
                        <a:pt x="41" y="189"/>
                      </a:cubicBezTo>
                      <a:cubicBezTo>
                        <a:pt x="47" y="189"/>
                        <a:pt x="54" y="189"/>
                        <a:pt x="60" y="185"/>
                      </a:cubicBezTo>
                      <a:cubicBezTo>
                        <a:pt x="66" y="181"/>
                        <a:pt x="68" y="174"/>
                        <a:pt x="70" y="169"/>
                      </a:cubicBezTo>
                      <a:cubicBezTo>
                        <a:pt x="71" y="167"/>
                        <a:pt x="71" y="166"/>
                        <a:pt x="72" y="164"/>
                      </a:cubicBezTo>
                      <a:cubicBezTo>
                        <a:pt x="73" y="165"/>
                        <a:pt x="75" y="167"/>
                        <a:pt x="76" y="168"/>
                      </a:cubicBezTo>
                      <a:cubicBezTo>
                        <a:pt x="81" y="172"/>
                        <a:pt x="87" y="177"/>
                        <a:pt x="93" y="177"/>
                      </a:cubicBezTo>
                      <a:cubicBezTo>
                        <a:pt x="94" y="177"/>
                        <a:pt x="94" y="177"/>
                        <a:pt x="94" y="177"/>
                      </a:cubicBezTo>
                      <a:cubicBezTo>
                        <a:pt x="101" y="177"/>
                        <a:pt x="106" y="172"/>
                        <a:pt x="111" y="168"/>
                      </a:cubicBezTo>
                      <a:cubicBezTo>
                        <a:pt x="112" y="168"/>
                        <a:pt x="114" y="165"/>
                        <a:pt x="115" y="164"/>
                      </a:cubicBezTo>
                      <a:cubicBezTo>
                        <a:pt x="116" y="166"/>
                        <a:pt x="116" y="168"/>
                        <a:pt x="117" y="169"/>
                      </a:cubicBezTo>
                      <a:cubicBezTo>
                        <a:pt x="119" y="175"/>
                        <a:pt x="121" y="181"/>
                        <a:pt x="127" y="185"/>
                      </a:cubicBezTo>
                      <a:cubicBezTo>
                        <a:pt x="132" y="189"/>
                        <a:pt x="139" y="190"/>
                        <a:pt x="145" y="190"/>
                      </a:cubicBezTo>
                      <a:cubicBezTo>
                        <a:pt x="146" y="190"/>
                        <a:pt x="148" y="190"/>
                        <a:pt x="150" y="190"/>
                      </a:cubicBezTo>
                      <a:cubicBezTo>
                        <a:pt x="149" y="192"/>
                        <a:pt x="149" y="193"/>
                        <a:pt x="149" y="194"/>
                      </a:cubicBezTo>
                      <a:cubicBezTo>
                        <a:pt x="147" y="200"/>
                        <a:pt x="145" y="207"/>
                        <a:pt x="147" y="214"/>
                      </a:cubicBezTo>
                      <a:cubicBezTo>
                        <a:pt x="149" y="221"/>
                        <a:pt x="154" y="225"/>
                        <a:pt x="159" y="229"/>
                      </a:cubicBezTo>
                      <a:cubicBezTo>
                        <a:pt x="160" y="230"/>
                        <a:pt x="162" y="231"/>
                        <a:pt x="163" y="232"/>
                      </a:cubicBezTo>
                      <a:cubicBezTo>
                        <a:pt x="161" y="233"/>
                        <a:pt x="160" y="234"/>
                        <a:pt x="159" y="235"/>
                      </a:cubicBezTo>
                      <a:close/>
                      <a:moveTo>
                        <a:pt x="109" y="199"/>
                      </a:moveTo>
                      <a:cubicBezTo>
                        <a:pt x="101" y="195"/>
                        <a:pt x="91" y="194"/>
                        <a:pt x="82" y="197"/>
                      </a:cubicBezTo>
                      <a:cubicBezTo>
                        <a:pt x="73" y="200"/>
                        <a:pt x="66" y="206"/>
                        <a:pt x="61" y="214"/>
                      </a:cubicBezTo>
                      <a:cubicBezTo>
                        <a:pt x="57" y="223"/>
                        <a:pt x="56" y="232"/>
                        <a:pt x="59" y="241"/>
                      </a:cubicBezTo>
                      <a:cubicBezTo>
                        <a:pt x="62" y="250"/>
                        <a:pt x="68" y="258"/>
                        <a:pt x="76" y="262"/>
                      </a:cubicBezTo>
                      <a:cubicBezTo>
                        <a:pt x="81" y="265"/>
                        <a:pt x="87" y="266"/>
                        <a:pt x="93" y="266"/>
                      </a:cubicBezTo>
                      <a:cubicBezTo>
                        <a:pt x="96" y="266"/>
                        <a:pt x="100" y="266"/>
                        <a:pt x="103" y="265"/>
                      </a:cubicBezTo>
                      <a:cubicBezTo>
                        <a:pt x="112" y="262"/>
                        <a:pt x="120" y="256"/>
                        <a:pt x="124" y="247"/>
                      </a:cubicBezTo>
                      <a:cubicBezTo>
                        <a:pt x="129" y="239"/>
                        <a:pt x="129" y="229"/>
                        <a:pt x="127" y="220"/>
                      </a:cubicBezTo>
                      <a:cubicBezTo>
                        <a:pt x="124" y="211"/>
                        <a:pt x="118" y="204"/>
                        <a:pt x="109" y="199"/>
                      </a:cubicBezTo>
                      <a:close/>
                      <a:moveTo>
                        <a:pt x="105" y="237"/>
                      </a:moveTo>
                      <a:cubicBezTo>
                        <a:pt x="103" y="241"/>
                        <a:pt x="101" y="243"/>
                        <a:pt x="97" y="244"/>
                      </a:cubicBezTo>
                      <a:cubicBezTo>
                        <a:pt x="93" y="245"/>
                        <a:pt x="89" y="245"/>
                        <a:pt x="86" y="243"/>
                      </a:cubicBezTo>
                      <a:cubicBezTo>
                        <a:pt x="83" y="241"/>
                        <a:pt x="80" y="239"/>
                        <a:pt x="79" y="235"/>
                      </a:cubicBezTo>
                      <a:cubicBezTo>
                        <a:pt x="78" y="231"/>
                        <a:pt x="78" y="227"/>
                        <a:pt x="80" y="224"/>
                      </a:cubicBezTo>
                      <a:cubicBezTo>
                        <a:pt x="82" y="221"/>
                        <a:pt x="85" y="218"/>
                        <a:pt x="88" y="217"/>
                      </a:cubicBezTo>
                      <a:cubicBezTo>
                        <a:pt x="90" y="217"/>
                        <a:pt x="91" y="216"/>
                        <a:pt x="93" y="216"/>
                      </a:cubicBezTo>
                      <a:cubicBezTo>
                        <a:pt x="95" y="216"/>
                        <a:pt x="97" y="217"/>
                        <a:pt x="99" y="218"/>
                      </a:cubicBezTo>
                      <a:cubicBezTo>
                        <a:pt x="103" y="220"/>
                        <a:pt x="105" y="223"/>
                        <a:pt x="106" y="226"/>
                      </a:cubicBezTo>
                      <a:cubicBezTo>
                        <a:pt x="107" y="230"/>
                        <a:pt x="107" y="234"/>
                        <a:pt x="105" y="237"/>
                      </a:cubicBezTo>
                      <a:close/>
                      <a:moveTo>
                        <a:pt x="311" y="74"/>
                      </a:moveTo>
                      <a:cubicBezTo>
                        <a:pt x="309" y="72"/>
                        <a:pt x="307" y="70"/>
                        <a:pt x="306" y="69"/>
                      </a:cubicBezTo>
                      <a:cubicBezTo>
                        <a:pt x="306" y="67"/>
                        <a:pt x="307" y="64"/>
                        <a:pt x="308" y="62"/>
                      </a:cubicBezTo>
                      <a:cubicBezTo>
                        <a:pt x="310" y="55"/>
                        <a:pt x="313" y="46"/>
                        <a:pt x="307" y="38"/>
                      </a:cubicBezTo>
                      <a:cubicBezTo>
                        <a:pt x="302" y="31"/>
                        <a:pt x="292" y="30"/>
                        <a:pt x="285" y="30"/>
                      </a:cubicBezTo>
                      <a:cubicBezTo>
                        <a:pt x="283" y="30"/>
                        <a:pt x="280" y="30"/>
                        <a:pt x="278" y="29"/>
                      </a:cubicBezTo>
                      <a:cubicBezTo>
                        <a:pt x="277" y="28"/>
                        <a:pt x="276" y="25"/>
                        <a:pt x="276" y="23"/>
                      </a:cubicBezTo>
                      <a:cubicBezTo>
                        <a:pt x="273" y="16"/>
                        <a:pt x="270" y="7"/>
                        <a:pt x="261" y="4"/>
                      </a:cubicBezTo>
                      <a:cubicBezTo>
                        <a:pt x="252" y="1"/>
                        <a:pt x="244" y="6"/>
                        <a:pt x="238" y="10"/>
                      </a:cubicBezTo>
                      <a:cubicBezTo>
                        <a:pt x="237" y="12"/>
                        <a:pt x="234" y="13"/>
                        <a:pt x="232" y="14"/>
                      </a:cubicBezTo>
                      <a:cubicBezTo>
                        <a:pt x="231" y="13"/>
                        <a:pt x="229" y="12"/>
                        <a:pt x="227" y="10"/>
                      </a:cubicBezTo>
                      <a:cubicBezTo>
                        <a:pt x="221" y="6"/>
                        <a:pt x="213" y="0"/>
                        <a:pt x="204" y="3"/>
                      </a:cubicBezTo>
                      <a:cubicBezTo>
                        <a:pt x="195" y="6"/>
                        <a:pt x="191" y="16"/>
                        <a:pt x="189" y="22"/>
                      </a:cubicBezTo>
                      <a:cubicBezTo>
                        <a:pt x="188" y="24"/>
                        <a:pt x="187" y="27"/>
                        <a:pt x="186" y="28"/>
                      </a:cubicBezTo>
                      <a:cubicBezTo>
                        <a:pt x="185" y="29"/>
                        <a:pt x="182" y="29"/>
                        <a:pt x="180" y="29"/>
                      </a:cubicBezTo>
                      <a:cubicBezTo>
                        <a:pt x="172" y="29"/>
                        <a:pt x="163" y="29"/>
                        <a:pt x="157" y="36"/>
                      </a:cubicBezTo>
                      <a:cubicBezTo>
                        <a:pt x="151" y="44"/>
                        <a:pt x="154" y="53"/>
                        <a:pt x="156" y="60"/>
                      </a:cubicBezTo>
                      <a:cubicBezTo>
                        <a:pt x="156" y="62"/>
                        <a:pt x="157" y="65"/>
                        <a:pt x="157" y="67"/>
                      </a:cubicBezTo>
                      <a:cubicBezTo>
                        <a:pt x="156" y="68"/>
                        <a:pt x="154" y="70"/>
                        <a:pt x="152" y="71"/>
                      </a:cubicBezTo>
                      <a:cubicBezTo>
                        <a:pt x="147" y="75"/>
                        <a:pt x="139" y="81"/>
                        <a:pt x="139" y="91"/>
                      </a:cubicBezTo>
                      <a:cubicBezTo>
                        <a:pt x="138" y="100"/>
                        <a:pt x="146" y="106"/>
                        <a:pt x="152" y="110"/>
                      </a:cubicBezTo>
                      <a:cubicBezTo>
                        <a:pt x="153" y="112"/>
                        <a:pt x="156" y="114"/>
                        <a:pt x="157" y="115"/>
                      </a:cubicBezTo>
                      <a:cubicBezTo>
                        <a:pt x="157" y="116"/>
                        <a:pt x="156" y="120"/>
                        <a:pt x="155" y="122"/>
                      </a:cubicBezTo>
                      <a:cubicBezTo>
                        <a:pt x="153" y="129"/>
                        <a:pt x="150" y="138"/>
                        <a:pt x="156" y="146"/>
                      </a:cubicBezTo>
                      <a:cubicBezTo>
                        <a:pt x="161" y="153"/>
                        <a:pt x="171" y="154"/>
                        <a:pt x="178" y="154"/>
                      </a:cubicBezTo>
                      <a:cubicBezTo>
                        <a:pt x="180" y="154"/>
                        <a:pt x="183" y="154"/>
                        <a:pt x="185" y="155"/>
                      </a:cubicBezTo>
                      <a:cubicBezTo>
                        <a:pt x="185" y="156"/>
                        <a:pt x="186" y="159"/>
                        <a:pt x="187" y="161"/>
                      </a:cubicBezTo>
                      <a:cubicBezTo>
                        <a:pt x="189" y="168"/>
                        <a:pt x="192" y="177"/>
                        <a:pt x="201" y="180"/>
                      </a:cubicBezTo>
                      <a:cubicBezTo>
                        <a:pt x="210" y="183"/>
                        <a:pt x="218" y="178"/>
                        <a:pt x="224" y="174"/>
                      </a:cubicBezTo>
                      <a:cubicBezTo>
                        <a:pt x="226" y="172"/>
                        <a:pt x="229" y="171"/>
                        <a:pt x="230" y="170"/>
                      </a:cubicBezTo>
                      <a:cubicBezTo>
                        <a:pt x="232" y="171"/>
                        <a:pt x="234" y="172"/>
                        <a:pt x="236" y="174"/>
                      </a:cubicBezTo>
                      <a:cubicBezTo>
                        <a:pt x="240" y="177"/>
                        <a:pt x="247" y="181"/>
                        <a:pt x="254" y="181"/>
                      </a:cubicBezTo>
                      <a:cubicBezTo>
                        <a:pt x="255" y="181"/>
                        <a:pt x="257" y="181"/>
                        <a:pt x="259" y="181"/>
                      </a:cubicBezTo>
                      <a:cubicBezTo>
                        <a:pt x="268" y="178"/>
                        <a:pt x="271" y="168"/>
                        <a:pt x="274" y="162"/>
                      </a:cubicBezTo>
                      <a:cubicBezTo>
                        <a:pt x="275" y="160"/>
                        <a:pt x="276" y="157"/>
                        <a:pt x="276" y="156"/>
                      </a:cubicBezTo>
                      <a:cubicBezTo>
                        <a:pt x="278" y="155"/>
                        <a:pt x="281" y="155"/>
                        <a:pt x="283" y="155"/>
                      </a:cubicBezTo>
                      <a:cubicBezTo>
                        <a:pt x="290" y="155"/>
                        <a:pt x="300" y="155"/>
                        <a:pt x="306" y="148"/>
                      </a:cubicBezTo>
                      <a:cubicBezTo>
                        <a:pt x="311" y="140"/>
                        <a:pt x="309" y="131"/>
                        <a:pt x="307" y="124"/>
                      </a:cubicBezTo>
                      <a:cubicBezTo>
                        <a:pt x="306" y="122"/>
                        <a:pt x="305" y="119"/>
                        <a:pt x="305" y="117"/>
                      </a:cubicBezTo>
                      <a:cubicBezTo>
                        <a:pt x="306" y="116"/>
                        <a:pt x="309" y="114"/>
                        <a:pt x="310" y="113"/>
                      </a:cubicBezTo>
                      <a:cubicBezTo>
                        <a:pt x="316" y="109"/>
                        <a:pt x="324" y="103"/>
                        <a:pt x="324" y="93"/>
                      </a:cubicBezTo>
                      <a:cubicBezTo>
                        <a:pt x="324" y="84"/>
                        <a:pt x="317" y="78"/>
                        <a:pt x="311" y="74"/>
                      </a:cubicBezTo>
                      <a:close/>
                      <a:moveTo>
                        <a:pt x="298" y="96"/>
                      </a:moveTo>
                      <a:cubicBezTo>
                        <a:pt x="293" y="100"/>
                        <a:pt x="287" y="104"/>
                        <a:pt x="285" y="110"/>
                      </a:cubicBezTo>
                      <a:cubicBezTo>
                        <a:pt x="283" y="117"/>
                        <a:pt x="285" y="123"/>
                        <a:pt x="286" y="129"/>
                      </a:cubicBezTo>
                      <a:cubicBezTo>
                        <a:pt x="287" y="131"/>
                        <a:pt x="287" y="132"/>
                        <a:pt x="287" y="134"/>
                      </a:cubicBezTo>
                      <a:cubicBezTo>
                        <a:pt x="286" y="134"/>
                        <a:pt x="284" y="134"/>
                        <a:pt x="283" y="134"/>
                      </a:cubicBezTo>
                      <a:cubicBezTo>
                        <a:pt x="277" y="134"/>
                        <a:pt x="270" y="134"/>
                        <a:pt x="264" y="138"/>
                      </a:cubicBezTo>
                      <a:cubicBezTo>
                        <a:pt x="258" y="142"/>
                        <a:pt x="256" y="148"/>
                        <a:pt x="254" y="154"/>
                      </a:cubicBezTo>
                      <a:cubicBezTo>
                        <a:pt x="253" y="155"/>
                        <a:pt x="253" y="157"/>
                        <a:pt x="252" y="158"/>
                      </a:cubicBezTo>
                      <a:cubicBezTo>
                        <a:pt x="251" y="157"/>
                        <a:pt x="249" y="155"/>
                        <a:pt x="248" y="155"/>
                      </a:cubicBezTo>
                      <a:cubicBezTo>
                        <a:pt x="243" y="151"/>
                        <a:pt x="237" y="145"/>
                        <a:pt x="231" y="145"/>
                      </a:cubicBezTo>
                      <a:cubicBezTo>
                        <a:pt x="230" y="145"/>
                        <a:pt x="230" y="145"/>
                        <a:pt x="230" y="145"/>
                      </a:cubicBezTo>
                      <a:cubicBezTo>
                        <a:pt x="223" y="145"/>
                        <a:pt x="218" y="151"/>
                        <a:pt x="213" y="154"/>
                      </a:cubicBezTo>
                      <a:cubicBezTo>
                        <a:pt x="212" y="155"/>
                        <a:pt x="210" y="157"/>
                        <a:pt x="209" y="158"/>
                      </a:cubicBezTo>
                      <a:cubicBezTo>
                        <a:pt x="208" y="157"/>
                        <a:pt x="208" y="155"/>
                        <a:pt x="207" y="154"/>
                      </a:cubicBezTo>
                      <a:cubicBezTo>
                        <a:pt x="205" y="148"/>
                        <a:pt x="203" y="141"/>
                        <a:pt x="197" y="137"/>
                      </a:cubicBezTo>
                      <a:cubicBezTo>
                        <a:pt x="192" y="133"/>
                        <a:pt x="185" y="133"/>
                        <a:pt x="179" y="133"/>
                      </a:cubicBezTo>
                      <a:cubicBezTo>
                        <a:pt x="178" y="133"/>
                        <a:pt x="176" y="133"/>
                        <a:pt x="174" y="132"/>
                      </a:cubicBezTo>
                      <a:cubicBezTo>
                        <a:pt x="175" y="131"/>
                        <a:pt x="175" y="129"/>
                        <a:pt x="175" y="128"/>
                      </a:cubicBezTo>
                      <a:cubicBezTo>
                        <a:pt x="177" y="122"/>
                        <a:pt x="179" y="115"/>
                        <a:pt x="177" y="109"/>
                      </a:cubicBezTo>
                      <a:cubicBezTo>
                        <a:pt x="175" y="102"/>
                        <a:pt x="170" y="98"/>
                        <a:pt x="165" y="94"/>
                      </a:cubicBezTo>
                      <a:cubicBezTo>
                        <a:pt x="164" y="93"/>
                        <a:pt x="162" y="92"/>
                        <a:pt x="161" y="91"/>
                      </a:cubicBezTo>
                      <a:cubicBezTo>
                        <a:pt x="163" y="90"/>
                        <a:pt x="164" y="89"/>
                        <a:pt x="165" y="88"/>
                      </a:cubicBezTo>
                      <a:cubicBezTo>
                        <a:pt x="170" y="84"/>
                        <a:pt x="176" y="80"/>
                        <a:pt x="178" y="74"/>
                      </a:cubicBezTo>
                      <a:cubicBezTo>
                        <a:pt x="180" y="67"/>
                        <a:pt x="178" y="61"/>
                        <a:pt x="176" y="55"/>
                      </a:cubicBezTo>
                      <a:cubicBezTo>
                        <a:pt x="176" y="53"/>
                        <a:pt x="176" y="52"/>
                        <a:pt x="175" y="50"/>
                      </a:cubicBezTo>
                      <a:cubicBezTo>
                        <a:pt x="177" y="50"/>
                        <a:pt x="179" y="50"/>
                        <a:pt x="180" y="50"/>
                      </a:cubicBezTo>
                      <a:cubicBezTo>
                        <a:pt x="186" y="50"/>
                        <a:pt x="193" y="50"/>
                        <a:pt x="199" y="46"/>
                      </a:cubicBezTo>
                      <a:cubicBezTo>
                        <a:pt x="204" y="42"/>
                        <a:pt x="207" y="36"/>
                        <a:pt x="209" y="30"/>
                      </a:cubicBezTo>
                      <a:cubicBezTo>
                        <a:pt x="209" y="29"/>
                        <a:pt x="210" y="27"/>
                        <a:pt x="211" y="26"/>
                      </a:cubicBezTo>
                      <a:cubicBezTo>
                        <a:pt x="212" y="27"/>
                        <a:pt x="214" y="29"/>
                        <a:pt x="215" y="29"/>
                      </a:cubicBezTo>
                      <a:cubicBezTo>
                        <a:pt x="220" y="33"/>
                        <a:pt x="225" y="39"/>
                        <a:pt x="232" y="39"/>
                      </a:cubicBezTo>
                      <a:cubicBezTo>
                        <a:pt x="232" y="39"/>
                        <a:pt x="232" y="39"/>
                        <a:pt x="232" y="39"/>
                      </a:cubicBezTo>
                      <a:cubicBezTo>
                        <a:pt x="239" y="39"/>
                        <a:pt x="245" y="33"/>
                        <a:pt x="250" y="30"/>
                      </a:cubicBezTo>
                      <a:cubicBezTo>
                        <a:pt x="251" y="29"/>
                        <a:pt x="253" y="27"/>
                        <a:pt x="254" y="26"/>
                      </a:cubicBezTo>
                      <a:cubicBezTo>
                        <a:pt x="254" y="27"/>
                        <a:pt x="255" y="29"/>
                        <a:pt x="255" y="30"/>
                      </a:cubicBezTo>
                      <a:cubicBezTo>
                        <a:pt x="257" y="36"/>
                        <a:pt x="260" y="43"/>
                        <a:pt x="265" y="47"/>
                      </a:cubicBezTo>
                      <a:cubicBezTo>
                        <a:pt x="271" y="51"/>
                        <a:pt x="278" y="51"/>
                        <a:pt x="284" y="51"/>
                      </a:cubicBezTo>
                      <a:cubicBezTo>
                        <a:pt x="285" y="51"/>
                        <a:pt x="287" y="51"/>
                        <a:pt x="288" y="52"/>
                      </a:cubicBezTo>
                      <a:cubicBezTo>
                        <a:pt x="288" y="53"/>
                        <a:pt x="288" y="55"/>
                        <a:pt x="287" y="56"/>
                      </a:cubicBezTo>
                      <a:cubicBezTo>
                        <a:pt x="285" y="62"/>
                        <a:pt x="283" y="69"/>
                        <a:pt x="285" y="75"/>
                      </a:cubicBezTo>
                      <a:cubicBezTo>
                        <a:pt x="287" y="82"/>
                        <a:pt x="293" y="86"/>
                        <a:pt x="298" y="90"/>
                      </a:cubicBezTo>
                      <a:cubicBezTo>
                        <a:pt x="299" y="91"/>
                        <a:pt x="300" y="92"/>
                        <a:pt x="301" y="93"/>
                      </a:cubicBezTo>
                      <a:cubicBezTo>
                        <a:pt x="300" y="94"/>
                        <a:pt x="299" y="95"/>
                        <a:pt x="298" y="96"/>
                      </a:cubicBezTo>
                      <a:close/>
                      <a:moveTo>
                        <a:pt x="248" y="61"/>
                      </a:moveTo>
                      <a:cubicBezTo>
                        <a:pt x="239" y="56"/>
                        <a:pt x="230" y="55"/>
                        <a:pt x="221" y="58"/>
                      </a:cubicBezTo>
                      <a:cubicBezTo>
                        <a:pt x="212" y="61"/>
                        <a:pt x="204" y="67"/>
                        <a:pt x="200" y="75"/>
                      </a:cubicBezTo>
                      <a:cubicBezTo>
                        <a:pt x="195" y="84"/>
                        <a:pt x="195" y="93"/>
                        <a:pt x="197" y="103"/>
                      </a:cubicBezTo>
                      <a:cubicBezTo>
                        <a:pt x="200" y="112"/>
                        <a:pt x="206" y="119"/>
                        <a:pt x="215" y="123"/>
                      </a:cubicBezTo>
                      <a:cubicBezTo>
                        <a:pt x="220" y="126"/>
                        <a:pt x="226" y="128"/>
                        <a:pt x="231" y="128"/>
                      </a:cubicBezTo>
                      <a:cubicBezTo>
                        <a:pt x="235" y="128"/>
                        <a:pt x="238" y="127"/>
                        <a:pt x="242" y="126"/>
                      </a:cubicBezTo>
                      <a:cubicBezTo>
                        <a:pt x="251" y="123"/>
                        <a:pt x="258" y="117"/>
                        <a:pt x="263" y="109"/>
                      </a:cubicBezTo>
                      <a:cubicBezTo>
                        <a:pt x="267" y="100"/>
                        <a:pt x="268" y="91"/>
                        <a:pt x="265" y="81"/>
                      </a:cubicBezTo>
                      <a:cubicBezTo>
                        <a:pt x="262" y="72"/>
                        <a:pt x="256" y="65"/>
                        <a:pt x="248" y="61"/>
                      </a:cubicBezTo>
                      <a:close/>
                      <a:moveTo>
                        <a:pt x="244" y="99"/>
                      </a:moveTo>
                      <a:cubicBezTo>
                        <a:pt x="242" y="102"/>
                        <a:pt x="239" y="104"/>
                        <a:pt x="236" y="106"/>
                      </a:cubicBezTo>
                      <a:cubicBezTo>
                        <a:pt x="232" y="107"/>
                        <a:pt x="228" y="106"/>
                        <a:pt x="225" y="105"/>
                      </a:cubicBezTo>
                      <a:cubicBezTo>
                        <a:pt x="221" y="103"/>
                        <a:pt x="219" y="100"/>
                        <a:pt x="218" y="96"/>
                      </a:cubicBezTo>
                      <a:cubicBezTo>
                        <a:pt x="217" y="93"/>
                        <a:pt x="217" y="89"/>
                        <a:pt x="219" y="85"/>
                      </a:cubicBezTo>
                      <a:cubicBezTo>
                        <a:pt x="221" y="82"/>
                        <a:pt x="223" y="80"/>
                        <a:pt x="227" y="78"/>
                      </a:cubicBezTo>
                      <a:cubicBezTo>
                        <a:pt x="229" y="78"/>
                        <a:pt x="230" y="78"/>
                        <a:pt x="231" y="78"/>
                      </a:cubicBezTo>
                      <a:cubicBezTo>
                        <a:pt x="234" y="78"/>
                        <a:pt x="236" y="78"/>
                        <a:pt x="238" y="79"/>
                      </a:cubicBezTo>
                      <a:cubicBezTo>
                        <a:pt x="241" y="81"/>
                        <a:pt x="244" y="84"/>
                        <a:pt x="245" y="88"/>
                      </a:cubicBezTo>
                      <a:cubicBezTo>
                        <a:pt x="246" y="91"/>
                        <a:pt x="246" y="95"/>
                        <a:pt x="244" y="9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pPr defTabSz="892178"/>
                  <a:endParaRPr lang="en-GB" dirty="0">
                    <a:solidFill>
                      <a:prstClr val="black"/>
                    </a:solidFill>
                    <a:latin typeface="Verdana"/>
                  </a:endParaRPr>
                </a:p>
              </p:txBody>
            </p:sp>
          </p:grpSp>
          <p:grpSp>
            <p:nvGrpSpPr>
              <p:cNvPr id="11" name="Group 578"/>
              <p:cNvGrpSpPr>
                <a:grpSpLocks noChangeAspect="1"/>
              </p:cNvGrpSpPr>
              <p:nvPr/>
            </p:nvGrpSpPr>
            <p:grpSpPr bwMode="auto">
              <a:xfrm>
                <a:off x="6175541" y="3365889"/>
                <a:ext cx="367631" cy="368713"/>
                <a:chOff x="399" y="2382"/>
                <a:chExt cx="340" cy="341"/>
              </a:xfrm>
              <a:grpFill/>
            </p:grpSpPr>
            <p:sp>
              <p:nvSpPr>
                <p:cNvPr id="26" name="Freeform 579"/>
                <p:cNvSpPr>
                  <a:spLocks noEditPoints="1"/>
                </p:cNvSpPr>
                <p:nvPr/>
              </p:nvSpPr>
              <p:spPr bwMode="auto">
                <a:xfrm>
                  <a:off x="463" y="2503"/>
                  <a:ext cx="212" cy="127"/>
                </a:xfrm>
                <a:custGeom>
                  <a:avLst/>
                  <a:gdLst>
                    <a:gd name="T0" fmla="*/ 287 w 320"/>
                    <a:gd name="T1" fmla="*/ 9 h 192"/>
                    <a:gd name="T2" fmla="*/ 277 w 320"/>
                    <a:gd name="T3" fmla="*/ 0 h 192"/>
                    <a:gd name="T4" fmla="*/ 213 w 320"/>
                    <a:gd name="T5" fmla="*/ 0 h 192"/>
                    <a:gd name="T6" fmla="*/ 202 w 320"/>
                    <a:gd name="T7" fmla="*/ 9 h 192"/>
                    <a:gd name="T8" fmla="*/ 190 w 320"/>
                    <a:gd name="T9" fmla="*/ 107 h 192"/>
                    <a:gd name="T10" fmla="*/ 112 w 320"/>
                    <a:gd name="T11" fmla="*/ 55 h 192"/>
                    <a:gd name="T12" fmla="*/ 101 w 320"/>
                    <a:gd name="T13" fmla="*/ 55 h 192"/>
                    <a:gd name="T14" fmla="*/ 96 w 320"/>
                    <a:gd name="T15" fmla="*/ 64 h 192"/>
                    <a:gd name="T16" fmla="*/ 96 w 320"/>
                    <a:gd name="T17" fmla="*/ 108 h 192"/>
                    <a:gd name="T18" fmla="*/ 16 w 320"/>
                    <a:gd name="T19" fmla="*/ 55 h 192"/>
                    <a:gd name="T20" fmla="*/ 5 w 320"/>
                    <a:gd name="T21" fmla="*/ 55 h 192"/>
                    <a:gd name="T22" fmla="*/ 0 w 320"/>
                    <a:gd name="T23" fmla="*/ 64 h 192"/>
                    <a:gd name="T24" fmla="*/ 0 w 320"/>
                    <a:gd name="T25" fmla="*/ 181 h 192"/>
                    <a:gd name="T26" fmla="*/ 10 w 320"/>
                    <a:gd name="T27" fmla="*/ 192 h 192"/>
                    <a:gd name="T28" fmla="*/ 309 w 320"/>
                    <a:gd name="T29" fmla="*/ 192 h 192"/>
                    <a:gd name="T30" fmla="*/ 317 w 320"/>
                    <a:gd name="T31" fmla="*/ 188 h 192"/>
                    <a:gd name="T32" fmla="*/ 319 w 320"/>
                    <a:gd name="T33" fmla="*/ 179 h 192"/>
                    <a:gd name="T34" fmla="*/ 287 w 320"/>
                    <a:gd name="T35" fmla="*/ 9 h 192"/>
                    <a:gd name="T36" fmla="*/ 187 w 320"/>
                    <a:gd name="T37" fmla="*/ 131 h 192"/>
                    <a:gd name="T38" fmla="*/ 182 w 320"/>
                    <a:gd name="T39" fmla="*/ 171 h 192"/>
                    <a:gd name="T40" fmla="*/ 117 w 320"/>
                    <a:gd name="T41" fmla="*/ 171 h 192"/>
                    <a:gd name="T42" fmla="*/ 117 w 320"/>
                    <a:gd name="T43" fmla="*/ 84 h 192"/>
                    <a:gd name="T44" fmla="*/ 187 w 320"/>
                    <a:gd name="T45" fmla="*/ 131 h 192"/>
                    <a:gd name="T46" fmla="*/ 96 w 320"/>
                    <a:gd name="T47" fmla="*/ 134 h 192"/>
                    <a:gd name="T48" fmla="*/ 96 w 320"/>
                    <a:gd name="T49" fmla="*/ 171 h 192"/>
                    <a:gd name="T50" fmla="*/ 21 w 320"/>
                    <a:gd name="T51" fmla="*/ 171 h 192"/>
                    <a:gd name="T52" fmla="*/ 21 w 320"/>
                    <a:gd name="T53" fmla="*/ 84 h 192"/>
                    <a:gd name="T54" fmla="*/ 96 w 320"/>
                    <a:gd name="T55" fmla="*/ 134 h 192"/>
                    <a:gd name="T56" fmla="*/ 204 w 320"/>
                    <a:gd name="T57" fmla="*/ 171 h 192"/>
                    <a:gd name="T58" fmla="*/ 222 w 320"/>
                    <a:gd name="T59" fmla="*/ 21 h 192"/>
                    <a:gd name="T60" fmla="*/ 268 w 320"/>
                    <a:gd name="T61" fmla="*/ 21 h 192"/>
                    <a:gd name="T62" fmla="*/ 296 w 320"/>
                    <a:gd name="T63" fmla="*/ 171 h 192"/>
                    <a:gd name="T64" fmla="*/ 204 w 320"/>
                    <a:gd name="T65" fmla="*/ 17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0" h="192">
                      <a:moveTo>
                        <a:pt x="287" y="9"/>
                      </a:moveTo>
                      <a:cubicBezTo>
                        <a:pt x="287" y="4"/>
                        <a:pt x="282" y="0"/>
                        <a:pt x="277" y="0"/>
                      </a:cubicBezTo>
                      <a:cubicBezTo>
                        <a:pt x="213" y="0"/>
                        <a:pt x="213" y="0"/>
                        <a:pt x="213" y="0"/>
                      </a:cubicBezTo>
                      <a:cubicBezTo>
                        <a:pt x="208" y="0"/>
                        <a:pt x="203" y="4"/>
                        <a:pt x="202" y="9"/>
                      </a:cubicBezTo>
                      <a:cubicBezTo>
                        <a:pt x="190" y="107"/>
                        <a:pt x="190" y="107"/>
                        <a:pt x="190" y="107"/>
                      </a:cubicBezTo>
                      <a:cubicBezTo>
                        <a:pt x="112" y="55"/>
                        <a:pt x="112" y="55"/>
                        <a:pt x="112" y="55"/>
                      </a:cubicBezTo>
                      <a:cubicBezTo>
                        <a:pt x="109" y="53"/>
                        <a:pt x="105" y="53"/>
                        <a:pt x="101" y="55"/>
                      </a:cubicBezTo>
                      <a:cubicBezTo>
                        <a:pt x="98" y="56"/>
                        <a:pt x="96" y="60"/>
                        <a:pt x="96" y="64"/>
                      </a:cubicBezTo>
                      <a:cubicBezTo>
                        <a:pt x="96" y="108"/>
                        <a:pt x="96" y="108"/>
                        <a:pt x="96" y="108"/>
                      </a:cubicBezTo>
                      <a:cubicBezTo>
                        <a:pt x="16" y="55"/>
                        <a:pt x="16" y="55"/>
                        <a:pt x="16" y="55"/>
                      </a:cubicBezTo>
                      <a:cubicBezTo>
                        <a:pt x="13" y="53"/>
                        <a:pt x="9" y="53"/>
                        <a:pt x="5" y="55"/>
                      </a:cubicBezTo>
                      <a:cubicBezTo>
                        <a:pt x="2" y="56"/>
                        <a:pt x="0" y="60"/>
                        <a:pt x="0" y="64"/>
                      </a:cubicBezTo>
                      <a:cubicBezTo>
                        <a:pt x="0" y="181"/>
                        <a:pt x="0" y="181"/>
                        <a:pt x="0" y="181"/>
                      </a:cubicBezTo>
                      <a:cubicBezTo>
                        <a:pt x="0" y="187"/>
                        <a:pt x="4" y="192"/>
                        <a:pt x="10" y="192"/>
                      </a:cubicBezTo>
                      <a:cubicBezTo>
                        <a:pt x="309" y="192"/>
                        <a:pt x="309" y="192"/>
                        <a:pt x="309" y="192"/>
                      </a:cubicBezTo>
                      <a:cubicBezTo>
                        <a:pt x="312" y="192"/>
                        <a:pt x="315" y="191"/>
                        <a:pt x="317" y="188"/>
                      </a:cubicBezTo>
                      <a:cubicBezTo>
                        <a:pt x="319" y="186"/>
                        <a:pt x="320" y="182"/>
                        <a:pt x="319" y="179"/>
                      </a:cubicBezTo>
                      <a:lnTo>
                        <a:pt x="287" y="9"/>
                      </a:lnTo>
                      <a:close/>
                      <a:moveTo>
                        <a:pt x="187" y="131"/>
                      </a:moveTo>
                      <a:cubicBezTo>
                        <a:pt x="182" y="171"/>
                        <a:pt x="182" y="171"/>
                        <a:pt x="182" y="171"/>
                      </a:cubicBezTo>
                      <a:cubicBezTo>
                        <a:pt x="117" y="171"/>
                        <a:pt x="117" y="171"/>
                        <a:pt x="117" y="171"/>
                      </a:cubicBezTo>
                      <a:cubicBezTo>
                        <a:pt x="117" y="84"/>
                        <a:pt x="117" y="84"/>
                        <a:pt x="117" y="84"/>
                      </a:cubicBezTo>
                      <a:lnTo>
                        <a:pt x="187" y="131"/>
                      </a:lnTo>
                      <a:close/>
                      <a:moveTo>
                        <a:pt x="96" y="134"/>
                      </a:moveTo>
                      <a:cubicBezTo>
                        <a:pt x="96" y="171"/>
                        <a:pt x="96" y="171"/>
                        <a:pt x="96" y="171"/>
                      </a:cubicBezTo>
                      <a:cubicBezTo>
                        <a:pt x="21" y="171"/>
                        <a:pt x="21" y="171"/>
                        <a:pt x="21" y="171"/>
                      </a:cubicBezTo>
                      <a:cubicBezTo>
                        <a:pt x="21" y="84"/>
                        <a:pt x="21" y="84"/>
                        <a:pt x="21" y="84"/>
                      </a:cubicBezTo>
                      <a:lnTo>
                        <a:pt x="96" y="134"/>
                      </a:lnTo>
                      <a:close/>
                      <a:moveTo>
                        <a:pt x="204" y="171"/>
                      </a:moveTo>
                      <a:cubicBezTo>
                        <a:pt x="222" y="21"/>
                        <a:pt x="222" y="21"/>
                        <a:pt x="222" y="21"/>
                      </a:cubicBezTo>
                      <a:cubicBezTo>
                        <a:pt x="268" y="21"/>
                        <a:pt x="268" y="21"/>
                        <a:pt x="268" y="21"/>
                      </a:cubicBezTo>
                      <a:cubicBezTo>
                        <a:pt x="296" y="171"/>
                        <a:pt x="296" y="171"/>
                        <a:pt x="296" y="171"/>
                      </a:cubicBezTo>
                      <a:lnTo>
                        <a:pt x="204" y="17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pPr defTabSz="892178"/>
                  <a:endParaRPr lang="en-GB" dirty="0">
                    <a:solidFill>
                      <a:prstClr val="black"/>
                    </a:solidFill>
                    <a:latin typeface="Verdana"/>
                  </a:endParaRPr>
                </a:p>
              </p:txBody>
            </p:sp>
            <p:sp>
              <p:nvSpPr>
                <p:cNvPr id="27" name="Freeform 580"/>
                <p:cNvSpPr>
                  <a:spLocks/>
                </p:cNvSpPr>
                <p:nvPr/>
              </p:nvSpPr>
              <p:spPr bwMode="auto">
                <a:xfrm>
                  <a:off x="601" y="2445"/>
                  <a:ext cx="20" cy="44"/>
                </a:xfrm>
                <a:custGeom>
                  <a:avLst/>
                  <a:gdLst>
                    <a:gd name="T0" fmla="*/ 8 w 31"/>
                    <a:gd name="T1" fmla="*/ 46 h 65"/>
                    <a:gd name="T2" fmla="*/ 8 w 31"/>
                    <a:gd name="T3" fmla="*/ 61 h 65"/>
                    <a:gd name="T4" fmla="*/ 16 w 31"/>
                    <a:gd name="T5" fmla="*/ 65 h 65"/>
                    <a:gd name="T6" fmla="*/ 23 w 31"/>
                    <a:gd name="T7" fmla="*/ 62 h 65"/>
                    <a:gd name="T8" fmla="*/ 31 w 31"/>
                    <a:gd name="T9" fmla="*/ 43 h 65"/>
                    <a:gd name="T10" fmla="*/ 23 w 31"/>
                    <a:gd name="T11" fmla="*/ 25 h 65"/>
                    <a:gd name="T12" fmla="*/ 23 w 31"/>
                    <a:gd name="T13" fmla="*/ 19 h 65"/>
                    <a:gd name="T14" fmla="*/ 23 w 31"/>
                    <a:gd name="T15" fmla="*/ 4 h 65"/>
                    <a:gd name="T16" fmla="*/ 8 w 31"/>
                    <a:gd name="T17" fmla="*/ 4 h 65"/>
                    <a:gd name="T18" fmla="*/ 0 w 31"/>
                    <a:gd name="T19" fmla="*/ 22 h 65"/>
                    <a:gd name="T20" fmla="*/ 8 w 31"/>
                    <a:gd name="T21" fmla="*/ 40 h 65"/>
                    <a:gd name="T22" fmla="*/ 8 w 31"/>
                    <a:gd name="T23" fmla="*/ 4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65">
                      <a:moveTo>
                        <a:pt x="8" y="46"/>
                      </a:moveTo>
                      <a:cubicBezTo>
                        <a:pt x="4" y="50"/>
                        <a:pt x="4" y="57"/>
                        <a:pt x="8" y="61"/>
                      </a:cubicBezTo>
                      <a:cubicBezTo>
                        <a:pt x="10" y="64"/>
                        <a:pt x="13" y="65"/>
                        <a:pt x="16" y="65"/>
                      </a:cubicBezTo>
                      <a:cubicBezTo>
                        <a:pt x="18" y="65"/>
                        <a:pt x="21" y="64"/>
                        <a:pt x="23" y="62"/>
                      </a:cubicBezTo>
                      <a:cubicBezTo>
                        <a:pt x="24" y="60"/>
                        <a:pt x="31" y="53"/>
                        <a:pt x="31" y="43"/>
                      </a:cubicBezTo>
                      <a:cubicBezTo>
                        <a:pt x="31" y="39"/>
                        <a:pt x="30" y="32"/>
                        <a:pt x="23" y="25"/>
                      </a:cubicBezTo>
                      <a:cubicBezTo>
                        <a:pt x="22" y="24"/>
                        <a:pt x="20" y="22"/>
                        <a:pt x="23" y="19"/>
                      </a:cubicBezTo>
                      <a:cubicBezTo>
                        <a:pt x="27" y="15"/>
                        <a:pt x="27" y="8"/>
                        <a:pt x="23" y="4"/>
                      </a:cubicBezTo>
                      <a:cubicBezTo>
                        <a:pt x="19" y="0"/>
                        <a:pt x="12" y="0"/>
                        <a:pt x="8" y="4"/>
                      </a:cubicBezTo>
                      <a:cubicBezTo>
                        <a:pt x="7" y="5"/>
                        <a:pt x="0" y="12"/>
                        <a:pt x="0" y="22"/>
                      </a:cubicBezTo>
                      <a:cubicBezTo>
                        <a:pt x="0" y="27"/>
                        <a:pt x="2" y="34"/>
                        <a:pt x="8" y="40"/>
                      </a:cubicBezTo>
                      <a:cubicBezTo>
                        <a:pt x="9" y="41"/>
                        <a:pt x="11" y="43"/>
                        <a:pt x="8" y="4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pPr defTabSz="892178"/>
                  <a:endParaRPr lang="en-GB" dirty="0">
                    <a:solidFill>
                      <a:prstClr val="black"/>
                    </a:solidFill>
                    <a:latin typeface="Verdana"/>
                  </a:endParaRPr>
                </a:p>
              </p:txBody>
            </p:sp>
            <p:sp>
              <p:nvSpPr>
                <p:cNvPr id="28" name="Freeform 581"/>
                <p:cNvSpPr>
                  <a:spLocks/>
                </p:cNvSpPr>
                <p:nvPr/>
              </p:nvSpPr>
              <p:spPr bwMode="auto">
                <a:xfrm>
                  <a:off x="629" y="2445"/>
                  <a:ext cx="21" cy="44"/>
                </a:xfrm>
                <a:custGeom>
                  <a:avLst/>
                  <a:gdLst>
                    <a:gd name="T0" fmla="*/ 8 w 31"/>
                    <a:gd name="T1" fmla="*/ 46 h 65"/>
                    <a:gd name="T2" fmla="*/ 8 w 31"/>
                    <a:gd name="T3" fmla="*/ 61 h 65"/>
                    <a:gd name="T4" fmla="*/ 15 w 31"/>
                    <a:gd name="T5" fmla="*/ 65 h 65"/>
                    <a:gd name="T6" fmla="*/ 23 w 31"/>
                    <a:gd name="T7" fmla="*/ 62 h 65"/>
                    <a:gd name="T8" fmla="*/ 31 w 31"/>
                    <a:gd name="T9" fmla="*/ 43 h 65"/>
                    <a:gd name="T10" fmla="*/ 23 w 31"/>
                    <a:gd name="T11" fmla="*/ 25 h 65"/>
                    <a:gd name="T12" fmla="*/ 23 w 31"/>
                    <a:gd name="T13" fmla="*/ 19 h 65"/>
                    <a:gd name="T14" fmla="*/ 23 w 31"/>
                    <a:gd name="T15" fmla="*/ 4 h 65"/>
                    <a:gd name="T16" fmla="*/ 8 w 31"/>
                    <a:gd name="T17" fmla="*/ 4 h 65"/>
                    <a:gd name="T18" fmla="*/ 0 w 31"/>
                    <a:gd name="T19" fmla="*/ 22 h 65"/>
                    <a:gd name="T20" fmla="*/ 8 w 31"/>
                    <a:gd name="T21" fmla="*/ 40 h 65"/>
                    <a:gd name="T22" fmla="*/ 8 w 31"/>
                    <a:gd name="T23" fmla="*/ 4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65">
                      <a:moveTo>
                        <a:pt x="8" y="46"/>
                      </a:moveTo>
                      <a:cubicBezTo>
                        <a:pt x="4" y="50"/>
                        <a:pt x="4" y="57"/>
                        <a:pt x="8" y="61"/>
                      </a:cubicBezTo>
                      <a:cubicBezTo>
                        <a:pt x="10" y="64"/>
                        <a:pt x="13" y="65"/>
                        <a:pt x="15" y="65"/>
                      </a:cubicBezTo>
                      <a:cubicBezTo>
                        <a:pt x="18" y="65"/>
                        <a:pt x="21" y="64"/>
                        <a:pt x="23" y="62"/>
                      </a:cubicBezTo>
                      <a:cubicBezTo>
                        <a:pt x="24" y="60"/>
                        <a:pt x="31" y="53"/>
                        <a:pt x="31" y="43"/>
                      </a:cubicBezTo>
                      <a:cubicBezTo>
                        <a:pt x="31" y="39"/>
                        <a:pt x="30" y="32"/>
                        <a:pt x="23" y="25"/>
                      </a:cubicBezTo>
                      <a:cubicBezTo>
                        <a:pt x="22" y="24"/>
                        <a:pt x="20" y="22"/>
                        <a:pt x="23" y="19"/>
                      </a:cubicBezTo>
                      <a:cubicBezTo>
                        <a:pt x="27" y="15"/>
                        <a:pt x="27" y="8"/>
                        <a:pt x="23" y="4"/>
                      </a:cubicBezTo>
                      <a:cubicBezTo>
                        <a:pt x="19" y="0"/>
                        <a:pt x="12" y="0"/>
                        <a:pt x="8" y="4"/>
                      </a:cubicBezTo>
                      <a:cubicBezTo>
                        <a:pt x="7" y="5"/>
                        <a:pt x="0" y="12"/>
                        <a:pt x="0" y="22"/>
                      </a:cubicBezTo>
                      <a:cubicBezTo>
                        <a:pt x="0" y="27"/>
                        <a:pt x="1" y="34"/>
                        <a:pt x="8" y="40"/>
                      </a:cubicBezTo>
                      <a:cubicBezTo>
                        <a:pt x="9" y="41"/>
                        <a:pt x="11" y="43"/>
                        <a:pt x="8" y="4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pPr defTabSz="892178"/>
                  <a:endParaRPr lang="en-GB" dirty="0">
                    <a:solidFill>
                      <a:prstClr val="black"/>
                    </a:solidFill>
                    <a:latin typeface="Verdana"/>
                  </a:endParaRPr>
                </a:p>
              </p:txBody>
            </p:sp>
            <p:sp>
              <p:nvSpPr>
                <p:cNvPr id="29" name="Freeform 582"/>
                <p:cNvSpPr>
                  <a:spLocks noEditPoints="1"/>
                </p:cNvSpPr>
                <p:nvPr/>
              </p:nvSpPr>
              <p:spPr bwMode="auto">
                <a:xfrm>
                  <a:off x="399" y="2382"/>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pPr defTabSz="892178"/>
                  <a:endParaRPr lang="en-GB" dirty="0">
                    <a:solidFill>
                      <a:prstClr val="black"/>
                    </a:solidFill>
                    <a:latin typeface="Verdana"/>
                  </a:endParaRPr>
                </a:p>
              </p:txBody>
            </p:sp>
          </p:grpSp>
          <p:grpSp>
            <p:nvGrpSpPr>
              <p:cNvPr id="12" name="Group 336"/>
              <p:cNvGrpSpPr>
                <a:grpSpLocks noChangeAspect="1"/>
              </p:cNvGrpSpPr>
              <p:nvPr/>
            </p:nvGrpSpPr>
            <p:grpSpPr bwMode="auto">
              <a:xfrm>
                <a:off x="5436309" y="4833428"/>
                <a:ext cx="367631" cy="367631"/>
                <a:chOff x="4220" y="1197"/>
                <a:chExt cx="340" cy="340"/>
              </a:xfrm>
              <a:grpFill/>
            </p:grpSpPr>
            <p:sp>
              <p:nvSpPr>
                <p:cNvPr id="20" name="Freeform 337"/>
                <p:cNvSpPr>
                  <a:spLocks noEditPoints="1"/>
                </p:cNvSpPr>
                <p:nvPr/>
              </p:nvSpPr>
              <p:spPr bwMode="auto">
                <a:xfrm>
                  <a:off x="4220" y="1197"/>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pPr defTabSz="892178"/>
                  <a:endParaRPr lang="en-GB" dirty="0">
                    <a:solidFill>
                      <a:prstClr val="black"/>
                    </a:solidFill>
                    <a:latin typeface="Verdana"/>
                  </a:endParaRPr>
                </a:p>
              </p:txBody>
            </p:sp>
            <p:sp>
              <p:nvSpPr>
                <p:cNvPr id="21" name="Freeform 338"/>
                <p:cNvSpPr>
                  <a:spLocks noEditPoints="1"/>
                </p:cNvSpPr>
                <p:nvPr/>
              </p:nvSpPr>
              <p:spPr bwMode="auto">
                <a:xfrm>
                  <a:off x="4312" y="1261"/>
                  <a:ext cx="156" cy="212"/>
                </a:xfrm>
                <a:custGeom>
                  <a:avLst/>
                  <a:gdLst>
                    <a:gd name="T0" fmla="*/ 234 w 235"/>
                    <a:gd name="T1" fmla="*/ 81 h 320"/>
                    <a:gd name="T2" fmla="*/ 232 w 235"/>
                    <a:gd name="T3" fmla="*/ 77 h 320"/>
                    <a:gd name="T4" fmla="*/ 157 w 235"/>
                    <a:gd name="T5" fmla="*/ 3 h 320"/>
                    <a:gd name="T6" fmla="*/ 154 w 235"/>
                    <a:gd name="T7" fmla="*/ 0 h 320"/>
                    <a:gd name="T8" fmla="*/ 150 w 235"/>
                    <a:gd name="T9" fmla="*/ 0 h 320"/>
                    <a:gd name="T10" fmla="*/ 11 w 235"/>
                    <a:gd name="T11" fmla="*/ 0 h 320"/>
                    <a:gd name="T12" fmla="*/ 0 w 235"/>
                    <a:gd name="T13" fmla="*/ 10 h 320"/>
                    <a:gd name="T14" fmla="*/ 0 w 235"/>
                    <a:gd name="T15" fmla="*/ 309 h 320"/>
                    <a:gd name="T16" fmla="*/ 11 w 235"/>
                    <a:gd name="T17" fmla="*/ 320 h 320"/>
                    <a:gd name="T18" fmla="*/ 224 w 235"/>
                    <a:gd name="T19" fmla="*/ 320 h 320"/>
                    <a:gd name="T20" fmla="*/ 235 w 235"/>
                    <a:gd name="T21" fmla="*/ 309 h 320"/>
                    <a:gd name="T22" fmla="*/ 235 w 235"/>
                    <a:gd name="T23" fmla="*/ 85 h 320"/>
                    <a:gd name="T24" fmla="*/ 234 w 235"/>
                    <a:gd name="T25" fmla="*/ 81 h 320"/>
                    <a:gd name="T26" fmla="*/ 160 w 235"/>
                    <a:gd name="T27" fmla="*/ 36 h 320"/>
                    <a:gd name="T28" fmla="*/ 199 w 235"/>
                    <a:gd name="T29" fmla="*/ 74 h 320"/>
                    <a:gd name="T30" fmla="*/ 160 w 235"/>
                    <a:gd name="T31" fmla="*/ 74 h 320"/>
                    <a:gd name="T32" fmla="*/ 160 w 235"/>
                    <a:gd name="T33" fmla="*/ 36 h 320"/>
                    <a:gd name="T34" fmla="*/ 22 w 235"/>
                    <a:gd name="T35" fmla="*/ 298 h 320"/>
                    <a:gd name="T36" fmla="*/ 22 w 235"/>
                    <a:gd name="T37" fmla="*/ 21 h 320"/>
                    <a:gd name="T38" fmla="*/ 139 w 235"/>
                    <a:gd name="T39" fmla="*/ 21 h 320"/>
                    <a:gd name="T40" fmla="*/ 139 w 235"/>
                    <a:gd name="T41" fmla="*/ 85 h 320"/>
                    <a:gd name="T42" fmla="*/ 150 w 235"/>
                    <a:gd name="T43" fmla="*/ 96 h 320"/>
                    <a:gd name="T44" fmla="*/ 214 w 235"/>
                    <a:gd name="T45" fmla="*/ 96 h 320"/>
                    <a:gd name="T46" fmla="*/ 214 w 235"/>
                    <a:gd name="T47" fmla="*/ 298 h 320"/>
                    <a:gd name="T48" fmla="*/ 22 w 235"/>
                    <a:gd name="T49"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5" h="320">
                      <a:moveTo>
                        <a:pt x="234" y="81"/>
                      </a:moveTo>
                      <a:cubicBezTo>
                        <a:pt x="234" y="80"/>
                        <a:pt x="233" y="78"/>
                        <a:pt x="232" y="77"/>
                      </a:cubicBezTo>
                      <a:cubicBezTo>
                        <a:pt x="157" y="3"/>
                        <a:pt x="157" y="3"/>
                        <a:pt x="157" y="3"/>
                      </a:cubicBezTo>
                      <a:cubicBezTo>
                        <a:pt x="156" y="2"/>
                        <a:pt x="155" y="1"/>
                        <a:pt x="154" y="0"/>
                      </a:cubicBezTo>
                      <a:cubicBezTo>
                        <a:pt x="152" y="0"/>
                        <a:pt x="151" y="0"/>
                        <a:pt x="150" y="0"/>
                      </a:cubicBezTo>
                      <a:cubicBezTo>
                        <a:pt x="11" y="0"/>
                        <a:pt x="11" y="0"/>
                        <a:pt x="11" y="0"/>
                      </a:cubicBezTo>
                      <a:cubicBezTo>
                        <a:pt x="5" y="0"/>
                        <a:pt x="0" y="4"/>
                        <a:pt x="0" y="10"/>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85"/>
                        <a:pt x="235" y="85"/>
                        <a:pt x="235" y="85"/>
                      </a:cubicBezTo>
                      <a:cubicBezTo>
                        <a:pt x="235" y="84"/>
                        <a:pt x="235" y="82"/>
                        <a:pt x="234" y="81"/>
                      </a:cubicBezTo>
                      <a:close/>
                      <a:moveTo>
                        <a:pt x="160" y="36"/>
                      </a:moveTo>
                      <a:cubicBezTo>
                        <a:pt x="199" y="74"/>
                        <a:pt x="199" y="74"/>
                        <a:pt x="199" y="74"/>
                      </a:cubicBezTo>
                      <a:cubicBezTo>
                        <a:pt x="160" y="74"/>
                        <a:pt x="160" y="74"/>
                        <a:pt x="160" y="74"/>
                      </a:cubicBezTo>
                      <a:lnTo>
                        <a:pt x="160" y="36"/>
                      </a:lnTo>
                      <a:close/>
                      <a:moveTo>
                        <a:pt x="22" y="298"/>
                      </a:moveTo>
                      <a:cubicBezTo>
                        <a:pt x="22" y="21"/>
                        <a:pt x="22" y="21"/>
                        <a:pt x="22" y="21"/>
                      </a:cubicBezTo>
                      <a:cubicBezTo>
                        <a:pt x="139" y="21"/>
                        <a:pt x="139" y="21"/>
                        <a:pt x="139" y="21"/>
                      </a:cubicBezTo>
                      <a:cubicBezTo>
                        <a:pt x="139" y="85"/>
                        <a:pt x="139" y="85"/>
                        <a:pt x="139" y="85"/>
                      </a:cubicBezTo>
                      <a:cubicBezTo>
                        <a:pt x="139" y="91"/>
                        <a:pt x="144" y="96"/>
                        <a:pt x="150" y="96"/>
                      </a:cubicBezTo>
                      <a:cubicBezTo>
                        <a:pt x="214" y="96"/>
                        <a:pt x="214" y="96"/>
                        <a:pt x="214" y="96"/>
                      </a:cubicBezTo>
                      <a:cubicBezTo>
                        <a:pt x="214" y="298"/>
                        <a:pt x="214" y="298"/>
                        <a:pt x="214" y="298"/>
                      </a:cubicBezTo>
                      <a:lnTo>
                        <a:pt x="22" y="2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pPr defTabSz="892178"/>
                  <a:endParaRPr lang="en-GB" dirty="0">
                    <a:solidFill>
                      <a:prstClr val="black"/>
                    </a:solidFill>
                    <a:latin typeface="Verdana"/>
                  </a:endParaRPr>
                </a:p>
              </p:txBody>
            </p:sp>
            <p:sp>
              <p:nvSpPr>
                <p:cNvPr id="22" name="Freeform 339"/>
                <p:cNvSpPr>
                  <a:spLocks/>
                </p:cNvSpPr>
                <p:nvPr/>
              </p:nvSpPr>
              <p:spPr bwMode="auto">
                <a:xfrm>
                  <a:off x="4340" y="1431"/>
                  <a:ext cx="99" cy="14"/>
                </a:xfrm>
                <a:custGeom>
                  <a:avLst/>
                  <a:gdLst>
                    <a:gd name="T0" fmla="*/ 139 w 149"/>
                    <a:gd name="T1" fmla="*/ 0 h 21"/>
                    <a:gd name="T2" fmla="*/ 11 w 149"/>
                    <a:gd name="T3" fmla="*/ 0 h 21"/>
                    <a:gd name="T4" fmla="*/ 0 w 149"/>
                    <a:gd name="T5" fmla="*/ 10 h 21"/>
                    <a:gd name="T6" fmla="*/ 11 w 149"/>
                    <a:gd name="T7" fmla="*/ 21 h 21"/>
                    <a:gd name="T8" fmla="*/ 139 w 149"/>
                    <a:gd name="T9" fmla="*/ 21 h 21"/>
                    <a:gd name="T10" fmla="*/ 149 w 149"/>
                    <a:gd name="T11" fmla="*/ 10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4"/>
                        <a:pt x="0" y="10"/>
                      </a:cubicBezTo>
                      <a:cubicBezTo>
                        <a:pt x="0" y="16"/>
                        <a:pt x="5" y="21"/>
                        <a:pt x="11" y="21"/>
                      </a:cubicBezTo>
                      <a:cubicBezTo>
                        <a:pt x="139" y="21"/>
                        <a:pt x="139" y="21"/>
                        <a:pt x="139" y="21"/>
                      </a:cubicBezTo>
                      <a:cubicBezTo>
                        <a:pt x="145" y="21"/>
                        <a:pt x="149" y="16"/>
                        <a:pt x="149" y="10"/>
                      </a:cubicBezTo>
                      <a:cubicBezTo>
                        <a:pt x="149" y="4"/>
                        <a:pt x="145" y="0"/>
                        <a:pt x="139"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pPr defTabSz="892178"/>
                  <a:endParaRPr lang="en-GB" dirty="0">
                    <a:solidFill>
                      <a:prstClr val="black"/>
                    </a:solidFill>
                    <a:latin typeface="Verdana"/>
                  </a:endParaRPr>
                </a:p>
              </p:txBody>
            </p:sp>
            <p:sp>
              <p:nvSpPr>
                <p:cNvPr id="23" name="Freeform 340"/>
                <p:cNvSpPr>
                  <a:spLocks/>
                </p:cNvSpPr>
                <p:nvPr/>
              </p:nvSpPr>
              <p:spPr bwMode="auto">
                <a:xfrm>
                  <a:off x="4340" y="1402"/>
                  <a:ext cx="99" cy="14"/>
                </a:xfrm>
                <a:custGeom>
                  <a:avLst/>
                  <a:gdLst>
                    <a:gd name="T0" fmla="*/ 139 w 149"/>
                    <a:gd name="T1" fmla="*/ 0 h 21"/>
                    <a:gd name="T2" fmla="*/ 11 w 149"/>
                    <a:gd name="T3" fmla="*/ 0 h 21"/>
                    <a:gd name="T4" fmla="*/ 0 w 149"/>
                    <a:gd name="T5" fmla="*/ 11 h 21"/>
                    <a:gd name="T6" fmla="*/ 11 w 149"/>
                    <a:gd name="T7" fmla="*/ 21 h 21"/>
                    <a:gd name="T8" fmla="*/ 139 w 149"/>
                    <a:gd name="T9" fmla="*/ 21 h 21"/>
                    <a:gd name="T10" fmla="*/ 149 w 149"/>
                    <a:gd name="T11" fmla="*/ 11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5"/>
                        <a:pt x="0" y="11"/>
                      </a:cubicBezTo>
                      <a:cubicBezTo>
                        <a:pt x="0" y="17"/>
                        <a:pt x="5" y="21"/>
                        <a:pt x="11" y="21"/>
                      </a:cubicBezTo>
                      <a:cubicBezTo>
                        <a:pt x="139" y="21"/>
                        <a:pt x="139" y="21"/>
                        <a:pt x="139" y="21"/>
                      </a:cubicBezTo>
                      <a:cubicBezTo>
                        <a:pt x="145" y="21"/>
                        <a:pt x="149" y="17"/>
                        <a:pt x="149" y="11"/>
                      </a:cubicBezTo>
                      <a:cubicBezTo>
                        <a:pt x="149" y="5"/>
                        <a:pt x="145" y="0"/>
                        <a:pt x="139"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pPr defTabSz="892178"/>
                  <a:endParaRPr lang="en-GB" dirty="0">
                    <a:solidFill>
                      <a:prstClr val="black"/>
                    </a:solidFill>
                    <a:latin typeface="Verdana"/>
                  </a:endParaRPr>
                </a:p>
              </p:txBody>
            </p:sp>
            <p:sp>
              <p:nvSpPr>
                <p:cNvPr id="24" name="Freeform 341"/>
                <p:cNvSpPr>
                  <a:spLocks/>
                </p:cNvSpPr>
                <p:nvPr/>
              </p:nvSpPr>
              <p:spPr bwMode="auto">
                <a:xfrm>
                  <a:off x="4340" y="1374"/>
                  <a:ext cx="99" cy="14"/>
                </a:xfrm>
                <a:custGeom>
                  <a:avLst/>
                  <a:gdLst>
                    <a:gd name="T0" fmla="*/ 139 w 149"/>
                    <a:gd name="T1" fmla="*/ 0 h 22"/>
                    <a:gd name="T2" fmla="*/ 11 w 149"/>
                    <a:gd name="T3" fmla="*/ 0 h 22"/>
                    <a:gd name="T4" fmla="*/ 0 w 149"/>
                    <a:gd name="T5" fmla="*/ 11 h 22"/>
                    <a:gd name="T6" fmla="*/ 11 w 149"/>
                    <a:gd name="T7" fmla="*/ 22 h 22"/>
                    <a:gd name="T8" fmla="*/ 139 w 149"/>
                    <a:gd name="T9" fmla="*/ 22 h 22"/>
                    <a:gd name="T10" fmla="*/ 149 w 149"/>
                    <a:gd name="T11" fmla="*/ 11 h 22"/>
                    <a:gd name="T12" fmla="*/ 139 w 149"/>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149" h="22">
                      <a:moveTo>
                        <a:pt x="139" y="0"/>
                      </a:moveTo>
                      <a:cubicBezTo>
                        <a:pt x="11" y="0"/>
                        <a:pt x="11" y="0"/>
                        <a:pt x="11" y="0"/>
                      </a:cubicBezTo>
                      <a:cubicBezTo>
                        <a:pt x="5" y="0"/>
                        <a:pt x="0" y="5"/>
                        <a:pt x="0" y="11"/>
                      </a:cubicBezTo>
                      <a:cubicBezTo>
                        <a:pt x="0" y="17"/>
                        <a:pt x="5" y="22"/>
                        <a:pt x="11" y="22"/>
                      </a:cubicBezTo>
                      <a:cubicBezTo>
                        <a:pt x="139" y="22"/>
                        <a:pt x="139" y="22"/>
                        <a:pt x="139" y="22"/>
                      </a:cubicBezTo>
                      <a:cubicBezTo>
                        <a:pt x="145" y="22"/>
                        <a:pt x="149" y="17"/>
                        <a:pt x="149" y="11"/>
                      </a:cubicBezTo>
                      <a:cubicBezTo>
                        <a:pt x="149" y="5"/>
                        <a:pt x="145" y="0"/>
                        <a:pt x="139"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pPr defTabSz="892178"/>
                  <a:endParaRPr lang="en-GB" dirty="0">
                    <a:solidFill>
                      <a:prstClr val="black"/>
                    </a:solidFill>
                    <a:latin typeface="Verdana"/>
                  </a:endParaRPr>
                </a:p>
              </p:txBody>
            </p:sp>
            <p:sp>
              <p:nvSpPr>
                <p:cNvPr id="25" name="Freeform 342"/>
                <p:cNvSpPr>
                  <a:spLocks/>
                </p:cNvSpPr>
                <p:nvPr/>
              </p:nvSpPr>
              <p:spPr bwMode="auto">
                <a:xfrm>
                  <a:off x="4340" y="1346"/>
                  <a:ext cx="99" cy="14"/>
                </a:xfrm>
                <a:custGeom>
                  <a:avLst/>
                  <a:gdLst>
                    <a:gd name="T0" fmla="*/ 139 w 149"/>
                    <a:gd name="T1" fmla="*/ 0 h 21"/>
                    <a:gd name="T2" fmla="*/ 11 w 149"/>
                    <a:gd name="T3" fmla="*/ 0 h 21"/>
                    <a:gd name="T4" fmla="*/ 0 w 149"/>
                    <a:gd name="T5" fmla="*/ 10 h 21"/>
                    <a:gd name="T6" fmla="*/ 11 w 149"/>
                    <a:gd name="T7" fmla="*/ 21 h 21"/>
                    <a:gd name="T8" fmla="*/ 139 w 149"/>
                    <a:gd name="T9" fmla="*/ 21 h 21"/>
                    <a:gd name="T10" fmla="*/ 149 w 149"/>
                    <a:gd name="T11" fmla="*/ 10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4"/>
                        <a:pt x="0" y="10"/>
                      </a:cubicBezTo>
                      <a:cubicBezTo>
                        <a:pt x="0" y="16"/>
                        <a:pt x="5" y="21"/>
                        <a:pt x="11" y="21"/>
                      </a:cubicBezTo>
                      <a:cubicBezTo>
                        <a:pt x="139" y="21"/>
                        <a:pt x="139" y="21"/>
                        <a:pt x="139" y="21"/>
                      </a:cubicBezTo>
                      <a:cubicBezTo>
                        <a:pt x="145" y="21"/>
                        <a:pt x="149" y="16"/>
                        <a:pt x="149" y="10"/>
                      </a:cubicBezTo>
                      <a:cubicBezTo>
                        <a:pt x="149" y="4"/>
                        <a:pt x="145" y="0"/>
                        <a:pt x="139"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pPr defTabSz="892178"/>
                  <a:endParaRPr lang="en-GB" dirty="0">
                    <a:solidFill>
                      <a:prstClr val="black"/>
                    </a:solidFill>
                    <a:latin typeface="Verdana"/>
                  </a:endParaRPr>
                </a:p>
              </p:txBody>
            </p:sp>
          </p:grpSp>
          <p:grpSp>
            <p:nvGrpSpPr>
              <p:cNvPr id="13" name="Group 12"/>
              <p:cNvGrpSpPr>
                <a:grpSpLocks noChangeAspect="1"/>
              </p:cNvGrpSpPr>
              <p:nvPr/>
            </p:nvGrpSpPr>
            <p:grpSpPr bwMode="auto">
              <a:xfrm>
                <a:off x="3850533" y="4832343"/>
                <a:ext cx="369064" cy="367982"/>
                <a:chOff x="3100" y="2384"/>
                <a:chExt cx="341" cy="340"/>
              </a:xfrm>
              <a:grpFill/>
            </p:grpSpPr>
            <p:sp>
              <p:nvSpPr>
                <p:cNvPr id="18" name="Freeform 342"/>
                <p:cNvSpPr>
                  <a:spLocks noEditPoints="1"/>
                </p:cNvSpPr>
                <p:nvPr/>
              </p:nvSpPr>
              <p:spPr bwMode="auto">
                <a:xfrm>
                  <a:off x="3100" y="2384"/>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pPr defTabSz="892178"/>
                  <a:endParaRPr lang="en-GB" dirty="0">
                    <a:solidFill>
                      <a:prstClr val="black"/>
                    </a:solidFill>
                    <a:latin typeface="Verdana"/>
                  </a:endParaRPr>
                </a:p>
              </p:txBody>
            </p:sp>
            <p:sp>
              <p:nvSpPr>
                <p:cNvPr id="19" name="Freeform 343"/>
                <p:cNvSpPr>
                  <a:spLocks noEditPoints="1"/>
                </p:cNvSpPr>
                <p:nvPr/>
              </p:nvSpPr>
              <p:spPr bwMode="auto">
                <a:xfrm>
                  <a:off x="3185" y="2462"/>
                  <a:ext cx="171" cy="184"/>
                </a:xfrm>
                <a:custGeom>
                  <a:avLst/>
                  <a:gdLst>
                    <a:gd name="T0" fmla="*/ 224 w 256"/>
                    <a:gd name="T1" fmla="*/ 213 h 277"/>
                    <a:gd name="T2" fmla="*/ 224 w 256"/>
                    <a:gd name="T3" fmla="*/ 267 h 277"/>
                    <a:gd name="T4" fmla="*/ 213 w 256"/>
                    <a:gd name="T5" fmla="*/ 277 h 277"/>
                    <a:gd name="T6" fmla="*/ 202 w 256"/>
                    <a:gd name="T7" fmla="*/ 267 h 277"/>
                    <a:gd name="T8" fmla="*/ 202 w 256"/>
                    <a:gd name="T9" fmla="*/ 242 h 277"/>
                    <a:gd name="T10" fmla="*/ 128 w 256"/>
                    <a:gd name="T11" fmla="*/ 267 h 277"/>
                    <a:gd name="T12" fmla="*/ 0 w 256"/>
                    <a:gd name="T13" fmla="*/ 139 h 277"/>
                    <a:gd name="T14" fmla="*/ 10 w 256"/>
                    <a:gd name="T15" fmla="*/ 128 h 277"/>
                    <a:gd name="T16" fmla="*/ 21 w 256"/>
                    <a:gd name="T17" fmla="*/ 139 h 277"/>
                    <a:gd name="T18" fmla="*/ 128 w 256"/>
                    <a:gd name="T19" fmla="*/ 245 h 277"/>
                    <a:gd name="T20" fmla="*/ 192 w 256"/>
                    <a:gd name="T21" fmla="*/ 224 h 277"/>
                    <a:gd name="T22" fmla="*/ 160 w 256"/>
                    <a:gd name="T23" fmla="*/ 224 h 277"/>
                    <a:gd name="T24" fmla="*/ 149 w 256"/>
                    <a:gd name="T25" fmla="*/ 213 h 277"/>
                    <a:gd name="T26" fmla="*/ 160 w 256"/>
                    <a:gd name="T27" fmla="*/ 203 h 277"/>
                    <a:gd name="T28" fmla="*/ 213 w 256"/>
                    <a:gd name="T29" fmla="*/ 203 h 277"/>
                    <a:gd name="T30" fmla="*/ 224 w 256"/>
                    <a:gd name="T31" fmla="*/ 213 h 277"/>
                    <a:gd name="T32" fmla="*/ 128 w 256"/>
                    <a:gd name="T33" fmla="*/ 11 h 277"/>
                    <a:gd name="T34" fmla="*/ 53 w 256"/>
                    <a:gd name="T35" fmla="*/ 35 h 277"/>
                    <a:gd name="T36" fmla="*/ 53 w 256"/>
                    <a:gd name="T37" fmla="*/ 11 h 277"/>
                    <a:gd name="T38" fmla="*/ 42 w 256"/>
                    <a:gd name="T39" fmla="*/ 0 h 277"/>
                    <a:gd name="T40" fmla="*/ 32 w 256"/>
                    <a:gd name="T41" fmla="*/ 11 h 277"/>
                    <a:gd name="T42" fmla="*/ 32 w 256"/>
                    <a:gd name="T43" fmla="*/ 64 h 277"/>
                    <a:gd name="T44" fmla="*/ 42 w 256"/>
                    <a:gd name="T45" fmla="*/ 75 h 277"/>
                    <a:gd name="T46" fmla="*/ 96 w 256"/>
                    <a:gd name="T47" fmla="*/ 75 h 277"/>
                    <a:gd name="T48" fmla="*/ 106 w 256"/>
                    <a:gd name="T49" fmla="*/ 64 h 277"/>
                    <a:gd name="T50" fmla="*/ 96 w 256"/>
                    <a:gd name="T51" fmla="*/ 53 h 277"/>
                    <a:gd name="T52" fmla="*/ 64 w 256"/>
                    <a:gd name="T53" fmla="*/ 53 h 277"/>
                    <a:gd name="T54" fmla="*/ 128 w 256"/>
                    <a:gd name="T55" fmla="*/ 32 h 277"/>
                    <a:gd name="T56" fmla="*/ 234 w 256"/>
                    <a:gd name="T57" fmla="*/ 139 h 277"/>
                    <a:gd name="T58" fmla="*/ 245 w 256"/>
                    <a:gd name="T59" fmla="*/ 149 h 277"/>
                    <a:gd name="T60" fmla="*/ 256 w 256"/>
                    <a:gd name="T61" fmla="*/ 139 h 277"/>
                    <a:gd name="T62" fmla="*/ 128 w 256"/>
                    <a:gd name="T63" fmla="*/ 11 h 277"/>
                    <a:gd name="T64" fmla="*/ 117 w 256"/>
                    <a:gd name="T65" fmla="*/ 181 h 277"/>
                    <a:gd name="T66" fmla="*/ 125 w 256"/>
                    <a:gd name="T67" fmla="*/ 178 h 277"/>
                    <a:gd name="T68" fmla="*/ 189 w 256"/>
                    <a:gd name="T69" fmla="*/ 114 h 277"/>
                    <a:gd name="T70" fmla="*/ 189 w 256"/>
                    <a:gd name="T71" fmla="*/ 99 h 277"/>
                    <a:gd name="T72" fmla="*/ 173 w 256"/>
                    <a:gd name="T73" fmla="*/ 99 h 277"/>
                    <a:gd name="T74" fmla="*/ 117 w 256"/>
                    <a:gd name="T75" fmla="*/ 156 h 277"/>
                    <a:gd name="T76" fmla="*/ 93 w 256"/>
                    <a:gd name="T77" fmla="*/ 131 h 277"/>
                    <a:gd name="T78" fmla="*/ 77 w 256"/>
                    <a:gd name="T79" fmla="*/ 131 h 277"/>
                    <a:gd name="T80" fmla="*/ 77 w 256"/>
                    <a:gd name="T81" fmla="*/ 146 h 277"/>
                    <a:gd name="T82" fmla="*/ 109 w 256"/>
                    <a:gd name="T83" fmla="*/ 178 h 277"/>
                    <a:gd name="T84" fmla="*/ 117 w 256"/>
                    <a:gd name="T85" fmla="*/ 181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6" h="277">
                      <a:moveTo>
                        <a:pt x="224" y="213"/>
                      </a:moveTo>
                      <a:cubicBezTo>
                        <a:pt x="224" y="267"/>
                        <a:pt x="224" y="267"/>
                        <a:pt x="224" y="267"/>
                      </a:cubicBezTo>
                      <a:cubicBezTo>
                        <a:pt x="224" y="273"/>
                        <a:pt x="219" y="277"/>
                        <a:pt x="213" y="277"/>
                      </a:cubicBezTo>
                      <a:cubicBezTo>
                        <a:pt x="207" y="277"/>
                        <a:pt x="202" y="273"/>
                        <a:pt x="202" y="267"/>
                      </a:cubicBezTo>
                      <a:cubicBezTo>
                        <a:pt x="202" y="242"/>
                        <a:pt x="202" y="242"/>
                        <a:pt x="202" y="242"/>
                      </a:cubicBezTo>
                      <a:cubicBezTo>
                        <a:pt x="181" y="258"/>
                        <a:pt x="155" y="267"/>
                        <a:pt x="128" y="267"/>
                      </a:cubicBezTo>
                      <a:cubicBezTo>
                        <a:pt x="57" y="267"/>
                        <a:pt x="0" y="209"/>
                        <a:pt x="0" y="139"/>
                      </a:cubicBezTo>
                      <a:cubicBezTo>
                        <a:pt x="0" y="133"/>
                        <a:pt x="4" y="128"/>
                        <a:pt x="10" y="128"/>
                      </a:cubicBezTo>
                      <a:cubicBezTo>
                        <a:pt x="16" y="128"/>
                        <a:pt x="21" y="133"/>
                        <a:pt x="21" y="139"/>
                      </a:cubicBezTo>
                      <a:cubicBezTo>
                        <a:pt x="21" y="197"/>
                        <a:pt x="69" y="245"/>
                        <a:pt x="128" y="245"/>
                      </a:cubicBezTo>
                      <a:cubicBezTo>
                        <a:pt x="151" y="245"/>
                        <a:pt x="173" y="238"/>
                        <a:pt x="192" y="224"/>
                      </a:cubicBezTo>
                      <a:cubicBezTo>
                        <a:pt x="160" y="224"/>
                        <a:pt x="160" y="224"/>
                        <a:pt x="160" y="224"/>
                      </a:cubicBezTo>
                      <a:cubicBezTo>
                        <a:pt x="154" y="224"/>
                        <a:pt x="149" y="219"/>
                        <a:pt x="149" y="213"/>
                      </a:cubicBezTo>
                      <a:cubicBezTo>
                        <a:pt x="149" y="207"/>
                        <a:pt x="154" y="203"/>
                        <a:pt x="160" y="203"/>
                      </a:cubicBezTo>
                      <a:cubicBezTo>
                        <a:pt x="213" y="203"/>
                        <a:pt x="213" y="203"/>
                        <a:pt x="213" y="203"/>
                      </a:cubicBezTo>
                      <a:cubicBezTo>
                        <a:pt x="219" y="203"/>
                        <a:pt x="224" y="207"/>
                        <a:pt x="224" y="213"/>
                      </a:cubicBezTo>
                      <a:close/>
                      <a:moveTo>
                        <a:pt x="128" y="11"/>
                      </a:moveTo>
                      <a:cubicBezTo>
                        <a:pt x="101" y="11"/>
                        <a:pt x="75" y="19"/>
                        <a:pt x="53" y="35"/>
                      </a:cubicBezTo>
                      <a:cubicBezTo>
                        <a:pt x="53" y="11"/>
                        <a:pt x="53" y="11"/>
                        <a:pt x="53" y="11"/>
                      </a:cubicBezTo>
                      <a:cubicBezTo>
                        <a:pt x="53" y="5"/>
                        <a:pt x="48" y="0"/>
                        <a:pt x="42" y="0"/>
                      </a:cubicBezTo>
                      <a:cubicBezTo>
                        <a:pt x="36" y="0"/>
                        <a:pt x="32" y="5"/>
                        <a:pt x="32" y="11"/>
                      </a:cubicBezTo>
                      <a:cubicBezTo>
                        <a:pt x="32" y="64"/>
                        <a:pt x="32" y="64"/>
                        <a:pt x="32" y="64"/>
                      </a:cubicBezTo>
                      <a:cubicBezTo>
                        <a:pt x="32" y="70"/>
                        <a:pt x="36" y="75"/>
                        <a:pt x="42" y="75"/>
                      </a:cubicBezTo>
                      <a:cubicBezTo>
                        <a:pt x="96" y="75"/>
                        <a:pt x="96" y="75"/>
                        <a:pt x="96" y="75"/>
                      </a:cubicBezTo>
                      <a:cubicBezTo>
                        <a:pt x="102" y="75"/>
                        <a:pt x="106" y="70"/>
                        <a:pt x="106" y="64"/>
                      </a:cubicBezTo>
                      <a:cubicBezTo>
                        <a:pt x="106" y="58"/>
                        <a:pt x="102" y="53"/>
                        <a:pt x="96" y="53"/>
                      </a:cubicBezTo>
                      <a:cubicBezTo>
                        <a:pt x="64" y="53"/>
                        <a:pt x="64" y="53"/>
                        <a:pt x="64" y="53"/>
                      </a:cubicBezTo>
                      <a:cubicBezTo>
                        <a:pt x="82" y="40"/>
                        <a:pt x="104" y="32"/>
                        <a:pt x="128" y="32"/>
                      </a:cubicBezTo>
                      <a:cubicBezTo>
                        <a:pt x="186" y="32"/>
                        <a:pt x="234" y="80"/>
                        <a:pt x="234" y="139"/>
                      </a:cubicBezTo>
                      <a:cubicBezTo>
                        <a:pt x="234" y="145"/>
                        <a:pt x="239" y="149"/>
                        <a:pt x="245" y="149"/>
                      </a:cubicBezTo>
                      <a:cubicBezTo>
                        <a:pt x="251" y="149"/>
                        <a:pt x="256" y="145"/>
                        <a:pt x="256" y="139"/>
                      </a:cubicBezTo>
                      <a:cubicBezTo>
                        <a:pt x="256" y="68"/>
                        <a:pt x="198" y="11"/>
                        <a:pt x="128" y="11"/>
                      </a:cubicBezTo>
                      <a:close/>
                      <a:moveTo>
                        <a:pt x="117" y="181"/>
                      </a:moveTo>
                      <a:cubicBezTo>
                        <a:pt x="120" y="181"/>
                        <a:pt x="122" y="180"/>
                        <a:pt x="125" y="178"/>
                      </a:cubicBezTo>
                      <a:cubicBezTo>
                        <a:pt x="189" y="114"/>
                        <a:pt x="189" y="114"/>
                        <a:pt x="189" y="114"/>
                      </a:cubicBezTo>
                      <a:cubicBezTo>
                        <a:pt x="193" y="110"/>
                        <a:pt x="193" y="103"/>
                        <a:pt x="189" y="99"/>
                      </a:cubicBezTo>
                      <a:cubicBezTo>
                        <a:pt x="184" y="95"/>
                        <a:pt x="178" y="95"/>
                        <a:pt x="173" y="99"/>
                      </a:cubicBezTo>
                      <a:cubicBezTo>
                        <a:pt x="117" y="156"/>
                        <a:pt x="117" y="156"/>
                        <a:pt x="117" y="156"/>
                      </a:cubicBezTo>
                      <a:cubicBezTo>
                        <a:pt x="93" y="131"/>
                        <a:pt x="93" y="131"/>
                        <a:pt x="93" y="131"/>
                      </a:cubicBezTo>
                      <a:cubicBezTo>
                        <a:pt x="88" y="127"/>
                        <a:pt x="82" y="127"/>
                        <a:pt x="77" y="131"/>
                      </a:cubicBezTo>
                      <a:cubicBezTo>
                        <a:pt x="73" y="135"/>
                        <a:pt x="73" y="142"/>
                        <a:pt x="77" y="146"/>
                      </a:cubicBezTo>
                      <a:cubicBezTo>
                        <a:pt x="109" y="178"/>
                        <a:pt x="109" y="178"/>
                        <a:pt x="109" y="178"/>
                      </a:cubicBezTo>
                      <a:cubicBezTo>
                        <a:pt x="112" y="180"/>
                        <a:pt x="114" y="181"/>
                        <a:pt x="117" y="18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pPr defTabSz="892178"/>
                  <a:endParaRPr lang="en-GB" dirty="0">
                    <a:solidFill>
                      <a:prstClr val="black"/>
                    </a:solidFill>
                    <a:latin typeface="Verdana"/>
                  </a:endParaRPr>
                </a:p>
              </p:txBody>
            </p:sp>
          </p:grpSp>
          <p:grpSp>
            <p:nvGrpSpPr>
              <p:cNvPr id="14" name="Group 749"/>
              <p:cNvGrpSpPr>
                <a:grpSpLocks noChangeAspect="1"/>
              </p:cNvGrpSpPr>
              <p:nvPr/>
            </p:nvGrpSpPr>
            <p:grpSpPr bwMode="auto">
              <a:xfrm>
                <a:off x="3040844" y="3327805"/>
                <a:ext cx="369676" cy="369676"/>
                <a:chOff x="3520" y="2686"/>
                <a:chExt cx="340" cy="340"/>
              </a:xfrm>
              <a:grpFill/>
            </p:grpSpPr>
            <p:sp>
              <p:nvSpPr>
                <p:cNvPr id="15" name="Freeform 750"/>
                <p:cNvSpPr>
                  <a:spLocks noEditPoints="1"/>
                </p:cNvSpPr>
                <p:nvPr/>
              </p:nvSpPr>
              <p:spPr bwMode="auto">
                <a:xfrm>
                  <a:off x="3520" y="268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pPr defTabSz="892178"/>
                  <a:endParaRPr lang="en-GB" dirty="0">
                    <a:solidFill>
                      <a:prstClr val="black"/>
                    </a:solidFill>
                    <a:latin typeface="Verdana"/>
                  </a:endParaRPr>
                </a:p>
              </p:txBody>
            </p:sp>
            <p:sp>
              <p:nvSpPr>
                <p:cNvPr id="16" name="Freeform 751"/>
                <p:cNvSpPr>
                  <a:spLocks/>
                </p:cNvSpPr>
                <p:nvPr/>
              </p:nvSpPr>
              <p:spPr bwMode="auto">
                <a:xfrm>
                  <a:off x="3582" y="2789"/>
                  <a:ext cx="144" cy="137"/>
                </a:xfrm>
                <a:custGeom>
                  <a:avLst/>
                  <a:gdLst>
                    <a:gd name="T0" fmla="*/ 209 w 216"/>
                    <a:gd name="T1" fmla="*/ 187 h 207"/>
                    <a:gd name="T2" fmla="*/ 171 w 216"/>
                    <a:gd name="T3" fmla="*/ 179 h 207"/>
                    <a:gd name="T4" fmla="*/ 156 w 216"/>
                    <a:gd name="T5" fmla="*/ 177 h 207"/>
                    <a:gd name="T6" fmla="*/ 145 w 216"/>
                    <a:gd name="T7" fmla="*/ 147 h 207"/>
                    <a:gd name="T8" fmla="*/ 167 w 216"/>
                    <a:gd name="T9" fmla="*/ 96 h 207"/>
                    <a:gd name="T10" fmla="*/ 157 w 216"/>
                    <a:gd name="T11" fmla="*/ 22 h 207"/>
                    <a:gd name="T12" fmla="*/ 108 w 216"/>
                    <a:gd name="T13" fmla="*/ 0 h 207"/>
                    <a:gd name="T14" fmla="*/ 59 w 216"/>
                    <a:gd name="T15" fmla="*/ 22 h 207"/>
                    <a:gd name="T16" fmla="*/ 50 w 216"/>
                    <a:gd name="T17" fmla="*/ 96 h 207"/>
                    <a:gd name="T18" fmla="*/ 72 w 216"/>
                    <a:gd name="T19" fmla="*/ 147 h 207"/>
                    <a:gd name="T20" fmla="*/ 61 w 216"/>
                    <a:gd name="T21" fmla="*/ 177 h 207"/>
                    <a:gd name="T22" fmla="*/ 45 w 216"/>
                    <a:gd name="T23" fmla="*/ 179 h 207"/>
                    <a:gd name="T24" fmla="*/ 8 w 216"/>
                    <a:gd name="T25" fmla="*/ 187 h 207"/>
                    <a:gd name="T26" fmla="*/ 3 w 216"/>
                    <a:gd name="T27" fmla="*/ 201 h 207"/>
                    <a:gd name="T28" fmla="*/ 12 w 216"/>
                    <a:gd name="T29" fmla="*/ 207 h 207"/>
                    <a:gd name="T30" fmla="*/ 17 w 216"/>
                    <a:gd name="T31" fmla="*/ 206 h 207"/>
                    <a:gd name="T32" fmla="*/ 46 w 216"/>
                    <a:gd name="T33" fmla="*/ 200 h 207"/>
                    <a:gd name="T34" fmla="*/ 71 w 216"/>
                    <a:gd name="T35" fmla="*/ 195 h 207"/>
                    <a:gd name="T36" fmla="*/ 91 w 216"/>
                    <a:gd name="T37" fmla="*/ 162 h 207"/>
                    <a:gd name="T38" fmla="*/ 90 w 216"/>
                    <a:gd name="T39" fmla="*/ 135 h 207"/>
                    <a:gd name="T40" fmla="*/ 71 w 216"/>
                    <a:gd name="T41" fmla="*/ 91 h 207"/>
                    <a:gd name="T42" fmla="*/ 76 w 216"/>
                    <a:gd name="T43" fmla="*/ 36 h 207"/>
                    <a:gd name="T44" fmla="*/ 108 w 216"/>
                    <a:gd name="T45" fmla="*/ 22 h 207"/>
                    <a:gd name="T46" fmla="*/ 108 w 216"/>
                    <a:gd name="T47" fmla="*/ 21 h 207"/>
                    <a:gd name="T48" fmla="*/ 109 w 216"/>
                    <a:gd name="T49" fmla="*/ 22 h 207"/>
                    <a:gd name="T50" fmla="*/ 141 w 216"/>
                    <a:gd name="T51" fmla="*/ 36 h 207"/>
                    <a:gd name="T52" fmla="*/ 146 w 216"/>
                    <a:gd name="T53" fmla="*/ 91 h 207"/>
                    <a:gd name="T54" fmla="*/ 127 w 216"/>
                    <a:gd name="T55" fmla="*/ 135 h 207"/>
                    <a:gd name="T56" fmla="*/ 125 w 216"/>
                    <a:gd name="T57" fmla="*/ 162 h 207"/>
                    <a:gd name="T58" fmla="*/ 146 w 216"/>
                    <a:gd name="T59" fmla="*/ 195 h 207"/>
                    <a:gd name="T60" fmla="*/ 170 w 216"/>
                    <a:gd name="T61" fmla="*/ 200 h 207"/>
                    <a:gd name="T62" fmla="*/ 200 w 216"/>
                    <a:gd name="T63" fmla="*/ 206 h 207"/>
                    <a:gd name="T64" fmla="*/ 204 w 216"/>
                    <a:gd name="T65" fmla="*/ 207 h 207"/>
                    <a:gd name="T66" fmla="*/ 214 w 216"/>
                    <a:gd name="T67" fmla="*/ 201 h 207"/>
                    <a:gd name="T68" fmla="*/ 209 w 216"/>
                    <a:gd name="T69" fmla="*/ 187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6" h="207">
                      <a:moveTo>
                        <a:pt x="209" y="187"/>
                      </a:moveTo>
                      <a:cubicBezTo>
                        <a:pt x="194" y="180"/>
                        <a:pt x="182" y="180"/>
                        <a:pt x="171" y="179"/>
                      </a:cubicBezTo>
                      <a:cubicBezTo>
                        <a:pt x="165" y="179"/>
                        <a:pt x="159" y="179"/>
                        <a:pt x="156" y="177"/>
                      </a:cubicBezTo>
                      <a:cubicBezTo>
                        <a:pt x="149" y="173"/>
                        <a:pt x="143" y="153"/>
                        <a:pt x="145" y="147"/>
                      </a:cubicBezTo>
                      <a:cubicBezTo>
                        <a:pt x="153" y="134"/>
                        <a:pt x="162" y="114"/>
                        <a:pt x="167" y="96"/>
                      </a:cubicBezTo>
                      <a:cubicBezTo>
                        <a:pt x="174" y="64"/>
                        <a:pt x="171" y="39"/>
                        <a:pt x="157" y="22"/>
                      </a:cubicBezTo>
                      <a:cubicBezTo>
                        <a:pt x="139" y="0"/>
                        <a:pt x="111" y="0"/>
                        <a:pt x="108" y="0"/>
                      </a:cubicBezTo>
                      <a:cubicBezTo>
                        <a:pt x="106" y="0"/>
                        <a:pt x="77" y="0"/>
                        <a:pt x="59" y="22"/>
                      </a:cubicBezTo>
                      <a:cubicBezTo>
                        <a:pt x="45" y="39"/>
                        <a:pt x="42" y="64"/>
                        <a:pt x="50" y="96"/>
                      </a:cubicBezTo>
                      <a:cubicBezTo>
                        <a:pt x="54" y="114"/>
                        <a:pt x="63" y="134"/>
                        <a:pt x="72" y="147"/>
                      </a:cubicBezTo>
                      <a:cubicBezTo>
                        <a:pt x="73" y="153"/>
                        <a:pt x="67" y="173"/>
                        <a:pt x="61" y="177"/>
                      </a:cubicBezTo>
                      <a:cubicBezTo>
                        <a:pt x="57" y="179"/>
                        <a:pt x="52" y="179"/>
                        <a:pt x="45" y="179"/>
                      </a:cubicBezTo>
                      <a:cubicBezTo>
                        <a:pt x="35" y="180"/>
                        <a:pt x="22" y="180"/>
                        <a:pt x="8" y="187"/>
                      </a:cubicBezTo>
                      <a:cubicBezTo>
                        <a:pt x="2" y="189"/>
                        <a:pt x="0" y="196"/>
                        <a:pt x="3" y="201"/>
                      </a:cubicBezTo>
                      <a:cubicBezTo>
                        <a:pt x="4" y="205"/>
                        <a:pt x="8" y="207"/>
                        <a:pt x="12" y="207"/>
                      </a:cubicBezTo>
                      <a:cubicBezTo>
                        <a:pt x="14" y="207"/>
                        <a:pt x="15" y="207"/>
                        <a:pt x="17" y="206"/>
                      </a:cubicBezTo>
                      <a:cubicBezTo>
                        <a:pt x="28" y="201"/>
                        <a:pt x="37" y="201"/>
                        <a:pt x="46" y="200"/>
                      </a:cubicBezTo>
                      <a:cubicBezTo>
                        <a:pt x="55" y="200"/>
                        <a:pt x="63" y="200"/>
                        <a:pt x="71" y="195"/>
                      </a:cubicBezTo>
                      <a:cubicBezTo>
                        <a:pt x="85" y="188"/>
                        <a:pt x="90" y="168"/>
                        <a:pt x="91" y="162"/>
                      </a:cubicBezTo>
                      <a:cubicBezTo>
                        <a:pt x="93" y="153"/>
                        <a:pt x="95" y="142"/>
                        <a:pt x="90" y="135"/>
                      </a:cubicBezTo>
                      <a:cubicBezTo>
                        <a:pt x="82" y="125"/>
                        <a:pt x="74" y="106"/>
                        <a:pt x="71" y="91"/>
                      </a:cubicBezTo>
                      <a:cubicBezTo>
                        <a:pt x="65" y="66"/>
                        <a:pt x="66" y="47"/>
                        <a:pt x="76" y="36"/>
                      </a:cubicBezTo>
                      <a:cubicBezTo>
                        <a:pt x="87" y="21"/>
                        <a:pt x="108" y="22"/>
                        <a:pt x="108" y="22"/>
                      </a:cubicBezTo>
                      <a:cubicBezTo>
                        <a:pt x="108" y="22"/>
                        <a:pt x="108" y="21"/>
                        <a:pt x="108" y="21"/>
                      </a:cubicBezTo>
                      <a:cubicBezTo>
                        <a:pt x="108" y="21"/>
                        <a:pt x="108" y="22"/>
                        <a:pt x="109" y="22"/>
                      </a:cubicBezTo>
                      <a:cubicBezTo>
                        <a:pt x="109" y="22"/>
                        <a:pt x="129" y="21"/>
                        <a:pt x="141" y="36"/>
                      </a:cubicBezTo>
                      <a:cubicBezTo>
                        <a:pt x="150" y="47"/>
                        <a:pt x="152" y="66"/>
                        <a:pt x="146" y="91"/>
                      </a:cubicBezTo>
                      <a:cubicBezTo>
                        <a:pt x="142" y="106"/>
                        <a:pt x="134" y="125"/>
                        <a:pt x="127" y="135"/>
                      </a:cubicBezTo>
                      <a:cubicBezTo>
                        <a:pt x="122" y="142"/>
                        <a:pt x="123" y="153"/>
                        <a:pt x="125" y="162"/>
                      </a:cubicBezTo>
                      <a:cubicBezTo>
                        <a:pt x="126" y="168"/>
                        <a:pt x="132" y="188"/>
                        <a:pt x="146" y="195"/>
                      </a:cubicBezTo>
                      <a:cubicBezTo>
                        <a:pt x="154" y="200"/>
                        <a:pt x="162" y="200"/>
                        <a:pt x="170" y="200"/>
                      </a:cubicBezTo>
                      <a:cubicBezTo>
                        <a:pt x="179" y="201"/>
                        <a:pt x="189" y="201"/>
                        <a:pt x="200" y="206"/>
                      </a:cubicBezTo>
                      <a:cubicBezTo>
                        <a:pt x="201" y="207"/>
                        <a:pt x="203" y="207"/>
                        <a:pt x="204" y="207"/>
                      </a:cubicBezTo>
                      <a:cubicBezTo>
                        <a:pt x="208" y="207"/>
                        <a:pt x="212" y="205"/>
                        <a:pt x="214" y="201"/>
                      </a:cubicBezTo>
                      <a:cubicBezTo>
                        <a:pt x="216" y="196"/>
                        <a:pt x="214" y="189"/>
                        <a:pt x="209" y="18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pPr defTabSz="892178"/>
                  <a:endParaRPr lang="en-GB" dirty="0">
                    <a:solidFill>
                      <a:prstClr val="black"/>
                    </a:solidFill>
                    <a:latin typeface="Verdana"/>
                  </a:endParaRPr>
                </a:p>
              </p:txBody>
            </p:sp>
            <p:sp>
              <p:nvSpPr>
                <p:cNvPr id="17" name="Freeform 752"/>
                <p:cNvSpPr>
                  <a:spLocks/>
                </p:cNvSpPr>
                <p:nvPr/>
              </p:nvSpPr>
              <p:spPr bwMode="auto">
                <a:xfrm>
                  <a:off x="3702" y="2802"/>
                  <a:ext cx="95" cy="111"/>
                </a:xfrm>
                <a:custGeom>
                  <a:avLst/>
                  <a:gdLst>
                    <a:gd name="T0" fmla="*/ 136 w 143"/>
                    <a:gd name="T1" fmla="*/ 147 h 167"/>
                    <a:gd name="T2" fmla="*/ 109 w 143"/>
                    <a:gd name="T3" fmla="*/ 139 h 167"/>
                    <a:gd name="T4" fmla="*/ 95 w 143"/>
                    <a:gd name="T5" fmla="*/ 136 h 167"/>
                    <a:gd name="T6" fmla="*/ 89 w 143"/>
                    <a:gd name="T7" fmla="*/ 118 h 167"/>
                    <a:gd name="T8" fmla="*/ 106 w 143"/>
                    <a:gd name="T9" fmla="*/ 78 h 167"/>
                    <a:gd name="T10" fmla="*/ 99 w 143"/>
                    <a:gd name="T11" fmla="*/ 20 h 167"/>
                    <a:gd name="T12" fmla="*/ 56 w 143"/>
                    <a:gd name="T13" fmla="*/ 1 h 167"/>
                    <a:gd name="T14" fmla="*/ 14 w 143"/>
                    <a:gd name="T15" fmla="*/ 20 h 167"/>
                    <a:gd name="T16" fmla="*/ 6 w 143"/>
                    <a:gd name="T17" fmla="*/ 78 h 167"/>
                    <a:gd name="T18" fmla="*/ 24 w 143"/>
                    <a:gd name="T19" fmla="*/ 118 h 167"/>
                    <a:gd name="T20" fmla="*/ 18 w 143"/>
                    <a:gd name="T21" fmla="*/ 136 h 167"/>
                    <a:gd name="T22" fmla="*/ 16 w 143"/>
                    <a:gd name="T23" fmla="*/ 151 h 167"/>
                    <a:gd name="T24" fmla="*/ 24 w 143"/>
                    <a:gd name="T25" fmla="*/ 155 h 167"/>
                    <a:gd name="T26" fmla="*/ 31 w 143"/>
                    <a:gd name="T27" fmla="*/ 153 h 167"/>
                    <a:gd name="T28" fmla="*/ 41 w 143"/>
                    <a:gd name="T29" fmla="*/ 107 h 167"/>
                    <a:gd name="T30" fmla="*/ 27 w 143"/>
                    <a:gd name="T31" fmla="*/ 73 h 167"/>
                    <a:gd name="T32" fmla="*/ 31 w 143"/>
                    <a:gd name="T33" fmla="*/ 33 h 167"/>
                    <a:gd name="T34" fmla="*/ 56 w 143"/>
                    <a:gd name="T35" fmla="*/ 22 h 167"/>
                    <a:gd name="T36" fmla="*/ 82 w 143"/>
                    <a:gd name="T37" fmla="*/ 33 h 167"/>
                    <a:gd name="T38" fmla="*/ 86 w 143"/>
                    <a:gd name="T39" fmla="*/ 73 h 167"/>
                    <a:gd name="T40" fmla="*/ 71 w 143"/>
                    <a:gd name="T41" fmla="*/ 107 h 167"/>
                    <a:gd name="T42" fmla="*/ 82 w 143"/>
                    <a:gd name="T43" fmla="*/ 153 h 167"/>
                    <a:gd name="T44" fmla="*/ 83 w 143"/>
                    <a:gd name="T45" fmla="*/ 154 h 167"/>
                    <a:gd name="T46" fmla="*/ 106 w 143"/>
                    <a:gd name="T47" fmla="*/ 160 h 167"/>
                    <a:gd name="T48" fmla="*/ 125 w 143"/>
                    <a:gd name="T49" fmla="*/ 165 h 167"/>
                    <a:gd name="T50" fmla="*/ 131 w 143"/>
                    <a:gd name="T51" fmla="*/ 167 h 167"/>
                    <a:gd name="T52" fmla="*/ 140 w 143"/>
                    <a:gd name="T53" fmla="*/ 162 h 167"/>
                    <a:gd name="T54" fmla="*/ 136 w 143"/>
                    <a:gd name="T55" fmla="*/ 14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3" h="167">
                      <a:moveTo>
                        <a:pt x="136" y="147"/>
                      </a:moveTo>
                      <a:cubicBezTo>
                        <a:pt x="128" y="142"/>
                        <a:pt x="118" y="140"/>
                        <a:pt x="109" y="139"/>
                      </a:cubicBezTo>
                      <a:cubicBezTo>
                        <a:pt x="104" y="138"/>
                        <a:pt x="98" y="137"/>
                        <a:pt x="95" y="136"/>
                      </a:cubicBezTo>
                      <a:cubicBezTo>
                        <a:pt x="89" y="131"/>
                        <a:pt x="88" y="121"/>
                        <a:pt x="89" y="118"/>
                      </a:cubicBezTo>
                      <a:cubicBezTo>
                        <a:pt x="96" y="109"/>
                        <a:pt x="103" y="93"/>
                        <a:pt x="106" y="78"/>
                      </a:cubicBezTo>
                      <a:cubicBezTo>
                        <a:pt x="112" y="53"/>
                        <a:pt x="110" y="34"/>
                        <a:pt x="99" y="20"/>
                      </a:cubicBezTo>
                      <a:cubicBezTo>
                        <a:pt x="83" y="0"/>
                        <a:pt x="58" y="1"/>
                        <a:pt x="56" y="1"/>
                      </a:cubicBezTo>
                      <a:cubicBezTo>
                        <a:pt x="54" y="1"/>
                        <a:pt x="30" y="0"/>
                        <a:pt x="14" y="20"/>
                      </a:cubicBezTo>
                      <a:cubicBezTo>
                        <a:pt x="3" y="34"/>
                        <a:pt x="0" y="53"/>
                        <a:pt x="6" y="78"/>
                      </a:cubicBezTo>
                      <a:cubicBezTo>
                        <a:pt x="10" y="93"/>
                        <a:pt x="17" y="109"/>
                        <a:pt x="24" y="118"/>
                      </a:cubicBezTo>
                      <a:cubicBezTo>
                        <a:pt x="25" y="121"/>
                        <a:pt x="24" y="132"/>
                        <a:pt x="18" y="136"/>
                      </a:cubicBezTo>
                      <a:cubicBezTo>
                        <a:pt x="13" y="140"/>
                        <a:pt x="12" y="146"/>
                        <a:pt x="16" y="151"/>
                      </a:cubicBezTo>
                      <a:cubicBezTo>
                        <a:pt x="18" y="154"/>
                        <a:pt x="21" y="155"/>
                        <a:pt x="24" y="155"/>
                      </a:cubicBezTo>
                      <a:cubicBezTo>
                        <a:pt x="26" y="155"/>
                        <a:pt x="29" y="155"/>
                        <a:pt x="31" y="153"/>
                      </a:cubicBezTo>
                      <a:cubicBezTo>
                        <a:pt x="45" y="142"/>
                        <a:pt x="49" y="118"/>
                        <a:pt x="41" y="107"/>
                      </a:cubicBezTo>
                      <a:cubicBezTo>
                        <a:pt x="36" y="99"/>
                        <a:pt x="30" y="85"/>
                        <a:pt x="27" y="73"/>
                      </a:cubicBezTo>
                      <a:cubicBezTo>
                        <a:pt x="23" y="55"/>
                        <a:pt x="24" y="42"/>
                        <a:pt x="31" y="33"/>
                      </a:cubicBezTo>
                      <a:cubicBezTo>
                        <a:pt x="39" y="22"/>
                        <a:pt x="55" y="22"/>
                        <a:pt x="56" y="22"/>
                      </a:cubicBezTo>
                      <a:cubicBezTo>
                        <a:pt x="58" y="22"/>
                        <a:pt x="73" y="22"/>
                        <a:pt x="82" y="33"/>
                      </a:cubicBezTo>
                      <a:cubicBezTo>
                        <a:pt x="89" y="42"/>
                        <a:pt x="90" y="55"/>
                        <a:pt x="86" y="73"/>
                      </a:cubicBezTo>
                      <a:cubicBezTo>
                        <a:pt x="83" y="85"/>
                        <a:pt x="77" y="99"/>
                        <a:pt x="71" y="107"/>
                      </a:cubicBezTo>
                      <a:cubicBezTo>
                        <a:pt x="63" y="118"/>
                        <a:pt x="67" y="142"/>
                        <a:pt x="82" y="153"/>
                      </a:cubicBezTo>
                      <a:cubicBezTo>
                        <a:pt x="82" y="153"/>
                        <a:pt x="83" y="154"/>
                        <a:pt x="83" y="154"/>
                      </a:cubicBezTo>
                      <a:cubicBezTo>
                        <a:pt x="90" y="158"/>
                        <a:pt x="98" y="159"/>
                        <a:pt x="106" y="160"/>
                      </a:cubicBezTo>
                      <a:cubicBezTo>
                        <a:pt x="113" y="161"/>
                        <a:pt x="121" y="162"/>
                        <a:pt x="125" y="165"/>
                      </a:cubicBezTo>
                      <a:cubicBezTo>
                        <a:pt x="127" y="166"/>
                        <a:pt x="129" y="167"/>
                        <a:pt x="131" y="167"/>
                      </a:cubicBezTo>
                      <a:cubicBezTo>
                        <a:pt x="134" y="167"/>
                        <a:pt x="138" y="165"/>
                        <a:pt x="140" y="162"/>
                      </a:cubicBezTo>
                      <a:cubicBezTo>
                        <a:pt x="143" y="157"/>
                        <a:pt x="141" y="150"/>
                        <a:pt x="136" y="14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pPr defTabSz="892178"/>
                  <a:endParaRPr lang="en-GB" dirty="0">
                    <a:solidFill>
                      <a:prstClr val="black"/>
                    </a:solidFill>
                    <a:latin typeface="Verdana"/>
                  </a:endParaRPr>
                </a:p>
              </p:txBody>
            </p:sp>
          </p:grpSp>
        </p:grpSp>
      </p:grpSp>
      <p:sp>
        <p:nvSpPr>
          <p:cNvPr id="2" name="TextBox 1">
            <a:extLst>
              <a:ext uri="{FF2B5EF4-FFF2-40B4-BE49-F238E27FC236}">
                <a16:creationId xmlns:a16="http://schemas.microsoft.com/office/drawing/2014/main" id="{EF222188-1491-46FC-8433-7EB15E891651}"/>
              </a:ext>
            </a:extLst>
          </p:cNvPr>
          <p:cNvSpPr txBox="1"/>
          <p:nvPr/>
        </p:nvSpPr>
        <p:spPr>
          <a:xfrm>
            <a:off x="6760029" y="1534886"/>
            <a:ext cx="4746171" cy="4366396"/>
          </a:xfrm>
          <a:prstGeom prst="rect">
            <a:avLst/>
          </a:prstGeom>
          <a:noFill/>
        </p:spPr>
        <p:txBody>
          <a:bodyPr wrap="square" lIns="0" tIns="0" rIns="0" bIns="0" rtlCol="0">
            <a:noAutofit/>
          </a:bodyPr>
          <a:lstStyle/>
          <a:p>
            <a:pPr marL="285750" indent="-285750">
              <a:spcBef>
                <a:spcPts val="600"/>
              </a:spcBef>
              <a:spcAft>
                <a:spcPts val="600"/>
              </a:spcAft>
              <a:buSzPct val="100000"/>
              <a:buFont typeface="Arial" panose="020B0604020202020204" pitchFamily="34" charset="0"/>
              <a:buChar char="•"/>
            </a:pPr>
            <a:r>
              <a:rPr lang="en-US" dirty="0">
                <a:solidFill>
                  <a:schemeClr val="tx1">
                    <a:lumMod val="75000"/>
                    <a:lumOff val="25000"/>
                  </a:schemeClr>
                </a:solidFill>
              </a:rPr>
              <a:t>Part of Project “Josh” -  An organization wide Business Transformation initiative</a:t>
            </a:r>
          </a:p>
          <a:p>
            <a:pPr marL="285750" indent="-285750">
              <a:spcBef>
                <a:spcPts val="600"/>
              </a:spcBef>
              <a:spcAft>
                <a:spcPts val="600"/>
              </a:spcAft>
              <a:buSzPct val="100000"/>
              <a:buFont typeface="Arial" panose="020B0604020202020204" pitchFamily="34" charset="0"/>
              <a:buChar char="•"/>
            </a:pPr>
            <a:r>
              <a:rPr lang="en-US" dirty="0">
                <a:solidFill>
                  <a:schemeClr val="tx1">
                    <a:lumMod val="75000"/>
                    <a:lumOff val="25000"/>
                  </a:schemeClr>
                </a:solidFill>
              </a:rPr>
              <a:t>Six major workstreams of the engagement – Support in strategy formulation, followed by PMO support for nine months in 3 areas</a:t>
            </a:r>
          </a:p>
          <a:p>
            <a:pPr marL="285750" indent="-285750">
              <a:spcBef>
                <a:spcPts val="600"/>
              </a:spcBef>
              <a:spcAft>
                <a:spcPts val="600"/>
              </a:spcAft>
              <a:buSzPct val="100000"/>
              <a:buFont typeface="Arial" panose="020B0604020202020204" pitchFamily="34" charset="0"/>
              <a:buChar char="•"/>
            </a:pPr>
            <a:endParaRPr lang="en-US" dirty="0">
              <a:solidFill>
                <a:schemeClr val="tx1">
                  <a:lumMod val="75000"/>
                  <a:lumOff val="25000"/>
                </a:schemeClr>
              </a:solidFill>
            </a:endParaRPr>
          </a:p>
          <a:p>
            <a:pPr marL="285750" indent="-285750">
              <a:spcBef>
                <a:spcPts val="600"/>
              </a:spcBef>
              <a:spcAft>
                <a:spcPts val="600"/>
              </a:spcAft>
              <a:buSzPct val="100000"/>
              <a:buFont typeface="Arial" panose="020B0604020202020204" pitchFamily="34" charset="0"/>
              <a:buChar char="•"/>
            </a:pPr>
            <a:endParaRPr lang="en-US" dirty="0">
              <a:solidFill>
                <a:schemeClr val="tx1">
                  <a:lumMod val="75000"/>
                  <a:lumOff val="25000"/>
                </a:schemeClr>
              </a:solidFill>
            </a:endParaRPr>
          </a:p>
          <a:p>
            <a:pPr marL="285750" indent="-285750">
              <a:spcBef>
                <a:spcPts val="600"/>
              </a:spcBef>
              <a:spcAft>
                <a:spcPts val="600"/>
              </a:spcAft>
              <a:buSzPct val="100000"/>
              <a:buFont typeface="Arial" panose="020B0604020202020204" pitchFamily="34" charset="0"/>
              <a:buChar char="•"/>
            </a:pPr>
            <a:endParaRPr lang="en-US" dirty="0">
              <a:solidFill>
                <a:schemeClr val="tx1">
                  <a:lumMod val="75000"/>
                  <a:lumOff val="25000"/>
                </a:schemeClr>
              </a:solidFill>
            </a:endParaRPr>
          </a:p>
        </p:txBody>
      </p:sp>
      <p:sp>
        <p:nvSpPr>
          <p:cNvPr id="68" name="Title 2">
            <a:extLst>
              <a:ext uri="{FF2B5EF4-FFF2-40B4-BE49-F238E27FC236}">
                <a16:creationId xmlns:a16="http://schemas.microsoft.com/office/drawing/2014/main" id="{3F2B10AF-D691-4A57-ADC9-908967A421E7}"/>
              </a:ext>
            </a:extLst>
          </p:cNvPr>
          <p:cNvSpPr>
            <a:spLocks noGrp="1"/>
          </p:cNvSpPr>
          <p:nvPr>
            <p:ph type="title"/>
          </p:nvPr>
        </p:nvSpPr>
        <p:spPr>
          <a:xfrm>
            <a:off x="501651" y="317501"/>
            <a:ext cx="11162349" cy="334101"/>
          </a:xfrm>
        </p:spPr>
        <p:txBody>
          <a:bodyPr/>
          <a:lstStyle/>
          <a:p>
            <a:r>
              <a:rPr lang="en-US" sz="1800" dirty="0"/>
              <a:t>Scope of Services </a:t>
            </a:r>
            <a:endParaRPr lang="en-IN" sz="1800" dirty="0"/>
          </a:p>
        </p:txBody>
      </p:sp>
      <p:sp>
        <p:nvSpPr>
          <p:cNvPr id="69" name="Rectangle 68">
            <a:extLst>
              <a:ext uri="{FF2B5EF4-FFF2-40B4-BE49-F238E27FC236}">
                <a16:creationId xmlns:a16="http://schemas.microsoft.com/office/drawing/2014/main" id="{89BD6A98-F746-4187-A4C0-5F46E1057575}"/>
              </a:ext>
            </a:extLst>
          </p:cNvPr>
          <p:cNvSpPr/>
          <p:nvPr/>
        </p:nvSpPr>
        <p:spPr bwMode="gray">
          <a:xfrm>
            <a:off x="501651" y="748431"/>
            <a:ext cx="8371762" cy="386766"/>
          </a:xfrm>
          <a:prstGeom prst="rect">
            <a:avLst/>
          </a:prstGeom>
          <a:noFill/>
          <a:ln w="19050" algn="ctr">
            <a:noFill/>
            <a:miter lim="800000"/>
            <a:headEnd/>
            <a:tailEnd/>
          </a:ln>
        </p:spPr>
        <p:txBody>
          <a:bodyPr wrap="square" lIns="39113" tIns="39113" rIns="39113" bIns="39113" rtlCol="0" anchor="t">
            <a:spAutoFit/>
          </a:bodyPr>
          <a:lstStyle/>
          <a:p>
            <a:pPr algn="just" defTabSz="892178"/>
            <a:r>
              <a:rPr lang="en-US" sz="2000" dirty="0">
                <a:solidFill>
                  <a:schemeClr val="accent2"/>
                </a:solidFill>
                <a:latin typeface="Verdana"/>
              </a:rPr>
              <a:t>Engagement Overview – Key Workstreams</a:t>
            </a:r>
          </a:p>
        </p:txBody>
      </p:sp>
    </p:spTree>
    <p:extLst>
      <p:ext uri="{BB962C8B-B14F-4D97-AF65-F5344CB8AC3E}">
        <p14:creationId xmlns:p14="http://schemas.microsoft.com/office/powerpoint/2010/main" val="25995343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588" y="2579"/>
          <a:ext cx="1587" cy="1587"/>
        </p:xfrm>
        <a:graphic>
          <a:graphicData uri="http://schemas.openxmlformats.org/presentationml/2006/ole">
            <mc:AlternateContent xmlns:mc="http://schemas.openxmlformats.org/markup-compatibility/2006">
              <mc:Choice xmlns:v="urn:schemas-microsoft-com:vml" Requires="v">
                <p:oleObj spid="_x0000_s4180" name="think-cell Slide" r:id="rId6" imgW="530" imgH="531" progId="TCLayout.ActiveDocument.1">
                  <p:embed/>
                </p:oleObj>
              </mc:Choice>
              <mc:Fallback>
                <p:oleObj name="think-cell Slide" r:id="rId6" imgW="530" imgH="531" progId="TCLayout.ActiveDocument.1">
                  <p:embed/>
                  <p:pic>
                    <p:nvPicPr>
                      <p:cNvPr id="4" name="Object 3" hidden="1"/>
                      <p:cNvPicPr/>
                      <p:nvPr/>
                    </p:nvPicPr>
                    <p:blipFill>
                      <a:blip r:embed="rId7"/>
                      <a:stretch>
                        <a:fillRect/>
                      </a:stretch>
                    </p:blipFill>
                    <p:spPr>
                      <a:xfrm>
                        <a:off x="1588" y="2579"/>
                        <a:ext cx="1587" cy="1587"/>
                      </a:xfrm>
                      <a:prstGeom prst="rect">
                        <a:avLst/>
                      </a:prstGeom>
                    </p:spPr>
                  </p:pic>
                </p:oleObj>
              </mc:Fallback>
            </mc:AlternateContent>
          </a:graphicData>
        </a:graphic>
      </p:graphicFrame>
      <p:sp>
        <p:nvSpPr>
          <p:cNvPr id="5" name="Rectangle 4" hidden="1"/>
          <p:cNvSpPr/>
          <p:nvPr>
            <p:custDataLst>
              <p:tags r:id="rId3"/>
            </p:custDataLst>
          </p:nvPr>
        </p:nvSpPr>
        <p:spPr>
          <a:xfrm>
            <a:off x="1" y="992"/>
            <a:ext cx="158667" cy="1586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GB" sz="1765" b="1" dirty="0">
              <a:latin typeface="Verdana" panose="020B0604030504040204" pitchFamily="34" charset="0"/>
              <a:ea typeface="+mj-ea"/>
              <a:cs typeface="+mj-cs"/>
              <a:sym typeface="Verdana" panose="020B0604030504040204" pitchFamily="34" charset="0"/>
            </a:endParaRPr>
          </a:p>
        </p:txBody>
      </p:sp>
      <p:sp>
        <p:nvSpPr>
          <p:cNvPr id="36" name="Rectangle 35"/>
          <p:cNvSpPr/>
          <p:nvPr/>
        </p:nvSpPr>
        <p:spPr bwMode="gray">
          <a:xfrm>
            <a:off x="5957829" y="1809400"/>
            <a:ext cx="2520529" cy="427986"/>
          </a:xfrm>
          <a:prstGeom prst="rect">
            <a:avLst/>
          </a:prstGeom>
          <a:noFill/>
          <a:ln w="19050" algn="ctr">
            <a:noFill/>
            <a:miter lim="800000"/>
            <a:headEnd/>
            <a:tailEnd/>
          </a:ln>
        </p:spPr>
        <p:txBody>
          <a:bodyPr wrap="square" lIns="100700" tIns="100700" rIns="100700" bIns="100700" rtlCol="0" anchor="ctr"/>
          <a:lstStyle/>
          <a:p>
            <a:pPr algn="ctr" defTabSz="1380987">
              <a:lnSpc>
                <a:spcPct val="106000"/>
              </a:lnSpc>
              <a:defRPr/>
            </a:pPr>
            <a:r>
              <a:rPr lang="en-US" sz="1412" b="1" dirty="0">
                <a:solidFill>
                  <a:schemeClr val="accent2"/>
                </a:solidFill>
                <a:latin typeface="Verdana"/>
              </a:rPr>
              <a:t>Activities</a:t>
            </a:r>
            <a:endParaRPr lang="en-IN" sz="1412" b="1" dirty="0">
              <a:solidFill>
                <a:schemeClr val="accent2"/>
              </a:solidFill>
              <a:latin typeface="Verdana"/>
            </a:endParaRPr>
          </a:p>
        </p:txBody>
      </p:sp>
      <p:sp>
        <p:nvSpPr>
          <p:cNvPr id="39" name="Rectangle 38"/>
          <p:cNvSpPr/>
          <p:nvPr/>
        </p:nvSpPr>
        <p:spPr bwMode="gray">
          <a:xfrm>
            <a:off x="845569" y="1809400"/>
            <a:ext cx="1515923" cy="359816"/>
          </a:xfrm>
          <a:prstGeom prst="rect">
            <a:avLst/>
          </a:prstGeom>
          <a:noFill/>
          <a:ln w="19050" algn="ctr">
            <a:noFill/>
            <a:miter lim="800000"/>
            <a:headEnd/>
            <a:tailEnd/>
          </a:ln>
        </p:spPr>
        <p:txBody>
          <a:bodyPr wrap="square" lIns="100700" tIns="100700" rIns="100700" bIns="100700" rtlCol="0" anchor="ctr"/>
          <a:lstStyle/>
          <a:p>
            <a:pPr algn="ctr" defTabSz="1380987">
              <a:lnSpc>
                <a:spcPct val="106000"/>
              </a:lnSpc>
              <a:defRPr/>
            </a:pPr>
            <a:r>
              <a:rPr lang="en-US" sz="1412" b="1" dirty="0">
                <a:solidFill>
                  <a:schemeClr val="accent2"/>
                </a:solidFill>
              </a:rPr>
              <a:t>Deliverables</a:t>
            </a:r>
            <a:endParaRPr lang="en-IN" sz="1412" b="1" dirty="0">
              <a:solidFill>
                <a:schemeClr val="accent2"/>
              </a:solidFill>
            </a:endParaRPr>
          </a:p>
        </p:txBody>
      </p:sp>
      <p:cxnSp>
        <p:nvCxnSpPr>
          <p:cNvPr id="38" name="Straight Connector 37"/>
          <p:cNvCxnSpPr/>
          <p:nvPr/>
        </p:nvCxnSpPr>
        <p:spPr>
          <a:xfrm flipV="1">
            <a:off x="458771" y="2286254"/>
            <a:ext cx="11184521" cy="24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Rectangle 44">
            <a:hlinkClick r:id="" action="ppaction://noaction"/>
          </p:cNvPr>
          <p:cNvSpPr/>
          <p:nvPr/>
        </p:nvSpPr>
        <p:spPr bwMode="gray">
          <a:xfrm>
            <a:off x="593310" y="2469783"/>
            <a:ext cx="2107861" cy="590939"/>
          </a:xfrm>
          <a:prstGeom prst="rect">
            <a:avLst/>
          </a:prstGeom>
          <a:solidFill>
            <a:srgbClr val="0076A8"/>
          </a:solidFill>
          <a:ln/>
        </p:spPr>
        <p:style>
          <a:lnRef idx="2">
            <a:schemeClr val="accent5"/>
          </a:lnRef>
          <a:fillRef idx="1">
            <a:schemeClr val="lt1"/>
          </a:fillRef>
          <a:effectRef idx="0">
            <a:schemeClr val="accent5"/>
          </a:effectRef>
          <a:fontRef idx="minor">
            <a:schemeClr val="dk1"/>
          </a:fontRef>
        </p:style>
        <p:txBody>
          <a:bodyPr vert="horz" wrap="square" lIns="103578" tIns="51789" rIns="103578" bIns="51789" numCol="1" anchor="ctr" anchorCtr="0" compatLnSpc="1">
            <a:prstTxWarp prst="textNoShape">
              <a:avLst/>
            </a:prstTxWarp>
          </a:bodyPr>
          <a:lstStyle/>
          <a:p>
            <a:pPr algn="ctr"/>
            <a:r>
              <a:rPr lang="en-US" sz="1235" b="1" dirty="0">
                <a:solidFill>
                  <a:schemeClr val="bg1"/>
                </a:solidFill>
                <a:latin typeface="+mj-lt"/>
              </a:rPr>
              <a:t>Diagnostic Review and action plan report</a:t>
            </a:r>
          </a:p>
        </p:txBody>
      </p:sp>
      <p:sp>
        <p:nvSpPr>
          <p:cNvPr id="49" name="Rectangle 48">
            <a:hlinkClick r:id="" action="ppaction://noaction"/>
          </p:cNvPr>
          <p:cNvSpPr/>
          <p:nvPr/>
        </p:nvSpPr>
        <p:spPr bwMode="gray">
          <a:xfrm>
            <a:off x="593310" y="4944652"/>
            <a:ext cx="2107861" cy="790717"/>
          </a:xfrm>
          <a:prstGeom prst="rect">
            <a:avLst/>
          </a:prstGeom>
          <a:solidFill>
            <a:srgbClr val="0076A8"/>
          </a:solidFill>
          <a:ln/>
        </p:spPr>
        <p:style>
          <a:lnRef idx="2">
            <a:schemeClr val="accent5"/>
          </a:lnRef>
          <a:fillRef idx="1">
            <a:schemeClr val="lt1"/>
          </a:fillRef>
          <a:effectRef idx="0">
            <a:schemeClr val="accent5"/>
          </a:effectRef>
          <a:fontRef idx="minor">
            <a:schemeClr val="dk1"/>
          </a:fontRef>
        </p:style>
        <p:txBody>
          <a:bodyPr vert="horz" wrap="square" lIns="0" tIns="51789" rIns="0" bIns="51789" numCol="1" anchor="ctr" anchorCtr="0" compatLnSpc="1">
            <a:prstTxWarp prst="textNoShape">
              <a:avLst/>
            </a:prstTxWarp>
          </a:bodyPr>
          <a:lstStyle/>
          <a:p>
            <a:pPr algn="ctr" defTabSz="1380987">
              <a:defRPr/>
            </a:pPr>
            <a:r>
              <a:rPr lang="en-US" sz="1235" b="1" dirty="0">
                <a:solidFill>
                  <a:schemeClr val="bg1"/>
                </a:solidFill>
              </a:rPr>
              <a:t>Achievement of quantified outcomes/milestones for each area</a:t>
            </a:r>
            <a:endParaRPr lang="en-IN" sz="1235" b="1" dirty="0">
              <a:solidFill>
                <a:schemeClr val="bg1"/>
              </a:solidFill>
            </a:endParaRPr>
          </a:p>
        </p:txBody>
      </p:sp>
      <p:sp>
        <p:nvSpPr>
          <p:cNvPr id="40" name="Striped Right Arrow 39"/>
          <p:cNvSpPr/>
          <p:nvPr/>
        </p:nvSpPr>
        <p:spPr bwMode="gray">
          <a:xfrm>
            <a:off x="3005515" y="3798869"/>
            <a:ext cx="628032" cy="577352"/>
          </a:xfrm>
          <a:prstGeom prst="stripedRightArrow">
            <a:avLst>
              <a:gd name="adj1" fmla="val 100000"/>
              <a:gd name="adj2" fmla="val 50000"/>
            </a:avLst>
          </a:prstGeom>
          <a:solidFill>
            <a:schemeClr val="accent4"/>
          </a:solidFill>
          <a:ln>
            <a:noFill/>
          </a:ln>
        </p:spPr>
        <p:txBody>
          <a:bodyPr vert="horz" wrap="square" lIns="103578" tIns="51789" rIns="103578" bIns="51789" numCol="1" anchor="ctr" anchorCtr="0" compatLnSpc="1">
            <a:prstTxWarp prst="textNoShape">
              <a:avLst/>
            </a:prstTxWarp>
          </a:bodyPr>
          <a:lstStyle/>
          <a:p>
            <a:pPr algn="ctr" defTabSz="1380987">
              <a:defRPr/>
            </a:pPr>
            <a:endParaRPr lang="en-IN" sz="1235" dirty="0">
              <a:solidFill>
                <a:srgbClr val="012169">
                  <a:lumMod val="50000"/>
                </a:srgbClr>
              </a:solidFill>
              <a:latin typeface="Verdana"/>
            </a:endParaRPr>
          </a:p>
        </p:txBody>
      </p:sp>
      <p:grpSp>
        <p:nvGrpSpPr>
          <p:cNvPr id="9" name="Group 8"/>
          <p:cNvGrpSpPr/>
          <p:nvPr/>
        </p:nvGrpSpPr>
        <p:grpSpPr>
          <a:xfrm>
            <a:off x="4068566" y="4495554"/>
            <a:ext cx="2458501" cy="1554784"/>
            <a:chOff x="4574863" y="4988967"/>
            <a:chExt cx="2141794" cy="1762089"/>
          </a:xfrm>
        </p:grpSpPr>
        <p:sp>
          <p:nvSpPr>
            <p:cNvPr id="89" name="Rectangle 88"/>
            <p:cNvSpPr/>
            <p:nvPr/>
          </p:nvSpPr>
          <p:spPr bwMode="gray">
            <a:xfrm>
              <a:off x="4574863" y="4988967"/>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O&amp;M cost analysis and optimization</a:t>
              </a:r>
              <a:endParaRPr lang="en-IN" sz="1235" b="1" dirty="0">
                <a:solidFill>
                  <a:prstClr val="white"/>
                </a:solidFill>
                <a:latin typeface="+mj-lt"/>
              </a:endParaRPr>
            </a:p>
          </p:txBody>
        </p:sp>
        <p:sp>
          <p:nvSpPr>
            <p:cNvPr id="6" name="TextBox 5"/>
            <p:cNvSpPr txBox="1"/>
            <p:nvPr/>
          </p:nvSpPr>
          <p:spPr>
            <a:xfrm>
              <a:off x="4574863" y="5754757"/>
              <a:ext cx="2135105" cy="996299"/>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R&amp;M costs review – Process review for optimization and workflow standardization</a:t>
              </a:r>
            </a:p>
            <a:p>
              <a:pPr marL="252146" indent="-252146">
                <a:spcBef>
                  <a:spcPts val="529"/>
                </a:spcBef>
                <a:buSzPct val="100000"/>
                <a:buFont typeface="Arial" panose="020B0604020202020204" pitchFamily="34" charset="0"/>
                <a:buChar char="•"/>
              </a:pPr>
              <a:r>
                <a:rPr lang="en-US" sz="1059" i="1" dirty="0">
                  <a:solidFill>
                    <a:srgbClr val="313131"/>
                  </a:solidFill>
                </a:rPr>
                <a:t>A&amp;G costs – Review of existing functional costs</a:t>
              </a:r>
            </a:p>
          </p:txBody>
        </p:sp>
      </p:grpSp>
      <p:grpSp>
        <p:nvGrpSpPr>
          <p:cNvPr id="8" name="Group 7"/>
          <p:cNvGrpSpPr/>
          <p:nvPr/>
        </p:nvGrpSpPr>
        <p:grpSpPr>
          <a:xfrm>
            <a:off x="6652502" y="4493585"/>
            <a:ext cx="2458501" cy="1556751"/>
            <a:chOff x="6790142" y="4986738"/>
            <a:chExt cx="2141794" cy="1764318"/>
          </a:xfrm>
        </p:grpSpPr>
        <p:sp>
          <p:nvSpPr>
            <p:cNvPr id="92" name="Rectangle 91"/>
            <p:cNvSpPr/>
            <p:nvPr/>
          </p:nvSpPr>
          <p:spPr bwMode="gray">
            <a:xfrm>
              <a:off x="6790142" y="4986738"/>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Loss Reduction</a:t>
              </a:r>
              <a:endParaRPr lang="en-IN" sz="1235" b="1" dirty="0">
                <a:solidFill>
                  <a:prstClr val="white"/>
                </a:solidFill>
                <a:latin typeface="+mj-lt"/>
              </a:endParaRPr>
            </a:p>
          </p:txBody>
        </p:sp>
        <p:sp>
          <p:nvSpPr>
            <p:cNvPr id="29" name="TextBox 28"/>
            <p:cNvSpPr txBox="1"/>
            <p:nvPr/>
          </p:nvSpPr>
          <p:spPr>
            <a:xfrm>
              <a:off x="6796831" y="5754757"/>
              <a:ext cx="2135105" cy="996299"/>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Advanced analytics for loss reduction interventions</a:t>
              </a:r>
            </a:p>
            <a:p>
              <a:pPr marL="252146" indent="-252146">
                <a:spcBef>
                  <a:spcPts val="529"/>
                </a:spcBef>
                <a:buSzPct val="100000"/>
                <a:buFont typeface="Arial" panose="020B0604020202020204" pitchFamily="34" charset="0"/>
                <a:buChar char="•"/>
              </a:pPr>
              <a:r>
                <a:rPr lang="en-US" sz="1059" i="1" dirty="0">
                  <a:solidFill>
                    <a:srgbClr val="313131"/>
                  </a:solidFill>
                </a:rPr>
                <a:t>Development of action plan for overachievement of AT&amp;C loss targets</a:t>
              </a:r>
            </a:p>
          </p:txBody>
        </p:sp>
      </p:grpSp>
      <p:grpSp>
        <p:nvGrpSpPr>
          <p:cNvPr id="7" name="Group 6"/>
          <p:cNvGrpSpPr/>
          <p:nvPr/>
        </p:nvGrpSpPr>
        <p:grpSpPr>
          <a:xfrm>
            <a:off x="9278019" y="4493588"/>
            <a:ext cx="2463819" cy="1389882"/>
            <a:chOff x="9041644" y="4986737"/>
            <a:chExt cx="2146427" cy="2647585"/>
          </a:xfrm>
        </p:grpSpPr>
        <p:sp>
          <p:nvSpPr>
            <p:cNvPr id="53" name="Rectangle 52"/>
            <p:cNvSpPr/>
            <p:nvPr/>
          </p:nvSpPr>
          <p:spPr bwMode="gray">
            <a:xfrm>
              <a:off x="9041644" y="4986737"/>
              <a:ext cx="2141794" cy="1125680"/>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Financial Cost Management</a:t>
              </a:r>
              <a:endParaRPr lang="en-IN" sz="1235" b="1" dirty="0">
                <a:solidFill>
                  <a:prstClr val="white"/>
                </a:solidFill>
                <a:latin typeface="+mj-lt"/>
              </a:endParaRPr>
            </a:p>
          </p:txBody>
        </p:sp>
        <p:sp>
          <p:nvSpPr>
            <p:cNvPr id="30" name="TextBox 29"/>
            <p:cNvSpPr txBox="1"/>
            <p:nvPr/>
          </p:nvSpPr>
          <p:spPr>
            <a:xfrm>
              <a:off x="9052966" y="6270237"/>
              <a:ext cx="2135105" cy="1364085"/>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Working Capital Management Cycle and application of funds</a:t>
              </a:r>
            </a:p>
            <a:p>
              <a:pPr marL="252146" indent="-252146">
                <a:spcBef>
                  <a:spcPts val="529"/>
                </a:spcBef>
                <a:buSzPct val="100000"/>
                <a:buFont typeface="Arial" panose="020B0604020202020204" pitchFamily="34" charset="0"/>
                <a:buChar char="•"/>
              </a:pPr>
              <a:r>
                <a:rPr lang="en-US" sz="1059" i="1" dirty="0">
                  <a:solidFill>
                    <a:srgbClr val="313131"/>
                  </a:solidFill>
                </a:rPr>
                <a:t>Business seasonal and cyclical impact on cash flow</a:t>
              </a:r>
            </a:p>
          </p:txBody>
        </p:sp>
      </p:grpSp>
      <p:sp>
        <p:nvSpPr>
          <p:cNvPr id="90" name="Freeform 97"/>
          <p:cNvSpPr>
            <a:spLocks noEditPoints="1"/>
          </p:cNvSpPr>
          <p:nvPr/>
        </p:nvSpPr>
        <p:spPr bwMode="auto">
          <a:xfrm>
            <a:off x="5781026" y="1809399"/>
            <a:ext cx="412941" cy="447235"/>
          </a:xfrm>
          <a:custGeom>
            <a:avLst/>
            <a:gdLst>
              <a:gd name="T0" fmla="*/ 298 w 512"/>
              <a:gd name="T1" fmla="*/ 298 h 512"/>
              <a:gd name="T2" fmla="*/ 373 w 512"/>
              <a:gd name="T3" fmla="*/ 298 h 512"/>
              <a:gd name="T4" fmla="*/ 373 w 512"/>
              <a:gd name="T5" fmla="*/ 373 h 512"/>
              <a:gd name="T6" fmla="*/ 298 w 512"/>
              <a:gd name="T7" fmla="*/ 373 h 512"/>
              <a:gd name="T8" fmla="*/ 298 w 512"/>
              <a:gd name="T9" fmla="*/ 298 h 512"/>
              <a:gd name="T10" fmla="*/ 138 w 512"/>
              <a:gd name="T11" fmla="*/ 213 h 512"/>
              <a:gd name="T12" fmla="*/ 213 w 512"/>
              <a:gd name="T13" fmla="*/ 213 h 512"/>
              <a:gd name="T14" fmla="*/ 213 w 512"/>
              <a:gd name="T15" fmla="*/ 138 h 512"/>
              <a:gd name="T16" fmla="*/ 138 w 512"/>
              <a:gd name="T17" fmla="*/ 138 h 512"/>
              <a:gd name="T18" fmla="*/ 138 w 512"/>
              <a:gd name="T19" fmla="*/ 213 h 512"/>
              <a:gd name="T20" fmla="*/ 138 w 512"/>
              <a:gd name="T21" fmla="*/ 373 h 512"/>
              <a:gd name="T22" fmla="*/ 213 w 512"/>
              <a:gd name="T23" fmla="*/ 373 h 512"/>
              <a:gd name="T24" fmla="*/ 213 w 512"/>
              <a:gd name="T25" fmla="*/ 298 h 512"/>
              <a:gd name="T26" fmla="*/ 138 w 512"/>
              <a:gd name="T27" fmla="*/ 298 h 512"/>
              <a:gd name="T28" fmla="*/ 138 w 512"/>
              <a:gd name="T29" fmla="*/ 373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234 w 512"/>
              <a:gd name="T41" fmla="*/ 288 h 512"/>
              <a:gd name="T42" fmla="*/ 224 w 512"/>
              <a:gd name="T43" fmla="*/ 277 h 512"/>
              <a:gd name="T44" fmla="*/ 128 w 512"/>
              <a:gd name="T45" fmla="*/ 277 h 512"/>
              <a:gd name="T46" fmla="*/ 117 w 512"/>
              <a:gd name="T47" fmla="*/ 288 h 512"/>
              <a:gd name="T48" fmla="*/ 117 w 512"/>
              <a:gd name="T49" fmla="*/ 384 h 512"/>
              <a:gd name="T50" fmla="*/ 128 w 512"/>
              <a:gd name="T51" fmla="*/ 394 h 512"/>
              <a:gd name="T52" fmla="*/ 224 w 512"/>
              <a:gd name="T53" fmla="*/ 394 h 512"/>
              <a:gd name="T54" fmla="*/ 234 w 512"/>
              <a:gd name="T55" fmla="*/ 384 h 512"/>
              <a:gd name="T56" fmla="*/ 234 w 512"/>
              <a:gd name="T57" fmla="*/ 288 h 512"/>
              <a:gd name="T58" fmla="*/ 234 w 512"/>
              <a:gd name="T59" fmla="*/ 128 h 512"/>
              <a:gd name="T60" fmla="*/ 224 w 512"/>
              <a:gd name="T61" fmla="*/ 117 h 512"/>
              <a:gd name="T62" fmla="*/ 128 w 512"/>
              <a:gd name="T63" fmla="*/ 117 h 512"/>
              <a:gd name="T64" fmla="*/ 117 w 512"/>
              <a:gd name="T65" fmla="*/ 128 h 512"/>
              <a:gd name="T66" fmla="*/ 117 w 512"/>
              <a:gd name="T67" fmla="*/ 224 h 512"/>
              <a:gd name="T68" fmla="*/ 128 w 512"/>
              <a:gd name="T69" fmla="*/ 234 h 512"/>
              <a:gd name="T70" fmla="*/ 224 w 512"/>
              <a:gd name="T71" fmla="*/ 234 h 512"/>
              <a:gd name="T72" fmla="*/ 234 w 512"/>
              <a:gd name="T73" fmla="*/ 224 h 512"/>
              <a:gd name="T74" fmla="*/ 234 w 512"/>
              <a:gd name="T75" fmla="*/ 128 h 512"/>
              <a:gd name="T76" fmla="*/ 394 w 512"/>
              <a:gd name="T77" fmla="*/ 288 h 512"/>
              <a:gd name="T78" fmla="*/ 384 w 512"/>
              <a:gd name="T79" fmla="*/ 277 h 512"/>
              <a:gd name="T80" fmla="*/ 288 w 512"/>
              <a:gd name="T81" fmla="*/ 277 h 512"/>
              <a:gd name="T82" fmla="*/ 277 w 512"/>
              <a:gd name="T83" fmla="*/ 288 h 512"/>
              <a:gd name="T84" fmla="*/ 277 w 512"/>
              <a:gd name="T85" fmla="*/ 384 h 512"/>
              <a:gd name="T86" fmla="*/ 288 w 512"/>
              <a:gd name="T87" fmla="*/ 394 h 512"/>
              <a:gd name="T88" fmla="*/ 384 w 512"/>
              <a:gd name="T89" fmla="*/ 394 h 512"/>
              <a:gd name="T90" fmla="*/ 394 w 512"/>
              <a:gd name="T91" fmla="*/ 384 h 512"/>
              <a:gd name="T92" fmla="*/ 394 w 512"/>
              <a:gd name="T93" fmla="*/ 288 h 512"/>
              <a:gd name="T94" fmla="*/ 394 w 512"/>
              <a:gd name="T95" fmla="*/ 128 h 512"/>
              <a:gd name="T96" fmla="*/ 384 w 512"/>
              <a:gd name="T97" fmla="*/ 117 h 512"/>
              <a:gd name="T98" fmla="*/ 288 w 512"/>
              <a:gd name="T99" fmla="*/ 117 h 512"/>
              <a:gd name="T100" fmla="*/ 277 w 512"/>
              <a:gd name="T101" fmla="*/ 128 h 512"/>
              <a:gd name="T102" fmla="*/ 277 w 512"/>
              <a:gd name="T103" fmla="*/ 224 h 512"/>
              <a:gd name="T104" fmla="*/ 288 w 512"/>
              <a:gd name="T105" fmla="*/ 234 h 512"/>
              <a:gd name="T106" fmla="*/ 384 w 512"/>
              <a:gd name="T107" fmla="*/ 234 h 512"/>
              <a:gd name="T108" fmla="*/ 394 w 512"/>
              <a:gd name="T109" fmla="*/ 224 h 512"/>
              <a:gd name="T110" fmla="*/ 394 w 512"/>
              <a:gd name="T111" fmla="*/ 128 h 512"/>
              <a:gd name="T112" fmla="*/ 298 w 512"/>
              <a:gd name="T113" fmla="*/ 213 h 512"/>
              <a:gd name="T114" fmla="*/ 373 w 512"/>
              <a:gd name="T115" fmla="*/ 213 h 512"/>
              <a:gd name="T116" fmla="*/ 373 w 512"/>
              <a:gd name="T117" fmla="*/ 138 h 512"/>
              <a:gd name="T118" fmla="*/ 298 w 512"/>
              <a:gd name="T119" fmla="*/ 138 h 512"/>
              <a:gd name="T120" fmla="*/ 298 w 512"/>
              <a:gd name="T121"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298" y="298"/>
                </a:moveTo>
                <a:cubicBezTo>
                  <a:pt x="373" y="298"/>
                  <a:pt x="373" y="298"/>
                  <a:pt x="373" y="298"/>
                </a:cubicBezTo>
                <a:cubicBezTo>
                  <a:pt x="373" y="373"/>
                  <a:pt x="373" y="373"/>
                  <a:pt x="373" y="373"/>
                </a:cubicBezTo>
                <a:cubicBezTo>
                  <a:pt x="298" y="373"/>
                  <a:pt x="298" y="373"/>
                  <a:pt x="298" y="373"/>
                </a:cubicBezTo>
                <a:lnTo>
                  <a:pt x="298" y="298"/>
                </a:lnTo>
                <a:close/>
                <a:moveTo>
                  <a:pt x="138" y="213"/>
                </a:moveTo>
                <a:cubicBezTo>
                  <a:pt x="213" y="213"/>
                  <a:pt x="213" y="213"/>
                  <a:pt x="213" y="213"/>
                </a:cubicBezTo>
                <a:cubicBezTo>
                  <a:pt x="213" y="138"/>
                  <a:pt x="213" y="138"/>
                  <a:pt x="213" y="138"/>
                </a:cubicBezTo>
                <a:cubicBezTo>
                  <a:pt x="138" y="138"/>
                  <a:pt x="138" y="138"/>
                  <a:pt x="138" y="138"/>
                </a:cubicBezTo>
                <a:lnTo>
                  <a:pt x="138" y="213"/>
                </a:lnTo>
                <a:close/>
                <a:moveTo>
                  <a:pt x="138" y="373"/>
                </a:moveTo>
                <a:cubicBezTo>
                  <a:pt x="213" y="373"/>
                  <a:pt x="213" y="373"/>
                  <a:pt x="213" y="373"/>
                </a:cubicBezTo>
                <a:cubicBezTo>
                  <a:pt x="213" y="298"/>
                  <a:pt x="213" y="298"/>
                  <a:pt x="213" y="298"/>
                </a:cubicBezTo>
                <a:cubicBezTo>
                  <a:pt x="138" y="298"/>
                  <a:pt x="138" y="298"/>
                  <a:pt x="138" y="298"/>
                </a:cubicBezTo>
                <a:lnTo>
                  <a:pt x="138" y="37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34" y="288"/>
                </a:moveTo>
                <a:cubicBezTo>
                  <a:pt x="234" y="282"/>
                  <a:pt x="230" y="277"/>
                  <a:pt x="224" y="277"/>
                </a:cubicBezTo>
                <a:cubicBezTo>
                  <a:pt x="128" y="277"/>
                  <a:pt x="128" y="277"/>
                  <a:pt x="128" y="277"/>
                </a:cubicBezTo>
                <a:cubicBezTo>
                  <a:pt x="122" y="277"/>
                  <a:pt x="117" y="282"/>
                  <a:pt x="117" y="288"/>
                </a:cubicBezTo>
                <a:cubicBezTo>
                  <a:pt x="117" y="384"/>
                  <a:pt x="117" y="384"/>
                  <a:pt x="117" y="384"/>
                </a:cubicBezTo>
                <a:cubicBezTo>
                  <a:pt x="117" y="390"/>
                  <a:pt x="122" y="394"/>
                  <a:pt x="128" y="394"/>
                </a:cubicBezTo>
                <a:cubicBezTo>
                  <a:pt x="224" y="394"/>
                  <a:pt x="224" y="394"/>
                  <a:pt x="224" y="394"/>
                </a:cubicBezTo>
                <a:cubicBezTo>
                  <a:pt x="230" y="394"/>
                  <a:pt x="234" y="390"/>
                  <a:pt x="234" y="384"/>
                </a:cubicBezTo>
                <a:lnTo>
                  <a:pt x="234" y="288"/>
                </a:lnTo>
                <a:close/>
                <a:moveTo>
                  <a:pt x="234" y="128"/>
                </a:moveTo>
                <a:cubicBezTo>
                  <a:pt x="234" y="122"/>
                  <a:pt x="230" y="117"/>
                  <a:pt x="224" y="117"/>
                </a:cubicBezTo>
                <a:cubicBezTo>
                  <a:pt x="128" y="117"/>
                  <a:pt x="128" y="117"/>
                  <a:pt x="128" y="117"/>
                </a:cubicBezTo>
                <a:cubicBezTo>
                  <a:pt x="122" y="117"/>
                  <a:pt x="117" y="122"/>
                  <a:pt x="117" y="128"/>
                </a:cubicBezTo>
                <a:cubicBezTo>
                  <a:pt x="117" y="224"/>
                  <a:pt x="117" y="224"/>
                  <a:pt x="117" y="224"/>
                </a:cubicBezTo>
                <a:cubicBezTo>
                  <a:pt x="117" y="230"/>
                  <a:pt x="122" y="234"/>
                  <a:pt x="128" y="234"/>
                </a:cubicBezTo>
                <a:cubicBezTo>
                  <a:pt x="224" y="234"/>
                  <a:pt x="224" y="234"/>
                  <a:pt x="224" y="234"/>
                </a:cubicBezTo>
                <a:cubicBezTo>
                  <a:pt x="230" y="234"/>
                  <a:pt x="234" y="230"/>
                  <a:pt x="234" y="224"/>
                </a:cubicBezTo>
                <a:lnTo>
                  <a:pt x="234" y="128"/>
                </a:lnTo>
                <a:close/>
                <a:moveTo>
                  <a:pt x="394" y="288"/>
                </a:moveTo>
                <a:cubicBezTo>
                  <a:pt x="394" y="282"/>
                  <a:pt x="390" y="277"/>
                  <a:pt x="384" y="277"/>
                </a:cubicBezTo>
                <a:cubicBezTo>
                  <a:pt x="288" y="277"/>
                  <a:pt x="288" y="277"/>
                  <a:pt x="288" y="277"/>
                </a:cubicBezTo>
                <a:cubicBezTo>
                  <a:pt x="282" y="277"/>
                  <a:pt x="277" y="282"/>
                  <a:pt x="277" y="288"/>
                </a:cubicBezTo>
                <a:cubicBezTo>
                  <a:pt x="277" y="384"/>
                  <a:pt x="277" y="384"/>
                  <a:pt x="277" y="384"/>
                </a:cubicBezTo>
                <a:cubicBezTo>
                  <a:pt x="277" y="390"/>
                  <a:pt x="282" y="394"/>
                  <a:pt x="288" y="394"/>
                </a:cubicBezTo>
                <a:cubicBezTo>
                  <a:pt x="384" y="394"/>
                  <a:pt x="384" y="394"/>
                  <a:pt x="384" y="394"/>
                </a:cubicBezTo>
                <a:cubicBezTo>
                  <a:pt x="390" y="394"/>
                  <a:pt x="394" y="390"/>
                  <a:pt x="394" y="384"/>
                </a:cubicBezTo>
                <a:lnTo>
                  <a:pt x="394" y="288"/>
                </a:lnTo>
                <a:close/>
                <a:moveTo>
                  <a:pt x="394" y="128"/>
                </a:moveTo>
                <a:cubicBezTo>
                  <a:pt x="394" y="122"/>
                  <a:pt x="390" y="117"/>
                  <a:pt x="384" y="117"/>
                </a:cubicBezTo>
                <a:cubicBezTo>
                  <a:pt x="288" y="117"/>
                  <a:pt x="288" y="117"/>
                  <a:pt x="288" y="117"/>
                </a:cubicBezTo>
                <a:cubicBezTo>
                  <a:pt x="282" y="117"/>
                  <a:pt x="277" y="122"/>
                  <a:pt x="277" y="128"/>
                </a:cubicBezTo>
                <a:cubicBezTo>
                  <a:pt x="277" y="224"/>
                  <a:pt x="277" y="224"/>
                  <a:pt x="277" y="224"/>
                </a:cubicBezTo>
                <a:cubicBezTo>
                  <a:pt x="277" y="230"/>
                  <a:pt x="282" y="234"/>
                  <a:pt x="288" y="234"/>
                </a:cubicBezTo>
                <a:cubicBezTo>
                  <a:pt x="384" y="234"/>
                  <a:pt x="384" y="234"/>
                  <a:pt x="384" y="234"/>
                </a:cubicBezTo>
                <a:cubicBezTo>
                  <a:pt x="390" y="234"/>
                  <a:pt x="394" y="230"/>
                  <a:pt x="394" y="224"/>
                </a:cubicBezTo>
                <a:lnTo>
                  <a:pt x="394" y="128"/>
                </a:lnTo>
                <a:close/>
                <a:moveTo>
                  <a:pt x="298" y="213"/>
                </a:moveTo>
                <a:cubicBezTo>
                  <a:pt x="373" y="213"/>
                  <a:pt x="373" y="213"/>
                  <a:pt x="373" y="213"/>
                </a:cubicBezTo>
                <a:cubicBezTo>
                  <a:pt x="373" y="138"/>
                  <a:pt x="373" y="138"/>
                  <a:pt x="373" y="138"/>
                </a:cubicBezTo>
                <a:cubicBezTo>
                  <a:pt x="298" y="138"/>
                  <a:pt x="298" y="138"/>
                  <a:pt x="298" y="138"/>
                </a:cubicBezTo>
                <a:lnTo>
                  <a:pt x="298" y="213"/>
                </a:lnTo>
                <a:close/>
              </a:path>
            </a:pathLst>
          </a:custGeom>
          <a:solidFill>
            <a:schemeClr val="accent4"/>
          </a:solidFill>
          <a:ln>
            <a:noFill/>
          </a:ln>
        </p:spPr>
        <p:txBody>
          <a:bodyPr vert="horz" wrap="square" lIns="103578" tIns="51789" rIns="103578" bIns="51789" numCol="1" anchor="t" anchorCtr="0" compatLnSpc="1">
            <a:prstTxWarp prst="textNoShape">
              <a:avLst/>
            </a:prstTxWarp>
          </a:bodyPr>
          <a:lstStyle/>
          <a:p>
            <a:pPr defTabSz="1380987">
              <a:defRPr/>
            </a:pPr>
            <a:endParaRPr lang="en-GB" sz="2471" dirty="0">
              <a:solidFill>
                <a:prstClr val="black"/>
              </a:solidFill>
              <a:latin typeface="Verdana"/>
            </a:endParaRPr>
          </a:p>
        </p:txBody>
      </p:sp>
      <p:sp>
        <p:nvSpPr>
          <p:cNvPr id="91" name="Freeform 59">
            <a:extLst>
              <a:ext uri="{FF2B5EF4-FFF2-40B4-BE49-F238E27FC236}">
                <a16:creationId xmlns:a16="http://schemas.microsoft.com/office/drawing/2014/main" id="{9920DF9A-5043-4800-805F-AAA1D155489F}"/>
              </a:ext>
            </a:extLst>
          </p:cNvPr>
          <p:cNvSpPr>
            <a:spLocks noChangeAspect="1" noEditPoints="1"/>
          </p:cNvSpPr>
          <p:nvPr/>
        </p:nvSpPr>
        <p:spPr bwMode="auto">
          <a:xfrm>
            <a:off x="548586" y="1809399"/>
            <a:ext cx="411731" cy="447235"/>
          </a:xfrm>
          <a:custGeom>
            <a:avLst/>
            <a:gdLst>
              <a:gd name="T0" fmla="*/ 147 w 512"/>
              <a:gd name="T1" fmla="*/ 170 h 512"/>
              <a:gd name="T2" fmla="*/ 201 w 512"/>
              <a:gd name="T3" fmla="*/ 170 h 512"/>
              <a:gd name="T4" fmla="*/ 223 w 512"/>
              <a:gd name="T5" fmla="*/ 170 h 512"/>
              <a:gd name="T6" fmla="*/ 256 w 512"/>
              <a:gd name="T7" fmla="*/ 117 h 512"/>
              <a:gd name="T8" fmla="*/ 133 w 512"/>
              <a:gd name="T9" fmla="*/ 192 h 512"/>
              <a:gd name="T10" fmla="*/ 192 w 512"/>
              <a:gd name="T11" fmla="*/ 245 h 512"/>
              <a:gd name="T12" fmla="*/ 218 w 512"/>
              <a:gd name="T13" fmla="*/ 320 h 512"/>
              <a:gd name="T14" fmla="*/ 298 w 512"/>
              <a:gd name="T15" fmla="*/ 266 h 512"/>
              <a:gd name="T16" fmla="*/ 218 w 512"/>
              <a:gd name="T17" fmla="*/ 320 h 512"/>
              <a:gd name="T18" fmla="*/ 292 w 512"/>
              <a:gd name="T19" fmla="*/ 122 h 512"/>
              <a:gd name="T20" fmla="*/ 365 w 512"/>
              <a:gd name="T21" fmla="*/ 170 h 512"/>
              <a:gd name="T22" fmla="*/ 218 w 512"/>
              <a:gd name="T23" fmla="*/ 192 h 512"/>
              <a:gd name="T24" fmla="*/ 298 w 512"/>
              <a:gd name="T25" fmla="*/ 245 h 512"/>
              <a:gd name="T26" fmla="*/ 192 w 512"/>
              <a:gd name="T27" fmla="*/ 266 h 512"/>
              <a:gd name="T28" fmla="*/ 133 w 512"/>
              <a:gd name="T29" fmla="*/ 320 h 512"/>
              <a:gd name="T30" fmla="*/ 192 w 512"/>
              <a:gd name="T31" fmla="*/ 266 h 512"/>
              <a:gd name="T32" fmla="*/ 394 w 512"/>
              <a:gd name="T33" fmla="*/ 245 h 512"/>
              <a:gd name="T34" fmla="*/ 314 w 512"/>
              <a:gd name="T35" fmla="*/ 192 h 512"/>
              <a:gd name="T36" fmla="*/ 512 w 512"/>
              <a:gd name="T37" fmla="*/ 256 h 512"/>
              <a:gd name="T38" fmla="*/ 0 w 512"/>
              <a:gd name="T39" fmla="*/ 256 h 512"/>
              <a:gd name="T40" fmla="*/ 512 w 512"/>
              <a:gd name="T41" fmla="*/ 256 h 512"/>
              <a:gd name="T42" fmla="*/ 256 w 512"/>
              <a:gd name="T43" fmla="*/ 96 h 512"/>
              <a:gd name="T44" fmla="*/ 256 w 512"/>
              <a:gd name="T45" fmla="*/ 416 h 512"/>
              <a:gd name="T46" fmla="*/ 314 w 512"/>
              <a:gd name="T47" fmla="*/ 320 h 512"/>
              <a:gd name="T48" fmla="*/ 394 w 512"/>
              <a:gd name="T49" fmla="*/ 266 h 512"/>
              <a:gd name="T50" fmla="*/ 314 w 512"/>
              <a:gd name="T51" fmla="*/ 320 h 512"/>
              <a:gd name="T52" fmla="*/ 220 w 512"/>
              <a:gd name="T53" fmla="*/ 389 h 512"/>
              <a:gd name="T54" fmla="*/ 147 w 512"/>
              <a:gd name="T55" fmla="*/ 341 h 512"/>
              <a:gd name="T56" fmla="*/ 365 w 512"/>
              <a:gd name="T57" fmla="*/ 341 h 512"/>
              <a:gd name="T58" fmla="*/ 292 w 512"/>
              <a:gd name="T59" fmla="*/ 389 h 512"/>
              <a:gd name="T60" fmla="*/ 288 w 512"/>
              <a:gd name="T61" fmla="*/ 341 h 512"/>
              <a:gd name="T62" fmla="*/ 256 w 512"/>
              <a:gd name="T63" fmla="*/ 39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12" h="512">
                <a:moveTo>
                  <a:pt x="201" y="170"/>
                </a:moveTo>
                <a:cubicBezTo>
                  <a:pt x="147" y="170"/>
                  <a:pt x="147" y="170"/>
                  <a:pt x="147" y="170"/>
                </a:cubicBezTo>
                <a:cubicBezTo>
                  <a:pt x="165" y="147"/>
                  <a:pt x="190" y="130"/>
                  <a:pt x="220" y="122"/>
                </a:cubicBezTo>
                <a:cubicBezTo>
                  <a:pt x="212" y="135"/>
                  <a:pt x="206" y="151"/>
                  <a:pt x="201" y="170"/>
                </a:cubicBezTo>
                <a:close/>
                <a:moveTo>
                  <a:pt x="256" y="117"/>
                </a:moveTo>
                <a:cubicBezTo>
                  <a:pt x="245" y="117"/>
                  <a:pt x="232" y="137"/>
                  <a:pt x="223" y="170"/>
                </a:cubicBezTo>
                <a:cubicBezTo>
                  <a:pt x="288" y="170"/>
                  <a:pt x="288" y="170"/>
                  <a:pt x="288" y="170"/>
                </a:cubicBezTo>
                <a:cubicBezTo>
                  <a:pt x="279" y="137"/>
                  <a:pt x="266" y="117"/>
                  <a:pt x="256" y="117"/>
                </a:cubicBezTo>
                <a:close/>
                <a:moveTo>
                  <a:pt x="197" y="192"/>
                </a:moveTo>
                <a:cubicBezTo>
                  <a:pt x="133" y="192"/>
                  <a:pt x="133" y="192"/>
                  <a:pt x="133" y="192"/>
                </a:cubicBezTo>
                <a:cubicBezTo>
                  <a:pt x="124" y="208"/>
                  <a:pt x="119" y="226"/>
                  <a:pt x="118" y="245"/>
                </a:cubicBezTo>
                <a:cubicBezTo>
                  <a:pt x="192" y="245"/>
                  <a:pt x="192" y="245"/>
                  <a:pt x="192" y="245"/>
                </a:cubicBezTo>
                <a:cubicBezTo>
                  <a:pt x="192" y="227"/>
                  <a:pt x="194" y="209"/>
                  <a:pt x="197" y="192"/>
                </a:cubicBezTo>
                <a:close/>
                <a:moveTo>
                  <a:pt x="218" y="320"/>
                </a:moveTo>
                <a:cubicBezTo>
                  <a:pt x="293" y="320"/>
                  <a:pt x="293" y="320"/>
                  <a:pt x="293" y="320"/>
                </a:cubicBezTo>
                <a:cubicBezTo>
                  <a:pt x="296" y="304"/>
                  <a:pt x="298" y="286"/>
                  <a:pt x="298" y="266"/>
                </a:cubicBezTo>
                <a:cubicBezTo>
                  <a:pt x="213" y="266"/>
                  <a:pt x="213" y="266"/>
                  <a:pt x="213" y="266"/>
                </a:cubicBezTo>
                <a:cubicBezTo>
                  <a:pt x="214" y="286"/>
                  <a:pt x="216" y="304"/>
                  <a:pt x="218" y="320"/>
                </a:cubicBezTo>
                <a:close/>
                <a:moveTo>
                  <a:pt x="365" y="170"/>
                </a:moveTo>
                <a:cubicBezTo>
                  <a:pt x="347" y="147"/>
                  <a:pt x="321" y="130"/>
                  <a:pt x="292" y="122"/>
                </a:cubicBezTo>
                <a:cubicBezTo>
                  <a:pt x="299" y="135"/>
                  <a:pt x="306" y="151"/>
                  <a:pt x="310" y="170"/>
                </a:cubicBezTo>
                <a:lnTo>
                  <a:pt x="365" y="170"/>
                </a:lnTo>
                <a:close/>
                <a:moveTo>
                  <a:pt x="293" y="192"/>
                </a:moveTo>
                <a:cubicBezTo>
                  <a:pt x="218" y="192"/>
                  <a:pt x="218" y="192"/>
                  <a:pt x="218" y="192"/>
                </a:cubicBezTo>
                <a:cubicBezTo>
                  <a:pt x="216" y="207"/>
                  <a:pt x="214" y="225"/>
                  <a:pt x="213" y="245"/>
                </a:cubicBezTo>
                <a:cubicBezTo>
                  <a:pt x="298" y="245"/>
                  <a:pt x="298" y="245"/>
                  <a:pt x="298" y="245"/>
                </a:cubicBezTo>
                <a:cubicBezTo>
                  <a:pt x="298" y="225"/>
                  <a:pt x="296" y="207"/>
                  <a:pt x="293" y="192"/>
                </a:cubicBezTo>
                <a:close/>
                <a:moveTo>
                  <a:pt x="192" y="266"/>
                </a:moveTo>
                <a:cubicBezTo>
                  <a:pt x="118" y="266"/>
                  <a:pt x="118" y="266"/>
                  <a:pt x="118" y="266"/>
                </a:cubicBezTo>
                <a:cubicBezTo>
                  <a:pt x="119" y="285"/>
                  <a:pt x="124" y="303"/>
                  <a:pt x="133" y="320"/>
                </a:cubicBezTo>
                <a:cubicBezTo>
                  <a:pt x="197" y="320"/>
                  <a:pt x="197" y="320"/>
                  <a:pt x="197" y="320"/>
                </a:cubicBezTo>
                <a:cubicBezTo>
                  <a:pt x="194" y="303"/>
                  <a:pt x="192" y="284"/>
                  <a:pt x="192" y="266"/>
                </a:cubicBezTo>
                <a:close/>
                <a:moveTo>
                  <a:pt x="319" y="245"/>
                </a:moveTo>
                <a:cubicBezTo>
                  <a:pt x="394" y="245"/>
                  <a:pt x="394" y="245"/>
                  <a:pt x="394" y="245"/>
                </a:cubicBezTo>
                <a:cubicBezTo>
                  <a:pt x="392" y="226"/>
                  <a:pt x="387" y="208"/>
                  <a:pt x="379" y="192"/>
                </a:cubicBezTo>
                <a:cubicBezTo>
                  <a:pt x="314" y="192"/>
                  <a:pt x="314" y="192"/>
                  <a:pt x="314" y="192"/>
                </a:cubicBezTo>
                <a:cubicBezTo>
                  <a:pt x="317" y="209"/>
                  <a:pt x="319" y="227"/>
                  <a:pt x="319" y="245"/>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256"/>
                </a:moveTo>
                <a:cubicBezTo>
                  <a:pt x="416" y="167"/>
                  <a:pt x="344" y="96"/>
                  <a:pt x="256" y="96"/>
                </a:cubicBezTo>
                <a:cubicBezTo>
                  <a:pt x="167" y="96"/>
                  <a:pt x="96" y="167"/>
                  <a:pt x="96" y="256"/>
                </a:cubicBezTo>
                <a:cubicBezTo>
                  <a:pt x="96" y="344"/>
                  <a:pt x="167" y="416"/>
                  <a:pt x="256" y="416"/>
                </a:cubicBezTo>
                <a:cubicBezTo>
                  <a:pt x="344" y="416"/>
                  <a:pt x="416" y="344"/>
                  <a:pt x="416" y="256"/>
                </a:cubicBezTo>
                <a:close/>
                <a:moveTo>
                  <a:pt x="314" y="320"/>
                </a:moveTo>
                <a:cubicBezTo>
                  <a:pt x="379" y="320"/>
                  <a:pt x="379" y="320"/>
                  <a:pt x="379" y="320"/>
                </a:cubicBezTo>
                <a:cubicBezTo>
                  <a:pt x="387" y="303"/>
                  <a:pt x="392" y="285"/>
                  <a:pt x="394" y="266"/>
                </a:cubicBezTo>
                <a:cubicBezTo>
                  <a:pt x="319" y="266"/>
                  <a:pt x="319" y="266"/>
                  <a:pt x="319" y="266"/>
                </a:cubicBezTo>
                <a:cubicBezTo>
                  <a:pt x="319" y="284"/>
                  <a:pt x="317" y="303"/>
                  <a:pt x="314" y="320"/>
                </a:cubicBezTo>
                <a:close/>
                <a:moveTo>
                  <a:pt x="147" y="341"/>
                </a:moveTo>
                <a:cubicBezTo>
                  <a:pt x="165" y="364"/>
                  <a:pt x="190" y="381"/>
                  <a:pt x="220" y="389"/>
                </a:cubicBezTo>
                <a:cubicBezTo>
                  <a:pt x="212" y="377"/>
                  <a:pt x="206" y="360"/>
                  <a:pt x="201" y="341"/>
                </a:cubicBezTo>
                <a:lnTo>
                  <a:pt x="147" y="341"/>
                </a:lnTo>
                <a:close/>
                <a:moveTo>
                  <a:pt x="292" y="389"/>
                </a:moveTo>
                <a:cubicBezTo>
                  <a:pt x="321" y="381"/>
                  <a:pt x="347" y="364"/>
                  <a:pt x="365" y="341"/>
                </a:cubicBezTo>
                <a:cubicBezTo>
                  <a:pt x="310" y="341"/>
                  <a:pt x="310" y="341"/>
                  <a:pt x="310" y="341"/>
                </a:cubicBezTo>
                <a:cubicBezTo>
                  <a:pt x="306" y="360"/>
                  <a:pt x="299" y="377"/>
                  <a:pt x="292" y="389"/>
                </a:cubicBezTo>
                <a:close/>
                <a:moveTo>
                  <a:pt x="256" y="394"/>
                </a:moveTo>
                <a:cubicBezTo>
                  <a:pt x="266" y="394"/>
                  <a:pt x="279" y="375"/>
                  <a:pt x="288" y="341"/>
                </a:cubicBezTo>
                <a:cubicBezTo>
                  <a:pt x="223" y="341"/>
                  <a:pt x="223" y="341"/>
                  <a:pt x="223" y="341"/>
                </a:cubicBezTo>
                <a:cubicBezTo>
                  <a:pt x="232" y="375"/>
                  <a:pt x="245" y="394"/>
                  <a:pt x="256" y="394"/>
                </a:cubicBezTo>
                <a:close/>
              </a:path>
            </a:pathLst>
          </a:custGeom>
          <a:solidFill>
            <a:schemeClr val="accent4"/>
          </a:solidFill>
          <a:ln>
            <a:noFill/>
          </a:ln>
        </p:spPr>
        <p:txBody>
          <a:bodyPr vert="horz" wrap="square" lIns="80682" tIns="40341" rIns="80682" bIns="40341" numCol="1" anchor="t" anchorCtr="0" compatLnSpc="1">
            <a:prstTxWarp prst="textNoShape">
              <a:avLst/>
            </a:prstTxWarp>
          </a:bodyPr>
          <a:lstStyle/>
          <a:p>
            <a:endParaRPr lang="en-GB" sz="1765" dirty="0"/>
          </a:p>
        </p:txBody>
      </p:sp>
      <p:grpSp>
        <p:nvGrpSpPr>
          <p:cNvPr id="61" name="Group 60">
            <a:extLst>
              <a:ext uri="{FF2B5EF4-FFF2-40B4-BE49-F238E27FC236}">
                <a16:creationId xmlns:a16="http://schemas.microsoft.com/office/drawing/2014/main" id="{783C2A1D-B5EC-4A4F-8E9F-BB607BEAF6BC}"/>
              </a:ext>
            </a:extLst>
          </p:cNvPr>
          <p:cNvGrpSpPr/>
          <p:nvPr/>
        </p:nvGrpSpPr>
        <p:grpSpPr>
          <a:xfrm>
            <a:off x="4070134" y="2432655"/>
            <a:ext cx="2458501" cy="2009011"/>
            <a:chOff x="4574863" y="4988967"/>
            <a:chExt cx="2141794" cy="2276879"/>
          </a:xfrm>
        </p:grpSpPr>
        <p:sp>
          <p:nvSpPr>
            <p:cNvPr id="62" name="Rectangle 61">
              <a:extLst>
                <a:ext uri="{FF2B5EF4-FFF2-40B4-BE49-F238E27FC236}">
                  <a16:creationId xmlns:a16="http://schemas.microsoft.com/office/drawing/2014/main" id="{7DB3D57D-9865-4D89-81DD-94DC4F997E00}"/>
                </a:ext>
              </a:extLst>
            </p:cNvPr>
            <p:cNvSpPr/>
            <p:nvPr/>
          </p:nvSpPr>
          <p:spPr bwMode="gray">
            <a:xfrm>
              <a:off x="4574863" y="4988967"/>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Review of power purchase cost and optimization</a:t>
              </a:r>
              <a:endParaRPr lang="en-IN" sz="1235" b="1" dirty="0">
                <a:solidFill>
                  <a:prstClr val="white"/>
                </a:solidFill>
                <a:latin typeface="+mj-lt"/>
              </a:endParaRPr>
            </a:p>
          </p:txBody>
        </p:sp>
        <p:sp>
          <p:nvSpPr>
            <p:cNvPr id="63" name="TextBox 62">
              <a:extLst>
                <a:ext uri="{FF2B5EF4-FFF2-40B4-BE49-F238E27FC236}">
                  <a16:creationId xmlns:a16="http://schemas.microsoft.com/office/drawing/2014/main" id="{08567972-DA6F-437A-B80F-7AE5BA54BA95}"/>
                </a:ext>
              </a:extLst>
            </p:cNvPr>
            <p:cNvSpPr txBox="1"/>
            <p:nvPr/>
          </p:nvSpPr>
          <p:spPr>
            <a:xfrm>
              <a:off x="4574863" y="5754757"/>
              <a:ext cx="2135105" cy="1511089"/>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Review and analysis of existing PPAs and contractual commitments</a:t>
              </a:r>
            </a:p>
            <a:p>
              <a:pPr marL="252146" indent="-252146">
                <a:spcBef>
                  <a:spcPts val="529"/>
                </a:spcBef>
                <a:buSzPct val="100000"/>
                <a:buFont typeface="Arial" panose="020B0604020202020204" pitchFamily="34" charset="0"/>
                <a:buChar char="•"/>
              </a:pPr>
              <a:r>
                <a:rPr lang="en-US" sz="1059" i="1" dirty="0">
                  <a:solidFill>
                    <a:srgbClr val="313131"/>
                  </a:solidFill>
                </a:rPr>
                <a:t>Review of RPO compliance</a:t>
              </a:r>
            </a:p>
            <a:p>
              <a:pPr marL="252146" indent="-252146">
                <a:spcBef>
                  <a:spcPts val="529"/>
                </a:spcBef>
                <a:buSzPct val="100000"/>
                <a:buFont typeface="Arial" panose="020B0604020202020204" pitchFamily="34" charset="0"/>
                <a:buChar char="•"/>
              </a:pPr>
              <a:r>
                <a:rPr lang="en-US" sz="1059" i="1" dirty="0">
                  <a:solidFill>
                    <a:srgbClr val="313131"/>
                  </a:solidFill>
                </a:rPr>
                <a:t>Impact of renewable integration</a:t>
              </a:r>
            </a:p>
            <a:p>
              <a:pPr marL="252146" indent="-252146">
                <a:spcBef>
                  <a:spcPts val="529"/>
                </a:spcBef>
                <a:buSzPct val="100000"/>
                <a:buFont typeface="Arial" panose="020B0604020202020204" pitchFamily="34" charset="0"/>
                <a:buChar char="•"/>
              </a:pPr>
              <a:r>
                <a:rPr lang="en-US" sz="1059" i="1" dirty="0">
                  <a:solidFill>
                    <a:srgbClr val="313131"/>
                  </a:solidFill>
                </a:rPr>
                <a:t>Potential deficits arising due to expiry of high cost PPAs</a:t>
              </a:r>
            </a:p>
          </p:txBody>
        </p:sp>
      </p:grpSp>
      <p:grpSp>
        <p:nvGrpSpPr>
          <p:cNvPr id="64" name="Group 63">
            <a:extLst>
              <a:ext uri="{FF2B5EF4-FFF2-40B4-BE49-F238E27FC236}">
                <a16:creationId xmlns:a16="http://schemas.microsoft.com/office/drawing/2014/main" id="{CB50E966-0702-4461-9DD9-742DEC036D16}"/>
              </a:ext>
            </a:extLst>
          </p:cNvPr>
          <p:cNvGrpSpPr/>
          <p:nvPr/>
        </p:nvGrpSpPr>
        <p:grpSpPr>
          <a:xfrm>
            <a:off x="6654070" y="2430687"/>
            <a:ext cx="2458501" cy="1393757"/>
            <a:chOff x="6790142" y="4986738"/>
            <a:chExt cx="2141794" cy="1579591"/>
          </a:xfrm>
        </p:grpSpPr>
        <p:sp>
          <p:nvSpPr>
            <p:cNvPr id="65" name="Rectangle 64">
              <a:extLst>
                <a:ext uri="{FF2B5EF4-FFF2-40B4-BE49-F238E27FC236}">
                  <a16:creationId xmlns:a16="http://schemas.microsoft.com/office/drawing/2014/main" id="{23B46B47-DE20-4C12-B9A7-B976FD4BBC2F}"/>
                </a:ext>
              </a:extLst>
            </p:cNvPr>
            <p:cNvSpPr/>
            <p:nvPr/>
          </p:nvSpPr>
          <p:spPr bwMode="gray">
            <a:xfrm>
              <a:off x="6790142" y="4986738"/>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Disallowance of power purchase cost related aspects</a:t>
              </a:r>
              <a:endParaRPr lang="en-IN" sz="1235" b="1" dirty="0">
                <a:solidFill>
                  <a:prstClr val="white"/>
                </a:solidFill>
                <a:latin typeface="+mj-lt"/>
              </a:endParaRPr>
            </a:p>
          </p:txBody>
        </p:sp>
        <p:sp>
          <p:nvSpPr>
            <p:cNvPr id="66" name="TextBox 65">
              <a:extLst>
                <a:ext uri="{FF2B5EF4-FFF2-40B4-BE49-F238E27FC236}">
                  <a16:creationId xmlns:a16="http://schemas.microsoft.com/office/drawing/2014/main" id="{4F123907-4FFF-40DB-BB7D-B00D1F8ADC1E}"/>
                </a:ext>
              </a:extLst>
            </p:cNvPr>
            <p:cNvSpPr txBox="1"/>
            <p:nvPr/>
          </p:nvSpPr>
          <p:spPr>
            <a:xfrm>
              <a:off x="6796831" y="5754757"/>
              <a:ext cx="2135105" cy="811572"/>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Review of power purchase scheduling</a:t>
              </a:r>
            </a:p>
            <a:p>
              <a:pPr marL="252146" indent="-252146">
                <a:spcBef>
                  <a:spcPts val="529"/>
                </a:spcBef>
                <a:buSzPct val="100000"/>
                <a:buFont typeface="Arial" panose="020B0604020202020204" pitchFamily="34" charset="0"/>
                <a:buChar char="•"/>
              </a:pPr>
              <a:r>
                <a:rPr lang="en-US" sz="1059" i="1" dirty="0">
                  <a:solidFill>
                    <a:srgbClr val="313131"/>
                  </a:solidFill>
                </a:rPr>
                <a:t>Reasons for penalties due to RPO Non-compliance</a:t>
              </a:r>
            </a:p>
          </p:txBody>
        </p:sp>
      </p:grpSp>
      <p:grpSp>
        <p:nvGrpSpPr>
          <p:cNvPr id="67" name="Group 66">
            <a:extLst>
              <a:ext uri="{FF2B5EF4-FFF2-40B4-BE49-F238E27FC236}">
                <a16:creationId xmlns:a16="http://schemas.microsoft.com/office/drawing/2014/main" id="{B497CE6F-1786-426E-BE8E-C2831872FF2C}"/>
              </a:ext>
            </a:extLst>
          </p:cNvPr>
          <p:cNvGrpSpPr/>
          <p:nvPr/>
        </p:nvGrpSpPr>
        <p:grpSpPr>
          <a:xfrm>
            <a:off x="9279587" y="2430688"/>
            <a:ext cx="2463819" cy="1942983"/>
            <a:chOff x="9041644" y="4986737"/>
            <a:chExt cx="2146427" cy="3701187"/>
          </a:xfrm>
        </p:grpSpPr>
        <p:sp>
          <p:nvSpPr>
            <p:cNvPr id="68" name="Rectangle 67">
              <a:extLst>
                <a:ext uri="{FF2B5EF4-FFF2-40B4-BE49-F238E27FC236}">
                  <a16:creationId xmlns:a16="http://schemas.microsoft.com/office/drawing/2014/main" id="{25DC1DA1-F9FA-4A6D-8038-F564DF407DF2}"/>
                </a:ext>
              </a:extLst>
            </p:cNvPr>
            <p:cNvSpPr/>
            <p:nvPr/>
          </p:nvSpPr>
          <p:spPr bwMode="gray">
            <a:xfrm>
              <a:off x="9041644" y="4986737"/>
              <a:ext cx="2141794" cy="1125680"/>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Enhancing efficiency of capital investments</a:t>
              </a:r>
              <a:endParaRPr lang="en-IN" sz="1235" b="1" dirty="0">
                <a:solidFill>
                  <a:prstClr val="white"/>
                </a:solidFill>
                <a:latin typeface="+mj-lt"/>
              </a:endParaRPr>
            </a:p>
          </p:txBody>
        </p:sp>
        <p:sp>
          <p:nvSpPr>
            <p:cNvPr id="69" name="TextBox 68">
              <a:extLst>
                <a:ext uri="{FF2B5EF4-FFF2-40B4-BE49-F238E27FC236}">
                  <a16:creationId xmlns:a16="http://schemas.microsoft.com/office/drawing/2014/main" id="{BD1779DB-6D73-4CBB-9341-9E4CD28B4025}"/>
                </a:ext>
              </a:extLst>
            </p:cNvPr>
            <p:cNvSpPr txBox="1"/>
            <p:nvPr/>
          </p:nvSpPr>
          <p:spPr>
            <a:xfrm>
              <a:off x="9052966" y="6270237"/>
              <a:ext cx="2135105" cy="2417687"/>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Process for capex planning, project management and prioritization of capex schemes</a:t>
              </a:r>
            </a:p>
            <a:p>
              <a:pPr marL="252146" indent="-252146">
                <a:spcBef>
                  <a:spcPts val="529"/>
                </a:spcBef>
                <a:buSzPct val="100000"/>
                <a:buFont typeface="Arial" panose="020B0604020202020204" pitchFamily="34" charset="0"/>
                <a:buChar char="•"/>
              </a:pPr>
              <a:r>
                <a:rPr lang="en-US" sz="1059" i="1" dirty="0">
                  <a:solidFill>
                    <a:srgbClr val="313131"/>
                  </a:solidFill>
                </a:rPr>
                <a:t>Smart meter and IoT rollout &amp; review of vendor master list</a:t>
              </a:r>
            </a:p>
            <a:p>
              <a:pPr marL="252146" indent="-252146">
                <a:spcBef>
                  <a:spcPts val="529"/>
                </a:spcBef>
                <a:buSzPct val="100000"/>
                <a:buFont typeface="Arial" panose="020B0604020202020204" pitchFamily="34" charset="0"/>
                <a:buChar char="•"/>
              </a:pPr>
              <a:r>
                <a:rPr lang="en-US" sz="1059" i="1" dirty="0">
                  <a:solidFill>
                    <a:srgbClr val="313131"/>
                  </a:solidFill>
                </a:rPr>
                <a:t>Optimization of working capital cycles</a:t>
              </a:r>
            </a:p>
          </p:txBody>
        </p:sp>
      </p:grpSp>
      <p:sp>
        <p:nvSpPr>
          <p:cNvPr id="79" name="Title 2">
            <a:extLst>
              <a:ext uri="{FF2B5EF4-FFF2-40B4-BE49-F238E27FC236}">
                <a16:creationId xmlns:a16="http://schemas.microsoft.com/office/drawing/2014/main" id="{4F9FC9B3-CC25-4F78-9F28-BA7DFE1E4BB1}"/>
              </a:ext>
            </a:extLst>
          </p:cNvPr>
          <p:cNvSpPr>
            <a:spLocks noGrp="1"/>
          </p:cNvSpPr>
          <p:nvPr>
            <p:ph type="title"/>
          </p:nvPr>
        </p:nvSpPr>
        <p:spPr>
          <a:xfrm>
            <a:off x="501651" y="317501"/>
            <a:ext cx="11162349" cy="334101"/>
          </a:xfrm>
        </p:spPr>
        <p:txBody>
          <a:bodyPr/>
          <a:lstStyle/>
          <a:p>
            <a:r>
              <a:rPr lang="en-US" sz="1800" dirty="0"/>
              <a:t>Scope of Services </a:t>
            </a:r>
            <a:endParaRPr lang="en-IN" sz="1800" dirty="0"/>
          </a:p>
        </p:txBody>
      </p:sp>
      <p:sp>
        <p:nvSpPr>
          <p:cNvPr id="83" name="Rectangle 82">
            <a:extLst>
              <a:ext uri="{FF2B5EF4-FFF2-40B4-BE49-F238E27FC236}">
                <a16:creationId xmlns:a16="http://schemas.microsoft.com/office/drawing/2014/main" id="{463E15A1-D8A8-46C5-B5D8-E47D7B06AC53}"/>
              </a:ext>
            </a:extLst>
          </p:cNvPr>
          <p:cNvSpPr/>
          <p:nvPr/>
        </p:nvSpPr>
        <p:spPr bwMode="gray">
          <a:xfrm>
            <a:off x="501651" y="682442"/>
            <a:ext cx="8371762" cy="386766"/>
          </a:xfrm>
          <a:prstGeom prst="rect">
            <a:avLst/>
          </a:prstGeom>
          <a:noFill/>
          <a:ln w="19050" algn="ctr">
            <a:noFill/>
            <a:miter lim="800000"/>
            <a:headEnd/>
            <a:tailEnd/>
          </a:ln>
        </p:spPr>
        <p:txBody>
          <a:bodyPr wrap="square" lIns="39113" tIns="39113" rIns="39113" bIns="39113" rtlCol="0" anchor="t">
            <a:spAutoFit/>
          </a:bodyPr>
          <a:lstStyle/>
          <a:p>
            <a:pPr algn="just" defTabSz="892178"/>
            <a:r>
              <a:rPr lang="en-US" sz="2000" dirty="0">
                <a:solidFill>
                  <a:schemeClr val="accent2"/>
                </a:solidFill>
                <a:latin typeface="Verdana"/>
              </a:rPr>
              <a:t>Pillar 1: EBITDA improvement</a:t>
            </a:r>
          </a:p>
        </p:txBody>
      </p:sp>
      <p:sp>
        <p:nvSpPr>
          <p:cNvPr id="94" name="AutoShape 3">
            <a:extLst>
              <a:ext uri="{FF2B5EF4-FFF2-40B4-BE49-F238E27FC236}">
                <a16:creationId xmlns:a16="http://schemas.microsoft.com/office/drawing/2014/main" id="{9DCE968F-8B82-4549-8F55-55CE1F73D127}"/>
              </a:ext>
            </a:extLst>
          </p:cNvPr>
          <p:cNvSpPr>
            <a:spLocks noChangeArrowheads="1"/>
          </p:cNvSpPr>
          <p:nvPr/>
        </p:nvSpPr>
        <p:spPr bwMode="gray">
          <a:xfrm>
            <a:off x="458771" y="1184894"/>
            <a:ext cx="6011565" cy="448323"/>
          </a:xfrm>
          <a:prstGeom prst="chevron">
            <a:avLst>
              <a:gd name="adj" fmla="val 34952"/>
            </a:avLst>
          </a:prstGeom>
          <a:solidFill>
            <a:schemeClr val="accent1"/>
          </a:solidFill>
          <a:ln w="12700" cap="rnd" algn="ctr">
            <a:noFill/>
            <a:miter lim="800000"/>
            <a:headEnd/>
            <a:tailEnd/>
          </a:ln>
        </p:spPr>
        <p:txBody>
          <a:bodyPr lIns="66675" tIns="66675" rIns="66675" bIns="66675" anchor="ctr" anchorCtr="0"/>
          <a:lstStyle/>
          <a:p>
            <a:pPr algn="ctr">
              <a:lnSpc>
                <a:spcPct val="106000"/>
              </a:lnSpc>
              <a:defRPr/>
            </a:pPr>
            <a:r>
              <a:rPr lang="en-US" sz="1200" b="1" dirty="0">
                <a:solidFill>
                  <a:schemeClr val="bg1"/>
                </a:solidFill>
                <a:latin typeface="Verdana" panose="020B0604030504040204" pitchFamily="34" charset="0"/>
                <a:ea typeface="Verdana" panose="020B0604030504040204" pitchFamily="34" charset="0"/>
              </a:rPr>
              <a:t>Diagnostic Review and Action Plan (First 3 months)</a:t>
            </a:r>
          </a:p>
        </p:txBody>
      </p:sp>
      <p:sp>
        <p:nvSpPr>
          <p:cNvPr id="95" name="AutoShape 4">
            <a:extLst>
              <a:ext uri="{FF2B5EF4-FFF2-40B4-BE49-F238E27FC236}">
                <a16:creationId xmlns:a16="http://schemas.microsoft.com/office/drawing/2014/main" id="{45C4DDA4-0C28-4C09-9E03-3415CF7F204C}"/>
              </a:ext>
            </a:extLst>
          </p:cNvPr>
          <p:cNvSpPr>
            <a:spLocks noChangeArrowheads="1"/>
          </p:cNvSpPr>
          <p:nvPr/>
        </p:nvSpPr>
        <p:spPr bwMode="gray">
          <a:xfrm>
            <a:off x="5836234" y="1182008"/>
            <a:ext cx="5907171" cy="448323"/>
          </a:xfrm>
          <a:prstGeom prst="chevron">
            <a:avLst>
              <a:gd name="adj" fmla="val 34975"/>
            </a:avLst>
          </a:prstGeom>
          <a:solidFill>
            <a:schemeClr val="accent6"/>
          </a:solidFill>
          <a:ln w="12700" cap="rnd" algn="ctr">
            <a:noFill/>
            <a:miter lim="800000"/>
            <a:headEnd/>
            <a:tailEnd/>
          </a:ln>
        </p:spPr>
        <p:txBody>
          <a:bodyPr lIns="66675" tIns="66675" rIns="66675" bIns="66675" anchor="ctr" anchorCtr="0"/>
          <a:lstStyle/>
          <a:p>
            <a:pPr algn="ctr">
              <a:lnSpc>
                <a:spcPct val="106000"/>
              </a:lnSpc>
              <a:defRPr/>
            </a:pPr>
            <a:r>
              <a:rPr lang="en-US" sz="1200" b="1" dirty="0">
                <a:solidFill>
                  <a:schemeClr val="bg1"/>
                </a:solidFill>
                <a:latin typeface="Verdana" panose="020B0604030504040204" pitchFamily="34" charset="0"/>
                <a:ea typeface="Verdana" panose="020B0604030504040204" pitchFamily="34" charset="0"/>
              </a:rPr>
              <a:t>Project Monitoring and Implementation Support (Following 9 months)</a:t>
            </a:r>
          </a:p>
        </p:txBody>
      </p:sp>
      <p:sp>
        <p:nvSpPr>
          <p:cNvPr id="96" name="Rectangle 95">
            <a:hlinkClick r:id="" action="ppaction://noaction"/>
            <a:extLst>
              <a:ext uri="{FF2B5EF4-FFF2-40B4-BE49-F238E27FC236}">
                <a16:creationId xmlns:a16="http://schemas.microsoft.com/office/drawing/2014/main" id="{595DC675-922B-4430-92F5-F16D30AA31E4}"/>
              </a:ext>
            </a:extLst>
          </p:cNvPr>
          <p:cNvSpPr/>
          <p:nvPr/>
        </p:nvSpPr>
        <p:spPr bwMode="gray">
          <a:xfrm>
            <a:off x="593310" y="3772175"/>
            <a:ext cx="2107861" cy="590939"/>
          </a:xfrm>
          <a:prstGeom prst="rect">
            <a:avLst/>
          </a:prstGeom>
          <a:solidFill>
            <a:srgbClr val="0076A8"/>
          </a:solidFill>
          <a:ln/>
        </p:spPr>
        <p:style>
          <a:lnRef idx="2">
            <a:schemeClr val="accent5"/>
          </a:lnRef>
          <a:fillRef idx="1">
            <a:schemeClr val="lt1"/>
          </a:fillRef>
          <a:effectRef idx="0">
            <a:schemeClr val="accent5"/>
          </a:effectRef>
          <a:fontRef idx="minor">
            <a:schemeClr val="dk1"/>
          </a:fontRef>
        </p:style>
        <p:txBody>
          <a:bodyPr vert="horz" wrap="square" lIns="103578" tIns="51789" rIns="103578" bIns="51789" numCol="1" anchor="ctr" anchorCtr="0" compatLnSpc="1">
            <a:prstTxWarp prst="textNoShape">
              <a:avLst/>
            </a:prstTxWarp>
          </a:bodyPr>
          <a:lstStyle/>
          <a:p>
            <a:pPr algn="ctr"/>
            <a:r>
              <a:rPr lang="en-US" sz="1235" b="1" dirty="0">
                <a:solidFill>
                  <a:schemeClr val="bg1"/>
                </a:solidFill>
                <a:latin typeface="+mj-lt"/>
              </a:rPr>
              <a:t>Various periodic deliverables during PMO phase</a:t>
            </a:r>
          </a:p>
        </p:txBody>
      </p:sp>
    </p:spTree>
    <p:extLst>
      <p:ext uri="{BB962C8B-B14F-4D97-AF65-F5344CB8AC3E}">
        <p14:creationId xmlns:p14="http://schemas.microsoft.com/office/powerpoint/2010/main" val="1061628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1800" dirty="0"/>
              <a:t>Scope of Services </a:t>
            </a:r>
            <a:endParaRPr lang="en-IN" sz="1800" dirty="0"/>
          </a:p>
        </p:txBody>
      </p:sp>
      <p:grpSp>
        <p:nvGrpSpPr>
          <p:cNvPr id="2" name="Group 1">
            <a:extLst>
              <a:ext uri="{FF2B5EF4-FFF2-40B4-BE49-F238E27FC236}">
                <a16:creationId xmlns:a16="http://schemas.microsoft.com/office/drawing/2014/main" id="{A493CCC2-E002-4CD3-A70B-097759A934EB}"/>
              </a:ext>
            </a:extLst>
          </p:cNvPr>
          <p:cNvGrpSpPr/>
          <p:nvPr/>
        </p:nvGrpSpPr>
        <p:grpSpPr>
          <a:xfrm>
            <a:off x="1937551" y="1995014"/>
            <a:ext cx="8057818" cy="3227436"/>
            <a:chOff x="214115" y="2095328"/>
            <a:chExt cx="8339648" cy="3980620"/>
          </a:xfrm>
        </p:grpSpPr>
        <p:grpSp>
          <p:nvGrpSpPr>
            <p:cNvPr id="89" name="Group 88">
              <a:extLst>
                <a:ext uri="{FF2B5EF4-FFF2-40B4-BE49-F238E27FC236}">
                  <a16:creationId xmlns:a16="http://schemas.microsoft.com/office/drawing/2014/main" id="{FB9C61CF-A4F0-4555-A5D6-3063B75A4457}"/>
                </a:ext>
              </a:extLst>
            </p:cNvPr>
            <p:cNvGrpSpPr/>
            <p:nvPr/>
          </p:nvGrpSpPr>
          <p:grpSpPr>
            <a:xfrm>
              <a:off x="214115" y="2618718"/>
              <a:ext cx="5667941" cy="2715508"/>
              <a:chOff x="1716505" y="2864416"/>
              <a:chExt cx="6625390" cy="3174222"/>
            </a:xfrm>
            <a:effectLst>
              <a:outerShdw blurRad="50800" dist="38100" dir="2700000" algn="tl" rotWithShape="0">
                <a:prstClr val="black">
                  <a:alpha val="40000"/>
                </a:prstClr>
              </a:outerShdw>
            </a:effectLst>
          </p:grpSpPr>
          <p:sp>
            <p:nvSpPr>
              <p:cNvPr id="90" name="Freeform 217">
                <a:extLst>
                  <a:ext uri="{FF2B5EF4-FFF2-40B4-BE49-F238E27FC236}">
                    <a16:creationId xmlns:a16="http://schemas.microsoft.com/office/drawing/2014/main" id="{F7B10653-004B-4E03-8BAB-8038A0551632}"/>
                  </a:ext>
                </a:extLst>
              </p:cNvPr>
              <p:cNvSpPr>
                <a:spLocks noEditPoints="1"/>
              </p:cNvSpPr>
              <p:nvPr/>
            </p:nvSpPr>
            <p:spPr bwMode="auto">
              <a:xfrm>
                <a:off x="1716505" y="2864416"/>
                <a:ext cx="6625390" cy="3174222"/>
              </a:xfrm>
              <a:custGeom>
                <a:avLst/>
                <a:gdLst>
                  <a:gd name="T0" fmla="*/ 221 w 240"/>
                  <a:gd name="T1" fmla="*/ 39 h 115"/>
                  <a:gd name="T2" fmla="*/ 221 w 240"/>
                  <a:gd name="T3" fmla="*/ 39 h 115"/>
                  <a:gd name="T4" fmla="*/ 107 w 240"/>
                  <a:gd name="T5" fmla="*/ 39 h 115"/>
                  <a:gd name="T6" fmla="*/ 95 w 240"/>
                  <a:gd name="T7" fmla="*/ 20 h 115"/>
                  <a:gd name="T8" fmla="*/ 21 w 240"/>
                  <a:gd name="T9" fmla="*/ 20 h 115"/>
                  <a:gd name="T10" fmla="*/ 21 w 240"/>
                  <a:gd name="T11" fmla="*/ 95 h 115"/>
                  <a:gd name="T12" fmla="*/ 95 w 240"/>
                  <a:gd name="T13" fmla="*/ 95 h 115"/>
                  <a:gd name="T14" fmla="*/ 110 w 240"/>
                  <a:gd name="T15" fmla="*/ 68 h 115"/>
                  <a:gd name="T16" fmla="*/ 134 w 240"/>
                  <a:gd name="T17" fmla="*/ 68 h 115"/>
                  <a:gd name="T18" fmla="*/ 146 w 240"/>
                  <a:gd name="T19" fmla="*/ 80 h 115"/>
                  <a:gd name="T20" fmla="*/ 159 w 240"/>
                  <a:gd name="T21" fmla="*/ 68 h 115"/>
                  <a:gd name="T22" fmla="*/ 171 w 240"/>
                  <a:gd name="T23" fmla="*/ 80 h 115"/>
                  <a:gd name="T24" fmla="*/ 183 w 240"/>
                  <a:gd name="T25" fmla="*/ 68 h 115"/>
                  <a:gd name="T26" fmla="*/ 195 w 240"/>
                  <a:gd name="T27" fmla="*/ 80 h 115"/>
                  <a:gd name="T28" fmla="*/ 207 w 240"/>
                  <a:gd name="T29" fmla="*/ 68 h 115"/>
                  <a:gd name="T30" fmla="*/ 219 w 240"/>
                  <a:gd name="T31" fmla="*/ 80 h 115"/>
                  <a:gd name="T32" fmla="*/ 231 w 240"/>
                  <a:gd name="T33" fmla="*/ 68 h 115"/>
                  <a:gd name="T34" fmla="*/ 236 w 240"/>
                  <a:gd name="T35" fmla="*/ 64 h 115"/>
                  <a:gd name="T36" fmla="*/ 240 w 240"/>
                  <a:gd name="T37" fmla="*/ 59 h 115"/>
                  <a:gd name="T38" fmla="*/ 221 w 240"/>
                  <a:gd name="T39" fmla="*/ 39 h 115"/>
                  <a:gd name="T40" fmla="*/ 42 w 240"/>
                  <a:gd name="T41" fmla="*/ 66 h 115"/>
                  <a:gd name="T42" fmla="*/ 25 w 240"/>
                  <a:gd name="T43" fmla="*/ 66 h 115"/>
                  <a:gd name="T44" fmla="*/ 25 w 240"/>
                  <a:gd name="T45" fmla="*/ 49 h 115"/>
                  <a:gd name="T46" fmla="*/ 42 w 240"/>
                  <a:gd name="T47" fmla="*/ 49 h 115"/>
                  <a:gd name="T48" fmla="*/ 42 w 240"/>
                  <a:gd name="T49" fmla="*/ 6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115">
                    <a:moveTo>
                      <a:pt x="221" y="39"/>
                    </a:moveTo>
                    <a:cubicBezTo>
                      <a:pt x="221" y="39"/>
                      <a:pt x="221" y="39"/>
                      <a:pt x="221" y="39"/>
                    </a:cubicBezTo>
                    <a:cubicBezTo>
                      <a:pt x="107" y="39"/>
                      <a:pt x="107" y="39"/>
                      <a:pt x="107" y="39"/>
                    </a:cubicBezTo>
                    <a:cubicBezTo>
                      <a:pt x="105" y="32"/>
                      <a:pt x="101" y="26"/>
                      <a:pt x="95" y="20"/>
                    </a:cubicBezTo>
                    <a:cubicBezTo>
                      <a:pt x="75" y="0"/>
                      <a:pt x="41" y="0"/>
                      <a:pt x="21" y="20"/>
                    </a:cubicBezTo>
                    <a:cubicBezTo>
                      <a:pt x="0" y="41"/>
                      <a:pt x="0" y="74"/>
                      <a:pt x="21" y="95"/>
                    </a:cubicBezTo>
                    <a:cubicBezTo>
                      <a:pt x="41" y="115"/>
                      <a:pt x="75" y="115"/>
                      <a:pt x="95" y="95"/>
                    </a:cubicBezTo>
                    <a:cubicBezTo>
                      <a:pt x="103" y="87"/>
                      <a:pt x="108" y="78"/>
                      <a:pt x="110" y="68"/>
                    </a:cubicBezTo>
                    <a:cubicBezTo>
                      <a:pt x="134" y="68"/>
                      <a:pt x="134" y="68"/>
                      <a:pt x="134" y="68"/>
                    </a:cubicBezTo>
                    <a:cubicBezTo>
                      <a:pt x="146" y="80"/>
                      <a:pt x="146" y="80"/>
                      <a:pt x="146" y="80"/>
                    </a:cubicBezTo>
                    <a:cubicBezTo>
                      <a:pt x="159" y="68"/>
                      <a:pt x="159" y="68"/>
                      <a:pt x="159" y="68"/>
                    </a:cubicBezTo>
                    <a:cubicBezTo>
                      <a:pt x="171" y="80"/>
                      <a:pt x="171" y="80"/>
                      <a:pt x="171" y="80"/>
                    </a:cubicBezTo>
                    <a:cubicBezTo>
                      <a:pt x="183" y="68"/>
                      <a:pt x="183" y="68"/>
                      <a:pt x="183" y="68"/>
                    </a:cubicBezTo>
                    <a:cubicBezTo>
                      <a:pt x="195" y="80"/>
                      <a:pt x="195" y="80"/>
                      <a:pt x="195" y="80"/>
                    </a:cubicBezTo>
                    <a:cubicBezTo>
                      <a:pt x="207" y="68"/>
                      <a:pt x="207" y="68"/>
                      <a:pt x="207" y="68"/>
                    </a:cubicBezTo>
                    <a:cubicBezTo>
                      <a:pt x="219" y="80"/>
                      <a:pt x="219" y="80"/>
                      <a:pt x="219" y="80"/>
                    </a:cubicBezTo>
                    <a:cubicBezTo>
                      <a:pt x="231" y="68"/>
                      <a:pt x="231" y="68"/>
                      <a:pt x="231" y="68"/>
                    </a:cubicBezTo>
                    <a:cubicBezTo>
                      <a:pt x="236" y="64"/>
                      <a:pt x="236" y="64"/>
                      <a:pt x="236" y="64"/>
                    </a:cubicBezTo>
                    <a:cubicBezTo>
                      <a:pt x="240" y="59"/>
                      <a:pt x="240" y="59"/>
                      <a:pt x="240" y="59"/>
                    </a:cubicBezTo>
                    <a:lnTo>
                      <a:pt x="221" y="39"/>
                    </a:lnTo>
                    <a:close/>
                    <a:moveTo>
                      <a:pt x="42" y="66"/>
                    </a:moveTo>
                    <a:cubicBezTo>
                      <a:pt x="37" y="71"/>
                      <a:pt x="29" y="71"/>
                      <a:pt x="25" y="66"/>
                    </a:cubicBezTo>
                    <a:cubicBezTo>
                      <a:pt x="20" y="61"/>
                      <a:pt x="20" y="54"/>
                      <a:pt x="25" y="49"/>
                    </a:cubicBezTo>
                    <a:cubicBezTo>
                      <a:pt x="29" y="44"/>
                      <a:pt x="37" y="44"/>
                      <a:pt x="42" y="49"/>
                    </a:cubicBezTo>
                    <a:cubicBezTo>
                      <a:pt x="47" y="54"/>
                      <a:pt x="47" y="61"/>
                      <a:pt x="42" y="66"/>
                    </a:cubicBezTo>
                    <a:close/>
                  </a:path>
                </a:pathLst>
              </a:custGeom>
              <a:solidFill>
                <a:schemeClr val="accent2"/>
              </a:solidFill>
              <a:ln w="38100">
                <a:solidFill>
                  <a:schemeClr val="accent2"/>
                </a:solidFill>
              </a:ln>
            </p:spPr>
            <p:txBody>
              <a:bodyPr vert="horz" wrap="square" lIns="78226" tIns="39113" rIns="78226" bIns="39113" numCol="1" anchor="t" anchorCtr="0" compatLnSpc="1">
                <a:prstTxWarp prst="textNoShape">
                  <a:avLst/>
                </a:prstTxWarp>
              </a:bodyPr>
              <a:lstStyle/>
              <a:p>
                <a:endParaRPr lang="en-US" sz="1540" dirty="0"/>
              </a:p>
            </p:txBody>
          </p:sp>
          <p:sp>
            <p:nvSpPr>
              <p:cNvPr id="91" name="Isosceles Triangle 90">
                <a:extLst>
                  <a:ext uri="{FF2B5EF4-FFF2-40B4-BE49-F238E27FC236}">
                    <a16:creationId xmlns:a16="http://schemas.microsoft.com/office/drawing/2014/main" id="{ED485CDB-5070-4946-A18F-84E715D6C7D4}"/>
                  </a:ext>
                </a:extLst>
              </p:cNvPr>
              <p:cNvSpPr/>
              <p:nvPr/>
            </p:nvSpPr>
            <p:spPr>
              <a:xfrm>
                <a:off x="5783580" y="3636974"/>
                <a:ext cx="681037" cy="323850"/>
              </a:xfrm>
              <a:prstGeom prst="triangle">
                <a:avLst>
                  <a:gd name="adj" fmla="val 4860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40"/>
              </a:p>
            </p:txBody>
          </p:sp>
          <p:sp>
            <p:nvSpPr>
              <p:cNvPr id="92" name="Isosceles Triangle 91">
                <a:extLst>
                  <a:ext uri="{FF2B5EF4-FFF2-40B4-BE49-F238E27FC236}">
                    <a16:creationId xmlns:a16="http://schemas.microsoft.com/office/drawing/2014/main" id="{40E307C3-0920-4422-B54D-D69E165AD76A}"/>
                  </a:ext>
                </a:extLst>
              </p:cNvPr>
              <p:cNvSpPr/>
              <p:nvPr/>
            </p:nvSpPr>
            <p:spPr>
              <a:xfrm>
                <a:off x="6865620" y="3636974"/>
                <a:ext cx="681037" cy="323850"/>
              </a:xfrm>
              <a:prstGeom prst="triangle">
                <a:avLst>
                  <a:gd name="adj" fmla="val 4860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40"/>
              </a:p>
            </p:txBody>
          </p:sp>
        </p:grpSp>
        <p:sp>
          <p:nvSpPr>
            <p:cNvPr id="93" name="Rectangle 92">
              <a:extLst>
                <a:ext uri="{FF2B5EF4-FFF2-40B4-BE49-F238E27FC236}">
                  <a16:creationId xmlns:a16="http://schemas.microsoft.com/office/drawing/2014/main" id="{3F753D9A-C5D2-4305-99E5-6583913E8C5D}"/>
                </a:ext>
              </a:extLst>
            </p:cNvPr>
            <p:cNvSpPr/>
            <p:nvPr/>
          </p:nvSpPr>
          <p:spPr>
            <a:xfrm>
              <a:off x="2598288" y="2095330"/>
              <a:ext cx="1919723" cy="8436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spcAft>
                  <a:spcPts val="257"/>
                </a:spcAft>
              </a:pPr>
              <a:r>
                <a:rPr lang="en-US" sz="1200" dirty="0">
                  <a:solidFill>
                    <a:schemeClr val="tx1"/>
                  </a:solidFill>
                </a:rPr>
                <a:t>Continued analysis and SME support</a:t>
              </a:r>
            </a:p>
          </p:txBody>
        </p:sp>
        <p:sp>
          <p:nvSpPr>
            <p:cNvPr id="94" name="Rectangle 93">
              <a:extLst>
                <a:ext uri="{FF2B5EF4-FFF2-40B4-BE49-F238E27FC236}">
                  <a16:creationId xmlns:a16="http://schemas.microsoft.com/office/drawing/2014/main" id="{A765DEA2-5C1A-4469-9916-F89863139143}"/>
                </a:ext>
              </a:extLst>
            </p:cNvPr>
            <p:cNvSpPr/>
            <p:nvPr/>
          </p:nvSpPr>
          <p:spPr>
            <a:xfrm>
              <a:off x="4788610" y="2095328"/>
              <a:ext cx="2113574" cy="4305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spcAft>
                  <a:spcPts val="257"/>
                </a:spcAft>
              </a:pPr>
              <a:r>
                <a:rPr lang="en-US" sz="1200" dirty="0">
                  <a:solidFill>
                    <a:schemeClr val="tx1"/>
                  </a:solidFill>
                </a:rPr>
                <a:t>Preparation of an integration plan of identified initiatives</a:t>
              </a:r>
            </a:p>
          </p:txBody>
        </p:sp>
        <p:cxnSp>
          <p:nvCxnSpPr>
            <p:cNvPr id="95" name="Elbow Connector 10">
              <a:extLst>
                <a:ext uri="{FF2B5EF4-FFF2-40B4-BE49-F238E27FC236}">
                  <a16:creationId xmlns:a16="http://schemas.microsoft.com/office/drawing/2014/main" id="{7F822430-0EB2-4EF4-AE6E-A10B3F3B21A1}"/>
                </a:ext>
              </a:extLst>
            </p:cNvPr>
            <p:cNvCxnSpPr>
              <a:cxnSpLocks/>
              <a:endCxn id="93" idx="0"/>
            </p:cNvCxnSpPr>
            <p:nvPr/>
          </p:nvCxnSpPr>
          <p:spPr>
            <a:xfrm rot="16200000" flipV="1">
              <a:off x="3161271" y="2492208"/>
              <a:ext cx="1220369" cy="426612"/>
            </a:xfrm>
            <a:prstGeom prst="bentConnector5">
              <a:avLst>
                <a:gd name="adj1" fmla="val 15436"/>
                <a:gd name="adj2" fmla="val 380456"/>
                <a:gd name="adj3" fmla="val 119994"/>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7" name="Elbow Connector 11">
              <a:extLst>
                <a:ext uri="{FF2B5EF4-FFF2-40B4-BE49-F238E27FC236}">
                  <a16:creationId xmlns:a16="http://schemas.microsoft.com/office/drawing/2014/main" id="{94967252-03EF-4FBF-B814-C1BC0F13D3A8}"/>
                </a:ext>
              </a:extLst>
            </p:cNvPr>
            <p:cNvCxnSpPr>
              <a:cxnSpLocks/>
              <a:stCxn id="92" idx="0"/>
              <a:endCxn id="94" idx="0"/>
            </p:cNvCxnSpPr>
            <p:nvPr/>
          </p:nvCxnSpPr>
          <p:spPr>
            <a:xfrm rot="5400000" flipH="1" flipV="1">
              <a:off x="4781687" y="2215921"/>
              <a:ext cx="1184303" cy="943118"/>
            </a:xfrm>
            <a:prstGeom prst="bentConnector5">
              <a:avLst>
                <a:gd name="adj1" fmla="val 31824"/>
                <a:gd name="adj2" fmla="val -37139"/>
                <a:gd name="adj3" fmla="val 120603"/>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8" name="Rectangle 97">
              <a:extLst>
                <a:ext uri="{FF2B5EF4-FFF2-40B4-BE49-F238E27FC236}">
                  <a16:creationId xmlns:a16="http://schemas.microsoft.com/office/drawing/2014/main" id="{009CE5F2-0D39-40E5-84B3-722299418E7D}"/>
                </a:ext>
              </a:extLst>
            </p:cNvPr>
            <p:cNvSpPr/>
            <p:nvPr/>
          </p:nvSpPr>
          <p:spPr>
            <a:xfrm>
              <a:off x="2598287" y="5524736"/>
              <a:ext cx="2190323" cy="5512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spcAft>
                  <a:spcPts val="257"/>
                </a:spcAft>
              </a:pPr>
              <a:r>
                <a:rPr lang="en-US" sz="1200" dirty="0">
                  <a:solidFill>
                    <a:schemeClr val="tx1"/>
                  </a:solidFill>
                </a:rPr>
                <a:t>Weekly discom Dashboard on key interventions</a:t>
              </a:r>
            </a:p>
          </p:txBody>
        </p:sp>
        <p:sp>
          <p:nvSpPr>
            <p:cNvPr id="99" name="Rectangle 98">
              <a:extLst>
                <a:ext uri="{FF2B5EF4-FFF2-40B4-BE49-F238E27FC236}">
                  <a16:creationId xmlns:a16="http://schemas.microsoft.com/office/drawing/2014/main" id="{96CB6BE5-0D89-46F3-A532-D325A62D2801}"/>
                </a:ext>
              </a:extLst>
            </p:cNvPr>
            <p:cNvSpPr/>
            <p:nvPr/>
          </p:nvSpPr>
          <p:spPr>
            <a:xfrm>
              <a:off x="4840095" y="4973523"/>
              <a:ext cx="2190323" cy="10216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spcAft>
                  <a:spcPts val="257"/>
                </a:spcAft>
              </a:pPr>
              <a:r>
                <a:rPr lang="en-US" sz="1200" dirty="0">
                  <a:solidFill>
                    <a:schemeClr val="tx1"/>
                  </a:solidFill>
                </a:rPr>
                <a:t>Identification of implementation risks and development of mitigation plans</a:t>
              </a:r>
            </a:p>
          </p:txBody>
        </p:sp>
        <p:sp>
          <p:nvSpPr>
            <p:cNvPr id="100" name="Rectangle 99">
              <a:extLst>
                <a:ext uri="{FF2B5EF4-FFF2-40B4-BE49-F238E27FC236}">
                  <a16:creationId xmlns:a16="http://schemas.microsoft.com/office/drawing/2014/main" id="{5333DF84-4D8C-421A-8B91-453F4A9216D2}"/>
                </a:ext>
              </a:extLst>
            </p:cNvPr>
            <p:cNvSpPr/>
            <p:nvPr/>
          </p:nvSpPr>
          <p:spPr>
            <a:xfrm>
              <a:off x="6363440" y="3598418"/>
              <a:ext cx="2190323" cy="10216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spcAft>
                  <a:spcPts val="257"/>
                </a:spcAft>
              </a:pPr>
              <a:r>
                <a:rPr lang="en-US" sz="1200" dirty="0">
                  <a:solidFill>
                    <a:schemeClr val="tx1"/>
                  </a:solidFill>
                </a:rPr>
                <a:t>L2/L3 level granular tracking and monitoring of interventions</a:t>
              </a:r>
            </a:p>
          </p:txBody>
        </p:sp>
        <p:sp>
          <p:nvSpPr>
            <p:cNvPr id="101" name="Rectangle 100">
              <a:extLst>
                <a:ext uri="{FF2B5EF4-FFF2-40B4-BE49-F238E27FC236}">
                  <a16:creationId xmlns:a16="http://schemas.microsoft.com/office/drawing/2014/main" id="{D0FC308D-BD50-4B25-BC55-FC2E315D9C84}"/>
                </a:ext>
              </a:extLst>
            </p:cNvPr>
            <p:cNvSpPr/>
            <p:nvPr/>
          </p:nvSpPr>
          <p:spPr>
            <a:xfrm>
              <a:off x="3342706" y="3752374"/>
              <a:ext cx="191192" cy="379561"/>
            </a:xfrm>
            <a:prstGeom prst="rect">
              <a:avLst/>
            </a:prstGeom>
          </p:spPr>
          <p:txBody>
            <a:bodyPr wrap="none">
              <a:spAutoFit/>
            </a:bodyPr>
            <a:lstStyle/>
            <a:p>
              <a:endParaRPr lang="en-US" sz="1711" b="1" dirty="0">
                <a:solidFill>
                  <a:schemeClr val="bg1"/>
                </a:solidFill>
              </a:endParaRPr>
            </a:p>
          </p:txBody>
        </p:sp>
        <p:cxnSp>
          <p:nvCxnSpPr>
            <p:cNvPr id="102" name="Elbow Connector 16">
              <a:extLst>
                <a:ext uri="{FF2B5EF4-FFF2-40B4-BE49-F238E27FC236}">
                  <a16:creationId xmlns:a16="http://schemas.microsoft.com/office/drawing/2014/main" id="{6C5F060A-B9A4-4D38-B6F9-5F04552D624A}"/>
                </a:ext>
              </a:extLst>
            </p:cNvPr>
            <p:cNvCxnSpPr>
              <a:stCxn id="90" idx="9"/>
              <a:endCxn id="98" idx="1"/>
            </p:cNvCxnSpPr>
            <p:nvPr/>
          </p:nvCxnSpPr>
          <p:spPr>
            <a:xfrm flipH="1">
              <a:off x="2598287" y="4507767"/>
              <a:ext cx="1063826" cy="1292575"/>
            </a:xfrm>
            <a:prstGeom prst="bentConnector5">
              <a:avLst>
                <a:gd name="adj1" fmla="val -18383"/>
                <a:gd name="adj2" fmla="val 71308"/>
                <a:gd name="adj3" fmla="val 118383"/>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Elbow Connector 17">
              <a:extLst>
                <a:ext uri="{FF2B5EF4-FFF2-40B4-BE49-F238E27FC236}">
                  <a16:creationId xmlns:a16="http://schemas.microsoft.com/office/drawing/2014/main" id="{AD6BE0A1-63EF-47C5-883E-F9C2771EB6A2}"/>
                </a:ext>
              </a:extLst>
            </p:cNvPr>
            <p:cNvCxnSpPr>
              <a:stCxn id="90" idx="13"/>
              <a:endCxn id="99" idx="2"/>
            </p:cNvCxnSpPr>
            <p:nvPr/>
          </p:nvCxnSpPr>
          <p:spPr>
            <a:xfrm>
              <a:off x="4819317" y="4507767"/>
              <a:ext cx="1115940" cy="1487373"/>
            </a:xfrm>
            <a:prstGeom prst="bentConnector4">
              <a:avLst>
                <a:gd name="adj1" fmla="val -16769"/>
                <a:gd name="adj2" fmla="val 113148"/>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Elbow Connector 18">
              <a:extLst>
                <a:ext uri="{FF2B5EF4-FFF2-40B4-BE49-F238E27FC236}">
                  <a16:creationId xmlns:a16="http://schemas.microsoft.com/office/drawing/2014/main" id="{C431A9A6-547E-4BBE-A2BC-AB449BDB5DF3}"/>
                </a:ext>
              </a:extLst>
            </p:cNvPr>
            <p:cNvCxnSpPr>
              <a:cxnSpLocks/>
              <a:stCxn id="90" idx="18"/>
              <a:endCxn id="100" idx="3"/>
            </p:cNvCxnSpPr>
            <p:nvPr/>
          </p:nvCxnSpPr>
          <p:spPr>
            <a:xfrm>
              <a:off x="5882055" y="4011892"/>
              <a:ext cx="2671708" cy="97334"/>
            </a:xfrm>
            <a:prstGeom prst="bentConnector5">
              <a:avLst>
                <a:gd name="adj1" fmla="val 9009"/>
                <a:gd name="adj2" fmla="val -625721"/>
                <a:gd name="adj3" fmla="val 10732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sp>
        <p:nvSpPr>
          <p:cNvPr id="108" name="Rectangle 107">
            <a:extLst>
              <a:ext uri="{FF2B5EF4-FFF2-40B4-BE49-F238E27FC236}">
                <a16:creationId xmlns:a16="http://schemas.microsoft.com/office/drawing/2014/main" id="{11EBC878-9D65-4620-8FA4-916100F3092B}"/>
              </a:ext>
            </a:extLst>
          </p:cNvPr>
          <p:cNvSpPr/>
          <p:nvPr/>
        </p:nvSpPr>
        <p:spPr>
          <a:xfrm>
            <a:off x="3119779" y="3290173"/>
            <a:ext cx="4097597" cy="400110"/>
          </a:xfrm>
          <a:prstGeom prst="rect">
            <a:avLst/>
          </a:prstGeom>
        </p:spPr>
        <p:txBody>
          <a:bodyPr wrap="none">
            <a:spAutoFit/>
          </a:bodyPr>
          <a:lstStyle/>
          <a:p>
            <a:r>
              <a:rPr lang="en-US" sz="2000" b="1" dirty="0">
                <a:solidFill>
                  <a:schemeClr val="bg1"/>
                </a:solidFill>
              </a:rPr>
              <a:t>Project Management Office</a:t>
            </a:r>
          </a:p>
        </p:txBody>
      </p:sp>
      <p:sp>
        <p:nvSpPr>
          <p:cNvPr id="23" name="Rectangle 22">
            <a:extLst>
              <a:ext uri="{FF2B5EF4-FFF2-40B4-BE49-F238E27FC236}">
                <a16:creationId xmlns:a16="http://schemas.microsoft.com/office/drawing/2014/main" id="{F4210BAB-2A68-4D1D-AE6A-6C6FB0E66C51}"/>
              </a:ext>
            </a:extLst>
          </p:cNvPr>
          <p:cNvSpPr/>
          <p:nvPr/>
        </p:nvSpPr>
        <p:spPr bwMode="gray">
          <a:xfrm>
            <a:off x="501651" y="748431"/>
            <a:ext cx="8371762" cy="386766"/>
          </a:xfrm>
          <a:prstGeom prst="rect">
            <a:avLst/>
          </a:prstGeom>
          <a:noFill/>
          <a:ln w="19050" algn="ctr">
            <a:noFill/>
            <a:miter lim="800000"/>
            <a:headEnd/>
            <a:tailEnd/>
          </a:ln>
        </p:spPr>
        <p:txBody>
          <a:bodyPr wrap="square" lIns="39113" tIns="39113" rIns="39113" bIns="39113" rtlCol="0" anchor="t">
            <a:spAutoFit/>
          </a:bodyPr>
          <a:lstStyle/>
          <a:p>
            <a:pPr algn="just" defTabSz="892178"/>
            <a:r>
              <a:rPr lang="en-US" sz="2000" dirty="0">
                <a:solidFill>
                  <a:schemeClr val="accent2"/>
                </a:solidFill>
                <a:latin typeface="Verdana"/>
              </a:rPr>
              <a:t>Pillar 1: EBITDA improvement</a:t>
            </a:r>
          </a:p>
        </p:txBody>
      </p:sp>
      <p:sp>
        <p:nvSpPr>
          <p:cNvPr id="24" name="AutoShape 3">
            <a:extLst>
              <a:ext uri="{FF2B5EF4-FFF2-40B4-BE49-F238E27FC236}">
                <a16:creationId xmlns:a16="http://schemas.microsoft.com/office/drawing/2014/main" id="{3E2BF103-B561-4D38-8268-DE8AECC70C0D}"/>
              </a:ext>
            </a:extLst>
          </p:cNvPr>
          <p:cNvSpPr>
            <a:spLocks noChangeArrowheads="1"/>
          </p:cNvSpPr>
          <p:nvPr/>
        </p:nvSpPr>
        <p:spPr bwMode="gray">
          <a:xfrm>
            <a:off x="657185" y="1232026"/>
            <a:ext cx="5438815" cy="448323"/>
          </a:xfrm>
          <a:prstGeom prst="chevron">
            <a:avLst>
              <a:gd name="adj" fmla="val 34952"/>
            </a:avLst>
          </a:prstGeom>
          <a:solidFill>
            <a:schemeClr val="accent6"/>
          </a:solidFill>
          <a:ln w="12700" cap="rnd" algn="ctr">
            <a:noFill/>
            <a:miter lim="800000"/>
            <a:headEnd/>
            <a:tailEnd/>
          </a:ln>
        </p:spPr>
        <p:txBody>
          <a:bodyPr lIns="66675" tIns="66675" rIns="66675" bIns="66675" anchor="ctr" anchorCtr="0"/>
          <a:lstStyle/>
          <a:p>
            <a:pPr algn="ctr">
              <a:lnSpc>
                <a:spcPct val="106000"/>
              </a:lnSpc>
              <a:defRPr/>
            </a:pPr>
            <a:r>
              <a:rPr lang="en-US" sz="1200" b="1" dirty="0">
                <a:solidFill>
                  <a:schemeClr val="bg1"/>
                </a:solidFill>
                <a:latin typeface="Verdana" panose="020B0604030504040204" pitchFamily="34" charset="0"/>
                <a:ea typeface="Verdana" panose="020B0604030504040204" pitchFamily="34" charset="0"/>
              </a:rPr>
              <a:t>Diagnostic Review and Action Plan (First 3 months)</a:t>
            </a:r>
          </a:p>
        </p:txBody>
      </p:sp>
      <p:sp>
        <p:nvSpPr>
          <p:cNvPr id="25" name="AutoShape 4">
            <a:extLst>
              <a:ext uri="{FF2B5EF4-FFF2-40B4-BE49-F238E27FC236}">
                <a16:creationId xmlns:a16="http://schemas.microsoft.com/office/drawing/2014/main" id="{96559957-82F2-4CF6-8129-B41413CBA3E2}"/>
              </a:ext>
            </a:extLst>
          </p:cNvPr>
          <p:cNvSpPr>
            <a:spLocks noChangeArrowheads="1"/>
          </p:cNvSpPr>
          <p:nvPr/>
        </p:nvSpPr>
        <p:spPr bwMode="gray">
          <a:xfrm>
            <a:off x="6031203" y="1219713"/>
            <a:ext cx="5344368" cy="448323"/>
          </a:xfrm>
          <a:prstGeom prst="chevron">
            <a:avLst>
              <a:gd name="adj" fmla="val 34975"/>
            </a:avLst>
          </a:prstGeom>
          <a:solidFill>
            <a:schemeClr val="accent1"/>
          </a:solidFill>
          <a:ln w="12700" cap="rnd" algn="ctr">
            <a:noFill/>
            <a:miter lim="800000"/>
            <a:headEnd/>
            <a:tailEnd/>
          </a:ln>
        </p:spPr>
        <p:txBody>
          <a:bodyPr lIns="66675" tIns="66675" rIns="66675" bIns="66675" anchor="ctr" anchorCtr="0"/>
          <a:lstStyle/>
          <a:p>
            <a:pPr algn="ctr">
              <a:lnSpc>
                <a:spcPct val="106000"/>
              </a:lnSpc>
              <a:defRPr/>
            </a:pPr>
            <a:r>
              <a:rPr lang="en-US" sz="1200" b="1" dirty="0">
                <a:solidFill>
                  <a:schemeClr val="bg1"/>
                </a:solidFill>
                <a:latin typeface="Verdana" panose="020B0604030504040204" pitchFamily="34" charset="0"/>
                <a:ea typeface="Verdana" panose="020B0604030504040204" pitchFamily="34" charset="0"/>
              </a:rPr>
              <a:t>Project Monitoring and Implementation Support (Following 9 months)</a:t>
            </a:r>
          </a:p>
        </p:txBody>
      </p:sp>
      <p:graphicFrame>
        <p:nvGraphicFramePr>
          <p:cNvPr id="26" name="Table 2">
            <a:extLst>
              <a:ext uri="{FF2B5EF4-FFF2-40B4-BE49-F238E27FC236}">
                <a16:creationId xmlns:a16="http://schemas.microsoft.com/office/drawing/2014/main" id="{F3902FA1-63FC-42C9-8DD5-C266D3DDE57C}"/>
              </a:ext>
            </a:extLst>
          </p:cNvPr>
          <p:cNvGraphicFramePr>
            <a:graphicFrameLocks noGrp="1"/>
          </p:cNvGraphicFramePr>
          <p:nvPr>
            <p:extLst>
              <p:ext uri="{D42A27DB-BD31-4B8C-83A1-F6EECF244321}">
                <p14:modId xmlns:p14="http://schemas.microsoft.com/office/powerpoint/2010/main" val="3385888559"/>
              </p:ext>
            </p:extLst>
          </p:nvPr>
        </p:nvGraphicFramePr>
        <p:xfrm>
          <a:off x="522514" y="5485956"/>
          <a:ext cx="10863949" cy="1143616"/>
        </p:xfrm>
        <a:graphic>
          <a:graphicData uri="http://schemas.openxmlformats.org/drawingml/2006/table">
            <a:tbl>
              <a:tblPr firstRow="1" bandRow="1">
                <a:tableStyleId>{7E9639D4-E3E2-4D34-9284-5A2195B3D0D7}</a:tableStyleId>
              </a:tblPr>
              <a:tblGrid>
                <a:gridCol w="3926174">
                  <a:extLst>
                    <a:ext uri="{9D8B030D-6E8A-4147-A177-3AD203B41FA5}">
                      <a16:colId xmlns:a16="http://schemas.microsoft.com/office/drawing/2014/main" val="1025434314"/>
                    </a:ext>
                  </a:extLst>
                </a:gridCol>
                <a:gridCol w="533675">
                  <a:extLst>
                    <a:ext uri="{9D8B030D-6E8A-4147-A177-3AD203B41FA5}">
                      <a16:colId xmlns:a16="http://schemas.microsoft.com/office/drawing/2014/main" val="1169307448"/>
                    </a:ext>
                  </a:extLst>
                </a:gridCol>
                <a:gridCol w="533675">
                  <a:extLst>
                    <a:ext uri="{9D8B030D-6E8A-4147-A177-3AD203B41FA5}">
                      <a16:colId xmlns:a16="http://schemas.microsoft.com/office/drawing/2014/main" val="3889063496"/>
                    </a:ext>
                  </a:extLst>
                </a:gridCol>
                <a:gridCol w="533675">
                  <a:extLst>
                    <a:ext uri="{9D8B030D-6E8A-4147-A177-3AD203B41FA5}">
                      <a16:colId xmlns:a16="http://schemas.microsoft.com/office/drawing/2014/main" val="297156964"/>
                    </a:ext>
                  </a:extLst>
                </a:gridCol>
                <a:gridCol w="533675">
                  <a:extLst>
                    <a:ext uri="{9D8B030D-6E8A-4147-A177-3AD203B41FA5}">
                      <a16:colId xmlns:a16="http://schemas.microsoft.com/office/drawing/2014/main" val="4047778301"/>
                    </a:ext>
                  </a:extLst>
                </a:gridCol>
                <a:gridCol w="533675">
                  <a:extLst>
                    <a:ext uri="{9D8B030D-6E8A-4147-A177-3AD203B41FA5}">
                      <a16:colId xmlns:a16="http://schemas.microsoft.com/office/drawing/2014/main" val="1524672010"/>
                    </a:ext>
                  </a:extLst>
                </a:gridCol>
                <a:gridCol w="533675">
                  <a:extLst>
                    <a:ext uri="{9D8B030D-6E8A-4147-A177-3AD203B41FA5}">
                      <a16:colId xmlns:a16="http://schemas.microsoft.com/office/drawing/2014/main" val="2389608434"/>
                    </a:ext>
                  </a:extLst>
                </a:gridCol>
                <a:gridCol w="533675">
                  <a:extLst>
                    <a:ext uri="{9D8B030D-6E8A-4147-A177-3AD203B41FA5}">
                      <a16:colId xmlns:a16="http://schemas.microsoft.com/office/drawing/2014/main" val="3608233947"/>
                    </a:ext>
                  </a:extLst>
                </a:gridCol>
                <a:gridCol w="533675">
                  <a:extLst>
                    <a:ext uri="{9D8B030D-6E8A-4147-A177-3AD203B41FA5}">
                      <a16:colId xmlns:a16="http://schemas.microsoft.com/office/drawing/2014/main" val="3969234793"/>
                    </a:ext>
                  </a:extLst>
                </a:gridCol>
                <a:gridCol w="533675">
                  <a:extLst>
                    <a:ext uri="{9D8B030D-6E8A-4147-A177-3AD203B41FA5}">
                      <a16:colId xmlns:a16="http://schemas.microsoft.com/office/drawing/2014/main" val="2673750714"/>
                    </a:ext>
                  </a:extLst>
                </a:gridCol>
                <a:gridCol w="533675">
                  <a:extLst>
                    <a:ext uri="{9D8B030D-6E8A-4147-A177-3AD203B41FA5}">
                      <a16:colId xmlns:a16="http://schemas.microsoft.com/office/drawing/2014/main" val="3847228832"/>
                    </a:ext>
                  </a:extLst>
                </a:gridCol>
                <a:gridCol w="533675">
                  <a:extLst>
                    <a:ext uri="{9D8B030D-6E8A-4147-A177-3AD203B41FA5}">
                      <a16:colId xmlns:a16="http://schemas.microsoft.com/office/drawing/2014/main" val="3035742053"/>
                    </a:ext>
                  </a:extLst>
                </a:gridCol>
                <a:gridCol w="533675">
                  <a:extLst>
                    <a:ext uri="{9D8B030D-6E8A-4147-A177-3AD203B41FA5}">
                      <a16:colId xmlns:a16="http://schemas.microsoft.com/office/drawing/2014/main" val="271010024"/>
                    </a:ext>
                  </a:extLst>
                </a:gridCol>
                <a:gridCol w="533675">
                  <a:extLst>
                    <a:ext uri="{9D8B030D-6E8A-4147-A177-3AD203B41FA5}">
                      <a16:colId xmlns:a16="http://schemas.microsoft.com/office/drawing/2014/main" val="3768528027"/>
                    </a:ext>
                  </a:extLst>
                </a:gridCol>
              </a:tblGrid>
              <a:tr h="242812">
                <a:tc>
                  <a:txBody>
                    <a:bodyPr/>
                    <a:lstStyle/>
                    <a:p>
                      <a:r>
                        <a:rPr lang="en-US" sz="1050" dirty="0"/>
                        <a:t>Workstream/ activity</a:t>
                      </a:r>
                      <a:endParaRPr lang="en-IN" sz="1050" dirty="0"/>
                    </a:p>
                  </a:txBody>
                  <a:tcPr/>
                </a:tc>
                <a:tc>
                  <a:txBody>
                    <a:bodyPr/>
                    <a:lstStyle/>
                    <a:p>
                      <a:r>
                        <a:rPr lang="en-US" sz="900" b="0" dirty="0"/>
                        <a:t>M1</a:t>
                      </a:r>
                      <a:endParaRPr lang="en-IN" sz="900" b="0" dirty="0"/>
                    </a:p>
                  </a:txBody>
                  <a:tcPr anchor="ctr"/>
                </a:tc>
                <a:tc>
                  <a:txBody>
                    <a:bodyPr/>
                    <a:lstStyle/>
                    <a:p>
                      <a:r>
                        <a:rPr lang="en-US" sz="900" b="0" dirty="0"/>
                        <a:t>M2</a:t>
                      </a:r>
                      <a:endParaRPr lang="en-IN" sz="900" b="0" dirty="0"/>
                    </a:p>
                  </a:txBody>
                  <a:tcPr anchor="ctr"/>
                </a:tc>
                <a:tc>
                  <a:txBody>
                    <a:bodyPr/>
                    <a:lstStyle/>
                    <a:p>
                      <a:r>
                        <a:rPr lang="en-US" sz="900" b="0" dirty="0"/>
                        <a:t>M3</a:t>
                      </a:r>
                      <a:endParaRPr lang="en-IN" sz="900" b="0" dirty="0"/>
                    </a:p>
                  </a:txBody>
                  <a:tcPr anchor="ctr"/>
                </a:tc>
                <a:tc>
                  <a:txBody>
                    <a:bodyPr/>
                    <a:lstStyle/>
                    <a:p>
                      <a:r>
                        <a:rPr lang="en-US" sz="900" b="0" dirty="0"/>
                        <a:t>M4</a:t>
                      </a:r>
                      <a:endParaRPr lang="en-IN" sz="900" b="0" dirty="0"/>
                    </a:p>
                  </a:txBody>
                  <a:tcPr anchor="ctr"/>
                </a:tc>
                <a:tc>
                  <a:txBody>
                    <a:bodyPr/>
                    <a:lstStyle/>
                    <a:p>
                      <a:r>
                        <a:rPr lang="en-US" sz="900" b="0" dirty="0"/>
                        <a:t>M5</a:t>
                      </a:r>
                      <a:endParaRPr lang="en-IN" sz="900" b="0" dirty="0"/>
                    </a:p>
                  </a:txBody>
                  <a:tcPr anchor="ctr"/>
                </a:tc>
                <a:tc>
                  <a:txBody>
                    <a:bodyPr/>
                    <a:lstStyle/>
                    <a:p>
                      <a:r>
                        <a:rPr lang="en-US" sz="900" b="0" dirty="0"/>
                        <a:t>M6</a:t>
                      </a:r>
                      <a:endParaRPr lang="en-IN" sz="900" b="0" dirty="0"/>
                    </a:p>
                  </a:txBody>
                  <a:tcPr anchor="ctr"/>
                </a:tc>
                <a:tc>
                  <a:txBody>
                    <a:bodyPr/>
                    <a:lstStyle/>
                    <a:p>
                      <a:r>
                        <a:rPr lang="en-US" sz="900" b="0" dirty="0"/>
                        <a:t>M7</a:t>
                      </a:r>
                      <a:endParaRPr lang="en-IN" sz="900" b="0" dirty="0"/>
                    </a:p>
                  </a:txBody>
                  <a:tcPr anchor="ctr"/>
                </a:tc>
                <a:tc>
                  <a:txBody>
                    <a:bodyPr/>
                    <a:lstStyle/>
                    <a:p>
                      <a:r>
                        <a:rPr lang="en-US" sz="900" b="0" dirty="0"/>
                        <a:t>M8</a:t>
                      </a:r>
                      <a:endParaRPr lang="en-IN" sz="900" b="0" dirty="0"/>
                    </a:p>
                  </a:txBody>
                  <a:tcPr anchor="ctr"/>
                </a:tc>
                <a:tc>
                  <a:txBody>
                    <a:bodyPr/>
                    <a:lstStyle/>
                    <a:p>
                      <a:r>
                        <a:rPr lang="en-US" sz="900" b="0" dirty="0"/>
                        <a:t>M9</a:t>
                      </a:r>
                      <a:endParaRPr lang="en-IN" sz="900" b="0" dirty="0"/>
                    </a:p>
                  </a:txBody>
                  <a:tcPr anchor="ctr"/>
                </a:tc>
                <a:tc>
                  <a:txBody>
                    <a:bodyPr/>
                    <a:lstStyle/>
                    <a:p>
                      <a:r>
                        <a:rPr lang="en-US" sz="900" b="0" dirty="0"/>
                        <a:t>M9</a:t>
                      </a:r>
                      <a:endParaRPr lang="en-IN" sz="900" b="0" dirty="0"/>
                    </a:p>
                  </a:txBody>
                  <a:tcPr anchor="ctr"/>
                </a:tc>
                <a:tc>
                  <a:txBody>
                    <a:bodyPr/>
                    <a:lstStyle/>
                    <a:p>
                      <a:r>
                        <a:rPr lang="en-US" sz="900" b="0" dirty="0"/>
                        <a:t>M10</a:t>
                      </a:r>
                      <a:endParaRPr lang="en-IN" sz="900" b="0" dirty="0"/>
                    </a:p>
                  </a:txBody>
                  <a:tcPr anchor="ctr"/>
                </a:tc>
                <a:tc>
                  <a:txBody>
                    <a:bodyPr/>
                    <a:lstStyle/>
                    <a:p>
                      <a:r>
                        <a:rPr lang="en-US" sz="900" b="0" dirty="0"/>
                        <a:t>M11</a:t>
                      </a:r>
                      <a:endParaRPr lang="en-IN" sz="900" b="0" dirty="0"/>
                    </a:p>
                  </a:txBody>
                  <a:tcPr anchor="ctr"/>
                </a:tc>
                <a:tc>
                  <a:txBody>
                    <a:bodyPr/>
                    <a:lstStyle/>
                    <a:p>
                      <a:r>
                        <a:rPr lang="en-US" sz="900" b="0" dirty="0"/>
                        <a:t>M12</a:t>
                      </a:r>
                      <a:endParaRPr lang="en-IN" sz="900" b="0" dirty="0"/>
                    </a:p>
                  </a:txBody>
                  <a:tcPr anchor="ctr"/>
                </a:tc>
                <a:extLst>
                  <a:ext uri="{0D108BD9-81ED-4DB2-BD59-A6C34878D82A}">
                    <a16:rowId xmlns:a16="http://schemas.microsoft.com/office/drawing/2014/main" val="357613014"/>
                  </a:ext>
                </a:extLst>
              </a:tr>
              <a:tr h="235455">
                <a:tc gridSpan="14">
                  <a:txBody>
                    <a:bodyPr/>
                    <a:lstStyle/>
                    <a:p>
                      <a:r>
                        <a:rPr lang="en-US" sz="1000" b="1" dirty="0">
                          <a:solidFill>
                            <a:schemeClr val="accent4"/>
                          </a:solidFill>
                        </a:rPr>
                        <a:t>EBITDA Improvement</a:t>
                      </a:r>
                      <a:endParaRPr lang="en-IN" sz="1000" b="1" dirty="0">
                        <a:solidFill>
                          <a:schemeClr val="accent4"/>
                        </a:solidFill>
                      </a:endParaRPr>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extLst>
                  <a:ext uri="{0D108BD9-81ED-4DB2-BD59-A6C34878D82A}">
                    <a16:rowId xmlns:a16="http://schemas.microsoft.com/office/drawing/2014/main" val="102453972"/>
                  </a:ext>
                </a:extLst>
              </a:tr>
              <a:tr h="324158">
                <a:tc>
                  <a:txBody>
                    <a:bodyPr/>
                    <a:lstStyle/>
                    <a:p>
                      <a:r>
                        <a:rPr lang="en-US" sz="1000" dirty="0"/>
                        <a:t>Diagnostic Review and action plan</a:t>
                      </a:r>
                      <a:endParaRPr lang="en-IN" sz="1000" dirty="0"/>
                    </a:p>
                  </a:txBody>
                  <a:tcPr anchor="ctr"/>
                </a:tc>
                <a:tc>
                  <a:txBody>
                    <a:bodyPr/>
                    <a:lstStyle/>
                    <a:p>
                      <a:endParaRPr lang="en-IN" sz="1050" dirty="0"/>
                    </a:p>
                  </a:txBody>
                  <a:tcPr anchor="ctr">
                    <a:solidFill>
                      <a:schemeClr val="accent2"/>
                    </a:solidFill>
                  </a:tcPr>
                </a:tc>
                <a:tc>
                  <a:txBody>
                    <a:bodyPr/>
                    <a:lstStyle/>
                    <a:p>
                      <a:endParaRPr lang="en-IN" sz="1050" dirty="0"/>
                    </a:p>
                  </a:txBody>
                  <a:tcPr anchor="ctr">
                    <a:solidFill>
                      <a:schemeClr val="accent2"/>
                    </a:solidFill>
                  </a:tcPr>
                </a:tc>
                <a:tc>
                  <a:txBody>
                    <a:bodyPr/>
                    <a:lstStyle/>
                    <a:p>
                      <a:endParaRPr lang="en-IN" sz="1050" dirty="0"/>
                    </a:p>
                  </a:txBody>
                  <a:tcPr anchor="ctr">
                    <a:solidFill>
                      <a:schemeClr val="accent2"/>
                    </a:solidFill>
                  </a:tcPr>
                </a:tc>
                <a:tc>
                  <a:txBody>
                    <a:bodyPr/>
                    <a:lstStyle/>
                    <a:p>
                      <a:endParaRPr lang="en-IN" sz="1050" dirty="0"/>
                    </a:p>
                  </a:txBody>
                  <a:tcPr anchor="ctr"/>
                </a:tc>
                <a:tc>
                  <a:txBody>
                    <a:bodyPr/>
                    <a:lstStyle/>
                    <a:p>
                      <a:endParaRPr lang="en-IN" sz="1050" dirty="0"/>
                    </a:p>
                  </a:txBody>
                  <a:tcPr anchor="ctr"/>
                </a:tc>
                <a:tc>
                  <a:txBody>
                    <a:bodyPr/>
                    <a:lstStyle/>
                    <a:p>
                      <a:endParaRPr lang="en-IN" sz="1050" dirty="0"/>
                    </a:p>
                  </a:txBody>
                  <a:tcPr anchor="ctr"/>
                </a:tc>
                <a:tc>
                  <a:txBody>
                    <a:bodyPr/>
                    <a:lstStyle/>
                    <a:p>
                      <a:endParaRPr lang="en-IN" sz="1050" dirty="0"/>
                    </a:p>
                  </a:txBody>
                  <a:tcPr anchor="ctr"/>
                </a:tc>
                <a:tc>
                  <a:txBody>
                    <a:bodyPr/>
                    <a:lstStyle/>
                    <a:p>
                      <a:endParaRPr lang="en-IN" sz="1050" dirty="0"/>
                    </a:p>
                  </a:txBody>
                  <a:tcPr anchor="ctr"/>
                </a:tc>
                <a:tc>
                  <a:txBody>
                    <a:bodyPr/>
                    <a:lstStyle/>
                    <a:p>
                      <a:endParaRPr lang="en-IN" sz="1050"/>
                    </a:p>
                  </a:txBody>
                  <a:tcPr anchor="ctr"/>
                </a:tc>
                <a:tc>
                  <a:txBody>
                    <a:bodyPr/>
                    <a:lstStyle/>
                    <a:p>
                      <a:endParaRPr lang="en-IN" sz="1050" dirty="0"/>
                    </a:p>
                  </a:txBody>
                  <a:tcPr anchor="ctr"/>
                </a:tc>
                <a:tc>
                  <a:txBody>
                    <a:bodyPr/>
                    <a:lstStyle/>
                    <a:p>
                      <a:endParaRPr lang="en-IN" sz="1050" dirty="0"/>
                    </a:p>
                  </a:txBody>
                  <a:tcPr anchor="ctr"/>
                </a:tc>
                <a:tc>
                  <a:txBody>
                    <a:bodyPr/>
                    <a:lstStyle/>
                    <a:p>
                      <a:endParaRPr lang="en-IN" sz="1050" dirty="0"/>
                    </a:p>
                  </a:txBody>
                  <a:tcPr anchor="ctr"/>
                </a:tc>
                <a:tc>
                  <a:txBody>
                    <a:bodyPr/>
                    <a:lstStyle/>
                    <a:p>
                      <a:endParaRPr lang="en-IN" sz="1050" dirty="0"/>
                    </a:p>
                  </a:txBody>
                  <a:tcPr anchor="ctr"/>
                </a:tc>
                <a:extLst>
                  <a:ext uri="{0D108BD9-81ED-4DB2-BD59-A6C34878D82A}">
                    <a16:rowId xmlns:a16="http://schemas.microsoft.com/office/drawing/2014/main" val="802129316"/>
                  </a:ext>
                </a:extLst>
              </a:tr>
              <a:tr h="324158">
                <a:tc>
                  <a:txBody>
                    <a:bodyPr/>
                    <a:lstStyle/>
                    <a:p>
                      <a:pPr marL="0" marR="0" lvl="0" indent="0" algn="l" defTabSz="862686" rtl="0" eaLnBrk="1" fontAlgn="auto" latinLnBrk="0" hangingPunct="1">
                        <a:lnSpc>
                          <a:spcPct val="100000"/>
                        </a:lnSpc>
                        <a:spcBef>
                          <a:spcPts val="0"/>
                        </a:spcBef>
                        <a:spcAft>
                          <a:spcPts val="0"/>
                        </a:spcAft>
                        <a:buClrTx/>
                        <a:buSzTx/>
                        <a:buFontTx/>
                        <a:buNone/>
                        <a:tabLst/>
                        <a:defRPr/>
                      </a:pPr>
                      <a:r>
                        <a:rPr lang="en-US" sz="1000" dirty="0"/>
                        <a:t>Project Monitoring and Implementation Support</a:t>
                      </a:r>
                      <a:endParaRPr lang="en-IN" sz="1000" dirty="0"/>
                    </a:p>
                  </a:txBody>
                  <a:tcPr anchor="ctr"/>
                </a:tc>
                <a:tc>
                  <a:txBody>
                    <a:bodyPr/>
                    <a:lstStyle/>
                    <a:p>
                      <a:endParaRPr lang="en-IN" sz="1050"/>
                    </a:p>
                  </a:txBody>
                  <a:tcPr anchor="ctr"/>
                </a:tc>
                <a:tc>
                  <a:txBody>
                    <a:bodyPr/>
                    <a:lstStyle/>
                    <a:p>
                      <a:endParaRPr lang="en-IN" sz="1050"/>
                    </a:p>
                  </a:txBody>
                  <a:tcPr anchor="ctr"/>
                </a:tc>
                <a:tc>
                  <a:txBody>
                    <a:bodyPr/>
                    <a:lstStyle/>
                    <a:p>
                      <a:endParaRPr lang="en-IN" sz="1050"/>
                    </a:p>
                  </a:txBody>
                  <a:tcPr anchor="ctr"/>
                </a:tc>
                <a:tc>
                  <a:txBody>
                    <a:bodyPr/>
                    <a:lstStyle/>
                    <a:p>
                      <a:endParaRPr lang="en-IN" sz="1050" dirty="0"/>
                    </a:p>
                  </a:txBody>
                  <a:tcPr anchor="ctr">
                    <a:solidFill>
                      <a:schemeClr val="accent6"/>
                    </a:solidFill>
                  </a:tcPr>
                </a:tc>
                <a:tc>
                  <a:txBody>
                    <a:bodyPr/>
                    <a:lstStyle/>
                    <a:p>
                      <a:endParaRPr lang="en-IN" sz="1050" dirty="0"/>
                    </a:p>
                  </a:txBody>
                  <a:tcPr anchor="ctr">
                    <a:solidFill>
                      <a:schemeClr val="accent6"/>
                    </a:solidFill>
                  </a:tcPr>
                </a:tc>
                <a:tc>
                  <a:txBody>
                    <a:bodyPr/>
                    <a:lstStyle/>
                    <a:p>
                      <a:endParaRPr lang="en-IN" sz="1050" dirty="0"/>
                    </a:p>
                  </a:txBody>
                  <a:tcPr anchor="ctr">
                    <a:solidFill>
                      <a:schemeClr val="accent6"/>
                    </a:solidFill>
                  </a:tcPr>
                </a:tc>
                <a:tc>
                  <a:txBody>
                    <a:bodyPr/>
                    <a:lstStyle/>
                    <a:p>
                      <a:endParaRPr lang="en-IN" sz="1050" dirty="0"/>
                    </a:p>
                  </a:txBody>
                  <a:tcPr anchor="ctr">
                    <a:solidFill>
                      <a:schemeClr val="accent6"/>
                    </a:solidFill>
                  </a:tcPr>
                </a:tc>
                <a:tc>
                  <a:txBody>
                    <a:bodyPr/>
                    <a:lstStyle/>
                    <a:p>
                      <a:endParaRPr lang="en-IN" sz="1050" dirty="0"/>
                    </a:p>
                  </a:txBody>
                  <a:tcPr anchor="ctr">
                    <a:solidFill>
                      <a:schemeClr val="accent6"/>
                    </a:solidFill>
                  </a:tcPr>
                </a:tc>
                <a:tc>
                  <a:txBody>
                    <a:bodyPr/>
                    <a:lstStyle/>
                    <a:p>
                      <a:endParaRPr lang="en-IN" sz="1050" dirty="0"/>
                    </a:p>
                  </a:txBody>
                  <a:tcPr anchor="ctr">
                    <a:solidFill>
                      <a:schemeClr val="accent6"/>
                    </a:solidFill>
                  </a:tcPr>
                </a:tc>
                <a:tc>
                  <a:txBody>
                    <a:bodyPr/>
                    <a:lstStyle/>
                    <a:p>
                      <a:endParaRPr lang="en-IN" sz="1050" dirty="0"/>
                    </a:p>
                  </a:txBody>
                  <a:tcPr anchor="ctr">
                    <a:solidFill>
                      <a:schemeClr val="accent6"/>
                    </a:solidFill>
                  </a:tcPr>
                </a:tc>
                <a:tc>
                  <a:txBody>
                    <a:bodyPr/>
                    <a:lstStyle/>
                    <a:p>
                      <a:endParaRPr lang="en-IN" sz="1050" dirty="0"/>
                    </a:p>
                  </a:txBody>
                  <a:tcPr anchor="ctr">
                    <a:solidFill>
                      <a:schemeClr val="accent6"/>
                    </a:solidFill>
                  </a:tcPr>
                </a:tc>
                <a:tc>
                  <a:txBody>
                    <a:bodyPr/>
                    <a:lstStyle/>
                    <a:p>
                      <a:endParaRPr lang="en-IN" sz="1050" dirty="0"/>
                    </a:p>
                  </a:txBody>
                  <a:tcPr anchor="ctr">
                    <a:solidFill>
                      <a:schemeClr val="accent6"/>
                    </a:solidFill>
                  </a:tcPr>
                </a:tc>
                <a:tc>
                  <a:txBody>
                    <a:bodyPr/>
                    <a:lstStyle/>
                    <a:p>
                      <a:endParaRPr lang="en-IN" sz="1050" dirty="0"/>
                    </a:p>
                  </a:txBody>
                  <a:tcPr anchor="ctr">
                    <a:solidFill>
                      <a:schemeClr val="accent6"/>
                    </a:solidFill>
                  </a:tcPr>
                </a:tc>
                <a:extLst>
                  <a:ext uri="{0D108BD9-81ED-4DB2-BD59-A6C34878D82A}">
                    <a16:rowId xmlns:a16="http://schemas.microsoft.com/office/drawing/2014/main" val="408815982"/>
                  </a:ext>
                </a:extLst>
              </a:tr>
            </a:tbl>
          </a:graphicData>
        </a:graphic>
      </p:graphicFrame>
      <p:sp>
        <p:nvSpPr>
          <p:cNvPr id="27" name="TextBox 26">
            <a:extLst>
              <a:ext uri="{FF2B5EF4-FFF2-40B4-BE49-F238E27FC236}">
                <a16:creationId xmlns:a16="http://schemas.microsoft.com/office/drawing/2014/main" id="{3CEB0287-DC4D-45FE-A15A-45CB55316B73}"/>
              </a:ext>
            </a:extLst>
          </p:cNvPr>
          <p:cNvSpPr txBox="1"/>
          <p:nvPr/>
        </p:nvSpPr>
        <p:spPr>
          <a:xfrm>
            <a:off x="7968349" y="5167293"/>
            <a:ext cx="1632857" cy="169277"/>
          </a:xfrm>
          <a:prstGeom prst="rect">
            <a:avLst/>
          </a:prstGeom>
          <a:solidFill>
            <a:schemeClr val="accent2"/>
          </a:solidFill>
        </p:spPr>
        <p:txBody>
          <a:bodyPr wrap="square" lIns="0" tIns="0" rIns="0" bIns="0" rtlCol="0">
            <a:spAutoFit/>
          </a:bodyPr>
          <a:lstStyle/>
          <a:p>
            <a:pPr algn="ctr">
              <a:spcBef>
                <a:spcPts val="600"/>
              </a:spcBef>
              <a:buSzPct val="100000"/>
            </a:pPr>
            <a:r>
              <a:rPr lang="en-US" sz="1100" dirty="0">
                <a:solidFill>
                  <a:schemeClr val="bg1"/>
                </a:solidFill>
              </a:rPr>
              <a:t>Strategy Phase</a:t>
            </a:r>
          </a:p>
        </p:txBody>
      </p:sp>
      <p:sp>
        <p:nvSpPr>
          <p:cNvPr id="28" name="TextBox 27">
            <a:extLst>
              <a:ext uri="{FF2B5EF4-FFF2-40B4-BE49-F238E27FC236}">
                <a16:creationId xmlns:a16="http://schemas.microsoft.com/office/drawing/2014/main" id="{11E57A97-A9A9-44B6-8628-788AECFEBB50}"/>
              </a:ext>
            </a:extLst>
          </p:cNvPr>
          <p:cNvSpPr txBox="1"/>
          <p:nvPr/>
        </p:nvSpPr>
        <p:spPr>
          <a:xfrm>
            <a:off x="9753606" y="5167293"/>
            <a:ext cx="1632857" cy="169277"/>
          </a:xfrm>
          <a:prstGeom prst="rect">
            <a:avLst/>
          </a:prstGeom>
          <a:solidFill>
            <a:schemeClr val="accent6"/>
          </a:solidFill>
        </p:spPr>
        <p:txBody>
          <a:bodyPr wrap="square" lIns="0" tIns="0" rIns="0" bIns="0" rtlCol="0">
            <a:spAutoFit/>
          </a:bodyPr>
          <a:lstStyle/>
          <a:p>
            <a:pPr algn="ctr">
              <a:spcBef>
                <a:spcPts val="600"/>
              </a:spcBef>
              <a:buSzPct val="100000"/>
            </a:pPr>
            <a:r>
              <a:rPr lang="en-US" sz="1100" dirty="0">
                <a:solidFill>
                  <a:schemeClr val="bg1"/>
                </a:solidFill>
              </a:rPr>
              <a:t>PMO Phase</a:t>
            </a:r>
          </a:p>
        </p:txBody>
      </p:sp>
    </p:spTree>
    <p:extLst>
      <p:ext uri="{BB962C8B-B14F-4D97-AF65-F5344CB8AC3E}">
        <p14:creationId xmlns:p14="http://schemas.microsoft.com/office/powerpoint/2010/main" val="106137700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588" y="2579"/>
          <a:ext cx="1587" cy="1587"/>
        </p:xfrm>
        <a:graphic>
          <a:graphicData uri="http://schemas.openxmlformats.org/presentationml/2006/ole">
            <mc:AlternateContent xmlns:mc="http://schemas.openxmlformats.org/markup-compatibility/2006">
              <mc:Choice xmlns:v="urn:schemas-microsoft-com:vml" Requires="v">
                <p:oleObj spid="_x0000_s5188" name="think-cell Slide" r:id="rId6" imgW="530" imgH="531" progId="TCLayout.ActiveDocument.1">
                  <p:embed/>
                </p:oleObj>
              </mc:Choice>
              <mc:Fallback>
                <p:oleObj name="think-cell Slide" r:id="rId6" imgW="530" imgH="531" progId="TCLayout.ActiveDocument.1">
                  <p:embed/>
                  <p:pic>
                    <p:nvPicPr>
                      <p:cNvPr id="4" name="Object 3" hidden="1"/>
                      <p:cNvPicPr/>
                      <p:nvPr/>
                    </p:nvPicPr>
                    <p:blipFill>
                      <a:blip r:embed="rId7"/>
                      <a:stretch>
                        <a:fillRect/>
                      </a:stretch>
                    </p:blipFill>
                    <p:spPr>
                      <a:xfrm>
                        <a:off x="1588" y="2579"/>
                        <a:ext cx="1587" cy="1587"/>
                      </a:xfrm>
                      <a:prstGeom prst="rect">
                        <a:avLst/>
                      </a:prstGeom>
                    </p:spPr>
                  </p:pic>
                </p:oleObj>
              </mc:Fallback>
            </mc:AlternateContent>
          </a:graphicData>
        </a:graphic>
      </p:graphicFrame>
      <p:sp>
        <p:nvSpPr>
          <p:cNvPr id="5" name="Rectangle 4" hidden="1"/>
          <p:cNvSpPr/>
          <p:nvPr>
            <p:custDataLst>
              <p:tags r:id="rId3"/>
            </p:custDataLst>
          </p:nvPr>
        </p:nvSpPr>
        <p:spPr>
          <a:xfrm>
            <a:off x="1" y="992"/>
            <a:ext cx="158667" cy="1586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GB" sz="1765" b="1" dirty="0">
              <a:latin typeface="Verdana" panose="020B0604030504040204" pitchFamily="34" charset="0"/>
              <a:ea typeface="+mj-ea"/>
              <a:cs typeface="+mj-cs"/>
              <a:sym typeface="Verdana" panose="020B0604030504040204" pitchFamily="34" charset="0"/>
            </a:endParaRPr>
          </a:p>
        </p:txBody>
      </p:sp>
      <p:sp>
        <p:nvSpPr>
          <p:cNvPr id="36" name="Rectangle 35"/>
          <p:cNvSpPr/>
          <p:nvPr/>
        </p:nvSpPr>
        <p:spPr bwMode="gray">
          <a:xfrm>
            <a:off x="5957829" y="1206081"/>
            <a:ext cx="2520529" cy="427986"/>
          </a:xfrm>
          <a:prstGeom prst="rect">
            <a:avLst/>
          </a:prstGeom>
          <a:noFill/>
          <a:ln w="19050" algn="ctr">
            <a:noFill/>
            <a:miter lim="800000"/>
            <a:headEnd/>
            <a:tailEnd/>
          </a:ln>
        </p:spPr>
        <p:txBody>
          <a:bodyPr wrap="square" lIns="100700" tIns="100700" rIns="100700" bIns="100700" rtlCol="0" anchor="ctr"/>
          <a:lstStyle/>
          <a:p>
            <a:pPr algn="ctr" defTabSz="1380987">
              <a:lnSpc>
                <a:spcPct val="106000"/>
              </a:lnSpc>
              <a:defRPr/>
            </a:pPr>
            <a:r>
              <a:rPr lang="en-US" sz="1412" b="1" dirty="0">
                <a:solidFill>
                  <a:schemeClr val="accent2"/>
                </a:solidFill>
                <a:latin typeface="Verdana"/>
              </a:rPr>
              <a:t>Activities</a:t>
            </a:r>
            <a:endParaRPr lang="en-IN" sz="1412" b="1" dirty="0">
              <a:solidFill>
                <a:schemeClr val="accent2"/>
              </a:solidFill>
              <a:latin typeface="Verdana"/>
            </a:endParaRPr>
          </a:p>
        </p:txBody>
      </p:sp>
      <p:sp>
        <p:nvSpPr>
          <p:cNvPr id="39" name="Rectangle 38"/>
          <p:cNvSpPr/>
          <p:nvPr/>
        </p:nvSpPr>
        <p:spPr bwMode="gray">
          <a:xfrm>
            <a:off x="845569" y="1206081"/>
            <a:ext cx="1515923" cy="359816"/>
          </a:xfrm>
          <a:prstGeom prst="rect">
            <a:avLst/>
          </a:prstGeom>
          <a:noFill/>
          <a:ln w="19050" algn="ctr">
            <a:noFill/>
            <a:miter lim="800000"/>
            <a:headEnd/>
            <a:tailEnd/>
          </a:ln>
        </p:spPr>
        <p:txBody>
          <a:bodyPr wrap="square" lIns="100700" tIns="100700" rIns="100700" bIns="100700" rtlCol="0" anchor="ctr"/>
          <a:lstStyle/>
          <a:p>
            <a:pPr algn="ctr" defTabSz="1380987">
              <a:lnSpc>
                <a:spcPct val="106000"/>
              </a:lnSpc>
              <a:defRPr/>
            </a:pPr>
            <a:r>
              <a:rPr lang="en-US" sz="1412" b="1" dirty="0">
                <a:solidFill>
                  <a:schemeClr val="accent2"/>
                </a:solidFill>
              </a:rPr>
              <a:t>Deliverables</a:t>
            </a:r>
            <a:endParaRPr lang="en-IN" sz="1412" b="1" dirty="0">
              <a:solidFill>
                <a:schemeClr val="accent2"/>
              </a:solidFill>
            </a:endParaRPr>
          </a:p>
        </p:txBody>
      </p:sp>
      <p:cxnSp>
        <p:nvCxnSpPr>
          <p:cNvPr id="38" name="Straight Connector 37"/>
          <p:cNvCxnSpPr/>
          <p:nvPr/>
        </p:nvCxnSpPr>
        <p:spPr>
          <a:xfrm flipV="1">
            <a:off x="458771" y="1682935"/>
            <a:ext cx="11184521" cy="24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9" name="Rectangle 48">
            <a:hlinkClick r:id="" action="ppaction://noaction"/>
          </p:cNvPr>
          <p:cNvSpPr/>
          <p:nvPr/>
        </p:nvSpPr>
        <p:spPr bwMode="gray">
          <a:xfrm>
            <a:off x="548586" y="2792913"/>
            <a:ext cx="2107861" cy="1456152"/>
          </a:xfrm>
          <a:prstGeom prst="rect">
            <a:avLst/>
          </a:prstGeom>
          <a:solidFill>
            <a:srgbClr val="0076A8"/>
          </a:solidFill>
          <a:ln/>
        </p:spPr>
        <p:style>
          <a:lnRef idx="2">
            <a:schemeClr val="accent5"/>
          </a:lnRef>
          <a:fillRef idx="1">
            <a:schemeClr val="lt1"/>
          </a:fillRef>
          <a:effectRef idx="0">
            <a:schemeClr val="accent5"/>
          </a:effectRef>
          <a:fontRef idx="minor">
            <a:schemeClr val="dk1"/>
          </a:fontRef>
        </p:style>
        <p:txBody>
          <a:bodyPr vert="horz" wrap="square" lIns="0" tIns="51789" rIns="0" bIns="51789" numCol="1" anchor="ctr" anchorCtr="0" compatLnSpc="1">
            <a:prstTxWarp prst="textNoShape">
              <a:avLst/>
            </a:prstTxWarp>
          </a:bodyPr>
          <a:lstStyle/>
          <a:p>
            <a:pPr algn="ctr" defTabSz="1380987">
              <a:defRPr/>
            </a:pPr>
            <a:r>
              <a:rPr lang="en-US" sz="1235" b="1" dirty="0">
                <a:solidFill>
                  <a:schemeClr val="bg1"/>
                </a:solidFill>
              </a:rPr>
              <a:t>Review of current IT systems and recommendation of ways to enhance benefits from various technologies </a:t>
            </a:r>
            <a:endParaRPr lang="en-IN" sz="1235" b="1" dirty="0">
              <a:solidFill>
                <a:schemeClr val="bg1"/>
              </a:solidFill>
            </a:endParaRPr>
          </a:p>
        </p:txBody>
      </p:sp>
      <p:sp>
        <p:nvSpPr>
          <p:cNvPr id="40" name="Striped Right Arrow 39"/>
          <p:cNvSpPr/>
          <p:nvPr/>
        </p:nvSpPr>
        <p:spPr bwMode="gray">
          <a:xfrm>
            <a:off x="3005515" y="3195550"/>
            <a:ext cx="628032" cy="577352"/>
          </a:xfrm>
          <a:prstGeom prst="stripedRightArrow">
            <a:avLst>
              <a:gd name="adj1" fmla="val 100000"/>
              <a:gd name="adj2" fmla="val 50000"/>
            </a:avLst>
          </a:prstGeom>
          <a:solidFill>
            <a:schemeClr val="accent4"/>
          </a:solidFill>
          <a:ln>
            <a:noFill/>
          </a:ln>
        </p:spPr>
        <p:txBody>
          <a:bodyPr vert="horz" wrap="square" lIns="103578" tIns="51789" rIns="103578" bIns="51789" numCol="1" anchor="ctr" anchorCtr="0" compatLnSpc="1">
            <a:prstTxWarp prst="textNoShape">
              <a:avLst/>
            </a:prstTxWarp>
          </a:bodyPr>
          <a:lstStyle/>
          <a:p>
            <a:pPr algn="ctr" defTabSz="1380987">
              <a:defRPr/>
            </a:pPr>
            <a:endParaRPr lang="en-IN" sz="1235" dirty="0">
              <a:solidFill>
                <a:srgbClr val="012169">
                  <a:lumMod val="50000"/>
                </a:srgbClr>
              </a:solidFill>
              <a:latin typeface="Verdana"/>
            </a:endParaRPr>
          </a:p>
        </p:txBody>
      </p:sp>
      <p:grpSp>
        <p:nvGrpSpPr>
          <p:cNvPr id="9" name="Group 8"/>
          <p:cNvGrpSpPr/>
          <p:nvPr/>
        </p:nvGrpSpPr>
        <p:grpSpPr>
          <a:xfrm>
            <a:off x="4068566" y="3892230"/>
            <a:ext cx="2458501" cy="1001682"/>
            <a:chOff x="4574863" y="4988967"/>
            <a:chExt cx="2141794" cy="1135241"/>
          </a:xfrm>
        </p:grpSpPr>
        <p:sp>
          <p:nvSpPr>
            <p:cNvPr id="89" name="Rectangle 88"/>
            <p:cNvSpPr/>
            <p:nvPr/>
          </p:nvSpPr>
          <p:spPr bwMode="gray">
            <a:xfrm>
              <a:off x="4574863" y="4988967"/>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Existing Operating Model</a:t>
              </a:r>
              <a:endParaRPr lang="en-IN" sz="1235" b="1" dirty="0">
                <a:solidFill>
                  <a:prstClr val="white"/>
                </a:solidFill>
                <a:latin typeface="+mj-lt"/>
              </a:endParaRPr>
            </a:p>
          </p:txBody>
        </p:sp>
        <p:sp>
          <p:nvSpPr>
            <p:cNvPr id="6" name="TextBox 5"/>
            <p:cNvSpPr txBox="1"/>
            <p:nvPr/>
          </p:nvSpPr>
          <p:spPr>
            <a:xfrm>
              <a:off x="4574863" y="5754756"/>
              <a:ext cx="2135105" cy="369452"/>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Review of existing IT Operating Model</a:t>
              </a:r>
            </a:p>
          </p:txBody>
        </p:sp>
      </p:grpSp>
      <p:grpSp>
        <p:nvGrpSpPr>
          <p:cNvPr id="8" name="Group 7"/>
          <p:cNvGrpSpPr/>
          <p:nvPr/>
        </p:nvGrpSpPr>
        <p:grpSpPr>
          <a:xfrm>
            <a:off x="6652502" y="3890260"/>
            <a:ext cx="2458501" cy="1556749"/>
            <a:chOff x="6790142" y="4986738"/>
            <a:chExt cx="2141794" cy="1764318"/>
          </a:xfrm>
        </p:grpSpPr>
        <p:sp>
          <p:nvSpPr>
            <p:cNvPr id="92" name="Rectangle 91"/>
            <p:cNvSpPr/>
            <p:nvPr/>
          </p:nvSpPr>
          <p:spPr bwMode="gray">
            <a:xfrm>
              <a:off x="6790142" y="4986738"/>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Business Continuity Plan</a:t>
              </a:r>
              <a:endParaRPr lang="en-IN" sz="1235" b="1" dirty="0">
                <a:solidFill>
                  <a:prstClr val="white"/>
                </a:solidFill>
                <a:latin typeface="+mj-lt"/>
              </a:endParaRPr>
            </a:p>
          </p:txBody>
        </p:sp>
        <p:sp>
          <p:nvSpPr>
            <p:cNvPr id="29" name="TextBox 28"/>
            <p:cNvSpPr txBox="1"/>
            <p:nvPr/>
          </p:nvSpPr>
          <p:spPr>
            <a:xfrm>
              <a:off x="6796831" y="5754756"/>
              <a:ext cx="2135105" cy="996300"/>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Review of business continuity plan and technology architecture.</a:t>
              </a:r>
            </a:p>
            <a:p>
              <a:pPr marL="252146" indent="-252146">
                <a:spcBef>
                  <a:spcPts val="529"/>
                </a:spcBef>
                <a:buSzPct val="100000"/>
                <a:buFont typeface="Arial" panose="020B0604020202020204" pitchFamily="34" charset="0"/>
                <a:buChar char="•"/>
              </a:pPr>
              <a:r>
                <a:rPr lang="en-US" sz="1059" i="1" dirty="0">
                  <a:solidFill>
                    <a:srgbClr val="313131"/>
                  </a:solidFill>
                </a:rPr>
                <a:t>Identify key gaps and observations</a:t>
              </a:r>
            </a:p>
          </p:txBody>
        </p:sp>
      </p:grpSp>
      <p:grpSp>
        <p:nvGrpSpPr>
          <p:cNvPr id="7" name="Group 6"/>
          <p:cNvGrpSpPr/>
          <p:nvPr/>
        </p:nvGrpSpPr>
        <p:grpSpPr>
          <a:xfrm>
            <a:off x="9278019" y="3890269"/>
            <a:ext cx="2463819" cy="1488756"/>
            <a:chOff x="9041644" y="4986737"/>
            <a:chExt cx="2146427" cy="2835929"/>
          </a:xfrm>
        </p:grpSpPr>
        <p:sp>
          <p:nvSpPr>
            <p:cNvPr id="53" name="Rectangle 52"/>
            <p:cNvSpPr/>
            <p:nvPr/>
          </p:nvSpPr>
          <p:spPr bwMode="gray">
            <a:xfrm>
              <a:off x="9041644" y="4986737"/>
              <a:ext cx="2141794" cy="1125680"/>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Opportunities for improvement</a:t>
              </a:r>
              <a:endParaRPr lang="en-IN" sz="1235" b="1" dirty="0">
                <a:solidFill>
                  <a:prstClr val="white"/>
                </a:solidFill>
                <a:latin typeface="+mj-lt"/>
              </a:endParaRPr>
            </a:p>
          </p:txBody>
        </p:sp>
        <p:sp>
          <p:nvSpPr>
            <p:cNvPr id="30" name="TextBox 29"/>
            <p:cNvSpPr txBox="1"/>
            <p:nvPr/>
          </p:nvSpPr>
          <p:spPr>
            <a:xfrm>
              <a:off x="9052966" y="6270237"/>
              <a:ext cx="2135105" cy="1552429"/>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Identify opportunities for improvements, standardization and optimization and propose prioritizing and phasing of investment needs</a:t>
              </a:r>
            </a:p>
          </p:txBody>
        </p:sp>
      </p:grpSp>
      <p:sp>
        <p:nvSpPr>
          <p:cNvPr id="90" name="Freeform 97"/>
          <p:cNvSpPr>
            <a:spLocks noEditPoints="1"/>
          </p:cNvSpPr>
          <p:nvPr/>
        </p:nvSpPr>
        <p:spPr bwMode="auto">
          <a:xfrm>
            <a:off x="5781026" y="1206080"/>
            <a:ext cx="412941" cy="447235"/>
          </a:xfrm>
          <a:custGeom>
            <a:avLst/>
            <a:gdLst>
              <a:gd name="T0" fmla="*/ 298 w 512"/>
              <a:gd name="T1" fmla="*/ 298 h 512"/>
              <a:gd name="T2" fmla="*/ 373 w 512"/>
              <a:gd name="T3" fmla="*/ 298 h 512"/>
              <a:gd name="T4" fmla="*/ 373 w 512"/>
              <a:gd name="T5" fmla="*/ 373 h 512"/>
              <a:gd name="T6" fmla="*/ 298 w 512"/>
              <a:gd name="T7" fmla="*/ 373 h 512"/>
              <a:gd name="T8" fmla="*/ 298 w 512"/>
              <a:gd name="T9" fmla="*/ 298 h 512"/>
              <a:gd name="T10" fmla="*/ 138 w 512"/>
              <a:gd name="T11" fmla="*/ 213 h 512"/>
              <a:gd name="T12" fmla="*/ 213 w 512"/>
              <a:gd name="T13" fmla="*/ 213 h 512"/>
              <a:gd name="T14" fmla="*/ 213 w 512"/>
              <a:gd name="T15" fmla="*/ 138 h 512"/>
              <a:gd name="T16" fmla="*/ 138 w 512"/>
              <a:gd name="T17" fmla="*/ 138 h 512"/>
              <a:gd name="T18" fmla="*/ 138 w 512"/>
              <a:gd name="T19" fmla="*/ 213 h 512"/>
              <a:gd name="T20" fmla="*/ 138 w 512"/>
              <a:gd name="T21" fmla="*/ 373 h 512"/>
              <a:gd name="T22" fmla="*/ 213 w 512"/>
              <a:gd name="T23" fmla="*/ 373 h 512"/>
              <a:gd name="T24" fmla="*/ 213 w 512"/>
              <a:gd name="T25" fmla="*/ 298 h 512"/>
              <a:gd name="T26" fmla="*/ 138 w 512"/>
              <a:gd name="T27" fmla="*/ 298 h 512"/>
              <a:gd name="T28" fmla="*/ 138 w 512"/>
              <a:gd name="T29" fmla="*/ 373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234 w 512"/>
              <a:gd name="T41" fmla="*/ 288 h 512"/>
              <a:gd name="T42" fmla="*/ 224 w 512"/>
              <a:gd name="T43" fmla="*/ 277 h 512"/>
              <a:gd name="T44" fmla="*/ 128 w 512"/>
              <a:gd name="T45" fmla="*/ 277 h 512"/>
              <a:gd name="T46" fmla="*/ 117 w 512"/>
              <a:gd name="T47" fmla="*/ 288 h 512"/>
              <a:gd name="T48" fmla="*/ 117 w 512"/>
              <a:gd name="T49" fmla="*/ 384 h 512"/>
              <a:gd name="T50" fmla="*/ 128 w 512"/>
              <a:gd name="T51" fmla="*/ 394 h 512"/>
              <a:gd name="T52" fmla="*/ 224 w 512"/>
              <a:gd name="T53" fmla="*/ 394 h 512"/>
              <a:gd name="T54" fmla="*/ 234 w 512"/>
              <a:gd name="T55" fmla="*/ 384 h 512"/>
              <a:gd name="T56" fmla="*/ 234 w 512"/>
              <a:gd name="T57" fmla="*/ 288 h 512"/>
              <a:gd name="T58" fmla="*/ 234 w 512"/>
              <a:gd name="T59" fmla="*/ 128 h 512"/>
              <a:gd name="T60" fmla="*/ 224 w 512"/>
              <a:gd name="T61" fmla="*/ 117 h 512"/>
              <a:gd name="T62" fmla="*/ 128 w 512"/>
              <a:gd name="T63" fmla="*/ 117 h 512"/>
              <a:gd name="T64" fmla="*/ 117 w 512"/>
              <a:gd name="T65" fmla="*/ 128 h 512"/>
              <a:gd name="T66" fmla="*/ 117 w 512"/>
              <a:gd name="T67" fmla="*/ 224 h 512"/>
              <a:gd name="T68" fmla="*/ 128 w 512"/>
              <a:gd name="T69" fmla="*/ 234 h 512"/>
              <a:gd name="T70" fmla="*/ 224 w 512"/>
              <a:gd name="T71" fmla="*/ 234 h 512"/>
              <a:gd name="T72" fmla="*/ 234 w 512"/>
              <a:gd name="T73" fmla="*/ 224 h 512"/>
              <a:gd name="T74" fmla="*/ 234 w 512"/>
              <a:gd name="T75" fmla="*/ 128 h 512"/>
              <a:gd name="T76" fmla="*/ 394 w 512"/>
              <a:gd name="T77" fmla="*/ 288 h 512"/>
              <a:gd name="T78" fmla="*/ 384 w 512"/>
              <a:gd name="T79" fmla="*/ 277 h 512"/>
              <a:gd name="T80" fmla="*/ 288 w 512"/>
              <a:gd name="T81" fmla="*/ 277 h 512"/>
              <a:gd name="T82" fmla="*/ 277 w 512"/>
              <a:gd name="T83" fmla="*/ 288 h 512"/>
              <a:gd name="T84" fmla="*/ 277 w 512"/>
              <a:gd name="T85" fmla="*/ 384 h 512"/>
              <a:gd name="T86" fmla="*/ 288 w 512"/>
              <a:gd name="T87" fmla="*/ 394 h 512"/>
              <a:gd name="T88" fmla="*/ 384 w 512"/>
              <a:gd name="T89" fmla="*/ 394 h 512"/>
              <a:gd name="T90" fmla="*/ 394 w 512"/>
              <a:gd name="T91" fmla="*/ 384 h 512"/>
              <a:gd name="T92" fmla="*/ 394 w 512"/>
              <a:gd name="T93" fmla="*/ 288 h 512"/>
              <a:gd name="T94" fmla="*/ 394 w 512"/>
              <a:gd name="T95" fmla="*/ 128 h 512"/>
              <a:gd name="T96" fmla="*/ 384 w 512"/>
              <a:gd name="T97" fmla="*/ 117 h 512"/>
              <a:gd name="T98" fmla="*/ 288 w 512"/>
              <a:gd name="T99" fmla="*/ 117 h 512"/>
              <a:gd name="T100" fmla="*/ 277 w 512"/>
              <a:gd name="T101" fmla="*/ 128 h 512"/>
              <a:gd name="T102" fmla="*/ 277 w 512"/>
              <a:gd name="T103" fmla="*/ 224 h 512"/>
              <a:gd name="T104" fmla="*/ 288 w 512"/>
              <a:gd name="T105" fmla="*/ 234 h 512"/>
              <a:gd name="T106" fmla="*/ 384 w 512"/>
              <a:gd name="T107" fmla="*/ 234 h 512"/>
              <a:gd name="T108" fmla="*/ 394 w 512"/>
              <a:gd name="T109" fmla="*/ 224 h 512"/>
              <a:gd name="T110" fmla="*/ 394 w 512"/>
              <a:gd name="T111" fmla="*/ 128 h 512"/>
              <a:gd name="T112" fmla="*/ 298 w 512"/>
              <a:gd name="T113" fmla="*/ 213 h 512"/>
              <a:gd name="T114" fmla="*/ 373 w 512"/>
              <a:gd name="T115" fmla="*/ 213 h 512"/>
              <a:gd name="T116" fmla="*/ 373 w 512"/>
              <a:gd name="T117" fmla="*/ 138 h 512"/>
              <a:gd name="T118" fmla="*/ 298 w 512"/>
              <a:gd name="T119" fmla="*/ 138 h 512"/>
              <a:gd name="T120" fmla="*/ 298 w 512"/>
              <a:gd name="T121"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298" y="298"/>
                </a:moveTo>
                <a:cubicBezTo>
                  <a:pt x="373" y="298"/>
                  <a:pt x="373" y="298"/>
                  <a:pt x="373" y="298"/>
                </a:cubicBezTo>
                <a:cubicBezTo>
                  <a:pt x="373" y="373"/>
                  <a:pt x="373" y="373"/>
                  <a:pt x="373" y="373"/>
                </a:cubicBezTo>
                <a:cubicBezTo>
                  <a:pt x="298" y="373"/>
                  <a:pt x="298" y="373"/>
                  <a:pt x="298" y="373"/>
                </a:cubicBezTo>
                <a:lnTo>
                  <a:pt x="298" y="298"/>
                </a:lnTo>
                <a:close/>
                <a:moveTo>
                  <a:pt x="138" y="213"/>
                </a:moveTo>
                <a:cubicBezTo>
                  <a:pt x="213" y="213"/>
                  <a:pt x="213" y="213"/>
                  <a:pt x="213" y="213"/>
                </a:cubicBezTo>
                <a:cubicBezTo>
                  <a:pt x="213" y="138"/>
                  <a:pt x="213" y="138"/>
                  <a:pt x="213" y="138"/>
                </a:cubicBezTo>
                <a:cubicBezTo>
                  <a:pt x="138" y="138"/>
                  <a:pt x="138" y="138"/>
                  <a:pt x="138" y="138"/>
                </a:cubicBezTo>
                <a:lnTo>
                  <a:pt x="138" y="213"/>
                </a:lnTo>
                <a:close/>
                <a:moveTo>
                  <a:pt x="138" y="373"/>
                </a:moveTo>
                <a:cubicBezTo>
                  <a:pt x="213" y="373"/>
                  <a:pt x="213" y="373"/>
                  <a:pt x="213" y="373"/>
                </a:cubicBezTo>
                <a:cubicBezTo>
                  <a:pt x="213" y="298"/>
                  <a:pt x="213" y="298"/>
                  <a:pt x="213" y="298"/>
                </a:cubicBezTo>
                <a:cubicBezTo>
                  <a:pt x="138" y="298"/>
                  <a:pt x="138" y="298"/>
                  <a:pt x="138" y="298"/>
                </a:cubicBezTo>
                <a:lnTo>
                  <a:pt x="138" y="37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34" y="288"/>
                </a:moveTo>
                <a:cubicBezTo>
                  <a:pt x="234" y="282"/>
                  <a:pt x="230" y="277"/>
                  <a:pt x="224" y="277"/>
                </a:cubicBezTo>
                <a:cubicBezTo>
                  <a:pt x="128" y="277"/>
                  <a:pt x="128" y="277"/>
                  <a:pt x="128" y="277"/>
                </a:cubicBezTo>
                <a:cubicBezTo>
                  <a:pt x="122" y="277"/>
                  <a:pt x="117" y="282"/>
                  <a:pt x="117" y="288"/>
                </a:cubicBezTo>
                <a:cubicBezTo>
                  <a:pt x="117" y="384"/>
                  <a:pt x="117" y="384"/>
                  <a:pt x="117" y="384"/>
                </a:cubicBezTo>
                <a:cubicBezTo>
                  <a:pt x="117" y="390"/>
                  <a:pt x="122" y="394"/>
                  <a:pt x="128" y="394"/>
                </a:cubicBezTo>
                <a:cubicBezTo>
                  <a:pt x="224" y="394"/>
                  <a:pt x="224" y="394"/>
                  <a:pt x="224" y="394"/>
                </a:cubicBezTo>
                <a:cubicBezTo>
                  <a:pt x="230" y="394"/>
                  <a:pt x="234" y="390"/>
                  <a:pt x="234" y="384"/>
                </a:cubicBezTo>
                <a:lnTo>
                  <a:pt x="234" y="288"/>
                </a:lnTo>
                <a:close/>
                <a:moveTo>
                  <a:pt x="234" y="128"/>
                </a:moveTo>
                <a:cubicBezTo>
                  <a:pt x="234" y="122"/>
                  <a:pt x="230" y="117"/>
                  <a:pt x="224" y="117"/>
                </a:cubicBezTo>
                <a:cubicBezTo>
                  <a:pt x="128" y="117"/>
                  <a:pt x="128" y="117"/>
                  <a:pt x="128" y="117"/>
                </a:cubicBezTo>
                <a:cubicBezTo>
                  <a:pt x="122" y="117"/>
                  <a:pt x="117" y="122"/>
                  <a:pt x="117" y="128"/>
                </a:cubicBezTo>
                <a:cubicBezTo>
                  <a:pt x="117" y="224"/>
                  <a:pt x="117" y="224"/>
                  <a:pt x="117" y="224"/>
                </a:cubicBezTo>
                <a:cubicBezTo>
                  <a:pt x="117" y="230"/>
                  <a:pt x="122" y="234"/>
                  <a:pt x="128" y="234"/>
                </a:cubicBezTo>
                <a:cubicBezTo>
                  <a:pt x="224" y="234"/>
                  <a:pt x="224" y="234"/>
                  <a:pt x="224" y="234"/>
                </a:cubicBezTo>
                <a:cubicBezTo>
                  <a:pt x="230" y="234"/>
                  <a:pt x="234" y="230"/>
                  <a:pt x="234" y="224"/>
                </a:cubicBezTo>
                <a:lnTo>
                  <a:pt x="234" y="128"/>
                </a:lnTo>
                <a:close/>
                <a:moveTo>
                  <a:pt x="394" y="288"/>
                </a:moveTo>
                <a:cubicBezTo>
                  <a:pt x="394" y="282"/>
                  <a:pt x="390" y="277"/>
                  <a:pt x="384" y="277"/>
                </a:cubicBezTo>
                <a:cubicBezTo>
                  <a:pt x="288" y="277"/>
                  <a:pt x="288" y="277"/>
                  <a:pt x="288" y="277"/>
                </a:cubicBezTo>
                <a:cubicBezTo>
                  <a:pt x="282" y="277"/>
                  <a:pt x="277" y="282"/>
                  <a:pt x="277" y="288"/>
                </a:cubicBezTo>
                <a:cubicBezTo>
                  <a:pt x="277" y="384"/>
                  <a:pt x="277" y="384"/>
                  <a:pt x="277" y="384"/>
                </a:cubicBezTo>
                <a:cubicBezTo>
                  <a:pt x="277" y="390"/>
                  <a:pt x="282" y="394"/>
                  <a:pt x="288" y="394"/>
                </a:cubicBezTo>
                <a:cubicBezTo>
                  <a:pt x="384" y="394"/>
                  <a:pt x="384" y="394"/>
                  <a:pt x="384" y="394"/>
                </a:cubicBezTo>
                <a:cubicBezTo>
                  <a:pt x="390" y="394"/>
                  <a:pt x="394" y="390"/>
                  <a:pt x="394" y="384"/>
                </a:cubicBezTo>
                <a:lnTo>
                  <a:pt x="394" y="288"/>
                </a:lnTo>
                <a:close/>
                <a:moveTo>
                  <a:pt x="394" y="128"/>
                </a:moveTo>
                <a:cubicBezTo>
                  <a:pt x="394" y="122"/>
                  <a:pt x="390" y="117"/>
                  <a:pt x="384" y="117"/>
                </a:cubicBezTo>
                <a:cubicBezTo>
                  <a:pt x="288" y="117"/>
                  <a:pt x="288" y="117"/>
                  <a:pt x="288" y="117"/>
                </a:cubicBezTo>
                <a:cubicBezTo>
                  <a:pt x="282" y="117"/>
                  <a:pt x="277" y="122"/>
                  <a:pt x="277" y="128"/>
                </a:cubicBezTo>
                <a:cubicBezTo>
                  <a:pt x="277" y="224"/>
                  <a:pt x="277" y="224"/>
                  <a:pt x="277" y="224"/>
                </a:cubicBezTo>
                <a:cubicBezTo>
                  <a:pt x="277" y="230"/>
                  <a:pt x="282" y="234"/>
                  <a:pt x="288" y="234"/>
                </a:cubicBezTo>
                <a:cubicBezTo>
                  <a:pt x="384" y="234"/>
                  <a:pt x="384" y="234"/>
                  <a:pt x="384" y="234"/>
                </a:cubicBezTo>
                <a:cubicBezTo>
                  <a:pt x="390" y="234"/>
                  <a:pt x="394" y="230"/>
                  <a:pt x="394" y="224"/>
                </a:cubicBezTo>
                <a:lnTo>
                  <a:pt x="394" y="128"/>
                </a:lnTo>
                <a:close/>
                <a:moveTo>
                  <a:pt x="298" y="213"/>
                </a:moveTo>
                <a:cubicBezTo>
                  <a:pt x="373" y="213"/>
                  <a:pt x="373" y="213"/>
                  <a:pt x="373" y="213"/>
                </a:cubicBezTo>
                <a:cubicBezTo>
                  <a:pt x="373" y="138"/>
                  <a:pt x="373" y="138"/>
                  <a:pt x="373" y="138"/>
                </a:cubicBezTo>
                <a:cubicBezTo>
                  <a:pt x="298" y="138"/>
                  <a:pt x="298" y="138"/>
                  <a:pt x="298" y="138"/>
                </a:cubicBezTo>
                <a:lnTo>
                  <a:pt x="298" y="213"/>
                </a:lnTo>
                <a:close/>
              </a:path>
            </a:pathLst>
          </a:custGeom>
          <a:solidFill>
            <a:schemeClr val="accent4"/>
          </a:solidFill>
          <a:ln>
            <a:noFill/>
          </a:ln>
        </p:spPr>
        <p:txBody>
          <a:bodyPr vert="horz" wrap="square" lIns="103578" tIns="51789" rIns="103578" bIns="51789" numCol="1" anchor="t" anchorCtr="0" compatLnSpc="1">
            <a:prstTxWarp prst="textNoShape">
              <a:avLst/>
            </a:prstTxWarp>
          </a:bodyPr>
          <a:lstStyle/>
          <a:p>
            <a:pPr defTabSz="1380987">
              <a:defRPr/>
            </a:pPr>
            <a:endParaRPr lang="en-GB" sz="2471" dirty="0">
              <a:solidFill>
                <a:prstClr val="black"/>
              </a:solidFill>
              <a:latin typeface="Verdana"/>
            </a:endParaRPr>
          </a:p>
        </p:txBody>
      </p:sp>
      <p:sp>
        <p:nvSpPr>
          <p:cNvPr id="91" name="Freeform 59">
            <a:extLst>
              <a:ext uri="{FF2B5EF4-FFF2-40B4-BE49-F238E27FC236}">
                <a16:creationId xmlns:a16="http://schemas.microsoft.com/office/drawing/2014/main" id="{9920DF9A-5043-4800-805F-AAA1D155489F}"/>
              </a:ext>
            </a:extLst>
          </p:cNvPr>
          <p:cNvSpPr>
            <a:spLocks noChangeAspect="1" noEditPoints="1"/>
          </p:cNvSpPr>
          <p:nvPr/>
        </p:nvSpPr>
        <p:spPr bwMode="auto">
          <a:xfrm>
            <a:off x="548586" y="1206080"/>
            <a:ext cx="411731" cy="447235"/>
          </a:xfrm>
          <a:custGeom>
            <a:avLst/>
            <a:gdLst>
              <a:gd name="T0" fmla="*/ 147 w 512"/>
              <a:gd name="T1" fmla="*/ 170 h 512"/>
              <a:gd name="T2" fmla="*/ 201 w 512"/>
              <a:gd name="T3" fmla="*/ 170 h 512"/>
              <a:gd name="T4" fmla="*/ 223 w 512"/>
              <a:gd name="T5" fmla="*/ 170 h 512"/>
              <a:gd name="T6" fmla="*/ 256 w 512"/>
              <a:gd name="T7" fmla="*/ 117 h 512"/>
              <a:gd name="T8" fmla="*/ 133 w 512"/>
              <a:gd name="T9" fmla="*/ 192 h 512"/>
              <a:gd name="T10" fmla="*/ 192 w 512"/>
              <a:gd name="T11" fmla="*/ 245 h 512"/>
              <a:gd name="T12" fmla="*/ 218 w 512"/>
              <a:gd name="T13" fmla="*/ 320 h 512"/>
              <a:gd name="T14" fmla="*/ 298 w 512"/>
              <a:gd name="T15" fmla="*/ 266 h 512"/>
              <a:gd name="T16" fmla="*/ 218 w 512"/>
              <a:gd name="T17" fmla="*/ 320 h 512"/>
              <a:gd name="T18" fmla="*/ 292 w 512"/>
              <a:gd name="T19" fmla="*/ 122 h 512"/>
              <a:gd name="T20" fmla="*/ 365 w 512"/>
              <a:gd name="T21" fmla="*/ 170 h 512"/>
              <a:gd name="T22" fmla="*/ 218 w 512"/>
              <a:gd name="T23" fmla="*/ 192 h 512"/>
              <a:gd name="T24" fmla="*/ 298 w 512"/>
              <a:gd name="T25" fmla="*/ 245 h 512"/>
              <a:gd name="T26" fmla="*/ 192 w 512"/>
              <a:gd name="T27" fmla="*/ 266 h 512"/>
              <a:gd name="T28" fmla="*/ 133 w 512"/>
              <a:gd name="T29" fmla="*/ 320 h 512"/>
              <a:gd name="T30" fmla="*/ 192 w 512"/>
              <a:gd name="T31" fmla="*/ 266 h 512"/>
              <a:gd name="T32" fmla="*/ 394 w 512"/>
              <a:gd name="T33" fmla="*/ 245 h 512"/>
              <a:gd name="T34" fmla="*/ 314 w 512"/>
              <a:gd name="T35" fmla="*/ 192 h 512"/>
              <a:gd name="T36" fmla="*/ 512 w 512"/>
              <a:gd name="T37" fmla="*/ 256 h 512"/>
              <a:gd name="T38" fmla="*/ 0 w 512"/>
              <a:gd name="T39" fmla="*/ 256 h 512"/>
              <a:gd name="T40" fmla="*/ 512 w 512"/>
              <a:gd name="T41" fmla="*/ 256 h 512"/>
              <a:gd name="T42" fmla="*/ 256 w 512"/>
              <a:gd name="T43" fmla="*/ 96 h 512"/>
              <a:gd name="T44" fmla="*/ 256 w 512"/>
              <a:gd name="T45" fmla="*/ 416 h 512"/>
              <a:gd name="T46" fmla="*/ 314 w 512"/>
              <a:gd name="T47" fmla="*/ 320 h 512"/>
              <a:gd name="T48" fmla="*/ 394 w 512"/>
              <a:gd name="T49" fmla="*/ 266 h 512"/>
              <a:gd name="T50" fmla="*/ 314 w 512"/>
              <a:gd name="T51" fmla="*/ 320 h 512"/>
              <a:gd name="T52" fmla="*/ 220 w 512"/>
              <a:gd name="T53" fmla="*/ 389 h 512"/>
              <a:gd name="T54" fmla="*/ 147 w 512"/>
              <a:gd name="T55" fmla="*/ 341 h 512"/>
              <a:gd name="T56" fmla="*/ 365 w 512"/>
              <a:gd name="T57" fmla="*/ 341 h 512"/>
              <a:gd name="T58" fmla="*/ 292 w 512"/>
              <a:gd name="T59" fmla="*/ 389 h 512"/>
              <a:gd name="T60" fmla="*/ 288 w 512"/>
              <a:gd name="T61" fmla="*/ 341 h 512"/>
              <a:gd name="T62" fmla="*/ 256 w 512"/>
              <a:gd name="T63" fmla="*/ 39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12" h="512">
                <a:moveTo>
                  <a:pt x="201" y="170"/>
                </a:moveTo>
                <a:cubicBezTo>
                  <a:pt x="147" y="170"/>
                  <a:pt x="147" y="170"/>
                  <a:pt x="147" y="170"/>
                </a:cubicBezTo>
                <a:cubicBezTo>
                  <a:pt x="165" y="147"/>
                  <a:pt x="190" y="130"/>
                  <a:pt x="220" y="122"/>
                </a:cubicBezTo>
                <a:cubicBezTo>
                  <a:pt x="212" y="135"/>
                  <a:pt x="206" y="151"/>
                  <a:pt x="201" y="170"/>
                </a:cubicBezTo>
                <a:close/>
                <a:moveTo>
                  <a:pt x="256" y="117"/>
                </a:moveTo>
                <a:cubicBezTo>
                  <a:pt x="245" y="117"/>
                  <a:pt x="232" y="137"/>
                  <a:pt x="223" y="170"/>
                </a:cubicBezTo>
                <a:cubicBezTo>
                  <a:pt x="288" y="170"/>
                  <a:pt x="288" y="170"/>
                  <a:pt x="288" y="170"/>
                </a:cubicBezTo>
                <a:cubicBezTo>
                  <a:pt x="279" y="137"/>
                  <a:pt x="266" y="117"/>
                  <a:pt x="256" y="117"/>
                </a:cubicBezTo>
                <a:close/>
                <a:moveTo>
                  <a:pt x="197" y="192"/>
                </a:moveTo>
                <a:cubicBezTo>
                  <a:pt x="133" y="192"/>
                  <a:pt x="133" y="192"/>
                  <a:pt x="133" y="192"/>
                </a:cubicBezTo>
                <a:cubicBezTo>
                  <a:pt x="124" y="208"/>
                  <a:pt x="119" y="226"/>
                  <a:pt x="118" y="245"/>
                </a:cubicBezTo>
                <a:cubicBezTo>
                  <a:pt x="192" y="245"/>
                  <a:pt x="192" y="245"/>
                  <a:pt x="192" y="245"/>
                </a:cubicBezTo>
                <a:cubicBezTo>
                  <a:pt x="192" y="227"/>
                  <a:pt x="194" y="209"/>
                  <a:pt x="197" y="192"/>
                </a:cubicBezTo>
                <a:close/>
                <a:moveTo>
                  <a:pt x="218" y="320"/>
                </a:moveTo>
                <a:cubicBezTo>
                  <a:pt x="293" y="320"/>
                  <a:pt x="293" y="320"/>
                  <a:pt x="293" y="320"/>
                </a:cubicBezTo>
                <a:cubicBezTo>
                  <a:pt x="296" y="304"/>
                  <a:pt x="298" y="286"/>
                  <a:pt x="298" y="266"/>
                </a:cubicBezTo>
                <a:cubicBezTo>
                  <a:pt x="213" y="266"/>
                  <a:pt x="213" y="266"/>
                  <a:pt x="213" y="266"/>
                </a:cubicBezTo>
                <a:cubicBezTo>
                  <a:pt x="214" y="286"/>
                  <a:pt x="216" y="304"/>
                  <a:pt x="218" y="320"/>
                </a:cubicBezTo>
                <a:close/>
                <a:moveTo>
                  <a:pt x="365" y="170"/>
                </a:moveTo>
                <a:cubicBezTo>
                  <a:pt x="347" y="147"/>
                  <a:pt x="321" y="130"/>
                  <a:pt x="292" y="122"/>
                </a:cubicBezTo>
                <a:cubicBezTo>
                  <a:pt x="299" y="135"/>
                  <a:pt x="306" y="151"/>
                  <a:pt x="310" y="170"/>
                </a:cubicBezTo>
                <a:lnTo>
                  <a:pt x="365" y="170"/>
                </a:lnTo>
                <a:close/>
                <a:moveTo>
                  <a:pt x="293" y="192"/>
                </a:moveTo>
                <a:cubicBezTo>
                  <a:pt x="218" y="192"/>
                  <a:pt x="218" y="192"/>
                  <a:pt x="218" y="192"/>
                </a:cubicBezTo>
                <a:cubicBezTo>
                  <a:pt x="216" y="207"/>
                  <a:pt x="214" y="225"/>
                  <a:pt x="213" y="245"/>
                </a:cubicBezTo>
                <a:cubicBezTo>
                  <a:pt x="298" y="245"/>
                  <a:pt x="298" y="245"/>
                  <a:pt x="298" y="245"/>
                </a:cubicBezTo>
                <a:cubicBezTo>
                  <a:pt x="298" y="225"/>
                  <a:pt x="296" y="207"/>
                  <a:pt x="293" y="192"/>
                </a:cubicBezTo>
                <a:close/>
                <a:moveTo>
                  <a:pt x="192" y="266"/>
                </a:moveTo>
                <a:cubicBezTo>
                  <a:pt x="118" y="266"/>
                  <a:pt x="118" y="266"/>
                  <a:pt x="118" y="266"/>
                </a:cubicBezTo>
                <a:cubicBezTo>
                  <a:pt x="119" y="285"/>
                  <a:pt x="124" y="303"/>
                  <a:pt x="133" y="320"/>
                </a:cubicBezTo>
                <a:cubicBezTo>
                  <a:pt x="197" y="320"/>
                  <a:pt x="197" y="320"/>
                  <a:pt x="197" y="320"/>
                </a:cubicBezTo>
                <a:cubicBezTo>
                  <a:pt x="194" y="303"/>
                  <a:pt x="192" y="284"/>
                  <a:pt x="192" y="266"/>
                </a:cubicBezTo>
                <a:close/>
                <a:moveTo>
                  <a:pt x="319" y="245"/>
                </a:moveTo>
                <a:cubicBezTo>
                  <a:pt x="394" y="245"/>
                  <a:pt x="394" y="245"/>
                  <a:pt x="394" y="245"/>
                </a:cubicBezTo>
                <a:cubicBezTo>
                  <a:pt x="392" y="226"/>
                  <a:pt x="387" y="208"/>
                  <a:pt x="379" y="192"/>
                </a:cubicBezTo>
                <a:cubicBezTo>
                  <a:pt x="314" y="192"/>
                  <a:pt x="314" y="192"/>
                  <a:pt x="314" y="192"/>
                </a:cubicBezTo>
                <a:cubicBezTo>
                  <a:pt x="317" y="209"/>
                  <a:pt x="319" y="227"/>
                  <a:pt x="319" y="245"/>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256"/>
                </a:moveTo>
                <a:cubicBezTo>
                  <a:pt x="416" y="167"/>
                  <a:pt x="344" y="96"/>
                  <a:pt x="256" y="96"/>
                </a:cubicBezTo>
                <a:cubicBezTo>
                  <a:pt x="167" y="96"/>
                  <a:pt x="96" y="167"/>
                  <a:pt x="96" y="256"/>
                </a:cubicBezTo>
                <a:cubicBezTo>
                  <a:pt x="96" y="344"/>
                  <a:pt x="167" y="416"/>
                  <a:pt x="256" y="416"/>
                </a:cubicBezTo>
                <a:cubicBezTo>
                  <a:pt x="344" y="416"/>
                  <a:pt x="416" y="344"/>
                  <a:pt x="416" y="256"/>
                </a:cubicBezTo>
                <a:close/>
                <a:moveTo>
                  <a:pt x="314" y="320"/>
                </a:moveTo>
                <a:cubicBezTo>
                  <a:pt x="379" y="320"/>
                  <a:pt x="379" y="320"/>
                  <a:pt x="379" y="320"/>
                </a:cubicBezTo>
                <a:cubicBezTo>
                  <a:pt x="387" y="303"/>
                  <a:pt x="392" y="285"/>
                  <a:pt x="394" y="266"/>
                </a:cubicBezTo>
                <a:cubicBezTo>
                  <a:pt x="319" y="266"/>
                  <a:pt x="319" y="266"/>
                  <a:pt x="319" y="266"/>
                </a:cubicBezTo>
                <a:cubicBezTo>
                  <a:pt x="319" y="284"/>
                  <a:pt x="317" y="303"/>
                  <a:pt x="314" y="320"/>
                </a:cubicBezTo>
                <a:close/>
                <a:moveTo>
                  <a:pt x="147" y="341"/>
                </a:moveTo>
                <a:cubicBezTo>
                  <a:pt x="165" y="364"/>
                  <a:pt x="190" y="381"/>
                  <a:pt x="220" y="389"/>
                </a:cubicBezTo>
                <a:cubicBezTo>
                  <a:pt x="212" y="377"/>
                  <a:pt x="206" y="360"/>
                  <a:pt x="201" y="341"/>
                </a:cubicBezTo>
                <a:lnTo>
                  <a:pt x="147" y="341"/>
                </a:lnTo>
                <a:close/>
                <a:moveTo>
                  <a:pt x="292" y="389"/>
                </a:moveTo>
                <a:cubicBezTo>
                  <a:pt x="321" y="381"/>
                  <a:pt x="347" y="364"/>
                  <a:pt x="365" y="341"/>
                </a:cubicBezTo>
                <a:cubicBezTo>
                  <a:pt x="310" y="341"/>
                  <a:pt x="310" y="341"/>
                  <a:pt x="310" y="341"/>
                </a:cubicBezTo>
                <a:cubicBezTo>
                  <a:pt x="306" y="360"/>
                  <a:pt x="299" y="377"/>
                  <a:pt x="292" y="389"/>
                </a:cubicBezTo>
                <a:close/>
                <a:moveTo>
                  <a:pt x="256" y="394"/>
                </a:moveTo>
                <a:cubicBezTo>
                  <a:pt x="266" y="394"/>
                  <a:pt x="279" y="375"/>
                  <a:pt x="288" y="341"/>
                </a:cubicBezTo>
                <a:cubicBezTo>
                  <a:pt x="223" y="341"/>
                  <a:pt x="223" y="341"/>
                  <a:pt x="223" y="341"/>
                </a:cubicBezTo>
                <a:cubicBezTo>
                  <a:pt x="232" y="375"/>
                  <a:pt x="245" y="394"/>
                  <a:pt x="256" y="394"/>
                </a:cubicBezTo>
                <a:close/>
              </a:path>
            </a:pathLst>
          </a:custGeom>
          <a:solidFill>
            <a:schemeClr val="accent4"/>
          </a:solidFill>
          <a:ln>
            <a:noFill/>
          </a:ln>
        </p:spPr>
        <p:txBody>
          <a:bodyPr vert="horz" wrap="square" lIns="80682" tIns="40341" rIns="80682" bIns="40341" numCol="1" anchor="t" anchorCtr="0" compatLnSpc="1">
            <a:prstTxWarp prst="textNoShape">
              <a:avLst/>
            </a:prstTxWarp>
          </a:bodyPr>
          <a:lstStyle/>
          <a:p>
            <a:endParaRPr lang="en-GB" sz="1765" dirty="0"/>
          </a:p>
        </p:txBody>
      </p:sp>
      <p:grpSp>
        <p:nvGrpSpPr>
          <p:cNvPr id="61" name="Group 60">
            <a:extLst>
              <a:ext uri="{FF2B5EF4-FFF2-40B4-BE49-F238E27FC236}">
                <a16:creationId xmlns:a16="http://schemas.microsoft.com/office/drawing/2014/main" id="{783C2A1D-B5EC-4A4F-8E9F-BB607BEAF6BC}"/>
              </a:ext>
            </a:extLst>
          </p:cNvPr>
          <p:cNvGrpSpPr/>
          <p:nvPr/>
        </p:nvGrpSpPr>
        <p:grpSpPr>
          <a:xfrm>
            <a:off x="4070134" y="1829339"/>
            <a:ext cx="2458501" cy="1653658"/>
            <a:chOff x="4574863" y="4988967"/>
            <a:chExt cx="2141794" cy="1874144"/>
          </a:xfrm>
        </p:grpSpPr>
        <p:sp>
          <p:nvSpPr>
            <p:cNvPr id="62" name="Rectangle 61">
              <a:extLst>
                <a:ext uri="{FF2B5EF4-FFF2-40B4-BE49-F238E27FC236}">
                  <a16:creationId xmlns:a16="http://schemas.microsoft.com/office/drawing/2014/main" id="{7DB3D57D-9865-4D89-81DD-94DC4F997E00}"/>
                </a:ext>
              </a:extLst>
            </p:cNvPr>
            <p:cNvSpPr/>
            <p:nvPr/>
          </p:nvSpPr>
          <p:spPr bwMode="gray">
            <a:xfrm>
              <a:off x="4574863" y="4988967"/>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Existing business processes</a:t>
              </a:r>
              <a:endParaRPr lang="en-IN" sz="1235" b="1" dirty="0">
                <a:solidFill>
                  <a:prstClr val="white"/>
                </a:solidFill>
                <a:latin typeface="+mj-lt"/>
              </a:endParaRPr>
            </a:p>
          </p:txBody>
        </p:sp>
        <p:sp>
          <p:nvSpPr>
            <p:cNvPr id="63" name="TextBox 62">
              <a:extLst>
                <a:ext uri="{FF2B5EF4-FFF2-40B4-BE49-F238E27FC236}">
                  <a16:creationId xmlns:a16="http://schemas.microsoft.com/office/drawing/2014/main" id="{08567972-DA6F-437A-B80F-7AE5BA54BA95}"/>
                </a:ext>
              </a:extLst>
            </p:cNvPr>
            <p:cNvSpPr txBox="1"/>
            <p:nvPr/>
          </p:nvSpPr>
          <p:spPr>
            <a:xfrm>
              <a:off x="4574863" y="5754757"/>
              <a:ext cx="2135105" cy="1108354"/>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Understand existing business processes, operations and technology footprint across operations, investment, customer and other business processes</a:t>
              </a:r>
            </a:p>
          </p:txBody>
        </p:sp>
      </p:grpSp>
      <p:grpSp>
        <p:nvGrpSpPr>
          <p:cNvPr id="64" name="Group 63">
            <a:extLst>
              <a:ext uri="{FF2B5EF4-FFF2-40B4-BE49-F238E27FC236}">
                <a16:creationId xmlns:a16="http://schemas.microsoft.com/office/drawing/2014/main" id="{CB50E966-0702-4461-9DD9-742DEC036D16}"/>
              </a:ext>
            </a:extLst>
          </p:cNvPr>
          <p:cNvGrpSpPr/>
          <p:nvPr/>
        </p:nvGrpSpPr>
        <p:grpSpPr>
          <a:xfrm>
            <a:off x="6654070" y="1827373"/>
            <a:ext cx="2458501" cy="1166645"/>
            <a:chOff x="6790142" y="4986738"/>
            <a:chExt cx="2141794" cy="1322196"/>
          </a:xfrm>
        </p:grpSpPr>
        <p:sp>
          <p:nvSpPr>
            <p:cNvPr id="65" name="Rectangle 64">
              <a:extLst>
                <a:ext uri="{FF2B5EF4-FFF2-40B4-BE49-F238E27FC236}">
                  <a16:creationId xmlns:a16="http://schemas.microsoft.com/office/drawing/2014/main" id="{23B46B47-DE20-4C12-B9A7-B976FD4BBC2F}"/>
                </a:ext>
              </a:extLst>
            </p:cNvPr>
            <p:cNvSpPr/>
            <p:nvPr/>
          </p:nvSpPr>
          <p:spPr bwMode="gray">
            <a:xfrm>
              <a:off x="6790142" y="4986738"/>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Future business requirements</a:t>
              </a:r>
              <a:endParaRPr lang="en-IN" sz="1235" b="1" dirty="0">
                <a:solidFill>
                  <a:prstClr val="white"/>
                </a:solidFill>
                <a:latin typeface="+mj-lt"/>
              </a:endParaRPr>
            </a:p>
          </p:txBody>
        </p:sp>
        <p:sp>
          <p:nvSpPr>
            <p:cNvPr id="66" name="TextBox 65">
              <a:extLst>
                <a:ext uri="{FF2B5EF4-FFF2-40B4-BE49-F238E27FC236}">
                  <a16:creationId xmlns:a16="http://schemas.microsoft.com/office/drawing/2014/main" id="{4F123907-4FFF-40DB-BB7D-B00D1F8ADC1E}"/>
                </a:ext>
              </a:extLst>
            </p:cNvPr>
            <p:cNvSpPr txBox="1"/>
            <p:nvPr/>
          </p:nvSpPr>
          <p:spPr>
            <a:xfrm>
              <a:off x="6796831" y="5754757"/>
              <a:ext cx="2135105" cy="554177"/>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Understand future business requirements and key pain points/issues</a:t>
              </a:r>
            </a:p>
          </p:txBody>
        </p:sp>
      </p:grpSp>
      <p:grpSp>
        <p:nvGrpSpPr>
          <p:cNvPr id="67" name="Group 66">
            <a:extLst>
              <a:ext uri="{FF2B5EF4-FFF2-40B4-BE49-F238E27FC236}">
                <a16:creationId xmlns:a16="http://schemas.microsoft.com/office/drawing/2014/main" id="{B497CE6F-1786-426E-BE8E-C2831872FF2C}"/>
              </a:ext>
            </a:extLst>
          </p:cNvPr>
          <p:cNvGrpSpPr/>
          <p:nvPr/>
        </p:nvGrpSpPr>
        <p:grpSpPr>
          <a:xfrm>
            <a:off x="9279587" y="1827370"/>
            <a:ext cx="2463819" cy="1325762"/>
            <a:chOff x="9041644" y="4986737"/>
            <a:chExt cx="2146427" cy="2525442"/>
          </a:xfrm>
        </p:grpSpPr>
        <p:sp>
          <p:nvSpPr>
            <p:cNvPr id="68" name="Rectangle 67">
              <a:extLst>
                <a:ext uri="{FF2B5EF4-FFF2-40B4-BE49-F238E27FC236}">
                  <a16:creationId xmlns:a16="http://schemas.microsoft.com/office/drawing/2014/main" id="{25DC1DA1-F9FA-4A6D-8038-F564DF407DF2}"/>
                </a:ext>
              </a:extLst>
            </p:cNvPr>
            <p:cNvSpPr/>
            <p:nvPr/>
          </p:nvSpPr>
          <p:spPr bwMode="gray">
            <a:xfrm>
              <a:off x="9041644" y="4986737"/>
              <a:ext cx="2141794" cy="1125680"/>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IT Infrastructure</a:t>
              </a:r>
              <a:endParaRPr lang="en-IN" sz="1235" b="1" dirty="0">
                <a:solidFill>
                  <a:prstClr val="white"/>
                </a:solidFill>
                <a:latin typeface="+mj-lt"/>
              </a:endParaRPr>
            </a:p>
          </p:txBody>
        </p:sp>
        <p:sp>
          <p:nvSpPr>
            <p:cNvPr id="69" name="TextBox 68">
              <a:extLst>
                <a:ext uri="{FF2B5EF4-FFF2-40B4-BE49-F238E27FC236}">
                  <a16:creationId xmlns:a16="http://schemas.microsoft.com/office/drawing/2014/main" id="{BD1779DB-6D73-4CBB-9341-9E4CD28B4025}"/>
                </a:ext>
              </a:extLst>
            </p:cNvPr>
            <p:cNvSpPr txBox="1"/>
            <p:nvPr/>
          </p:nvSpPr>
          <p:spPr>
            <a:xfrm>
              <a:off x="9052966" y="6270237"/>
              <a:ext cx="2135105" cy="1241942"/>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Review of IT Infrastructure architecture, utilization trends, IT Infrastructure monitoring, management tools</a:t>
              </a:r>
            </a:p>
          </p:txBody>
        </p:sp>
      </p:grpSp>
      <p:sp>
        <p:nvSpPr>
          <p:cNvPr id="37" name="Title 2">
            <a:extLst>
              <a:ext uri="{FF2B5EF4-FFF2-40B4-BE49-F238E27FC236}">
                <a16:creationId xmlns:a16="http://schemas.microsoft.com/office/drawing/2014/main" id="{B15D2DAA-7181-4AA8-A664-FE15CA75AF13}"/>
              </a:ext>
            </a:extLst>
          </p:cNvPr>
          <p:cNvSpPr>
            <a:spLocks noGrp="1"/>
          </p:cNvSpPr>
          <p:nvPr>
            <p:ph type="title"/>
          </p:nvPr>
        </p:nvSpPr>
        <p:spPr>
          <a:xfrm>
            <a:off x="501651" y="317501"/>
            <a:ext cx="11162349" cy="334101"/>
          </a:xfrm>
        </p:spPr>
        <p:txBody>
          <a:bodyPr/>
          <a:lstStyle/>
          <a:p>
            <a:r>
              <a:rPr lang="en-US" sz="1800" dirty="0"/>
              <a:t>Scope of Services </a:t>
            </a:r>
            <a:endParaRPr lang="en-IN" sz="1800" dirty="0"/>
          </a:p>
        </p:txBody>
      </p:sp>
      <p:sp>
        <p:nvSpPr>
          <p:cNvPr id="41" name="Rectangle 40">
            <a:extLst>
              <a:ext uri="{FF2B5EF4-FFF2-40B4-BE49-F238E27FC236}">
                <a16:creationId xmlns:a16="http://schemas.microsoft.com/office/drawing/2014/main" id="{AF2BBC87-6501-4995-A4A7-CFB32B3ADD54}"/>
              </a:ext>
            </a:extLst>
          </p:cNvPr>
          <p:cNvSpPr/>
          <p:nvPr/>
        </p:nvSpPr>
        <p:spPr bwMode="gray">
          <a:xfrm>
            <a:off x="501651" y="748431"/>
            <a:ext cx="8371762" cy="386766"/>
          </a:xfrm>
          <a:prstGeom prst="rect">
            <a:avLst/>
          </a:prstGeom>
          <a:noFill/>
          <a:ln w="19050" algn="ctr">
            <a:noFill/>
            <a:miter lim="800000"/>
            <a:headEnd/>
            <a:tailEnd/>
          </a:ln>
        </p:spPr>
        <p:txBody>
          <a:bodyPr wrap="square" lIns="39113" tIns="39113" rIns="39113" bIns="39113" rtlCol="0" anchor="t">
            <a:spAutoFit/>
          </a:bodyPr>
          <a:lstStyle/>
          <a:p>
            <a:pPr algn="just" defTabSz="892178"/>
            <a:r>
              <a:rPr lang="en-US" sz="2000" dirty="0">
                <a:solidFill>
                  <a:schemeClr val="accent2"/>
                </a:solidFill>
                <a:latin typeface="Verdana"/>
              </a:rPr>
              <a:t>Pillar 2: Technology Roadmap</a:t>
            </a:r>
          </a:p>
        </p:txBody>
      </p:sp>
      <p:graphicFrame>
        <p:nvGraphicFramePr>
          <p:cNvPr id="42" name="Table 2">
            <a:extLst>
              <a:ext uri="{FF2B5EF4-FFF2-40B4-BE49-F238E27FC236}">
                <a16:creationId xmlns:a16="http://schemas.microsoft.com/office/drawing/2014/main" id="{20098600-8994-4E38-99A9-9115A1A2C4F7}"/>
              </a:ext>
            </a:extLst>
          </p:cNvPr>
          <p:cNvGraphicFramePr>
            <a:graphicFrameLocks noGrp="1"/>
          </p:cNvGraphicFramePr>
          <p:nvPr>
            <p:extLst>
              <p:ext uri="{D42A27DB-BD31-4B8C-83A1-F6EECF244321}">
                <p14:modId xmlns:p14="http://schemas.microsoft.com/office/powerpoint/2010/main" val="3391411573"/>
              </p:ext>
            </p:extLst>
          </p:nvPr>
        </p:nvGraphicFramePr>
        <p:xfrm>
          <a:off x="522514" y="5806466"/>
          <a:ext cx="10863949" cy="819458"/>
        </p:xfrm>
        <a:graphic>
          <a:graphicData uri="http://schemas.openxmlformats.org/drawingml/2006/table">
            <a:tbl>
              <a:tblPr firstRow="1" bandRow="1">
                <a:tableStyleId>{7E9639D4-E3E2-4D34-9284-5A2195B3D0D7}</a:tableStyleId>
              </a:tblPr>
              <a:tblGrid>
                <a:gridCol w="3926174">
                  <a:extLst>
                    <a:ext uri="{9D8B030D-6E8A-4147-A177-3AD203B41FA5}">
                      <a16:colId xmlns:a16="http://schemas.microsoft.com/office/drawing/2014/main" val="1025434314"/>
                    </a:ext>
                  </a:extLst>
                </a:gridCol>
                <a:gridCol w="533675">
                  <a:extLst>
                    <a:ext uri="{9D8B030D-6E8A-4147-A177-3AD203B41FA5}">
                      <a16:colId xmlns:a16="http://schemas.microsoft.com/office/drawing/2014/main" val="1169307448"/>
                    </a:ext>
                  </a:extLst>
                </a:gridCol>
                <a:gridCol w="533675">
                  <a:extLst>
                    <a:ext uri="{9D8B030D-6E8A-4147-A177-3AD203B41FA5}">
                      <a16:colId xmlns:a16="http://schemas.microsoft.com/office/drawing/2014/main" val="3889063496"/>
                    </a:ext>
                  </a:extLst>
                </a:gridCol>
                <a:gridCol w="533675">
                  <a:extLst>
                    <a:ext uri="{9D8B030D-6E8A-4147-A177-3AD203B41FA5}">
                      <a16:colId xmlns:a16="http://schemas.microsoft.com/office/drawing/2014/main" val="297156964"/>
                    </a:ext>
                  </a:extLst>
                </a:gridCol>
                <a:gridCol w="533675">
                  <a:extLst>
                    <a:ext uri="{9D8B030D-6E8A-4147-A177-3AD203B41FA5}">
                      <a16:colId xmlns:a16="http://schemas.microsoft.com/office/drawing/2014/main" val="4047778301"/>
                    </a:ext>
                  </a:extLst>
                </a:gridCol>
                <a:gridCol w="533675">
                  <a:extLst>
                    <a:ext uri="{9D8B030D-6E8A-4147-A177-3AD203B41FA5}">
                      <a16:colId xmlns:a16="http://schemas.microsoft.com/office/drawing/2014/main" val="1524672010"/>
                    </a:ext>
                  </a:extLst>
                </a:gridCol>
                <a:gridCol w="533675">
                  <a:extLst>
                    <a:ext uri="{9D8B030D-6E8A-4147-A177-3AD203B41FA5}">
                      <a16:colId xmlns:a16="http://schemas.microsoft.com/office/drawing/2014/main" val="2389608434"/>
                    </a:ext>
                  </a:extLst>
                </a:gridCol>
                <a:gridCol w="533675">
                  <a:extLst>
                    <a:ext uri="{9D8B030D-6E8A-4147-A177-3AD203B41FA5}">
                      <a16:colId xmlns:a16="http://schemas.microsoft.com/office/drawing/2014/main" val="3608233947"/>
                    </a:ext>
                  </a:extLst>
                </a:gridCol>
                <a:gridCol w="533675">
                  <a:extLst>
                    <a:ext uri="{9D8B030D-6E8A-4147-A177-3AD203B41FA5}">
                      <a16:colId xmlns:a16="http://schemas.microsoft.com/office/drawing/2014/main" val="3969234793"/>
                    </a:ext>
                  </a:extLst>
                </a:gridCol>
                <a:gridCol w="533675">
                  <a:extLst>
                    <a:ext uri="{9D8B030D-6E8A-4147-A177-3AD203B41FA5}">
                      <a16:colId xmlns:a16="http://schemas.microsoft.com/office/drawing/2014/main" val="2673750714"/>
                    </a:ext>
                  </a:extLst>
                </a:gridCol>
                <a:gridCol w="533675">
                  <a:extLst>
                    <a:ext uri="{9D8B030D-6E8A-4147-A177-3AD203B41FA5}">
                      <a16:colId xmlns:a16="http://schemas.microsoft.com/office/drawing/2014/main" val="3847228832"/>
                    </a:ext>
                  </a:extLst>
                </a:gridCol>
                <a:gridCol w="533675">
                  <a:extLst>
                    <a:ext uri="{9D8B030D-6E8A-4147-A177-3AD203B41FA5}">
                      <a16:colId xmlns:a16="http://schemas.microsoft.com/office/drawing/2014/main" val="3035742053"/>
                    </a:ext>
                  </a:extLst>
                </a:gridCol>
                <a:gridCol w="533675">
                  <a:extLst>
                    <a:ext uri="{9D8B030D-6E8A-4147-A177-3AD203B41FA5}">
                      <a16:colId xmlns:a16="http://schemas.microsoft.com/office/drawing/2014/main" val="271010024"/>
                    </a:ext>
                  </a:extLst>
                </a:gridCol>
                <a:gridCol w="533675">
                  <a:extLst>
                    <a:ext uri="{9D8B030D-6E8A-4147-A177-3AD203B41FA5}">
                      <a16:colId xmlns:a16="http://schemas.microsoft.com/office/drawing/2014/main" val="3768528027"/>
                    </a:ext>
                  </a:extLst>
                </a:gridCol>
              </a:tblGrid>
              <a:tr h="242812">
                <a:tc>
                  <a:txBody>
                    <a:bodyPr/>
                    <a:lstStyle/>
                    <a:p>
                      <a:r>
                        <a:rPr lang="en-US" sz="1050" dirty="0"/>
                        <a:t>Workstream/ activity</a:t>
                      </a:r>
                      <a:endParaRPr lang="en-IN" sz="1050" dirty="0"/>
                    </a:p>
                  </a:txBody>
                  <a:tcPr/>
                </a:tc>
                <a:tc>
                  <a:txBody>
                    <a:bodyPr/>
                    <a:lstStyle/>
                    <a:p>
                      <a:r>
                        <a:rPr lang="en-US" sz="900" b="0" dirty="0"/>
                        <a:t>M1</a:t>
                      </a:r>
                      <a:endParaRPr lang="en-IN" sz="900" b="0" dirty="0"/>
                    </a:p>
                  </a:txBody>
                  <a:tcPr anchor="ctr"/>
                </a:tc>
                <a:tc>
                  <a:txBody>
                    <a:bodyPr/>
                    <a:lstStyle/>
                    <a:p>
                      <a:r>
                        <a:rPr lang="en-US" sz="900" b="0" dirty="0"/>
                        <a:t>M2</a:t>
                      </a:r>
                      <a:endParaRPr lang="en-IN" sz="900" b="0" dirty="0"/>
                    </a:p>
                  </a:txBody>
                  <a:tcPr anchor="ctr"/>
                </a:tc>
                <a:tc>
                  <a:txBody>
                    <a:bodyPr/>
                    <a:lstStyle/>
                    <a:p>
                      <a:r>
                        <a:rPr lang="en-US" sz="900" b="0" dirty="0"/>
                        <a:t>M3</a:t>
                      </a:r>
                      <a:endParaRPr lang="en-IN" sz="900" b="0" dirty="0"/>
                    </a:p>
                  </a:txBody>
                  <a:tcPr anchor="ctr"/>
                </a:tc>
                <a:tc>
                  <a:txBody>
                    <a:bodyPr/>
                    <a:lstStyle/>
                    <a:p>
                      <a:r>
                        <a:rPr lang="en-US" sz="900" b="0" dirty="0"/>
                        <a:t>M4</a:t>
                      </a:r>
                      <a:endParaRPr lang="en-IN" sz="900" b="0" dirty="0"/>
                    </a:p>
                  </a:txBody>
                  <a:tcPr anchor="ctr"/>
                </a:tc>
                <a:tc>
                  <a:txBody>
                    <a:bodyPr/>
                    <a:lstStyle/>
                    <a:p>
                      <a:r>
                        <a:rPr lang="en-US" sz="900" b="0" dirty="0"/>
                        <a:t>M5</a:t>
                      </a:r>
                      <a:endParaRPr lang="en-IN" sz="900" b="0" dirty="0"/>
                    </a:p>
                  </a:txBody>
                  <a:tcPr anchor="ctr"/>
                </a:tc>
                <a:tc>
                  <a:txBody>
                    <a:bodyPr/>
                    <a:lstStyle/>
                    <a:p>
                      <a:r>
                        <a:rPr lang="en-US" sz="900" b="0" dirty="0"/>
                        <a:t>M6</a:t>
                      </a:r>
                      <a:endParaRPr lang="en-IN" sz="900" b="0" dirty="0"/>
                    </a:p>
                  </a:txBody>
                  <a:tcPr anchor="ctr"/>
                </a:tc>
                <a:tc>
                  <a:txBody>
                    <a:bodyPr/>
                    <a:lstStyle/>
                    <a:p>
                      <a:r>
                        <a:rPr lang="en-US" sz="900" b="0" dirty="0"/>
                        <a:t>M7</a:t>
                      </a:r>
                      <a:endParaRPr lang="en-IN" sz="900" b="0" dirty="0"/>
                    </a:p>
                  </a:txBody>
                  <a:tcPr anchor="ctr"/>
                </a:tc>
                <a:tc>
                  <a:txBody>
                    <a:bodyPr/>
                    <a:lstStyle/>
                    <a:p>
                      <a:r>
                        <a:rPr lang="en-US" sz="900" b="0" dirty="0"/>
                        <a:t>M8</a:t>
                      </a:r>
                      <a:endParaRPr lang="en-IN" sz="900" b="0" dirty="0"/>
                    </a:p>
                  </a:txBody>
                  <a:tcPr anchor="ctr"/>
                </a:tc>
                <a:tc>
                  <a:txBody>
                    <a:bodyPr/>
                    <a:lstStyle/>
                    <a:p>
                      <a:r>
                        <a:rPr lang="en-US" sz="900" b="0" dirty="0"/>
                        <a:t>M9</a:t>
                      </a:r>
                      <a:endParaRPr lang="en-IN" sz="900" b="0" dirty="0"/>
                    </a:p>
                  </a:txBody>
                  <a:tcPr anchor="ctr"/>
                </a:tc>
                <a:tc>
                  <a:txBody>
                    <a:bodyPr/>
                    <a:lstStyle/>
                    <a:p>
                      <a:r>
                        <a:rPr lang="en-US" sz="900" b="0" dirty="0"/>
                        <a:t>M9</a:t>
                      </a:r>
                      <a:endParaRPr lang="en-IN" sz="900" b="0" dirty="0"/>
                    </a:p>
                  </a:txBody>
                  <a:tcPr anchor="ctr"/>
                </a:tc>
                <a:tc>
                  <a:txBody>
                    <a:bodyPr/>
                    <a:lstStyle/>
                    <a:p>
                      <a:r>
                        <a:rPr lang="en-US" sz="900" b="0" dirty="0"/>
                        <a:t>M10</a:t>
                      </a:r>
                      <a:endParaRPr lang="en-IN" sz="900" b="0" dirty="0"/>
                    </a:p>
                  </a:txBody>
                  <a:tcPr anchor="ctr"/>
                </a:tc>
                <a:tc>
                  <a:txBody>
                    <a:bodyPr/>
                    <a:lstStyle/>
                    <a:p>
                      <a:r>
                        <a:rPr lang="en-US" sz="900" b="0" dirty="0"/>
                        <a:t>M11</a:t>
                      </a:r>
                      <a:endParaRPr lang="en-IN" sz="900" b="0" dirty="0"/>
                    </a:p>
                  </a:txBody>
                  <a:tcPr anchor="ctr"/>
                </a:tc>
                <a:tc>
                  <a:txBody>
                    <a:bodyPr/>
                    <a:lstStyle/>
                    <a:p>
                      <a:r>
                        <a:rPr lang="en-US" sz="900" b="0" dirty="0"/>
                        <a:t>M12</a:t>
                      </a:r>
                      <a:endParaRPr lang="en-IN" sz="900" b="0" dirty="0"/>
                    </a:p>
                  </a:txBody>
                  <a:tcPr anchor="ctr"/>
                </a:tc>
                <a:extLst>
                  <a:ext uri="{0D108BD9-81ED-4DB2-BD59-A6C34878D82A}">
                    <a16:rowId xmlns:a16="http://schemas.microsoft.com/office/drawing/2014/main" val="357613014"/>
                  </a:ext>
                </a:extLst>
              </a:tr>
              <a:tr h="235455">
                <a:tc gridSpan="14">
                  <a:txBody>
                    <a:bodyPr/>
                    <a:lstStyle/>
                    <a:p>
                      <a:pPr marL="0" algn="l" defTabSz="862686" rtl="0" eaLnBrk="1" latinLnBrk="0" hangingPunct="1"/>
                      <a:r>
                        <a:rPr lang="en-US" sz="1000" b="1" kern="1200" dirty="0">
                          <a:solidFill>
                            <a:schemeClr val="accent4"/>
                          </a:solidFill>
                          <a:latin typeface="+mn-lt"/>
                          <a:ea typeface="+mn-ea"/>
                          <a:cs typeface="+mn-cs"/>
                        </a:rPr>
                        <a:t>Technology Roadmap</a:t>
                      </a:r>
                      <a:endParaRPr lang="en-IN" sz="1000" b="1" kern="1200" dirty="0">
                        <a:solidFill>
                          <a:schemeClr val="accent4"/>
                        </a:solidFill>
                        <a:latin typeface="+mn-lt"/>
                        <a:ea typeface="+mn-ea"/>
                        <a:cs typeface="+mn-cs"/>
                      </a:endParaRPr>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extLst>
                  <a:ext uri="{0D108BD9-81ED-4DB2-BD59-A6C34878D82A}">
                    <a16:rowId xmlns:a16="http://schemas.microsoft.com/office/drawing/2014/main" val="4292750144"/>
                  </a:ext>
                </a:extLst>
              </a:tr>
              <a:tr h="324158">
                <a:tc>
                  <a:txBody>
                    <a:bodyPr/>
                    <a:lstStyle/>
                    <a:p>
                      <a:r>
                        <a:rPr lang="en-US" sz="1000" dirty="0"/>
                        <a:t>Diagnostic Review and action plan</a:t>
                      </a:r>
                    </a:p>
                  </a:txBody>
                  <a:tcPr anchor="ctr"/>
                </a:tc>
                <a:tc>
                  <a:txBody>
                    <a:bodyPr/>
                    <a:lstStyle/>
                    <a:p>
                      <a:endParaRPr lang="en-IN" sz="1050" dirty="0"/>
                    </a:p>
                  </a:txBody>
                  <a:tcPr anchor="ctr">
                    <a:solidFill>
                      <a:schemeClr val="accent2"/>
                    </a:solidFill>
                  </a:tcPr>
                </a:tc>
                <a:tc>
                  <a:txBody>
                    <a:bodyPr/>
                    <a:lstStyle/>
                    <a:p>
                      <a:endParaRPr lang="en-IN" sz="1050" dirty="0"/>
                    </a:p>
                  </a:txBody>
                  <a:tcPr anchor="ctr">
                    <a:solidFill>
                      <a:schemeClr val="accent2"/>
                    </a:solidFill>
                  </a:tcPr>
                </a:tc>
                <a:tc>
                  <a:txBody>
                    <a:bodyPr/>
                    <a:lstStyle/>
                    <a:p>
                      <a:endParaRPr lang="en-IN" sz="1050" dirty="0"/>
                    </a:p>
                  </a:txBody>
                  <a:tcPr anchor="ctr">
                    <a:solidFill>
                      <a:schemeClr val="accent2"/>
                    </a:solidFill>
                  </a:tcPr>
                </a:tc>
                <a:tc>
                  <a:txBody>
                    <a:bodyPr/>
                    <a:lstStyle/>
                    <a:p>
                      <a:endParaRPr lang="en-IN" sz="1050"/>
                    </a:p>
                  </a:txBody>
                  <a:tcPr anchor="ctr"/>
                </a:tc>
                <a:tc>
                  <a:txBody>
                    <a:bodyPr/>
                    <a:lstStyle/>
                    <a:p>
                      <a:endParaRPr lang="en-IN" sz="1050"/>
                    </a:p>
                  </a:txBody>
                  <a:tcPr anchor="ctr"/>
                </a:tc>
                <a:tc>
                  <a:txBody>
                    <a:bodyPr/>
                    <a:lstStyle/>
                    <a:p>
                      <a:endParaRPr lang="en-IN" sz="1050"/>
                    </a:p>
                  </a:txBody>
                  <a:tcPr anchor="ctr"/>
                </a:tc>
                <a:tc>
                  <a:txBody>
                    <a:bodyPr/>
                    <a:lstStyle/>
                    <a:p>
                      <a:endParaRPr lang="en-IN" sz="1050"/>
                    </a:p>
                  </a:txBody>
                  <a:tcPr anchor="ctr"/>
                </a:tc>
                <a:tc>
                  <a:txBody>
                    <a:bodyPr/>
                    <a:lstStyle/>
                    <a:p>
                      <a:endParaRPr lang="en-IN" sz="1050" dirty="0"/>
                    </a:p>
                  </a:txBody>
                  <a:tcPr anchor="ctr"/>
                </a:tc>
                <a:tc>
                  <a:txBody>
                    <a:bodyPr/>
                    <a:lstStyle/>
                    <a:p>
                      <a:endParaRPr lang="en-IN" sz="1050" dirty="0"/>
                    </a:p>
                  </a:txBody>
                  <a:tcPr anchor="ctr"/>
                </a:tc>
                <a:tc>
                  <a:txBody>
                    <a:bodyPr/>
                    <a:lstStyle/>
                    <a:p>
                      <a:endParaRPr lang="en-IN" sz="1050" dirty="0"/>
                    </a:p>
                  </a:txBody>
                  <a:tcPr anchor="ctr"/>
                </a:tc>
                <a:tc>
                  <a:txBody>
                    <a:bodyPr/>
                    <a:lstStyle/>
                    <a:p>
                      <a:endParaRPr lang="en-IN" sz="1050" dirty="0"/>
                    </a:p>
                  </a:txBody>
                  <a:tcPr anchor="ctr"/>
                </a:tc>
                <a:tc>
                  <a:txBody>
                    <a:bodyPr/>
                    <a:lstStyle/>
                    <a:p>
                      <a:endParaRPr lang="en-IN" sz="1050" dirty="0"/>
                    </a:p>
                  </a:txBody>
                  <a:tcPr anchor="ctr"/>
                </a:tc>
                <a:tc>
                  <a:txBody>
                    <a:bodyPr/>
                    <a:lstStyle/>
                    <a:p>
                      <a:endParaRPr lang="en-IN" sz="1050" dirty="0"/>
                    </a:p>
                  </a:txBody>
                  <a:tcPr anchor="ctr"/>
                </a:tc>
                <a:extLst>
                  <a:ext uri="{0D108BD9-81ED-4DB2-BD59-A6C34878D82A}">
                    <a16:rowId xmlns:a16="http://schemas.microsoft.com/office/drawing/2014/main" val="737226049"/>
                  </a:ext>
                </a:extLst>
              </a:tr>
            </a:tbl>
          </a:graphicData>
        </a:graphic>
      </p:graphicFrame>
      <p:sp>
        <p:nvSpPr>
          <p:cNvPr id="43" name="TextBox 42">
            <a:extLst>
              <a:ext uri="{FF2B5EF4-FFF2-40B4-BE49-F238E27FC236}">
                <a16:creationId xmlns:a16="http://schemas.microsoft.com/office/drawing/2014/main" id="{F0E9627A-2264-4A4A-880A-7CA6E44CA6F0}"/>
              </a:ext>
            </a:extLst>
          </p:cNvPr>
          <p:cNvSpPr txBox="1"/>
          <p:nvPr/>
        </p:nvSpPr>
        <p:spPr>
          <a:xfrm>
            <a:off x="7968349" y="5563221"/>
            <a:ext cx="1632857" cy="169277"/>
          </a:xfrm>
          <a:prstGeom prst="rect">
            <a:avLst/>
          </a:prstGeom>
          <a:solidFill>
            <a:schemeClr val="accent2"/>
          </a:solidFill>
        </p:spPr>
        <p:txBody>
          <a:bodyPr wrap="square" lIns="0" tIns="0" rIns="0" bIns="0" rtlCol="0">
            <a:spAutoFit/>
          </a:bodyPr>
          <a:lstStyle/>
          <a:p>
            <a:pPr algn="ctr">
              <a:spcBef>
                <a:spcPts val="600"/>
              </a:spcBef>
              <a:buSzPct val="100000"/>
            </a:pPr>
            <a:r>
              <a:rPr lang="en-US" sz="1100" dirty="0">
                <a:solidFill>
                  <a:schemeClr val="bg1"/>
                </a:solidFill>
              </a:rPr>
              <a:t>Strategy Phase</a:t>
            </a:r>
          </a:p>
        </p:txBody>
      </p:sp>
      <p:sp>
        <p:nvSpPr>
          <p:cNvPr id="44" name="TextBox 43">
            <a:extLst>
              <a:ext uri="{FF2B5EF4-FFF2-40B4-BE49-F238E27FC236}">
                <a16:creationId xmlns:a16="http://schemas.microsoft.com/office/drawing/2014/main" id="{855A5841-566D-401C-991B-94AF856D93A5}"/>
              </a:ext>
            </a:extLst>
          </p:cNvPr>
          <p:cNvSpPr txBox="1"/>
          <p:nvPr/>
        </p:nvSpPr>
        <p:spPr>
          <a:xfrm>
            <a:off x="9753606" y="5563221"/>
            <a:ext cx="1632857" cy="169277"/>
          </a:xfrm>
          <a:prstGeom prst="rect">
            <a:avLst/>
          </a:prstGeom>
          <a:solidFill>
            <a:schemeClr val="accent6"/>
          </a:solidFill>
        </p:spPr>
        <p:txBody>
          <a:bodyPr wrap="square" lIns="0" tIns="0" rIns="0" bIns="0" rtlCol="0">
            <a:spAutoFit/>
          </a:bodyPr>
          <a:lstStyle/>
          <a:p>
            <a:pPr algn="ctr">
              <a:spcBef>
                <a:spcPts val="600"/>
              </a:spcBef>
              <a:buSzPct val="100000"/>
            </a:pPr>
            <a:r>
              <a:rPr lang="en-US" sz="1100" dirty="0">
                <a:solidFill>
                  <a:schemeClr val="bg1"/>
                </a:solidFill>
              </a:rPr>
              <a:t>PMO Phase</a:t>
            </a:r>
          </a:p>
        </p:txBody>
      </p:sp>
    </p:spTree>
    <p:extLst>
      <p:ext uri="{BB962C8B-B14F-4D97-AF65-F5344CB8AC3E}">
        <p14:creationId xmlns:p14="http://schemas.microsoft.com/office/powerpoint/2010/main" val="4178976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588" y="2579"/>
          <a:ext cx="1587" cy="1587"/>
        </p:xfrm>
        <a:graphic>
          <a:graphicData uri="http://schemas.openxmlformats.org/presentationml/2006/ole">
            <mc:AlternateContent xmlns:mc="http://schemas.openxmlformats.org/markup-compatibility/2006">
              <mc:Choice xmlns:v="urn:schemas-microsoft-com:vml" Requires="v">
                <p:oleObj spid="_x0000_s6203" name="think-cell Slide" r:id="rId6" imgW="530" imgH="531" progId="TCLayout.ActiveDocument.1">
                  <p:embed/>
                </p:oleObj>
              </mc:Choice>
              <mc:Fallback>
                <p:oleObj name="think-cell Slide" r:id="rId6" imgW="530" imgH="531" progId="TCLayout.ActiveDocument.1">
                  <p:embed/>
                  <p:pic>
                    <p:nvPicPr>
                      <p:cNvPr id="4" name="Object 3" hidden="1"/>
                      <p:cNvPicPr/>
                      <p:nvPr/>
                    </p:nvPicPr>
                    <p:blipFill>
                      <a:blip r:embed="rId7"/>
                      <a:stretch>
                        <a:fillRect/>
                      </a:stretch>
                    </p:blipFill>
                    <p:spPr>
                      <a:xfrm>
                        <a:off x="1588" y="2579"/>
                        <a:ext cx="1587" cy="1587"/>
                      </a:xfrm>
                      <a:prstGeom prst="rect">
                        <a:avLst/>
                      </a:prstGeom>
                    </p:spPr>
                  </p:pic>
                </p:oleObj>
              </mc:Fallback>
            </mc:AlternateContent>
          </a:graphicData>
        </a:graphic>
      </p:graphicFrame>
      <p:sp>
        <p:nvSpPr>
          <p:cNvPr id="5" name="Rectangle 4" hidden="1"/>
          <p:cNvSpPr/>
          <p:nvPr>
            <p:custDataLst>
              <p:tags r:id="rId3"/>
            </p:custDataLst>
          </p:nvPr>
        </p:nvSpPr>
        <p:spPr>
          <a:xfrm>
            <a:off x="1" y="992"/>
            <a:ext cx="158667" cy="1586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GB" sz="1765" b="1" dirty="0">
              <a:latin typeface="Verdana" panose="020B0604030504040204" pitchFamily="34" charset="0"/>
              <a:ea typeface="+mj-ea"/>
              <a:cs typeface="+mj-cs"/>
              <a:sym typeface="Verdana" panose="020B0604030504040204" pitchFamily="34" charset="0"/>
            </a:endParaRPr>
          </a:p>
        </p:txBody>
      </p:sp>
      <p:sp>
        <p:nvSpPr>
          <p:cNvPr id="36" name="Rectangle 35"/>
          <p:cNvSpPr/>
          <p:nvPr/>
        </p:nvSpPr>
        <p:spPr bwMode="gray">
          <a:xfrm>
            <a:off x="5957829" y="1253216"/>
            <a:ext cx="2520529" cy="427986"/>
          </a:xfrm>
          <a:prstGeom prst="rect">
            <a:avLst/>
          </a:prstGeom>
          <a:noFill/>
          <a:ln w="19050" algn="ctr">
            <a:noFill/>
            <a:miter lim="800000"/>
            <a:headEnd/>
            <a:tailEnd/>
          </a:ln>
        </p:spPr>
        <p:txBody>
          <a:bodyPr wrap="square" lIns="100700" tIns="100700" rIns="100700" bIns="100700" rtlCol="0" anchor="ctr"/>
          <a:lstStyle/>
          <a:p>
            <a:pPr algn="ctr" defTabSz="1380987">
              <a:lnSpc>
                <a:spcPct val="106000"/>
              </a:lnSpc>
              <a:defRPr/>
            </a:pPr>
            <a:r>
              <a:rPr lang="en-US" sz="1412" b="1" dirty="0">
                <a:solidFill>
                  <a:schemeClr val="accent2"/>
                </a:solidFill>
                <a:latin typeface="Verdana"/>
              </a:rPr>
              <a:t>Activities</a:t>
            </a:r>
            <a:endParaRPr lang="en-IN" sz="1412" b="1" dirty="0">
              <a:solidFill>
                <a:schemeClr val="accent2"/>
              </a:solidFill>
              <a:latin typeface="Verdana"/>
            </a:endParaRPr>
          </a:p>
        </p:txBody>
      </p:sp>
      <p:sp>
        <p:nvSpPr>
          <p:cNvPr id="39" name="Rectangle 38"/>
          <p:cNvSpPr/>
          <p:nvPr/>
        </p:nvSpPr>
        <p:spPr bwMode="gray">
          <a:xfrm>
            <a:off x="845569" y="1253216"/>
            <a:ext cx="1515923" cy="359816"/>
          </a:xfrm>
          <a:prstGeom prst="rect">
            <a:avLst/>
          </a:prstGeom>
          <a:noFill/>
          <a:ln w="19050" algn="ctr">
            <a:noFill/>
            <a:miter lim="800000"/>
            <a:headEnd/>
            <a:tailEnd/>
          </a:ln>
        </p:spPr>
        <p:txBody>
          <a:bodyPr wrap="square" lIns="100700" tIns="100700" rIns="100700" bIns="100700" rtlCol="0" anchor="ctr"/>
          <a:lstStyle/>
          <a:p>
            <a:pPr algn="ctr" defTabSz="1380987">
              <a:lnSpc>
                <a:spcPct val="106000"/>
              </a:lnSpc>
              <a:defRPr/>
            </a:pPr>
            <a:r>
              <a:rPr lang="en-US" sz="1412" b="1" dirty="0">
                <a:solidFill>
                  <a:schemeClr val="accent2"/>
                </a:solidFill>
              </a:rPr>
              <a:t>Deliverables</a:t>
            </a:r>
            <a:endParaRPr lang="en-IN" sz="1412" b="1" dirty="0">
              <a:solidFill>
                <a:schemeClr val="accent2"/>
              </a:solidFill>
            </a:endParaRPr>
          </a:p>
        </p:txBody>
      </p:sp>
      <p:cxnSp>
        <p:nvCxnSpPr>
          <p:cNvPr id="38" name="Straight Connector 37"/>
          <p:cNvCxnSpPr/>
          <p:nvPr/>
        </p:nvCxnSpPr>
        <p:spPr>
          <a:xfrm flipV="1">
            <a:off x="458771" y="1730070"/>
            <a:ext cx="11184521" cy="24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Striped Right Arrow 39"/>
          <p:cNvSpPr/>
          <p:nvPr/>
        </p:nvSpPr>
        <p:spPr bwMode="gray">
          <a:xfrm>
            <a:off x="3005515" y="3242685"/>
            <a:ext cx="628032" cy="577352"/>
          </a:xfrm>
          <a:prstGeom prst="stripedRightArrow">
            <a:avLst>
              <a:gd name="adj1" fmla="val 100000"/>
              <a:gd name="adj2" fmla="val 50000"/>
            </a:avLst>
          </a:prstGeom>
          <a:solidFill>
            <a:schemeClr val="accent4"/>
          </a:solidFill>
          <a:ln>
            <a:noFill/>
          </a:ln>
        </p:spPr>
        <p:txBody>
          <a:bodyPr vert="horz" wrap="square" lIns="103578" tIns="51789" rIns="103578" bIns="51789" numCol="1" anchor="ctr" anchorCtr="0" compatLnSpc="1">
            <a:prstTxWarp prst="textNoShape">
              <a:avLst/>
            </a:prstTxWarp>
          </a:bodyPr>
          <a:lstStyle/>
          <a:p>
            <a:pPr algn="ctr" defTabSz="1380987">
              <a:defRPr/>
            </a:pPr>
            <a:endParaRPr lang="en-IN" sz="1235" dirty="0">
              <a:solidFill>
                <a:srgbClr val="012169">
                  <a:lumMod val="50000"/>
                </a:srgbClr>
              </a:solidFill>
              <a:latin typeface="Verdana"/>
            </a:endParaRPr>
          </a:p>
        </p:txBody>
      </p:sp>
      <p:grpSp>
        <p:nvGrpSpPr>
          <p:cNvPr id="9" name="Group 8"/>
          <p:cNvGrpSpPr/>
          <p:nvPr/>
        </p:nvGrpSpPr>
        <p:grpSpPr>
          <a:xfrm>
            <a:off x="4068566" y="3939365"/>
            <a:ext cx="2458501" cy="1001682"/>
            <a:chOff x="4574863" y="4988967"/>
            <a:chExt cx="2141794" cy="1135241"/>
          </a:xfrm>
        </p:grpSpPr>
        <p:sp>
          <p:nvSpPr>
            <p:cNvPr id="89" name="Rectangle 88"/>
            <p:cNvSpPr/>
            <p:nvPr/>
          </p:nvSpPr>
          <p:spPr bwMode="gray">
            <a:xfrm>
              <a:off x="4574863" y="4988967"/>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Perception Management</a:t>
              </a:r>
              <a:endParaRPr lang="en-IN" sz="1235" b="1" dirty="0">
                <a:solidFill>
                  <a:prstClr val="white"/>
                </a:solidFill>
                <a:latin typeface="+mj-lt"/>
              </a:endParaRPr>
            </a:p>
          </p:txBody>
        </p:sp>
        <p:sp>
          <p:nvSpPr>
            <p:cNvPr id="6" name="TextBox 5"/>
            <p:cNvSpPr txBox="1"/>
            <p:nvPr/>
          </p:nvSpPr>
          <p:spPr>
            <a:xfrm>
              <a:off x="4574863" y="5754756"/>
              <a:ext cx="2135105" cy="369452"/>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Perception management for different consumer segments</a:t>
              </a:r>
            </a:p>
          </p:txBody>
        </p:sp>
      </p:grpSp>
      <p:grpSp>
        <p:nvGrpSpPr>
          <p:cNvPr id="8" name="Group 7"/>
          <p:cNvGrpSpPr/>
          <p:nvPr/>
        </p:nvGrpSpPr>
        <p:grpSpPr>
          <a:xfrm>
            <a:off x="6652502" y="3937395"/>
            <a:ext cx="2458501" cy="1492629"/>
            <a:chOff x="6790142" y="4986738"/>
            <a:chExt cx="2141794" cy="1691649"/>
          </a:xfrm>
        </p:grpSpPr>
        <p:sp>
          <p:nvSpPr>
            <p:cNvPr id="92" name="Rectangle 91"/>
            <p:cNvSpPr/>
            <p:nvPr/>
          </p:nvSpPr>
          <p:spPr bwMode="gray">
            <a:xfrm>
              <a:off x="6790142" y="4986738"/>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Branding Strategy</a:t>
              </a:r>
              <a:endParaRPr lang="en-IN" sz="1235" b="1" dirty="0">
                <a:solidFill>
                  <a:prstClr val="white"/>
                </a:solidFill>
                <a:latin typeface="+mj-lt"/>
              </a:endParaRPr>
            </a:p>
          </p:txBody>
        </p:sp>
        <p:sp>
          <p:nvSpPr>
            <p:cNvPr id="29" name="TextBox 28"/>
            <p:cNvSpPr txBox="1"/>
            <p:nvPr/>
          </p:nvSpPr>
          <p:spPr>
            <a:xfrm>
              <a:off x="6796831" y="5754756"/>
              <a:ext cx="2135105" cy="923631"/>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Branding strategy with value engagement with consumer groups, RWAs, NGOs and other key/VVIP consumer stakeholders</a:t>
              </a:r>
            </a:p>
          </p:txBody>
        </p:sp>
      </p:grpSp>
      <p:grpSp>
        <p:nvGrpSpPr>
          <p:cNvPr id="7" name="Group 6"/>
          <p:cNvGrpSpPr/>
          <p:nvPr/>
        </p:nvGrpSpPr>
        <p:grpSpPr>
          <a:xfrm>
            <a:off x="9278019" y="3937404"/>
            <a:ext cx="2463819" cy="1162769"/>
            <a:chOff x="9041644" y="4986737"/>
            <a:chExt cx="2146427" cy="2214957"/>
          </a:xfrm>
        </p:grpSpPr>
        <p:sp>
          <p:nvSpPr>
            <p:cNvPr id="53" name="Rectangle 52"/>
            <p:cNvSpPr/>
            <p:nvPr/>
          </p:nvSpPr>
          <p:spPr bwMode="gray">
            <a:xfrm>
              <a:off x="9041644" y="4986737"/>
              <a:ext cx="2141794" cy="1125680"/>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Consumer Record Management</a:t>
              </a:r>
              <a:endParaRPr lang="en-IN" sz="1235" b="1" dirty="0">
                <a:solidFill>
                  <a:prstClr val="white"/>
                </a:solidFill>
                <a:latin typeface="+mj-lt"/>
              </a:endParaRPr>
            </a:p>
          </p:txBody>
        </p:sp>
        <p:sp>
          <p:nvSpPr>
            <p:cNvPr id="30" name="TextBox 29"/>
            <p:cNvSpPr txBox="1"/>
            <p:nvPr/>
          </p:nvSpPr>
          <p:spPr>
            <a:xfrm>
              <a:off x="9052966" y="6270237"/>
              <a:ext cx="2135105" cy="931457"/>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Review of consumer record management, digitalization and real time opportunities</a:t>
              </a:r>
            </a:p>
          </p:txBody>
        </p:sp>
      </p:grpSp>
      <p:sp>
        <p:nvSpPr>
          <p:cNvPr id="90" name="Freeform 97"/>
          <p:cNvSpPr>
            <a:spLocks noEditPoints="1"/>
          </p:cNvSpPr>
          <p:nvPr/>
        </p:nvSpPr>
        <p:spPr bwMode="auto">
          <a:xfrm>
            <a:off x="5781026" y="1253215"/>
            <a:ext cx="412941" cy="447235"/>
          </a:xfrm>
          <a:custGeom>
            <a:avLst/>
            <a:gdLst>
              <a:gd name="T0" fmla="*/ 298 w 512"/>
              <a:gd name="T1" fmla="*/ 298 h 512"/>
              <a:gd name="T2" fmla="*/ 373 w 512"/>
              <a:gd name="T3" fmla="*/ 298 h 512"/>
              <a:gd name="T4" fmla="*/ 373 w 512"/>
              <a:gd name="T5" fmla="*/ 373 h 512"/>
              <a:gd name="T6" fmla="*/ 298 w 512"/>
              <a:gd name="T7" fmla="*/ 373 h 512"/>
              <a:gd name="T8" fmla="*/ 298 w 512"/>
              <a:gd name="T9" fmla="*/ 298 h 512"/>
              <a:gd name="T10" fmla="*/ 138 w 512"/>
              <a:gd name="T11" fmla="*/ 213 h 512"/>
              <a:gd name="T12" fmla="*/ 213 w 512"/>
              <a:gd name="T13" fmla="*/ 213 h 512"/>
              <a:gd name="T14" fmla="*/ 213 w 512"/>
              <a:gd name="T15" fmla="*/ 138 h 512"/>
              <a:gd name="T16" fmla="*/ 138 w 512"/>
              <a:gd name="T17" fmla="*/ 138 h 512"/>
              <a:gd name="T18" fmla="*/ 138 w 512"/>
              <a:gd name="T19" fmla="*/ 213 h 512"/>
              <a:gd name="T20" fmla="*/ 138 w 512"/>
              <a:gd name="T21" fmla="*/ 373 h 512"/>
              <a:gd name="T22" fmla="*/ 213 w 512"/>
              <a:gd name="T23" fmla="*/ 373 h 512"/>
              <a:gd name="T24" fmla="*/ 213 w 512"/>
              <a:gd name="T25" fmla="*/ 298 h 512"/>
              <a:gd name="T26" fmla="*/ 138 w 512"/>
              <a:gd name="T27" fmla="*/ 298 h 512"/>
              <a:gd name="T28" fmla="*/ 138 w 512"/>
              <a:gd name="T29" fmla="*/ 373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234 w 512"/>
              <a:gd name="T41" fmla="*/ 288 h 512"/>
              <a:gd name="T42" fmla="*/ 224 w 512"/>
              <a:gd name="T43" fmla="*/ 277 h 512"/>
              <a:gd name="T44" fmla="*/ 128 w 512"/>
              <a:gd name="T45" fmla="*/ 277 h 512"/>
              <a:gd name="T46" fmla="*/ 117 w 512"/>
              <a:gd name="T47" fmla="*/ 288 h 512"/>
              <a:gd name="T48" fmla="*/ 117 w 512"/>
              <a:gd name="T49" fmla="*/ 384 h 512"/>
              <a:gd name="T50" fmla="*/ 128 w 512"/>
              <a:gd name="T51" fmla="*/ 394 h 512"/>
              <a:gd name="T52" fmla="*/ 224 w 512"/>
              <a:gd name="T53" fmla="*/ 394 h 512"/>
              <a:gd name="T54" fmla="*/ 234 w 512"/>
              <a:gd name="T55" fmla="*/ 384 h 512"/>
              <a:gd name="T56" fmla="*/ 234 w 512"/>
              <a:gd name="T57" fmla="*/ 288 h 512"/>
              <a:gd name="T58" fmla="*/ 234 w 512"/>
              <a:gd name="T59" fmla="*/ 128 h 512"/>
              <a:gd name="T60" fmla="*/ 224 w 512"/>
              <a:gd name="T61" fmla="*/ 117 h 512"/>
              <a:gd name="T62" fmla="*/ 128 w 512"/>
              <a:gd name="T63" fmla="*/ 117 h 512"/>
              <a:gd name="T64" fmla="*/ 117 w 512"/>
              <a:gd name="T65" fmla="*/ 128 h 512"/>
              <a:gd name="T66" fmla="*/ 117 w 512"/>
              <a:gd name="T67" fmla="*/ 224 h 512"/>
              <a:gd name="T68" fmla="*/ 128 w 512"/>
              <a:gd name="T69" fmla="*/ 234 h 512"/>
              <a:gd name="T70" fmla="*/ 224 w 512"/>
              <a:gd name="T71" fmla="*/ 234 h 512"/>
              <a:gd name="T72" fmla="*/ 234 w 512"/>
              <a:gd name="T73" fmla="*/ 224 h 512"/>
              <a:gd name="T74" fmla="*/ 234 w 512"/>
              <a:gd name="T75" fmla="*/ 128 h 512"/>
              <a:gd name="T76" fmla="*/ 394 w 512"/>
              <a:gd name="T77" fmla="*/ 288 h 512"/>
              <a:gd name="T78" fmla="*/ 384 w 512"/>
              <a:gd name="T79" fmla="*/ 277 h 512"/>
              <a:gd name="T80" fmla="*/ 288 w 512"/>
              <a:gd name="T81" fmla="*/ 277 h 512"/>
              <a:gd name="T82" fmla="*/ 277 w 512"/>
              <a:gd name="T83" fmla="*/ 288 h 512"/>
              <a:gd name="T84" fmla="*/ 277 w 512"/>
              <a:gd name="T85" fmla="*/ 384 h 512"/>
              <a:gd name="T86" fmla="*/ 288 w 512"/>
              <a:gd name="T87" fmla="*/ 394 h 512"/>
              <a:gd name="T88" fmla="*/ 384 w 512"/>
              <a:gd name="T89" fmla="*/ 394 h 512"/>
              <a:gd name="T90" fmla="*/ 394 w 512"/>
              <a:gd name="T91" fmla="*/ 384 h 512"/>
              <a:gd name="T92" fmla="*/ 394 w 512"/>
              <a:gd name="T93" fmla="*/ 288 h 512"/>
              <a:gd name="T94" fmla="*/ 394 w 512"/>
              <a:gd name="T95" fmla="*/ 128 h 512"/>
              <a:gd name="T96" fmla="*/ 384 w 512"/>
              <a:gd name="T97" fmla="*/ 117 h 512"/>
              <a:gd name="T98" fmla="*/ 288 w 512"/>
              <a:gd name="T99" fmla="*/ 117 h 512"/>
              <a:gd name="T100" fmla="*/ 277 w 512"/>
              <a:gd name="T101" fmla="*/ 128 h 512"/>
              <a:gd name="T102" fmla="*/ 277 w 512"/>
              <a:gd name="T103" fmla="*/ 224 h 512"/>
              <a:gd name="T104" fmla="*/ 288 w 512"/>
              <a:gd name="T105" fmla="*/ 234 h 512"/>
              <a:gd name="T106" fmla="*/ 384 w 512"/>
              <a:gd name="T107" fmla="*/ 234 h 512"/>
              <a:gd name="T108" fmla="*/ 394 w 512"/>
              <a:gd name="T109" fmla="*/ 224 h 512"/>
              <a:gd name="T110" fmla="*/ 394 w 512"/>
              <a:gd name="T111" fmla="*/ 128 h 512"/>
              <a:gd name="T112" fmla="*/ 298 w 512"/>
              <a:gd name="T113" fmla="*/ 213 h 512"/>
              <a:gd name="T114" fmla="*/ 373 w 512"/>
              <a:gd name="T115" fmla="*/ 213 h 512"/>
              <a:gd name="T116" fmla="*/ 373 w 512"/>
              <a:gd name="T117" fmla="*/ 138 h 512"/>
              <a:gd name="T118" fmla="*/ 298 w 512"/>
              <a:gd name="T119" fmla="*/ 138 h 512"/>
              <a:gd name="T120" fmla="*/ 298 w 512"/>
              <a:gd name="T121"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298" y="298"/>
                </a:moveTo>
                <a:cubicBezTo>
                  <a:pt x="373" y="298"/>
                  <a:pt x="373" y="298"/>
                  <a:pt x="373" y="298"/>
                </a:cubicBezTo>
                <a:cubicBezTo>
                  <a:pt x="373" y="373"/>
                  <a:pt x="373" y="373"/>
                  <a:pt x="373" y="373"/>
                </a:cubicBezTo>
                <a:cubicBezTo>
                  <a:pt x="298" y="373"/>
                  <a:pt x="298" y="373"/>
                  <a:pt x="298" y="373"/>
                </a:cubicBezTo>
                <a:lnTo>
                  <a:pt x="298" y="298"/>
                </a:lnTo>
                <a:close/>
                <a:moveTo>
                  <a:pt x="138" y="213"/>
                </a:moveTo>
                <a:cubicBezTo>
                  <a:pt x="213" y="213"/>
                  <a:pt x="213" y="213"/>
                  <a:pt x="213" y="213"/>
                </a:cubicBezTo>
                <a:cubicBezTo>
                  <a:pt x="213" y="138"/>
                  <a:pt x="213" y="138"/>
                  <a:pt x="213" y="138"/>
                </a:cubicBezTo>
                <a:cubicBezTo>
                  <a:pt x="138" y="138"/>
                  <a:pt x="138" y="138"/>
                  <a:pt x="138" y="138"/>
                </a:cubicBezTo>
                <a:lnTo>
                  <a:pt x="138" y="213"/>
                </a:lnTo>
                <a:close/>
                <a:moveTo>
                  <a:pt x="138" y="373"/>
                </a:moveTo>
                <a:cubicBezTo>
                  <a:pt x="213" y="373"/>
                  <a:pt x="213" y="373"/>
                  <a:pt x="213" y="373"/>
                </a:cubicBezTo>
                <a:cubicBezTo>
                  <a:pt x="213" y="298"/>
                  <a:pt x="213" y="298"/>
                  <a:pt x="213" y="298"/>
                </a:cubicBezTo>
                <a:cubicBezTo>
                  <a:pt x="138" y="298"/>
                  <a:pt x="138" y="298"/>
                  <a:pt x="138" y="298"/>
                </a:cubicBezTo>
                <a:lnTo>
                  <a:pt x="138" y="37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34" y="288"/>
                </a:moveTo>
                <a:cubicBezTo>
                  <a:pt x="234" y="282"/>
                  <a:pt x="230" y="277"/>
                  <a:pt x="224" y="277"/>
                </a:cubicBezTo>
                <a:cubicBezTo>
                  <a:pt x="128" y="277"/>
                  <a:pt x="128" y="277"/>
                  <a:pt x="128" y="277"/>
                </a:cubicBezTo>
                <a:cubicBezTo>
                  <a:pt x="122" y="277"/>
                  <a:pt x="117" y="282"/>
                  <a:pt x="117" y="288"/>
                </a:cubicBezTo>
                <a:cubicBezTo>
                  <a:pt x="117" y="384"/>
                  <a:pt x="117" y="384"/>
                  <a:pt x="117" y="384"/>
                </a:cubicBezTo>
                <a:cubicBezTo>
                  <a:pt x="117" y="390"/>
                  <a:pt x="122" y="394"/>
                  <a:pt x="128" y="394"/>
                </a:cubicBezTo>
                <a:cubicBezTo>
                  <a:pt x="224" y="394"/>
                  <a:pt x="224" y="394"/>
                  <a:pt x="224" y="394"/>
                </a:cubicBezTo>
                <a:cubicBezTo>
                  <a:pt x="230" y="394"/>
                  <a:pt x="234" y="390"/>
                  <a:pt x="234" y="384"/>
                </a:cubicBezTo>
                <a:lnTo>
                  <a:pt x="234" y="288"/>
                </a:lnTo>
                <a:close/>
                <a:moveTo>
                  <a:pt x="234" y="128"/>
                </a:moveTo>
                <a:cubicBezTo>
                  <a:pt x="234" y="122"/>
                  <a:pt x="230" y="117"/>
                  <a:pt x="224" y="117"/>
                </a:cubicBezTo>
                <a:cubicBezTo>
                  <a:pt x="128" y="117"/>
                  <a:pt x="128" y="117"/>
                  <a:pt x="128" y="117"/>
                </a:cubicBezTo>
                <a:cubicBezTo>
                  <a:pt x="122" y="117"/>
                  <a:pt x="117" y="122"/>
                  <a:pt x="117" y="128"/>
                </a:cubicBezTo>
                <a:cubicBezTo>
                  <a:pt x="117" y="224"/>
                  <a:pt x="117" y="224"/>
                  <a:pt x="117" y="224"/>
                </a:cubicBezTo>
                <a:cubicBezTo>
                  <a:pt x="117" y="230"/>
                  <a:pt x="122" y="234"/>
                  <a:pt x="128" y="234"/>
                </a:cubicBezTo>
                <a:cubicBezTo>
                  <a:pt x="224" y="234"/>
                  <a:pt x="224" y="234"/>
                  <a:pt x="224" y="234"/>
                </a:cubicBezTo>
                <a:cubicBezTo>
                  <a:pt x="230" y="234"/>
                  <a:pt x="234" y="230"/>
                  <a:pt x="234" y="224"/>
                </a:cubicBezTo>
                <a:lnTo>
                  <a:pt x="234" y="128"/>
                </a:lnTo>
                <a:close/>
                <a:moveTo>
                  <a:pt x="394" y="288"/>
                </a:moveTo>
                <a:cubicBezTo>
                  <a:pt x="394" y="282"/>
                  <a:pt x="390" y="277"/>
                  <a:pt x="384" y="277"/>
                </a:cubicBezTo>
                <a:cubicBezTo>
                  <a:pt x="288" y="277"/>
                  <a:pt x="288" y="277"/>
                  <a:pt x="288" y="277"/>
                </a:cubicBezTo>
                <a:cubicBezTo>
                  <a:pt x="282" y="277"/>
                  <a:pt x="277" y="282"/>
                  <a:pt x="277" y="288"/>
                </a:cubicBezTo>
                <a:cubicBezTo>
                  <a:pt x="277" y="384"/>
                  <a:pt x="277" y="384"/>
                  <a:pt x="277" y="384"/>
                </a:cubicBezTo>
                <a:cubicBezTo>
                  <a:pt x="277" y="390"/>
                  <a:pt x="282" y="394"/>
                  <a:pt x="288" y="394"/>
                </a:cubicBezTo>
                <a:cubicBezTo>
                  <a:pt x="384" y="394"/>
                  <a:pt x="384" y="394"/>
                  <a:pt x="384" y="394"/>
                </a:cubicBezTo>
                <a:cubicBezTo>
                  <a:pt x="390" y="394"/>
                  <a:pt x="394" y="390"/>
                  <a:pt x="394" y="384"/>
                </a:cubicBezTo>
                <a:lnTo>
                  <a:pt x="394" y="288"/>
                </a:lnTo>
                <a:close/>
                <a:moveTo>
                  <a:pt x="394" y="128"/>
                </a:moveTo>
                <a:cubicBezTo>
                  <a:pt x="394" y="122"/>
                  <a:pt x="390" y="117"/>
                  <a:pt x="384" y="117"/>
                </a:cubicBezTo>
                <a:cubicBezTo>
                  <a:pt x="288" y="117"/>
                  <a:pt x="288" y="117"/>
                  <a:pt x="288" y="117"/>
                </a:cubicBezTo>
                <a:cubicBezTo>
                  <a:pt x="282" y="117"/>
                  <a:pt x="277" y="122"/>
                  <a:pt x="277" y="128"/>
                </a:cubicBezTo>
                <a:cubicBezTo>
                  <a:pt x="277" y="224"/>
                  <a:pt x="277" y="224"/>
                  <a:pt x="277" y="224"/>
                </a:cubicBezTo>
                <a:cubicBezTo>
                  <a:pt x="277" y="230"/>
                  <a:pt x="282" y="234"/>
                  <a:pt x="288" y="234"/>
                </a:cubicBezTo>
                <a:cubicBezTo>
                  <a:pt x="384" y="234"/>
                  <a:pt x="384" y="234"/>
                  <a:pt x="384" y="234"/>
                </a:cubicBezTo>
                <a:cubicBezTo>
                  <a:pt x="390" y="234"/>
                  <a:pt x="394" y="230"/>
                  <a:pt x="394" y="224"/>
                </a:cubicBezTo>
                <a:lnTo>
                  <a:pt x="394" y="128"/>
                </a:lnTo>
                <a:close/>
                <a:moveTo>
                  <a:pt x="298" y="213"/>
                </a:moveTo>
                <a:cubicBezTo>
                  <a:pt x="373" y="213"/>
                  <a:pt x="373" y="213"/>
                  <a:pt x="373" y="213"/>
                </a:cubicBezTo>
                <a:cubicBezTo>
                  <a:pt x="373" y="138"/>
                  <a:pt x="373" y="138"/>
                  <a:pt x="373" y="138"/>
                </a:cubicBezTo>
                <a:cubicBezTo>
                  <a:pt x="298" y="138"/>
                  <a:pt x="298" y="138"/>
                  <a:pt x="298" y="138"/>
                </a:cubicBezTo>
                <a:lnTo>
                  <a:pt x="298" y="213"/>
                </a:lnTo>
                <a:close/>
              </a:path>
            </a:pathLst>
          </a:custGeom>
          <a:solidFill>
            <a:schemeClr val="accent4"/>
          </a:solidFill>
          <a:ln>
            <a:noFill/>
          </a:ln>
        </p:spPr>
        <p:txBody>
          <a:bodyPr vert="horz" wrap="square" lIns="103578" tIns="51789" rIns="103578" bIns="51789" numCol="1" anchor="t" anchorCtr="0" compatLnSpc="1">
            <a:prstTxWarp prst="textNoShape">
              <a:avLst/>
            </a:prstTxWarp>
          </a:bodyPr>
          <a:lstStyle/>
          <a:p>
            <a:pPr defTabSz="1380987">
              <a:defRPr/>
            </a:pPr>
            <a:endParaRPr lang="en-GB" sz="2471" dirty="0">
              <a:solidFill>
                <a:prstClr val="black"/>
              </a:solidFill>
              <a:latin typeface="Verdana"/>
            </a:endParaRPr>
          </a:p>
        </p:txBody>
      </p:sp>
      <p:sp>
        <p:nvSpPr>
          <p:cNvPr id="91" name="Freeform 59">
            <a:extLst>
              <a:ext uri="{FF2B5EF4-FFF2-40B4-BE49-F238E27FC236}">
                <a16:creationId xmlns:a16="http://schemas.microsoft.com/office/drawing/2014/main" id="{9920DF9A-5043-4800-805F-AAA1D155489F}"/>
              </a:ext>
            </a:extLst>
          </p:cNvPr>
          <p:cNvSpPr>
            <a:spLocks noChangeAspect="1" noEditPoints="1"/>
          </p:cNvSpPr>
          <p:nvPr/>
        </p:nvSpPr>
        <p:spPr bwMode="auto">
          <a:xfrm>
            <a:off x="548586" y="1253215"/>
            <a:ext cx="411731" cy="447235"/>
          </a:xfrm>
          <a:custGeom>
            <a:avLst/>
            <a:gdLst>
              <a:gd name="T0" fmla="*/ 147 w 512"/>
              <a:gd name="T1" fmla="*/ 170 h 512"/>
              <a:gd name="T2" fmla="*/ 201 w 512"/>
              <a:gd name="T3" fmla="*/ 170 h 512"/>
              <a:gd name="T4" fmla="*/ 223 w 512"/>
              <a:gd name="T5" fmla="*/ 170 h 512"/>
              <a:gd name="T6" fmla="*/ 256 w 512"/>
              <a:gd name="T7" fmla="*/ 117 h 512"/>
              <a:gd name="T8" fmla="*/ 133 w 512"/>
              <a:gd name="T9" fmla="*/ 192 h 512"/>
              <a:gd name="T10" fmla="*/ 192 w 512"/>
              <a:gd name="T11" fmla="*/ 245 h 512"/>
              <a:gd name="T12" fmla="*/ 218 w 512"/>
              <a:gd name="T13" fmla="*/ 320 h 512"/>
              <a:gd name="T14" fmla="*/ 298 w 512"/>
              <a:gd name="T15" fmla="*/ 266 h 512"/>
              <a:gd name="T16" fmla="*/ 218 w 512"/>
              <a:gd name="T17" fmla="*/ 320 h 512"/>
              <a:gd name="T18" fmla="*/ 292 w 512"/>
              <a:gd name="T19" fmla="*/ 122 h 512"/>
              <a:gd name="T20" fmla="*/ 365 w 512"/>
              <a:gd name="T21" fmla="*/ 170 h 512"/>
              <a:gd name="T22" fmla="*/ 218 w 512"/>
              <a:gd name="T23" fmla="*/ 192 h 512"/>
              <a:gd name="T24" fmla="*/ 298 w 512"/>
              <a:gd name="T25" fmla="*/ 245 h 512"/>
              <a:gd name="T26" fmla="*/ 192 w 512"/>
              <a:gd name="T27" fmla="*/ 266 h 512"/>
              <a:gd name="T28" fmla="*/ 133 w 512"/>
              <a:gd name="T29" fmla="*/ 320 h 512"/>
              <a:gd name="T30" fmla="*/ 192 w 512"/>
              <a:gd name="T31" fmla="*/ 266 h 512"/>
              <a:gd name="T32" fmla="*/ 394 w 512"/>
              <a:gd name="T33" fmla="*/ 245 h 512"/>
              <a:gd name="T34" fmla="*/ 314 w 512"/>
              <a:gd name="T35" fmla="*/ 192 h 512"/>
              <a:gd name="T36" fmla="*/ 512 w 512"/>
              <a:gd name="T37" fmla="*/ 256 h 512"/>
              <a:gd name="T38" fmla="*/ 0 w 512"/>
              <a:gd name="T39" fmla="*/ 256 h 512"/>
              <a:gd name="T40" fmla="*/ 512 w 512"/>
              <a:gd name="T41" fmla="*/ 256 h 512"/>
              <a:gd name="T42" fmla="*/ 256 w 512"/>
              <a:gd name="T43" fmla="*/ 96 h 512"/>
              <a:gd name="T44" fmla="*/ 256 w 512"/>
              <a:gd name="T45" fmla="*/ 416 h 512"/>
              <a:gd name="T46" fmla="*/ 314 w 512"/>
              <a:gd name="T47" fmla="*/ 320 h 512"/>
              <a:gd name="T48" fmla="*/ 394 w 512"/>
              <a:gd name="T49" fmla="*/ 266 h 512"/>
              <a:gd name="T50" fmla="*/ 314 w 512"/>
              <a:gd name="T51" fmla="*/ 320 h 512"/>
              <a:gd name="T52" fmla="*/ 220 w 512"/>
              <a:gd name="T53" fmla="*/ 389 h 512"/>
              <a:gd name="T54" fmla="*/ 147 w 512"/>
              <a:gd name="T55" fmla="*/ 341 h 512"/>
              <a:gd name="T56" fmla="*/ 365 w 512"/>
              <a:gd name="T57" fmla="*/ 341 h 512"/>
              <a:gd name="T58" fmla="*/ 292 w 512"/>
              <a:gd name="T59" fmla="*/ 389 h 512"/>
              <a:gd name="T60" fmla="*/ 288 w 512"/>
              <a:gd name="T61" fmla="*/ 341 h 512"/>
              <a:gd name="T62" fmla="*/ 256 w 512"/>
              <a:gd name="T63" fmla="*/ 39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12" h="512">
                <a:moveTo>
                  <a:pt x="201" y="170"/>
                </a:moveTo>
                <a:cubicBezTo>
                  <a:pt x="147" y="170"/>
                  <a:pt x="147" y="170"/>
                  <a:pt x="147" y="170"/>
                </a:cubicBezTo>
                <a:cubicBezTo>
                  <a:pt x="165" y="147"/>
                  <a:pt x="190" y="130"/>
                  <a:pt x="220" y="122"/>
                </a:cubicBezTo>
                <a:cubicBezTo>
                  <a:pt x="212" y="135"/>
                  <a:pt x="206" y="151"/>
                  <a:pt x="201" y="170"/>
                </a:cubicBezTo>
                <a:close/>
                <a:moveTo>
                  <a:pt x="256" y="117"/>
                </a:moveTo>
                <a:cubicBezTo>
                  <a:pt x="245" y="117"/>
                  <a:pt x="232" y="137"/>
                  <a:pt x="223" y="170"/>
                </a:cubicBezTo>
                <a:cubicBezTo>
                  <a:pt x="288" y="170"/>
                  <a:pt x="288" y="170"/>
                  <a:pt x="288" y="170"/>
                </a:cubicBezTo>
                <a:cubicBezTo>
                  <a:pt x="279" y="137"/>
                  <a:pt x="266" y="117"/>
                  <a:pt x="256" y="117"/>
                </a:cubicBezTo>
                <a:close/>
                <a:moveTo>
                  <a:pt x="197" y="192"/>
                </a:moveTo>
                <a:cubicBezTo>
                  <a:pt x="133" y="192"/>
                  <a:pt x="133" y="192"/>
                  <a:pt x="133" y="192"/>
                </a:cubicBezTo>
                <a:cubicBezTo>
                  <a:pt x="124" y="208"/>
                  <a:pt x="119" y="226"/>
                  <a:pt x="118" y="245"/>
                </a:cubicBezTo>
                <a:cubicBezTo>
                  <a:pt x="192" y="245"/>
                  <a:pt x="192" y="245"/>
                  <a:pt x="192" y="245"/>
                </a:cubicBezTo>
                <a:cubicBezTo>
                  <a:pt x="192" y="227"/>
                  <a:pt x="194" y="209"/>
                  <a:pt x="197" y="192"/>
                </a:cubicBezTo>
                <a:close/>
                <a:moveTo>
                  <a:pt x="218" y="320"/>
                </a:moveTo>
                <a:cubicBezTo>
                  <a:pt x="293" y="320"/>
                  <a:pt x="293" y="320"/>
                  <a:pt x="293" y="320"/>
                </a:cubicBezTo>
                <a:cubicBezTo>
                  <a:pt x="296" y="304"/>
                  <a:pt x="298" y="286"/>
                  <a:pt x="298" y="266"/>
                </a:cubicBezTo>
                <a:cubicBezTo>
                  <a:pt x="213" y="266"/>
                  <a:pt x="213" y="266"/>
                  <a:pt x="213" y="266"/>
                </a:cubicBezTo>
                <a:cubicBezTo>
                  <a:pt x="214" y="286"/>
                  <a:pt x="216" y="304"/>
                  <a:pt x="218" y="320"/>
                </a:cubicBezTo>
                <a:close/>
                <a:moveTo>
                  <a:pt x="365" y="170"/>
                </a:moveTo>
                <a:cubicBezTo>
                  <a:pt x="347" y="147"/>
                  <a:pt x="321" y="130"/>
                  <a:pt x="292" y="122"/>
                </a:cubicBezTo>
                <a:cubicBezTo>
                  <a:pt x="299" y="135"/>
                  <a:pt x="306" y="151"/>
                  <a:pt x="310" y="170"/>
                </a:cubicBezTo>
                <a:lnTo>
                  <a:pt x="365" y="170"/>
                </a:lnTo>
                <a:close/>
                <a:moveTo>
                  <a:pt x="293" y="192"/>
                </a:moveTo>
                <a:cubicBezTo>
                  <a:pt x="218" y="192"/>
                  <a:pt x="218" y="192"/>
                  <a:pt x="218" y="192"/>
                </a:cubicBezTo>
                <a:cubicBezTo>
                  <a:pt x="216" y="207"/>
                  <a:pt x="214" y="225"/>
                  <a:pt x="213" y="245"/>
                </a:cubicBezTo>
                <a:cubicBezTo>
                  <a:pt x="298" y="245"/>
                  <a:pt x="298" y="245"/>
                  <a:pt x="298" y="245"/>
                </a:cubicBezTo>
                <a:cubicBezTo>
                  <a:pt x="298" y="225"/>
                  <a:pt x="296" y="207"/>
                  <a:pt x="293" y="192"/>
                </a:cubicBezTo>
                <a:close/>
                <a:moveTo>
                  <a:pt x="192" y="266"/>
                </a:moveTo>
                <a:cubicBezTo>
                  <a:pt x="118" y="266"/>
                  <a:pt x="118" y="266"/>
                  <a:pt x="118" y="266"/>
                </a:cubicBezTo>
                <a:cubicBezTo>
                  <a:pt x="119" y="285"/>
                  <a:pt x="124" y="303"/>
                  <a:pt x="133" y="320"/>
                </a:cubicBezTo>
                <a:cubicBezTo>
                  <a:pt x="197" y="320"/>
                  <a:pt x="197" y="320"/>
                  <a:pt x="197" y="320"/>
                </a:cubicBezTo>
                <a:cubicBezTo>
                  <a:pt x="194" y="303"/>
                  <a:pt x="192" y="284"/>
                  <a:pt x="192" y="266"/>
                </a:cubicBezTo>
                <a:close/>
                <a:moveTo>
                  <a:pt x="319" y="245"/>
                </a:moveTo>
                <a:cubicBezTo>
                  <a:pt x="394" y="245"/>
                  <a:pt x="394" y="245"/>
                  <a:pt x="394" y="245"/>
                </a:cubicBezTo>
                <a:cubicBezTo>
                  <a:pt x="392" y="226"/>
                  <a:pt x="387" y="208"/>
                  <a:pt x="379" y="192"/>
                </a:cubicBezTo>
                <a:cubicBezTo>
                  <a:pt x="314" y="192"/>
                  <a:pt x="314" y="192"/>
                  <a:pt x="314" y="192"/>
                </a:cubicBezTo>
                <a:cubicBezTo>
                  <a:pt x="317" y="209"/>
                  <a:pt x="319" y="227"/>
                  <a:pt x="319" y="245"/>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256"/>
                </a:moveTo>
                <a:cubicBezTo>
                  <a:pt x="416" y="167"/>
                  <a:pt x="344" y="96"/>
                  <a:pt x="256" y="96"/>
                </a:cubicBezTo>
                <a:cubicBezTo>
                  <a:pt x="167" y="96"/>
                  <a:pt x="96" y="167"/>
                  <a:pt x="96" y="256"/>
                </a:cubicBezTo>
                <a:cubicBezTo>
                  <a:pt x="96" y="344"/>
                  <a:pt x="167" y="416"/>
                  <a:pt x="256" y="416"/>
                </a:cubicBezTo>
                <a:cubicBezTo>
                  <a:pt x="344" y="416"/>
                  <a:pt x="416" y="344"/>
                  <a:pt x="416" y="256"/>
                </a:cubicBezTo>
                <a:close/>
                <a:moveTo>
                  <a:pt x="314" y="320"/>
                </a:moveTo>
                <a:cubicBezTo>
                  <a:pt x="379" y="320"/>
                  <a:pt x="379" y="320"/>
                  <a:pt x="379" y="320"/>
                </a:cubicBezTo>
                <a:cubicBezTo>
                  <a:pt x="387" y="303"/>
                  <a:pt x="392" y="285"/>
                  <a:pt x="394" y="266"/>
                </a:cubicBezTo>
                <a:cubicBezTo>
                  <a:pt x="319" y="266"/>
                  <a:pt x="319" y="266"/>
                  <a:pt x="319" y="266"/>
                </a:cubicBezTo>
                <a:cubicBezTo>
                  <a:pt x="319" y="284"/>
                  <a:pt x="317" y="303"/>
                  <a:pt x="314" y="320"/>
                </a:cubicBezTo>
                <a:close/>
                <a:moveTo>
                  <a:pt x="147" y="341"/>
                </a:moveTo>
                <a:cubicBezTo>
                  <a:pt x="165" y="364"/>
                  <a:pt x="190" y="381"/>
                  <a:pt x="220" y="389"/>
                </a:cubicBezTo>
                <a:cubicBezTo>
                  <a:pt x="212" y="377"/>
                  <a:pt x="206" y="360"/>
                  <a:pt x="201" y="341"/>
                </a:cubicBezTo>
                <a:lnTo>
                  <a:pt x="147" y="341"/>
                </a:lnTo>
                <a:close/>
                <a:moveTo>
                  <a:pt x="292" y="389"/>
                </a:moveTo>
                <a:cubicBezTo>
                  <a:pt x="321" y="381"/>
                  <a:pt x="347" y="364"/>
                  <a:pt x="365" y="341"/>
                </a:cubicBezTo>
                <a:cubicBezTo>
                  <a:pt x="310" y="341"/>
                  <a:pt x="310" y="341"/>
                  <a:pt x="310" y="341"/>
                </a:cubicBezTo>
                <a:cubicBezTo>
                  <a:pt x="306" y="360"/>
                  <a:pt x="299" y="377"/>
                  <a:pt x="292" y="389"/>
                </a:cubicBezTo>
                <a:close/>
                <a:moveTo>
                  <a:pt x="256" y="394"/>
                </a:moveTo>
                <a:cubicBezTo>
                  <a:pt x="266" y="394"/>
                  <a:pt x="279" y="375"/>
                  <a:pt x="288" y="341"/>
                </a:cubicBezTo>
                <a:cubicBezTo>
                  <a:pt x="223" y="341"/>
                  <a:pt x="223" y="341"/>
                  <a:pt x="223" y="341"/>
                </a:cubicBezTo>
                <a:cubicBezTo>
                  <a:pt x="232" y="375"/>
                  <a:pt x="245" y="394"/>
                  <a:pt x="256" y="394"/>
                </a:cubicBezTo>
                <a:close/>
              </a:path>
            </a:pathLst>
          </a:custGeom>
          <a:solidFill>
            <a:schemeClr val="accent4"/>
          </a:solidFill>
          <a:ln>
            <a:noFill/>
          </a:ln>
        </p:spPr>
        <p:txBody>
          <a:bodyPr vert="horz" wrap="square" lIns="80682" tIns="40341" rIns="80682" bIns="40341" numCol="1" anchor="t" anchorCtr="0" compatLnSpc="1">
            <a:prstTxWarp prst="textNoShape">
              <a:avLst/>
            </a:prstTxWarp>
          </a:bodyPr>
          <a:lstStyle/>
          <a:p>
            <a:endParaRPr lang="en-GB" sz="1765" dirty="0"/>
          </a:p>
        </p:txBody>
      </p:sp>
      <p:grpSp>
        <p:nvGrpSpPr>
          <p:cNvPr id="61" name="Group 60">
            <a:extLst>
              <a:ext uri="{FF2B5EF4-FFF2-40B4-BE49-F238E27FC236}">
                <a16:creationId xmlns:a16="http://schemas.microsoft.com/office/drawing/2014/main" id="{783C2A1D-B5EC-4A4F-8E9F-BB607BEAF6BC}"/>
              </a:ext>
            </a:extLst>
          </p:cNvPr>
          <p:cNvGrpSpPr/>
          <p:nvPr/>
        </p:nvGrpSpPr>
        <p:grpSpPr>
          <a:xfrm>
            <a:off x="4070134" y="1876471"/>
            <a:ext cx="2458501" cy="1164677"/>
            <a:chOff x="4574863" y="4988967"/>
            <a:chExt cx="2141794" cy="1319967"/>
          </a:xfrm>
        </p:grpSpPr>
        <p:sp>
          <p:nvSpPr>
            <p:cNvPr id="62" name="Rectangle 61">
              <a:extLst>
                <a:ext uri="{FF2B5EF4-FFF2-40B4-BE49-F238E27FC236}">
                  <a16:creationId xmlns:a16="http://schemas.microsoft.com/office/drawing/2014/main" id="{7DB3D57D-9865-4D89-81DD-94DC4F997E00}"/>
                </a:ext>
              </a:extLst>
            </p:cNvPr>
            <p:cNvSpPr/>
            <p:nvPr/>
          </p:nvSpPr>
          <p:spPr bwMode="gray">
            <a:xfrm>
              <a:off x="4574863" y="4988967"/>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Enhancing engagement level</a:t>
              </a:r>
              <a:endParaRPr lang="en-IN" sz="1235" b="1" dirty="0">
                <a:solidFill>
                  <a:prstClr val="white"/>
                </a:solidFill>
                <a:latin typeface="+mj-lt"/>
              </a:endParaRPr>
            </a:p>
          </p:txBody>
        </p:sp>
        <p:sp>
          <p:nvSpPr>
            <p:cNvPr id="63" name="TextBox 62">
              <a:extLst>
                <a:ext uri="{FF2B5EF4-FFF2-40B4-BE49-F238E27FC236}">
                  <a16:creationId xmlns:a16="http://schemas.microsoft.com/office/drawing/2014/main" id="{08567972-DA6F-437A-B80F-7AE5BA54BA95}"/>
                </a:ext>
              </a:extLst>
            </p:cNvPr>
            <p:cNvSpPr txBox="1"/>
            <p:nvPr/>
          </p:nvSpPr>
          <p:spPr>
            <a:xfrm>
              <a:off x="4574863" y="5754757"/>
              <a:ext cx="2135105" cy="554177"/>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Strategy for enhancing engagement level with different customer segments</a:t>
              </a:r>
            </a:p>
          </p:txBody>
        </p:sp>
      </p:grpSp>
      <p:grpSp>
        <p:nvGrpSpPr>
          <p:cNvPr id="64" name="Group 63">
            <a:extLst>
              <a:ext uri="{FF2B5EF4-FFF2-40B4-BE49-F238E27FC236}">
                <a16:creationId xmlns:a16="http://schemas.microsoft.com/office/drawing/2014/main" id="{CB50E966-0702-4461-9DD9-742DEC036D16}"/>
              </a:ext>
            </a:extLst>
          </p:cNvPr>
          <p:cNvGrpSpPr/>
          <p:nvPr/>
        </p:nvGrpSpPr>
        <p:grpSpPr>
          <a:xfrm>
            <a:off x="6654070" y="1874508"/>
            <a:ext cx="2458501" cy="1329638"/>
            <a:chOff x="6790142" y="4986738"/>
            <a:chExt cx="2141794" cy="1506921"/>
          </a:xfrm>
        </p:grpSpPr>
        <p:sp>
          <p:nvSpPr>
            <p:cNvPr id="65" name="Rectangle 64">
              <a:extLst>
                <a:ext uri="{FF2B5EF4-FFF2-40B4-BE49-F238E27FC236}">
                  <a16:creationId xmlns:a16="http://schemas.microsoft.com/office/drawing/2014/main" id="{23B46B47-DE20-4C12-B9A7-B976FD4BBC2F}"/>
                </a:ext>
              </a:extLst>
            </p:cNvPr>
            <p:cNvSpPr/>
            <p:nvPr/>
          </p:nvSpPr>
          <p:spPr bwMode="gray">
            <a:xfrm>
              <a:off x="6790142" y="4986738"/>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As-is digital and mobility services</a:t>
              </a:r>
              <a:endParaRPr lang="en-IN" sz="1235" b="1" dirty="0">
                <a:solidFill>
                  <a:prstClr val="white"/>
                </a:solidFill>
                <a:latin typeface="+mj-lt"/>
              </a:endParaRPr>
            </a:p>
          </p:txBody>
        </p:sp>
        <p:sp>
          <p:nvSpPr>
            <p:cNvPr id="66" name="TextBox 65">
              <a:extLst>
                <a:ext uri="{FF2B5EF4-FFF2-40B4-BE49-F238E27FC236}">
                  <a16:creationId xmlns:a16="http://schemas.microsoft.com/office/drawing/2014/main" id="{4F123907-4FFF-40DB-BB7D-B00D1F8ADC1E}"/>
                </a:ext>
              </a:extLst>
            </p:cNvPr>
            <p:cNvSpPr txBox="1"/>
            <p:nvPr/>
          </p:nvSpPr>
          <p:spPr>
            <a:xfrm>
              <a:off x="6796831" y="5754757"/>
              <a:ext cx="2135105" cy="738902"/>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Review of as-is digital and mobility services offered to customers and recommend to-be</a:t>
              </a:r>
            </a:p>
          </p:txBody>
        </p:sp>
      </p:grpSp>
      <p:grpSp>
        <p:nvGrpSpPr>
          <p:cNvPr id="67" name="Group 66">
            <a:extLst>
              <a:ext uri="{FF2B5EF4-FFF2-40B4-BE49-F238E27FC236}">
                <a16:creationId xmlns:a16="http://schemas.microsoft.com/office/drawing/2014/main" id="{B497CE6F-1786-426E-BE8E-C2831872FF2C}"/>
              </a:ext>
            </a:extLst>
          </p:cNvPr>
          <p:cNvGrpSpPr/>
          <p:nvPr/>
        </p:nvGrpSpPr>
        <p:grpSpPr>
          <a:xfrm>
            <a:off x="9279587" y="1874505"/>
            <a:ext cx="2463819" cy="1162769"/>
            <a:chOff x="9041644" y="4986737"/>
            <a:chExt cx="2146427" cy="2214957"/>
          </a:xfrm>
        </p:grpSpPr>
        <p:sp>
          <p:nvSpPr>
            <p:cNvPr id="68" name="Rectangle 67">
              <a:extLst>
                <a:ext uri="{FF2B5EF4-FFF2-40B4-BE49-F238E27FC236}">
                  <a16:creationId xmlns:a16="http://schemas.microsoft.com/office/drawing/2014/main" id="{25DC1DA1-F9FA-4A6D-8038-F564DF407DF2}"/>
                </a:ext>
              </a:extLst>
            </p:cNvPr>
            <p:cNvSpPr/>
            <p:nvPr/>
          </p:nvSpPr>
          <p:spPr bwMode="gray">
            <a:xfrm>
              <a:off x="9041644" y="4986737"/>
              <a:ext cx="2141794" cy="1125680"/>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Benchmarking customer service</a:t>
              </a:r>
              <a:endParaRPr lang="en-IN" sz="1235" b="1" dirty="0">
                <a:solidFill>
                  <a:prstClr val="white"/>
                </a:solidFill>
                <a:latin typeface="+mj-lt"/>
              </a:endParaRPr>
            </a:p>
          </p:txBody>
        </p:sp>
        <p:sp>
          <p:nvSpPr>
            <p:cNvPr id="69" name="TextBox 68">
              <a:extLst>
                <a:ext uri="{FF2B5EF4-FFF2-40B4-BE49-F238E27FC236}">
                  <a16:creationId xmlns:a16="http://schemas.microsoft.com/office/drawing/2014/main" id="{BD1779DB-6D73-4CBB-9341-9E4CD28B4025}"/>
                </a:ext>
              </a:extLst>
            </p:cNvPr>
            <p:cNvSpPr txBox="1"/>
            <p:nvPr/>
          </p:nvSpPr>
          <p:spPr>
            <a:xfrm>
              <a:off x="9052966" y="6270237"/>
              <a:ext cx="2135105" cy="931457"/>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Benchmarking of customer service offering with peer discoms</a:t>
              </a:r>
            </a:p>
          </p:txBody>
        </p:sp>
      </p:grpSp>
      <p:sp>
        <p:nvSpPr>
          <p:cNvPr id="79" name="Title 2">
            <a:extLst>
              <a:ext uri="{FF2B5EF4-FFF2-40B4-BE49-F238E27FC236}">
                <a16:creationId xmlns:a16="http://schemas.microsoft.com/office/drawing/2014/main" id="{4F9FC9B3-CC25-4F78-9F28-BA7DFE1E4BB1}"/>
              </a:ext>
            </a:extLst>
          </p:cNvPr>
          <p:cNvSpPr>
            <a:spLocks noGrp="1"/>
          </p:cNvSpPr>
          <p:nvPr>
            <p:ph type="title"/>
          </p:nvPr>
        </p:nvSpPr>
        <p:spPr>
          <a:xfrm>
            <a:off x="501651" y="317501"/>
            <a:ext cx="11162349" cy="334101"/>
          </a:xfrm>
        </p:spPr>
        <p:txBody>
          <a:bodyPr/>
          <a:lstStyle/>
          <a:p>
            <a:r>
              <a:rPr lang="en-US" sz="1800" dirty="0"/>
              <a:t>Scope of Services </a:t>
            </a:r>
            <a:endParaRPr lang="en-IN" sz="1800" dirty="0"/>
          </a:p>
        </p:txBody>
      </p:sp>
      <p:sp>
        <p:nvSpPr>
          <p:cNvPr id="83" name="Rectangle 82">
            <a:extLst>
              <a:ext uri="{FF2B5EF4-FFF2-40B4-BE49-F238E27FC236}">
                <a16:creationId xmlns:a16="http://schemas.microsoft.com/office/drawing/2014/main" id="{463E15A1-D8A8-46C5-B5D8-E47D7B06AC53}"/>
              </a:ext>
            </a:extLst>
          </p:cNvPr>
          <p:cNvSpPr/>
          <p:nvPr/>
        </p:nvSpPr>
        <p:spPr bwMode="gray">
          <a:xfrm>
            <a:off x="501651" y="682442"/>
            <a:ext cx="8371762" cy="386766"/>
          </a:xfrm>
          <a:prstGeom prst="rect">
            <a:avLst/>
          </a:prstGeom>
          <a:noFill/>
          <a:ln w="19050" algn="ctr">
            <a:noFill/>
            <a:miter lim="800000"/>
            <a:headEnd/>
            <a:tailEnd/>
          </a:ln>
        </p:spPr>
        <p:txBody>
          <a:bodyPr wrap="square" lIns="39113" tIns="39113" rIns="39113" bIns="39113" rtlCol="0" anchor="t">
            <a:spAutoFit/>
          </a:bodyPr>
          <a:lstStyle/>
          <a:p>
            <a:pPr algn="just" defTabSz="892178"/>
            <a:r>
              <a:rPr lang="en-US" sz="2000" dirty="0">
                <a:solidFill>
                  <a:schemeClr val="accent2"/>
                </a:solidFill>
                <a:latin typeface="Verdana"/>
              </a:rPr>
              <a:t>Pillar 3: Customer Experience Improvement</a:t>
            </a:r>
          </a:p>
        </p:txBody>
      </p:sp>
      <p:sp>
        <p:nvSpPr>
          <p:cNvPr id="35" name="Rectangle 34">
            <a:hlinkClick r:id="" action="ppaction://noaction"/>
            <a:extLst>
              <a:ext uri="{FF2B5EF4-FFF2-40B4-BE49-F238E27FC236}">
                <a16:creationId xmlns:a16="http://schemas.microsoft.com/office/drawing/2014/main" id="{EFD8C455-D71C-40C0-8856-29667D67133F}"/>
              </a:ext>
            </a:extLst>
          </p:cNvPr>
          <p:cNvSpPr/>
          <p:nvPr/>
        </p:nvSpPr>
        <p:spPr bwMode="gray">
          <a:xfrm>
            <a:off x="548586" y="3155620"/>
            <a:ext cx="2107861" cy="820065"/>
          </a:xfrm>
          <a:prstGeom prst="rect">
            <a:avLst/>
          </a:prstGeom>
          <a:solidFill>
            <a:srgbClr val="0076A8"/>
          </a:solidFill>
          <a:ln/>
        </p:spPr>
        <p:style>
          <a:lnRef idx="2">
            <a:schemeClr val="accent5"/>
          </a:lnRef>
          <a:fillRef idx="1">
            <a:schemeClr val="lt1"/>
          </a:fillRef>
          <a:effectRef idx="0">
            <a:schemeClr val="accent5"/>
          </a:effectRef>
          <a:fontRef idx="minor">
            <a:schemeClr val="dk1"/>
          </a:fontRef>
        </p:style>
        <p:txBody>
          <a:bodyPr vert="horz" wrap="square" lIns="0" tIns="51789" rIns="0" bIns="51789" numCol="1" anchor="ctr" anchorCtr="0" compatLnSpc="1">
            <a:prstTxWarp prst="textNoShape">
              <a:avLst/>
            </a:prstTxWarp>
          </a:bodyPr>
          <a:lstStyle/>
          <a:p>
            <a:pPr algn="ctr" defTabSz="1380987">
              <a:defRPr/>
            </a:pPr>
            <a:r>
              <a:rPr lang="en-US" sz="1235" b="1" dirty="0">
                <a:solidFill>
                  <a:schemeClr val="bg1"/>
                </a:solidFill>
              </a:rPr>
              <a:t>Customer experience and perception management/branding</a:t>
            </a:r>
            <a:endParaRPr lang="en-IN" sz="1235" b="1" dirty="0">
              <a:solidFill>
                <a:schemeClr val="bg1"/>
              </a:solidFill>
            </a:endParaRPr>
          </a:p>
        </p:txBody>
      </p:sp>
      <p:graphicFrame>
        <p:nvGraphicFramePr>
          <p:cNvPr id="2" name="Table 1">
            <a:extLst>
              <a:ext uri="{FF2B5EF4-FFF2-40B4-BE49-F238E27FC236}">
                <a16:creationId xmlns:a16="http://schemas.microsoft.com/office/drawing/2014/main" id="{BEC1B19C-5A34-4E7F-AEA4-0AE51CA81009}"/>
              </a:ext>
            </a:extLst>
          </p:cNvPr>
          <p:cNvGraphicFramePr>
            <a:graphicFrameLocks noGrp="1"/>
          </p:cNvGraphicFramePr>
          <p:nvPr>
            <p:extLst>
              <p:ext uri="{D42A27DB-BD31-4B8C-83A1-F6EECF244321}">
                <p14:modId xmlns:p14="http://schemas.microsoft.com/office/powerpoint/2010/main" val="3602649782"/>
              </p:ext>
            </p:extLst>
          </p:nvPr>
        </p:nvGraphicFramePr>
        <p:xfrm>
          <a:off x="501650" y="5709387"/>
          <a:ext cx="10863949" cy="944246"/>
        </p:xfrm>
        <a:graphic>
          <a:graphicData uri="http://schemas.openxmlformats.org/drawingml/2006/table">
            <a:tbl>
              <a:tblPr firstRow="1" bandRow="1">
                <a:tableStyleId>{7E9639D4-E3E2-4D34-9284-5A2195B3D0D7}</a:tableStyleId>
              </a:tblPr>
              <a:tblGrid>
                <a:gridCol w="3926174">
                  <a:extLst>
                    <a:ext uri="{9D8B030D-6E8A-4147-A177-3AD203B41FA5}">
                      <a16:colId xmlns:a16="http://schemas.microsoft.com/office/drawing/2014/main" val="1723447911"/>
                    </a:ext>
                  </a:extLst>
                </a:gridCol>
                <a:gridCol w="533675">
                  <a:extLst>
                    <a:ext uri="{9D8B030D-6E8A-4147-A177-3AD203B41FA5}">
                      <a16:colId xmlns:a16="http://schemas.microsoft.com/office/drawing/2014/main" val="2753905987"/>
                    </a:ext>
                  </a:extLst>
                </a:gridCol>
                <a:gridCol w="533675">
                  <a:extLst>
                    <a:ext uri="{9D8B030D-6E8A-4147-A177-3AD203B41FA5}">
                      <a16:colId xmlns:a16="http://schemas.microsoft.com/office/drawing/2014/main" val="1239131626"/>
                    </a:ext>
                  </a:extLst>
                </a:gridCol>
                <a:gridCol w="533675">
                  <a:extLst>
                    <a:ext uri="{9D8B030D-6E8A-4147-A177-3AD203B41FA5}">
                      <a16:colId xmlns:a16="http://schemas.microsoft.com/office/drawing/2014/main" val="2714809902"/>
                    </a:ext>
                  </a:extLst>
                </a:gridCol>
                <a:gridCol w="533675">
                  <a:extLst>
                    <a:ext uri="{9D8B030D-6E8A-4147-A177-3AD203B41FA5}">
                      <a16:colId xmlns:a16="http://schemas.microsoft.com/office/drawing/2014/main" val="1242824004"/>
                    </a:ext>
                  </a:extLst>
                </a:gridCol>
                <a:gridCol w="533675">
                  <a:extLst>
                    <a:ext uri="{9D8B030D-6E8A-4147-A177-3AD203B41FA5}">
                      <a16:colId xmlns:a16="http://schemas.microsoft.com/office/drawing/2014/main" val="1616961747"/>
                    </a:ext>
                  </a:extLst>
                </a:gridCol>
                <a:gridCol w="533675">
                  <a:extLst>
                    <a:ext uri="{9D8B030D-6E8A-4147-A177-3AD203B41FA5}">
                      <a16:colId xmlns:a16="http://schemas.microsoft.com/office/drawing/2014/main" val="3179613236"/>
                    </a:ext>
                  </a:extLst>
                </a:gridCol>
                <a:gridCol w="533675">
                  <a:extLst>
                    <a:ext uri="{9D8B030D-6E8A-4147-A177-3AD203B41FA5}">
                      <a16:colId xmlns:a16="http://schemas.microsoft.com/office/drawing/2014/main" val="2016992299"/>
                    </a:ext>
                  </a:extLst>
                </a:gridCol>
                <a:gridCol w="533675">
                  <a:extLst>
                    <a:ext uri="{9D8B030D-6E8A-4147-A177-3AD203B41FA5}">
                      <a16:colId xmlns:a16="http://schemas.microsoft.com/office/drawing/2014/main" val="3345737990"/>
                    </a:ext>
                  </a:extLst>
                </a:gridCol>
                <a:gridCol w="533675">
                  <a:extLst>
                    <a:ext uri="{9D8B030D-6E8A-4147-A177-3AD203B41FA5}">
                      <a16:colId xmlns:a16="http://schemas.microsoft.com/office/drawing/2014/main" val="523056978"/>
                    </a:ext>
                  </a:extLst>
                </a:gridCol>
                <a:gridCol w="533675">
                  <a:extLst>
                    <a:ext uri="{9D8B030D-6E8A-4147-A177-3AD203B41FA5}">
                      <a16:colId xmlns:a16="http://schemas.microsoft.com/office/drawing/2014/main" val="649433626"/>
                    </a:ext>
                  </a:extLst>
                </a:gridCol>
                <a:gridCol w="533675">
                  <a:extLst>
                    <a:ext uri="{9D8B030D-6E8A-4147-A177-3AD203B41FA5}">
                      <a16:colId xmlns:a16="http://schemas.microsoft.com/office/drawing/2014/main" val="3992068748"/>
                    </a:ext>
                  </a:extLst>
                </a:gridCol>
                <a:gridCol w="533675">
                  <a:extLst>
                    <a:ext uri="{9D8B030D-6E8A-4147-A177-3AD203B41FA5}">
                      <a16:colId xmlns:a16="http://schemas.microsoft.com/office/drawing/2014/main" val="3760020501"/>
                    </a:ext>
                  </a:extLst>
                </a:gridCol>
                <a:gridCol w="533675">
                  <a:extLst>
                    <a:ext uri="{9D8B030D-6E8A-4147-A177-3AD203B41FA5}">
                      <a16:colId xmlns:a16="http://schemas.microsoft.com/office/drawing/2014/main" val="3065974214"/>
                    </a:ext>
                  </a:extLst>
                </a:gridCol>
              </a:tblGrid>
              <a:tr h="242812">
                <a:tc>
                  <a:txBody>
                    <a:bodyPr/>
                    <a:lstStyle/>
                    <a:p>
                      <a:r>
                        <a:rPr lang="en-US" sz="1050" dirty="0"/>
                        <a:t>Workstream/ activity</a:t>
                      </a:r>
                      <a:endParaRPr lang="en-IN" sz="1050" dirty="0"/>
                    </a:p>
                  </a:txBody>
                  <a:tcPr/>
                </a:tc>
                <a:tc>
                  <a:txBody>
                    <a:bodyPr/>
                    <a:lstStyle/>
                    <a:p>
                      <a:endParaRPr lang="en-IN"/>
                    </a:p>
                  </a:txBody>
                  <a:tcPr anchor="ctr"/>
                </a:tc>
                <a:tc>
                  <a:txBody>
                    <a:bodyPr/>
                    <a:lstStyle/>
                    <a:p>
                      <a:endParaRPr lang="en-IN"/>
                    </a:p>
                  </a:txBody>
                  <a:tcPr anchor="ctr"/>
                </a:tc>
                <a:tc>
                  <a:txBody>
                    <a:bodyPr/>
                    <a:lstStyle/>
                    <a:p>
                      <a:endParaRPr lang="en-IN"/>
                    </a:p>
                  </a:txBody>
                  <a:tcPr anchor="ctr"/>
                </a:tc>
                <a:tc>
                  <a:txBody>
                    <a:bodyPr/>
                    <a:lstStyle/>
                    <a:p>
                      <a:endParaRPr lang="en-IN"/>
                    </a:p>
                  </a:txBody>
                  <a:tcPr anchor="ctr"/>
                </a:tc>
                <a:tc>
                  <a:txBody>
                    <a:bodyPr/>
                    <a:lstStyle/>
                    <a:p>
                      <a:endParaRPr lang="en-IN"/>
                    </a:p>
                  </a:txBody>
                  <a:tcPr anchor="ctr"/>
                </a:tc>
                <a:tc>
                  <a:txBody>
                    <a:bodyPr/>
                    <a:lstStyle/>
                    <a:p>
                      <a:endParaRPr lang="en-IN"/>
                    </a:p>
                  </a:txBody>
                  <a:tcPr anchor="ctr"/>
                </a:tc>
                <a:tc>
                  <a:txBody>
                    <a:bodyPr/>
                    <a:lstStyle/>
                    <a:p>
                      <a:endParaRPr lang="en-IN"/>
                    </a:p>
                  </a:txBody>
                  <a:tcPr anchor="ctr"/>
                </a:tc>
                <a:tc>
                  <a:txBody>
                    <a:bodyPr/>
                    <a:lstStyle/>
                    <a:p>
                      <a:endParaRPr lang="en-IN"/>
                    </a:p>
                  </a:txBody>
                  <a:tcPr anchor="ctr"/>
                </a:tc>
                <a:tc>
                  <a:txBody>
                    <a:bodyPr/>
                    <a:lstStyle/>
                    <a:p>
                      <a:endParaRPr lang="en-IN"/>
                    </a:p>
                  </a:txBody>
                  <a:tcPr anchor="ctr"/>
                </a:tc>
                <a:tc>
                  <a:txBody>
                    <a:bodyPr/>
                    <a:lstStyle/>
                    <a:p>
                      <a:endParaRPr lang="en-IN"/>
                    </a:p>
                  </a:txBody>
                  <a:tcPr anchor="ctr"/>
                </a:tc>
                <a:tc>
                  <a:txBody>
                    <a:bodyPr/>
                    <a:lstStyle/>
                    <a:p>
                      <a:endParaRPr lang="en-IN"/>
                    </a:p>
                  </a:txBody>
                  <a:tcPr anchor="ctr"/>
                </a:tc>
                <a:tc>
                  <a:txBody>
                    <a:bodyPr/>
                    <a:lstStyle/>
                    <a:p>
                      <a:endParaRPr lang="en-IN"/>
                    </a:p>
                  </a:txBody>
                  <a:tcPr anchor="ctr"/>
                </a:tc>
                <a:tc>
                  <a:txBody>
                    <a:bodyPr/>
                    <a:lstStyle/>
                    <a:p>
                      <a:endParaRPr lang="en-IN"/>
                    </a:p>
                  </a:txBody>
                  <a:tcPr anchor="ctr"/>
                </a:tc>
                <a:extLst>
                  <a:ext uri="{0D108BD9-81ED-4DB2-BD59-A6C34878D82A}">
                    <a16:rowId xmlns:a16="http://schemas.microsoft.com/office/drawing/2014/main" val="444807307"/>
                  </a:ext>
                </a:extLst>
              </a:tr>
              <a:tr h="235455">
                <a:tc gridSpan="14">
                  <a:txBody>
                    <a:bodyPr/>
                    <a:lstStyle/>
                    <a:p>
                      <a:pPr marL="0" algn="l" defTabSz="862686" rtl="0" eaLnBrk="1" latinLnBrk="0" hangingPunct="1"/>
                      <a:r>
                        <a:rPr lang="en-US" sz="1000" b="1" kern="1200" dirty="0">
                          <a:solidFill>
                            <a:schemeClr val="accent4"/>
                          </a:solidFill>
                          <a:latin typeface="+mn-lt"/>
                          <a:ea typeface="+mn-ea"/>
                          <a:cs typeface="+mn-cs"/>
                        </a:rPr>
                        <a:t>Customer experience management</a:t>
                      </a:r>
                      <a:endParaRPr lang="en-IN" sz="1000" b="1" kern="1200" dirty="0">
                        <a:solidFill>
                          <a:schemeClr val="accent4"/>
                        </a:solidFill>
                        <a:latin typeface="+mn-lt"/>
                        <a:ea typeface="+mn-ea"/>
                        <a:cs typeface="+mn-cs"/>
                      </a:endParaRPr>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extLst>
                  <a:ext uri="{0D108BD9-81ED-4DB2-BD59-A6C34878D82A}">
                    <a16:rowId xmlns:a16="http://schemas.microsoft.com/office/drawing/2014/main" val="2738896369"/>
                  </a:ext>
                </a:extLst>
              </a:tr>
              <a:tr h="324158">
                <a:tc>
                  <a:txBody>
                    <a:bodyPr/>
                    <a:lstStyle/>
                    <a:p>
                      <a:r>
                        <a:rPr lang="en-US" sz="1000" dirty="0"/>
                        <a:t>Diagnostic Review and action plan</a:t>
                      </a:r>
                    </a:p>
                  </a:txBody>
                  <a:tcPr anchor="ctr"/>
                </a:tc>
                <a:tc>
                  <a:txBody>
                    <a:bodyPr/>
                    <a:lstStyle/>
                    <a:p>
                      <a:endParaRPr lang="en-IN"/>
                    </a:p>
                  </a:txBody>
                  <a:tcPr anchor="ctr">
                    <a:solidFill>
                      <a:schemeClr val="accent2"/>
                    </a:solidFill>
                  </a:tcPr>
                </a:tc>
                <a:tc>
                  <a:txBody>
                    <a:bodyPr/>
                    <a:lstStyle/>
                    <a:p>
                      <a:endParaRPr lang="en-IN"/>
                    </a:p>
                  </a:txBody>
                  <a:tcPr anchor="ctr">
                    <a:solidFill>
                      <a:schemeClr val="accent2"/>
                    </a:solidFill>
                  </a:tcPr>
                </a:tc>
                <a:tc>
                  <a:txBody>
                    <a:bodyPr/>
                    <a:lstStyle/>
                    <a:p>
                      <a:endParaRPr lang="en-IN"/>
                    </a:p>
                  </a:txBody>
                  <a:tcPr anchor="ctr">
                    <a:solidFill>
                      <a:schemeClr val="accent2"/>
                    </a:solidFill>
                  </a:tcPr>
                </a:tc>
                <a:tc gridSpan="10">
                  <a:txBody>
                    <a:bodyPr/>
                    <a:lstStyle/>
                    <a:p>
                      <a:endParaRPr lang="en-IN" dirty="0"/>
                    </a:p>
                  </a:txBody>
                  <a:tcPr anchor="ctr">
                    <a:solidFill>
                      <a:schemeClr val="accent6"/>
                    </a:solidFill>
                  </a:tcP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tc hMerge="1">
                  <a:txBody>
                    <a:bodyPr/>
                    <a:lstStyle/>
                    <a:p>
                      <a:endParaRPr lang="en-IN" sz="1200" dirty="0"/>
                    </a:p>
                  </a:txBody>
                  <a:tcPr anchor="ctr"/>
                </a:tc>
                <a:extLst>
                  <a:ext uri="{0D108BD9-81ED-4DB2-BD59-A6C34878D82A}">
                    <a16:rowId xmlns:a16="http://schemas.microsoft.com/office/drawing/2014/main" val="3772850085"/>
                  </a:ext>
                </a:extLst>
              </a:tr>
            </a:tbl>
          </a:graphicData>
        </a:graphic>
      </p:graphicFrame>
      <p:sp>
        <p:nvSpPr>
          <p:cNvPr id="37" name="TextBox 36">
            <a:extLst>
              <a:ext uri="{FF2B5EF4-FFF2-40B4-BE49-F238E27FC236}">
                <a16:creationId xmlns:a16="http://schemas.microsoft.com/office/drawing/2014/main" id="{5C946119-7ED1-48E0-9973-20B4DECF8BE4}"/>
              </a:ext>
            </a:extLst>
          </p:cNvPr>
          <p:cNvSpPr txBox="1"/>
          <p:nvPr/>
        </p:nvSpPr>
        <p:spPr>
          <a:xfrm>
            <a:off x="7968349" y="5478378"/>
            <a:ext cx="1632857" cy="169277"/>
          </a:xfrm>
          <a:prstGeom prst="rect">
            <a:avLst/>
          </a:prstGeom>
          <a:solidFill>
            <a:schemeClr val="accent2"/>
          </a:solidFill>
        </p:spPr>
        <p:txBody>
          <a:bodyPr wrap="square" lIns="0" tIns="0" rIns="0" bIns="0" rtlCol="0">
            <a:spAutoFit/>
          </a:bodyPr>
          <a:lstStyle/>
          <a:p>
            <a:pPr algn="ctr">
              <a:spcBef>
                <a:spcPts val="600"/>
              </a:spcBef>
              <a:buSzPct val="100000"/>
            </a:pPr>
            <a:r>
              <a:rPr lang="en-US" sz="1100" dirty="0">
                <a:solidFill>
                  <a:schemeClr val="bg1"/>
                </a:solidFill>
              </a:rPr>
              <a:t>Strategy Phase</a:t>
            </a:r>
          </a:p>
        </p:txBody>
      </p:sp>
      <p:sp>
        <p:nvSpPr>
          <p:cNvPr id="41" name="TextBox 40">
            <a:extLst>
              <a:ext uri="{FF2B5EF4-FFF2-40B4-BE49-F238E27FC236}">
                <a16:creationId xmlns:a16="http://schemas.microsoft.com/office/drawing/2014/main" id="{CCC7B069-BD92-4E4D-92A2-C4DBB6AC4749}"/>
              </a:ext>
            </a:extLst>
          </p:cNvPr>
          <p:cNvSpPr txBox="1"/>
          <p:nvPr/>
        </p:nvSpPr>
        <p:spPr>
          <a:xfrm>
            <a:off x="9753606" y="5478378"/>
            <a:ext cx="1632857" cy="169277"/>
          </a:xfrm>
          <a:prstGeom prst="rect">
            <a:avLst/>
          </a:prstGeom>
          <a:solidFill>
            <a:schemeClr val="accent6"/>
          </a:solidFill>
        </p:spPr>
        <p:txBody>
          <a:bodyPr wrap="square" lIns="0" tIns="0" rIns="0" bIns="0" rtlCol="0">
            <a:spAutoFit/>
          </a:bodyPr>
          <a:lstStyle/>
          <a:p>
            <a:pPr algn="ctr">
              <a:spcBef>
                <a:spcPts val="600"/>
              </a:spcBef>
              <a:buSzPct val="100000"/>
            </a:pPr>
            <a:r>
              <a:rPr lang="en-US" sz="1100" dirty="0">
                <a:solidFill>
                  <a:schemeClr val="bg1"/>
                </a:solidFill>
              </a:rPr>
              <a:t>PMO Phase</a:t>
            </a:r>
          </a:p>
        </p:txBody>
      </p:sp>
    </p:spTree>
    <p:extLst>
      <p:ext uri="{BB962C8B-B14F-4D97-AF65-F5344CB8AC3E}">
        <p14:creationId xmlns:p14="http://schemas.microsoft.com/office/powerpoint/2010/main" val="3201335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588" y="2579"/>
          <a:ext cx="1587" cy="1587"/>
        </p:xfrm>
        <a:graphic>
          <a:graphicData uri="http://schemas.openxmlformats.org/presentationml/2006/ole">
            <mc:AlternateContent xmlns:mc="http://schemas.openxmlformats.org/markup-compatibility/2006">
              <mc:Choice xmlns:v="urn:schemas-microsoft-com:vml" Requires="v">
                <p:oleObj spid="_x0000_s8240" name="think-cell Slide" r:id="rId6" imgW="530" imgH="531" progId="TCLayout.ActiveDocument.1">
                  <p:embed/>
                </p:oleObj>
              </mc:Choice>
              <mc:Fallback>
                <p:oleObj name="think-cell Slide" r:id="rId6" imgW="530" imgH="531" progId="TCLayout.ActiveDocument.1">
                  <p:embed/>
                  <p:pic>
                    <p:nvPicPr>
                      <p:cNvPr id="4" name="Object 3" hidden="1"/>
                      <p:cNvPicPr/>
                      <p:nvPr/>
                    </p:nvPicPr>
                    <p:blipFill>
                      <a:blip r:embed="rId7"/>
                      <a:stretch>
                        <a:fillRect/>
                      </a:stretch>
                    </p:blipFill>
                    <p:spPr>
                      <a:xfrm>
                        <a:off x="1588" y="2579"/>
                        <a:ext cx="1587" cy="1587"/>
                      </a:xfrm>
                      <a:prstGeom prst="rect">
                        <a:avLst/>
                      </a:prstGeom>
                    </p:spPr>
                  </p:pic>
                </p:oleObj>
              </mc:Fallback>
            </mc:AlternateContent>
          </a:graphicData>
        </a:graphic>
      </p:graphicFrame>
      <p:sp>
        <p:nvSpPr>
          <p:cNvPr id="5" name="Rectangle 4" hidden="1"/>
          <p:cNvSpPr/>
          <p:nvPr>
            <p:custDataLst>
              <p:tags r:id="rId3"/>
            </p:custDataLst>
          </p:nvPr>
        </p:nvSpPr>
        <p:spPr>
          <a:xfrm>
            <a:off x="1" y="992"/>
            <a:ext cx="158667" cy="1586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GB" sz="1765" b="1" dirty="0">
              <a:latin typeface="Verdana" panose="020B0604030504040204" pitchFamily="34" charset="0"/>
              <a:ea typeface="+mj-ea"/>
              <a:cs typeface="+mj-cs"/>
              <a:sym typeface="Verdana" panose="020B0604030504040204" pitchFamily="34" charset="0"/>
            </a:endParaRPr>
          </a:p>
        </p:txBody>
      </p:sp>
      <p:sp>
        <p:nvSpPr>
          <p:cNvPr id="36" name="Rectangle 35"/>
          <p:cNvSpPr/>
          <p:nvPr/>
        </p:nvSpPr>
        <p:spPr bwMode="gray">
          <a:xfrm>
            <a:off x="5957829" y="1130666"/>
            <a:ext cx="2520529" cy="427986"/>
          </a:xfrm>
          <a:prstGeom prst="rect">
            <a:avLst/>
          </a:prstGeom>
          <a:noFill/>
          <a:ln w="19050" algn="ctr">
            <a:noFill/>
            <a:miter lim="800000"/>
            <a:headEnd/>
            <a:tailEnd/>
          </a:ln>
        </p:spPr>
        <p:txBody>
          <a:bodyPr wrap="square" lIns="100700" tIns="100700" rIns="100700" bIns="100700" rtlCol="0" anchor="ctr"/>
          <a:lstStyle/>
          <a:p>
            <a:pPr algn="ctr" defTabSz="1380987">
              <a:lnSpc>
                <a:spcPct val="106000"/>
              </a:lnSpc>
              <a:defRPr/>
            </a:pPr>
            <a:r>
              <a:rPr lang="en-US" sz="1412" b="1" dirty="0">
                <a:solidFill>
                  <a:schemeClr val="accent2"/>
                </a:solidFill>
                <a:latin typeface="Verdana"/>
              </a:rPr>
              <a:t>Activities</a:t>
            </a:r>
            <a:endParaRPr lang="en-IN" sz="1412" b="1" dirty="0">
              <a:solidFill>
                <a:schemeClr val="accent2"/>
              </a:solidFill>
              <a:latin typeface="Verdana"/>
            </a:endParaRPr>
          </a:p>
        </p:txBody>
      </p:sp>
      <p:sp>
        <p:nvSpPr>
          <p:cNvPr id="39" name="Rectangle 38"/>
          <p:cNvSpPr/>
          <p:nvPr/>
        </p:nvSpPr>
        <p:spPr bwMode="gray">
          <a:xfrm>
            <a:off x="845569" y="1130666"/>
            <a:ext cx="1515923" cy="359816"/>
          </a:xfrm>
          <a:prstGeom prst="rect">
            <a:avLst/>
          </a:prstGeom>
          <a:noFill/>
          <a:ln w="19050" algn="ctr">
            <a:noFill/>
            <a:miter lim="800000"/>
            <a:headEnd/>
            <a:tailEnd/>
          </a:ln>
        </p:spPr>
        <p:txBody>
          <a:bodyPr wrap="square" lIns="100700" tIns="100700" rIns="100700" bIns="100700" rtlCol="0" anchor="ctr"/>
          <a:lstStyle/>
          <a:p>
            <a:pPr algn="ctr" defTabSz="1380987">
              <a:lnSpc>
                <a:spcPct val="106000"/>
              </a:lnSpc>
              <a:defRPr/>
            </a:pPr>
            <a:r>
              <a:rPr lang="en-US" sz="1412" b="1" dirty="0">
                <a:solidFill>
                  <a:schemeClr val="accent2"/>
                </a:solidFill>
              </a:rPr>
              <a:t>Deliverables</a:t>
            </a:r>
            <a:endParaRPr lang="en-IN" sz="1412" b="1" dirty="0">
              <a:solidFill>
                <a:schemeClr val="accent2"/>
              </a:solidFill>
            </a:endParaRPr>
          </a:p>
        </p:txBody>
      </p:sp>
      <p:cxnSp>
        <p:nvCxnSpPr>
          <p:cNvPr id="38" name="Straight Connector 37"/>
          <p:cNvCxnSpPr/>
          <p:nvPr/>
        </p:nvCxnSpPr>
        <p:spPr>
          <a:xfrm flipV="1">
            <a:off x="458771" y="1607520"/>
            <a:ext cx="11184521" cy="24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Rectangle 44">
            <a:hlinkClick r:id="" action="ppaction://noaction"/>
          </p:cNvPr>
          <p:cNvSpPr/>
          <p:nvPr/>
        </p:nvSpPr>
        <p:spPr bwMode="gray">
          <a:xfrm>
            <a:off x="593310" y="1791049"/>
            <a:ext cx="2107861" cy="590939"/>
          </a:xfrm>
          <a:prstGeom prst="rect">
            <a:avLst/>
          </a:prstGeom>
          <a:solidFill>
            <a:srgbClr val="0076A8"/>
          </a:solidFill>
          <a:ln/>
        </p:spPr>
        <p:style>
          <a:lnRef idx="2">
            <a:schemeClr val="accent5"/>
          </a:lnRef>
          <a:fillRef idx="1">
            <a:schemeClr val="lt1"/>
          </a:fillRef>
          <a:effectRef idx="0">
            <a:schemeClr val="accent5"/>
          </a:effectRef>
          <a:fontRef idx="minor">
            <a:schemeClr val="dk1"/>
          </a:fontRef>
        </p:style>
        <p:txBody>
          <a:bodyPr vert="horz" wrap="square" lIns="103578" tIns="51789" rIns="103578" bIns="51789" numCol="1" anchor="ctr" anchorCtr="0" compatLnSpc="1">
            <a:prstTxWarp prst="textNoShape">
              <a:avLst/>
            </a:prstTxWarp>
          </a:bodyPr>
          <a:lstStyle/>
          <a:p>
            <a:pPr algn="ctr"/>
            <a:r>
              <a:rPr lang="en-US" sz="1235" b="1" dirty="0">
                <a:solidFill>
                  <a:schemeClr val="bg1"/>
                </a:solidFill>
                <a:latin typeface="+mj-lt"/>
              </a:rPr>
              <a:t>Potential platform opportunity exploration report</a:t>
            </a:r>
          </a:p>
        </p:txBody>
      </p:sp>
      <p:sp>
        <p:nvSpPr>
          <p:cNvPr id="49" name="Rectangle 48">
            <a:hlinkClick r:id="" action="ppaction://noaction"/>
          </p:cNvPr>
          <p:cNvSpPr/>
          <p:nvPr/>
        </p:nvSpPr>
        <p:spPr bwMode="gray">
          <a:xfrm>
            <a:off x="593310" y="4265918"/>
            <a:ext cx="2107861" cy="790717"/>
          </a:xfrm>
          <a:prstGeom prst="rect">
            <a:avLst/>
          </a:prstGeom>
          <a:solidFill>
            <a:srgbClr val="0076A8"/>
          </a:solidFill>
          <a:ln/>
        </p:spPr>
        <p:style>
          <a:lnRef idx="2">
            <a:schemeClr val="accent5"/>
          </a:lnRef>
          <a:fillRef idx="1">
            <a:schemeClr val="lt1"/>
          </a:fillRef>
          <a:effectRef idx="0">
            <a:schemeClr val="accent5"/>
          </a:effectRef>
          <a:fontRef idx="minor">
            <a:schemeClr val="dk1"/>
          </a:fontRef>
        </p:style>
        <p:txBody>
          <a:bodyPr vert="horz" wrap="square" lIns="0" tIns="51789" rIns="0" bIns="51789" numCol="1" anchor="ctr" anchorCtr="0" compatLnSpc="1">
            <a:prstTxWarp prst="textNoShape">
              <a:avLst/>
            </a:prstTxWarp>
          </a:bodyPr>
          <a:lstStyle/>
          <a:p>
            <a:pPr algn="ctr" defTabSz="1380987">
              <a:defRPr/>
            </a:pPr>
            <a:r>
              <a:rPr lang="en-US" sz="1235" b="1" dirty="0">
                <a:solidFill>
                  <a:schemeClr val="bg1"/>
                </a:solidFill>
              </a:rPr>
              <a:t>Digital blueprint and technology building blocks</a:t>
            </a:r>
            <a:endParaRPr lang="en-IN" sz="1235" b="1" dirty="0">
              <a:solidFill>
                <a:schemeClr val="bg1"/>
              </a:solidFill>
            </a:endParaRPr>
          </a:p>
        </p:txBody>
      </p:sp>
      <p:sp>
        <p:nvSpPr>
          <p:cNvPr id="40" name="Striped Right Arrow 39"/>
          <p:cNvSpPr/>
          <p:nvPr/>
        </p:nvSpPr>
        <p:spPr bwMode="gray">
          <a:xfrm>
            <a:off x="3005515" y="3120135"/>
            <a:ext cx="628032" cy="577352"/>
          </a:xfrm>
          <a:prstGeom prst="stripedRightArrow">
            <a:avLst>
              <a:gd name="adj1" fmla="val 100000"/>
              <a:gd name="adj2" fmla="val 50000"/>
            </a:avLst>
          </a:prstGeom>
          <a:solidFill>
            <a:schemeClr val="accent4"/>
          </a:solidFill>
          <a:ln>
            <a:noFill/>
          </a:ln>
        </p:spPr>
        <p:txBody>
          <a:bodyPr vert="horz" wrap="square" lIns="103578" tIns="51789" rIns="103578" bIns="51789" numCol="1" anchor="ctr" anchorCtr="0" compatLnSpc="1">
            <a:prstTxWarp prst="textNoShape">
              <a:avLst/>
            </a:prstTxWarp>
          </a:bodyPr>
          <a:lstStyle/>
          <a:p>
            <a:pPr algn="ctr" defTabSz="1380987">
              <a:defRPr/>
            </a:pPr>
            <a:endParaRPr lang="en-IN" sz="1235" dirty="0">
              <a:solidFill>
                <a:srgbClr val="012169">
                  <a:lumMod val="50000"/>
                </a:srgbClr>
              </a:solidFill>
              <a:latin typeface="Verdana"/>
            </a:endParaRPr>
          </a:p>
        </p:txBody>
      </p:sp>
      <p:sp>
        <p:nvSpPr>
          <p:cNvPr id="90" name="Freeform 97"/>
          <p:cNvSpPr>
            <a:spLocks noEditPoints="1"/>
          </p:cNvSpPr>
          <p:nvPr/>
        </p:nvSpPr>
        <p:spPr bwMode="auto">
          <a:xfrm>
            <a:off x="5781026" y="1130665"/>
            <a:ext cx="412941" cy="447235"/>
          </a:xfrm>
          <a:custGeom>
            <a:avLst/>
            <a:gdLst>
              <a:gd name="T0" fmla="*/ 298 w 512"/>
              <a:gd name="T1" fmla="*/ 298 h 512"/>
              <a:gd name="T2" fmla="*/ 373 w 512"/>
              <a:gd name="T3" fmla="*/ 298 h 512"/>
              <a:gd name="T4" fmla="*/ 373 w 512"/>
              <a:gd name="T5" fmla="*/ 373 h 512"/>
              <a:gd name="T6" fmla="*/ 298 w 512"/>
              <a:gd name="T7" fmla="*/ 373 h 512"/>
              <a:gd name="T8" fmla="*/ 298 w 512"/>
              <a:gd name="T9" fmla="*/ 298 h 512"/>
              <a:gd name="T10" fmla="*/ 138 w 512"/>
              <a:gd name="T11" fmla="*/ 213 h 512"/>
              <a:gd name="T12" fmla="*/ 213 w 512"/>
              <a:gd name="T13" fmla="*/ 213 h 512"/>
              <a:gd name="T14" fmla="*/ 213 w 512"/>
              <a:gd name="T15" fmla="*/ 138 h 512"/>
              <a:gd name="T16" fmla="*/ 138 w 512"/>
              <a:gd name="T17" fmla="*/ 138 h 512"/>
              <a:gd name="T18" fmla="*/ 138 w 512"/>
              <a:gd name="T19" fmla="*/ 213 h 512"/>
              <a:gd name="T20" fmla="*/ 138 w 512"/>
              <a:gd name="T21" fmla="*/ 373 h 512"/>
              <a:gd name="T22" fmla="*/ 213 w 512"/>
              <a:gd name="T23" fmla="*/ 373 h 512"/>
              <a:gd name="T24" fmla="*/ 213 w 512"/>
              <a:gd name="T25" fmla="*/ 298 h 512"/>
              <a:gd name="T26" fmla="*/ 138 w 512"/>
              <a:gd name="T27" fmla="*/ 298 h 512"/>
              <a:gd name="T28" fmla="*/ 138 w 512"/>
              <a:gd name="T29" fmla="*/ 373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234 w 512"/>
              <a:gd name="T41" fmla="*/ 288 h 512"/>
              <a:gd name="T42" fmla="*/ 224 w 512"/>
              <a:gd name="T43" fmla="*/ 277 h 512"/>
              <a:gd name="T44" fmla="*/ 128 w 512"/>
              <a:gd name="T45" fmla="*/ 277 h 512"/>
              <a:gd name="T46" fmla="*/ 117 w 512"/>
              <a:gd name="T47" fmla="*/ 288 h 512"/>
              <a:gd name="T48" fmla="*/ 117 w 512"/>
              <a:gd name="T49" fmla="*/ 384 h 512"/>
              <a:gd name="T50" fmla="*/ 128 w 512"/>
              <a:gd name="T51" fmla="*/ 394 h 512"/>
              <a:gd name="T52" fmla="*/ 224 w 512"/>
              <a:gd name="T53" fmla="*/ 394 h 512"/>
              <a:gd name="T54" fmla="*/ 234 w 512"/>
              <a:gd name="T55" fmla="*/ 384 h 512"/>
              <a:gd name="T56" fmla="*/ 234 w 512"/>
              <a:gd name="T57" fmla="*/ 288 h 512"/>
              <a:gd name="T58" fmla="*/ 234 w 512"/>
              <a:gd name="T59" fmla="*/ 128 h 512"/>
              <a:gd name="T60" fmla="*/ 224 w 512"/>
              <a:gd name="T61" fmla="*/ 117 h 512"/>
              <a:gd name="T62" fmla="*/ 128 w 512"/>
              <a:gd name="T63" fmla="*/ 117 h 512"/>
              <a:gd name="T64" fmla="*/ 117 w 512"/>
              <a:gd name="T65" fmla="*/ 128 h 512"/>
              <a:gd name="T66" fmla="*/ 117 w 512"/>
              <a:gd name="T67" fmla="*/ 224 h 512"/>
              <a:gd name="T68" fmla="*/ 128 w 512"/>
              <a:gd name="T69" fmla="*/ 234 h 512"/>
              <a:gd name="T70" fmla="*/ 224 w 512"/>
              <a:gd name="T71" fmla="*/ 234 h 512"/>
              <a:gd name="T72" fmla="*/ 234 w 512"/>
              <a:gd name="T73" fmla="*/ 224 h 512"/>
              <a:gd name="T74" fmla="*/ 234 w 512"/>
              <a:gd name="T75" fmla="*/ 128 h 512"/>
              <a:gd name="T76" fmla="*/ 394 w 512"/>
              <a:gd name="T77" fmla="*/ 288 h 512"/>
              <a:gd name="T78" fmla="*/ 384 w 512"/>
              <a:gd name="T79" fmla="*/ 277 h 512"/>
              <a:gd name="T80" fmla="*/ 288 w 512"/>
              <a:gd name="T81" fmla="*/ 277 h 512"/>
              <a:gd name="T82" fmla="*/ 277 w 512"/>
              <a:gd name="T83" fmla="*/ 288 h 512"/>
              <a:gd name="T84" fmla="*/ 277 w 512"/>
              <a:gd name="T85" fmla="*/ 384 h 512"/>
              <a:gd name="T86" fmla="*/ 288 w 512"/>
              <a:gd name="T87" fmla="*/ 394 h 512"/>
              <a:gd name="T88" fmla="*/ 384 w 512"/>
              <a:gd name="T89" fmla="*/ 394 h 512"/>
              <a:gd name="T90" fmla="*/ 394 w 512"/>
              <a:gd name="T91" fmla="*/ 384 h 512"/>
              <a:gd name="T92" fmla="*/ 394 w 512"/>
              <a:gd name="T93" fmla="*/ 288 h 512"/>
              <a:gd name="T94" fmla="*/ 394 w 512"/>
              <a:gd name="T95" fmla="*/ 128 h 512"/>
              <a:gd name="T96" fmla="*/ 384 w 512"/>
              <a:gd name="T97" fmla="*/ 117 h 512"/>
              <a:gd name="T98" fmla="*/ 288 w 512"/>
              <a:gd name="T99" fmla="*/ 117 h 512"/>
              <a:gd name="T100" fmla="*/ 277 w 512"/>
              <a:gd name="T101" fmla="*/ 128 h 512"/>
              <a:gd name="T102" fmla="*/ 277 w 512"/>
              <a:gd name="T103" fmla="*/ 224 h 512"/>
              <a:gd name="T104" fmla="*/ 288 w 512"/>
              <a:gd name="T105" fmla="*/ 234 h 512"/>
              <a:gd name="T106" fmla="*/ 384 w 512"/>
              <a:gd name="T107" fmla="*/ 234 h 512"/>
              <a:gd name="T108" fmla="*/ 394 w 512"/>
              <a:gd name="T109" fmla="*/ 224 h 512"/>
              <a:gd name="T110" fmla="*/ 394 w 512"/>
              <a:gd name="T111" fmla="*/ 128 h 512"/>
              <a:gd name="T112" fmla="*/ 298 w 512"/>
              <a:gd name="T113" fmla="*/ 213 h 512"/>
              <a:gd name="T114" fmla="*/ 373 w 512"/>
              <a:gd name="T115" fmla="*/ 213 h 512"/>
              <a:gd name="T116" fmla="*/ 373 w 512"/>
              <a:gd name="T117" fmla="*/ 138 h 512"/>
              <a:gd name="T118" fmla="*/ 298 w 512"/>
              <a:gd name="T119" fmla="*/ 138 h 512"/>
              <a:gd name="T120" fmla="*/ 298 w 512"/>
              <a:gd name="T121"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298" y="298"/>
                </a:moveTo>
                <a:cubicBezTo>
                  <a:pt x="373" y="298"/>
                  <a:pt x="373" y="298"/>
                  <a:pt x="373" y="298"/>
                </a:cubicBezTo>
                <a:cubicBezTo>
                  <a:pt x="373" y="373"/>
                  <a:pt x="373" y="373"/>
                  <a:pt x="373" y="373"/>
                </a:cubicBezTo>
                <a:cubicBezTo>
                  <a:pt x="298" y="373"/>
                  <a:pt x="298" y="373"/>
                  <a:pt x="298" y="373"/>
                </a:cubicBezTo>
                <a:lnTo>
                  <a:pt x="298" y="298"/>
                </a:lnTo>
                <a:close/>
                <a:moveTo>
                  <a:pt x="138" y="213"/>
                </a:moveTo>
                <a:cubicBezTo>
                  <a:pt x="213" y="213"/>
                  <a:pt x="213" y="213"/>
                  <a:pt x="213" y="213"/>
                </a:cubicBezTo>
                <a:cubicBezTo>
                  <a:pt x="213" y="138"/>
                  <a:pt x="213" y="138"/>
                  <a:pt x="213" y="138"/>
                </a:cubicBezTo>
                <a:cubicBezTo>
                  <a:pt x="138" y="138"/>
                  <a:pt x="138" y="138"/>
                  <a:pt x="138" y="138"/>
                </a:cubicBezTo>
                <a:lnTo>
                  <a:pt x="138" y="213"/>
                </a:lnTo>
                <a:close/>
                <a:moveTo>
                  <a:pt x="138" y="373"/>
                </a:moveTo>
                <a:cubicBezTo>
                  <a:pt x="213" y="373"/>
                  <a:pt x="213" y="373"/>
                  <a:pt x="213" y="373"/>
                </a:cubicBezTo>
                <a:cubicBezTo>
                  <a:pt x="213" y="298"/>
                  <a:pt x="213" y="298"/>
                  <a:pt x="213" y="298"/>
                </a:cubicBezTo>
                <a:cubicBezTo>
                  <a:pt x="138" y="298"/>
                  <a:pt x="138" y="298"/>
                  <a:pt x="138" y="298"/>
                </a:cubicBezTo>
                <a:lnTo>
                  <a:pt x="138" y="37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34" y="288"/>
                </a:moveTo>
                <a:cubicBezTo>
                  <a:pt x="234" y="282"/>
                  <a:pt x="230" y="277"/>
                  <a:pt x="224" y="277"/>
                </a:cubicBezTo>
                <a:cubicBezTo>
                  <a:pt x="128" y="277"/>
                  <a:pt x="128" y="277"/>
                  <a:pt x="128" y="277"/>
                </a:cubicBezTo>
                <a:cubicBezTo>
                  <a:pt x="122" y="277"/>
                  <a:pt x="117" y="282"/>
                  <a:pt x="117" y="288"/>
                </a:cubicBezTo>
                <a:cubicBezTo>
                  <a:pt x="117" y="384"/>
                  <a:pt x="117" y="384"/>
                  <a:pt x="117" y="384"/>
                </a:cubicBezTo>
                <a:cubicBezTo>
                  <a:pt x="117" y="390"/>
                  <a:pt x="122" y="394"/>
                  <a:pt x="128" y="394"/>
                </a:cubicBezTo>
                <a:cubicBezTo>
                  <a:pt x="224" y="394"/>
                  <a:pt x="224" y="394"/>
                  <a:pt x="224" y="394"/>
                </a:cubicBezTo>
                <a:cubicBezTo>
                  <a:pt x="230" y="394"/>
                  <a:pt x="234" y="390"/>
                  <a:pt x="234" y="384"/>
                </a:cubicBezTo>
                <a:lnTo>
                  <a:pt x="234" y="288"/>
                </a:lnTo>
                <a:close/>
                <a:moveTo>
                  <a:pt x="234" y="128"/>
                </a:moveTo>
                <a:cubicBezTo>
                  <a:pt x="234" y="122"/>
                  <a:pt x="230" y="117"/>
                  <a:pt x="224" y="117"/>
                </a:cubicBezTo>
                <a:cubicBezTo>
                  <a:pt x="128" y="117"/>
                  <a:pt x="128" y="117"/>
                  <a:pt x="128" y="117"/>
                </a:cubicBezTo>
                <a:cubicBezTo>
                  <a:pt x="122" y="117"/>
                  <a:pt x="117" y="122"/>
                  <a:pt x="117" y="128"/>
                </a:cubicBezTo>
                <a:cubicBezTo>
                  <a:pt x="117" y="224"/>
                  <a:pt x="117" y="224"/>
                  <a:pt x="117" y="224"/>
                </a:cubicBezTo>
                <a:cubicBezTo>
                  <a:pt x="117" y="230"/>
                  <a:pt x="122" y="234"/>
                  <a:pt x="128" y="234"/>
                </a:cubicBezTo>
                <a:cubicBezTo>
                  <a:pt x="224" y="234"/>
                  <a:pt x="224" y="234"/>
                  <a:pt x="224" y="234"/>
                </a:cubicBezTo>
                <a:cubicBezTo>
                  <a:pt x="230" y="234"/>
                  <a:pt x="234" y="230"/>
                  <a:pt x="234" y="224"/>
                </a:cubicBezTo>
                <a:lnTo>
                  <a:pt x="234" y="128"/>
                </a:lnTo>
                <a:close/>
                <a:moveTo>
                  <a:pt x="394" y="288"/>
                </a:moveTo>
                <a:cubicBezTo>
                  <a:pt x="394" y="282"/>
                  <a:pt x="390" y="277"/>
                  <a:pt x="384" y="277"/>
                </a:cubicBezTo>
                <a:cubicBezTo>
                  <a:pt x="288" y="277"/>
                  <a:pt x="288" y="277"/>
                  <a:pt x="288" y="277"/>
                </a:cubicBezTo>
                <a:cubicBezTo>
                  <a:pt x="282" y="277"/>
                  <a:pt x="277" y="282"/>
                  <a:pt x="277" y="288"/>
                </a:cubicBezTo>
                <a:cubicBezTo>
                  <a:pt x="277" y="384"/>
                  <a:pt x="277" y="384"/>
                  <a:pt x="277" y="384"/>
                </a:cubicBezTo>
                <a:cubicBezTo>
                  <a:pt x="277" y="390"/>
                  <a:pt x="282" y="394"/>
                  <a:pt x="288" y="394"/>
                </a:cubicBezTo>
                <a:cubicBezTo>
                  <a:pt x="384" y="394"/>
                  <a:pt x="384" y="394"/>
                  <a:pt x="384" y="394"/>
                </a:cubicBezTo>
                <a:cubicBezTo>
                  <a:pt x="390" y="394"/>
                  <a:pt x="394" y="390"/>
                  <a:pt x="394" y="384"/>
                </a:cubicBezTo>
                <a:lnTo>
                  <a:pt x="394" y="288"/>
                </a:lnTo>
                <a:close/>
                <a:moveTo>
                  <a:pt x="394" y="128"/>
                </a:moveTo>
                <a:cubicBezTo>
                  <a:pt x="394" y="122"/>
                  <a:pt x="390" y="117"/>
                  <a:pt x="384" y="117"/>
                </a:cubicBezTo>
                <a:cubicBezTo>
                  <a:pt x="288" y="117"/>
                  <a:pt x="288" y="117"/>
                  <a:pt x="288" y="117"/>
                </a:cubicBezTo>
                <a:cubicBezTo>
                  <a:pt x="282" y="117"/>
                  <a:pt x="277" y="122"/>
                  <a:pt x="277" y="128"/>
                </a:cubicBezTo>
                <a:cubicBezTo>
                  <a:pt x="277" y="224"/>
                  <a:pt x="277" y="224"/>
                  <a:pt x="277" y="224"/>
                </a:cubicBezTo>
                <a:cubicBezTo>
                  <a:pt x="277" y="230"/>
                  <a:pt x="282" y="234"/>
                  <a:pt x="288" y="234"/>
                </a:cubicBezTo>
                <a:cubicBezTo>
                  <a:pt x="384" y="234"/>
                  <a:pt x="384" y="234"/>
                  <a:pt x="384" y="234"/>
                </a:cubicBezTo>
                <a:cubicBezTo>
                  <a:pt x="390" y="234"/>
                  <a:pt x="394" y="230"/>
                  <a:pt x="394" y="224"/>
                </a:cubicBezTo>
                <a:lnTo>
                  <a:pt x="394" y="128"/>
                </a:lnTo>
                <a:close/>
                <a:moveTo>
                  <a:pt x="298" y="213"/>
                </a:moveTo>
                <a:cubicBezTo>
                  <a:pt x="373" y="213"/>
                  <a:pt x="373" y="213"/>
                  <a:pt x="373" y="213"/>
                </a:cubicBezTo>
                <a:cubicBezTo>
                  <a:pt x="373" y="138"/>
                  <a:pt x="373" y="138"/>
                  <a:pt x="373" y="138"/>
                </a:cubicBezTo>
                <a:cubicBezTo>
                  <a:pt x="298" y="138"/>
                  <a:pt x="298" y="138"/>
                  <a:pt x="298" y="138"/>
                </a:cubicBezTo>
                <a:lnTo>
                  <a:pt x="298" y="213"/>
                </a:lnTo>
                <a:close/>
              </a:path>
            </a:pathLst>
          </a:custGeom>
          <a:solidFill>
            <a:schemeClr val="accent4"/>
          </a:solidFill>
          <a:ln>
            <a:noFill/>
          </a:ln>
        </p:spPr>
        <p:txBody>
          <a:bodyPr vert="horz" wrap="square" lIns="103578" tIns="51789" rIns="103578" bIns="51789" numCol="1" anchor="t" anchorCtr="0" compatLnSpc="1">
            <a:prstTxWarp prst="textNoShape">
              <a:avLst/>
            </a:prstTxWarp>
          </a:bodyPr>
          <a:lstStyle/>
          <a:p>
            <a:pPr defTabSz="1380987">
              <a:defRPr/>
            </a:pPr>
            <a:endParaRPr lang="en-GB" sz="2471" dirty="0">
              <a:solidFill>
                <a:prstClr val="black"/>
              </a:solidFill>
              <a:latin typeface="Verdana"/>
            </a:endParaRPr>
          </a:p>
        </p:txBody>
      </p:sp>
      <p:sp>
        <p:nvSpPr>
          <p:cNvPr id="91" name="Freeform 59">
            <a:extLst>
              <a:ext uri="{FF2B5EF4-FFF2-40B4-BE49-F238E27FC236}">
                <a16:creationId xmlns:a16="http://schemas.microsoft.com/office/drawing/2014/main" id="{9920DF9A-5043-4800-805F-AAA1D155489F}"/>
              </a:ext>
            </a:extLst>
          </p:cNvPr>
          <p:cNvSpPr>
            <a:spLocks noChangeAspect="1" noEditPoints="1"/>
          </p:cNvSpPr>
          <p:nvPr/>
        </p:nvSpPr>
        <p:spPr bwMode="auto">
          <a:xfrm>
            <a:off x="548586" y="1130665"/>
            <a:ext cx="411731" cy="447235"/>
          </a:xfrm>
          <a:custGeom>
            <a:avLst/>
            <a:gdLst>
              <a:gd name="T0" fmla="*/ 147 w 512"/>
              <a:gd name="T1" fmla="*/ 170 h 512"/>
              <a:gd name="T2" fmla="*/ 201 w 512"/>
              <a:gd name="T3" fmla="*/ 170 h 512"/>
              <a:gd name="T4" fmla="*/ 223 w 512"/>
              <a:gd name="T5" fmla="*/ 170 h 512"/>
              <a:gd name="T6" fmla="*/ 256 w 512"/>
              <a:gd name="T7" fmla="*/ 117 h 512"/>
              <a:gd name="T8" fmla="*/ 133 w 512"/>
              <a:gd name="T9" fmla="*/ 192 h 512"/>
              <a:gd name="T10" fmla="*/ 192 w 512"/>
              <a:gd name="T11" fmla="*/ 245 h 512"/>
              <a:gd name="T12" fmla="*/ 218 w 512"/>
              <a:gd name="T13" fmla="*/ 320 h 512"/>
              <a:gd name="T14" fmla="*/ 298 w 512"/>
              <a:gd name="T15" fmla="*/ 266 h 512"/>
              <a:gd name="T16" fmla="*/ 218 w 512"/>
              <a:gd name="T17" fmla="*/ 320 h 512"/>
              <a:gd name="T18" fmla="*/ 292 w 512"/>
              <a:gd name="T19" fmla="*/ 122 h 512"/>
              <a:gd name="T20" fmla="*/ 365 w 512"/>
              <a:gd name="T21" fmla="*/ 170 h 512"/>
              <a:gd name="T22" fmla="*/ 218 w 512"/>
              <a:gd name="T23" fmla="*/ 192 h 512"/>
              <a:gd name="T24" fmla="*/ 298 w 512"/>
              <a:gd name="T25" fmla="*/ 245 h 512"/>
              <a:gd name="T26" fmla="*/ 192 w 512"/>
              <a:gd name="T27" fmla="*/ 266 h 512"/>
              <a:gd name="T28" fmla="*/ 133 w 512"/>
              <a:gd name="T29" fmla="*/ 320 h 512"/>
              <a:gd name="T30" fmla="*/ 192 w 512"/>
              <a:gd name="T31" fmla="*/ 266 h 512"/>
              <a:gd name="T32" fmla="*/ 394 w 512"/>
              <a:gd name="T33" fmla="*/ 245 h 512"/>
              <a:gd name="T34" fmla="*/ 314 w 512"/>
              <a:gd name="T35" fmla="*/ 192 h 512"/>
              <a:gd name="T36" fmla="*/ 512 w 512"/>
              <a:gd name="T37" fmla="*/ 256 h 512"/>
              <a:gd name="T38" fmla="*/ 0 w 512"/>
              <a:gd name="T39" fmla="*/ 256 h 512"/>
              <a:gd name="T40" fmla="*/ 512 w 512"/>
              <a:gd name="T41" fmla="*/ 256 h 512"/>
              <a:gd name="T42" fmla="*/ 256 w 512"/>
              <a:gd name="T43" fmla="*/ 96 h 512"/>
              <a:gd name="T44" fmla="*/ 256 w 512"/>
              <a:gd name="T45" fmla="*/ 416 h 512"/>
              <a:gd name="T46" fmla="*/ 314 w 512"/>
              <a:gd name="T47" fmla="*/ 320 h 512"/>
              <a:gd name="T48" fmla="*/ 394 w 512"/>
              <a:gd name="T49" fmla="*/ 266 h 512"/>
              <a:gd name="T50" fmla="*/ 314 w 512"/>
              <a:gd name="T51" fmla="*/ 320 h 512"/>
              <a:gd name="T52" fmla="*/ 220 w 512"/>
              <a:gd name="T53" fmla="*/ 389 h 512"/>
              <a:gd name="T54" fmla="*/ 147 w 512"/>
              <a:gd name="T55" fmla="*/ 341 h 512"/>
              <a:gd name="T56" fmla="*/ 365 w 512"/>
              <a:gd name="T57" fmla="*/ 341 h 512"/>
              <a:gd name="T58" fmla="*/ 292 w 512"/>
              <a:gd name="T59" fmla="*/ 389 h 512"/>
              <a:gd name="T60" fmla="*/ 288 w 512"/>
              <a:gd name="T61" fmla="*/ 341 h 512"/>
              <a:gd name="T62" fmla="*/ 256 w 512"/>
              <a:gd name="T63" fmla="*/ 39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12" h="512">
                <a:moveTo>
                  <a:pt x="201" y="170"/>
                </a:moveTo>
                <a:cubicBezTo>
                  <a:pt x="147" y="170"/>
                  <a:pt x="147" y="170"/>
                  <a:pt x="147" y="170"/>
                </a:cubicBezTo>
                <a:cubicBezTo>
                  <a:pt x="165" y="147"/>
                  <a:pt x="190" y="130"/>
                  <a:pt x="220" y="122"/>
                </a:cubicBezTo>
                <a:cubicBezTo>
                  <a:pt x="212" y="135"/>
                  <a:pt x="206" y="151"/>
                  <a:pt x="201" y="170"/>
                </a:cubicBezTo>
                <a:close/>
                <a:moveTo>
                  <a:pt x="256" y="117"/>
                </a:moveTo>
                <a:cubicBezTo>
                  <a:pt x="245" y="117"/>
                  <a:pt x="232" y="137"/>
                  <a:pt x="223" y="170"/>
                </a:cubicBezTo>
                <a:cubicBezTo>
                  <a:pt x="288" y="170"/>
                  <a:pt x="288" y="170"/>
                  <a:pt x="288" y="170"/>
                </a:cubicBezTo>
                <a:cubicBezTo>
                  <a:pt x="279" y="137"/>
                  <a:pt x="266" y="117"/>
                  <a:pt x="256" y="117"/>
                </a:cubicBezTo>
                <a:close/>
                <a:moveTo>
                  <a:pt x="197" y="192"/>
                </a:moveTo>
                <a:cubicBezTo>
                  <a:pt x="133" y="192"/>
                  <a:pt x="133" y="192"/>
                  <a:pt x="133" y="192"/>
                </a:cubicBezTo>
                <a:cubicBezTo>
                  <a:pt x="124" y="208"/>
                  <a:pt x="119" y="226"/>
                  <a:pt x="118" y="245"/>
                </a:cubicBezTo>
                <a:cubicBezTo>
                  <a:pt x="192" y="245"/>
                  <a:pt x="192" y="245"/>
                  <a:pt x="192" y="245"/>
                </a:cubicBezTo>
                <a:cubicBezTo>
                  <a:pt x="192" y="227"/>
                  <a:pt x="194" y="209"/>
                  <a:pt x="197" y="192"/>
                </a:cubicBezTo>
                <a:close/>
                <a:moveTo>
                  <a:pt x="218" y="320"/>
                </a:moveTo>
                <a:cubicBezTo>
                  <a:pt x="293" y="320"/>
                  <a:pt x="293" y="320"/>
                  <a:pt x="293" y="320"/>
                </a:cubicBezTo>
                <a:cubicBezTo>
                  <a:pt x="296" y="304"/>
                  <a:pt x="298" y="286"/>
                  <a:pt x="298" y="266"/>
                </a:cubicBezTo>
                <a:cubicBezTo>
                  <a:pt x="213" y="266"/>
                  <a:pt x="213" y="266"/>
                  <a:pt x="213" y="266"/>
                </a:cubicBezTo>
                <a:cubicBezTo>
                  <a:pt x="214" y="286"/>
                  <a:pt x="216" y="304"/>
                  <a:pt x="218" y="320"/>
                </a:cubicBezTo>
                <a:close/>
                <a:moveTo>
                  <a:pt x="365" y="170"/>
                </a:moveTo>
                <a:cubicBezTo>
                  <a:pt x="347" y="147"/>
                  <a:pt x="321" y="130"/>
                  <a:pt x="292" y="122"/>
                </a:cubicBezTo>
                <a:cubicBezTo>
                  <a:pt x="299" y="135"/>
                  <a:pt x="306" y="151"/>
                  <a:pt x="310" y="170"/>
                </a:cubicBezTo>
                <a:lnTo>
                  <a:pt x="365" y="170"/>
                </a:lnTo>
                <a:close/>
                <a:moveTo>
                  <a:pt x="293" y="192"/>
                </a:moveTo>
                <a:cubicBezTo>
                  <a:pt x="218" y="192"/>
                  <a:pt x="218" y="192"/>
                  <a:pt x="218" y="192"/>
                </a:cubicBezTo>
                <a:cubicBezTo>
                  <a:pt x="216" y="207"/>
                  <a:pt x="214" y="225"/>
                  <a:pt x="213" y="245"/>
                </a:cubicBezTo>
                <a:cubicBezTo>
                  <a:pt x="298" y="245"/>
                  <a:pt x="298" y="245"/>
                  <a:pt x="298" y="245"/>
                </a:cubicBezTo>
                <a:cubicBezTo>
                  <a:pt x="298" y="225"/>
                  <a:pt x="296" y="207"/>
                  <a:pt x="293" y="192"/>
                </a:cubicBezTo>
                <a:close/>
                <a:moveTo>
                  <a:pt x="192" y="266"/>
                </a:moveTo>
                <a:cubicBezTo>
                  <a:pt x="118" y="266"/>
                  <a:pt x="118" y="266"/>
                  <a:pt x="118" y="266"/>
                </a:cubicBezTo>
                <a:cubicBezTo>
                  <a:pt x="119" y="285"/>
                  <a:pt x="124" y="303"/>
                  <a:pt x="133" y="320"/>
                </a:cubicBezTo>
                <a:cubicBezTo>
                  <a:pt x="197" y="320"/>
                  <a:pt x="197" y="320"/>
                  <a:pt x="197" y="320"/>
                </a:cubicBezTo>
                <a:cubicBezTo>
                  <a:pt x="194" y="303"/>
                  <a:pt x="192" y="284"/>
                  <a:pt x="192" y="266"/>
                </a:cubicBezTo>
                <a:close/>
                <a:moveTo>
                  <a:pt x="319" y="245"/>
                </a:moveTo>
                <a:cubicBezTo>
                  <a:pt x="394" y="245"/>
                  <a:pt x="394" y="245"/>
                  <a:pt x="394" y="245"/>
                </a:cubicBezTo>
                <a:cubicBezTo>
                  <a:pt x="392" y="226"/>
                  <a:pt x="387" y="208"/>
                  <a:pt x="379" y="192"/>
                </a:cubicBezTo>
                <a:cubicBezTo>
                  <a:pt x="314" y="192"/>
                  <a:pt x="314" y="192"/>
                  <a:pt x="314" y="192"/>
                </a:cubicBezTo>
                <a:cubicBezTo>
                  <a:pt x="317" y="209"/>
                  <a:pt x="319" y="227"/>
                  <a:pt x="319" y="245"/>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256"/>
                </a:moveTo>
                <a:cubicBezTo>
                  <a:pt x="416" y="167"/>
                  <a:pt x="344" y="96"/>
                  <a:pt x="256" y="96"/>
                </a:cubicBezTo>
                <a:cubicBezTo>
                  <a:pt x="167" y="96"/>
                  <a:pt x="96" y="167"/>
                  <a:pt x="96" y="256"/>
                </a:cubicBezTo>
                <a:cubicBezTo>
                  <a:pt x="96" y="344"/>
                  <a:pt x="167" y="416"/>
                  <a:pt x="256" y="416"/>
                </a:cubicBezTo>
                <a:cubicBezTo>
                  <a:pt x="344" y="416"/>
                  <a:pt x="416" y="344"/>
                  <a:pt x="416" y="256"/>
                </a:cubicBezTo>
                <a:close/>
                <a:moveTo>
                  <a:pt x="314" y="320"/>
                </a:moveTo>
                <a:cubicBezTo>
                  <a:pt x="379" y="320"/>
                  <a:pt x="379" y="320"/>
                  <a:pt x="379" y="320"/>
                </a:cubicBezTo>
                <a:cubicBezTo>
                  <a:pt x="387" y="303"/>
                  <a:pt x="392" y="285"/>
                  <a:pt x="394" y="266"/>
                </a:cubicBezTo>
                <a:cubicBezTo>
                  <a:pt x="319" y="266"/>
                  <a:pt x="319" y="266"/>
                  <a:pt x="319" y="266"/>
                </a:cubicBezTo>
                <a:cubicBezTo>
                  <a:pt x="319" y="284"/>
                  <a:pt x="317" y="303"/>
                  <a:pt x="314" y="320"/>
                </a:cubicBezTo>
                <a:close/>
                <a:moveTo>
                  <a:pt x="147" y="341"/>
                </a:moveTo>
                <a:cubicBezTo>
                  <a:pt x="165" y="364"/>
                  <a:pt x="190" y="381"/>
                  <a:pt x="220" y="389"/>
                </a:cubicBezTo>
                <a:cubicBezTo>
                  <a:pt x="212" y="377"/>
                  <a:pt x="206" y="360"/>
                  <a:pt x="201" y="341"/>
                </a:cubicBezTo>
                <a:lnTo>
                  <a:pt x="147" y="341"/>
                </a:lnTo>
                <a:close/>
                <a:moveTo>
                  <a:pt x="292" y="389"/>
                </a:moveTo>
                <a:cubicBezTo>
                  <a:pt x="321" y="381"/>
                  <a:pt x="347" y="364"/>
                  <a:pt x="365" y="341"/>
                </a:cubicBezTo>
                <a:cubicBezTo>
                  <a:pt x="310" y="341"/>
                  <a:pt x="310" y="341"/>
                  <a:pt x="310" y="341"/>
                </a:cubicBezTo>
                <a:cubicBezTo>
                  <a:pt x="306" y="360"/>
                  <a:pt x="299" y="377"/>
                  <a:pt x="292" y="389"/>
                </a:cubicBezTo>
                <a:close/>
                <a:moveTo>
                  <a:pt x="256" y="394"/>
                </a:moveTo>
                <a:cubicBezTo>
                  <a:pt x="266" y="394"/>
                  <a:pt x="279" y="375"/>
                  <a:pt x="288" y="341"/>
                </a:cubicBezTo>
                <a:cubicBezTo>
                  <a:pt x="223" y="341"/>
                  <a:pt x="223" y="341"/>
                  <a:pt x="223" y="341"/>
                </a:cubicBezTo>
                <a:cubicBezTo>
                  <a:pt x="232" y="375"/>
                  <a:pt x="245" y="394"/>
                  <a:pt x="256" y="394"/>
                </a:cubicBezTo>
                <a:close/>
              </a:path>
            </a:pathLst>
          </a:custGeom>
          <a:solidFill>
            <a:schemeClr val="accent4"/>
          </a:solidFill>
          <a:ln>
            <a:noFill/>
          </a:ln>
        </p:spPr>
        <p:txBody>
          <a:bodyPr vert="horz" wrap="square" lIns="80682" tIns="40341" rIns="80682" bIns="40341" numCol="1" anchor="t" anchorCtr="0" compatLnSpc="1">
            <a:prstTxWarp prst="textNoShape">
              <a:avLst/>
            </a:prstTxWarp>
          </a:bodyPr>
          <a:lstStyle/>
          <a:p>
            <a:endParaRPr lang="en-GB" sz="1765" dirty="0"/>
          </a:p>
        </p:txBody>
      </p:sp>
      <p:grpSp>
        <p:nvGrpSpPr>
          <p:cNvPr id="61" name="Group 60">
            <a:extLst>
              <a:ext uri="{FF2B5EF4-FFF2-40B4-BE49-F238E27FC236}">
                <a16:creationId xmlns:a16="http://schemas.microsoft.com/office/drawing/2014/main" id="{783C2A1D-B5EC-4A4F-8E9F-BB607BEAF6BC}"/>
              </a:ext>
            </a:extLst>
          </p:cNvPr>
          <p:cNvGrpSpPr/>
          <p:nvPr/>
        </p:nvGrpSpPr>
        <p:grpSpPr>
          <a:xfrm>
            <a:off x="4070134" y="1753921"/>
            <a:ext cx="2458501" cy="2399118"/>
            <a:chOff x="4574863" y="4988967"/>
            <a:chExt cx="2141794" cy="2719000"/>
          </a:xfrm>
        </p:grpSpPr>
        <p:sp>
          <p:nvSpPr>
            <p:cNvPr id="62" name="Rectangle 61">
              <a:extLst>
                <a:ext uri="{FF2B5EF4-FFF2-40B4-BE49-F238E27FC236}">
                  <a16:creationId xmlns:a16="http://schemas.microsoft.com/office/drawing/2014/main" id="{7DB3D57D-9865-4D89-81DD-94DC4F997E00}"/>
                </a:ext>
              </a:extLst>
            </p:cNvPr>
            <p:cNvSpPr/>
            <p:nvPr/>
          </p:nvSpPr>
          <p:spPr bwMode="gray">
            <a:xfrm>
              <a:off x="4574863" y="4988967"/>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Platform opportunity exploration</a:t>
              </a:r>
            </a:p>
          </p:txBody>
        </p:sp>
        <p:sp>
          <p:nvSpPr>
            <p:cNvPr id="63" name="TextBox 62">
              <a:extLst>
                <a:ext uri="{FF2B5EF4-FFF2-40B4-BE49-F238E27FC236}">
                  <a16:creationId xmlns:a16="http://schemas.microsoft.com/office/drawing/2014/main" id="{08567972-DA6F-437A-B80F-7AE5BA54BA95}"/>
                </a:ext>
              </a:extLst>
            </p:cNvPr>
            <p:cNvSpPr txBox="1"/>
            <p:nvPr/>
          </p:nvSpPr>
          <p:spPr>
            <a:xfrm>
              <a:off x="4574863" y="5754757"/>
              <a:ext cx="2135105" cy="1953210"/>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Identifying ecosystems and arena</a:t>
              </a:r>
            </a:p>
            <a:p>
              <a:pPr marL="252146" indent="-252146">
                <a:spcBef>
                  <a:spcPts val="529"/>
                </a:spcBef>
                <a:buSzPct val="100000"/>
                <a:buFont typeface="Arial" panose="020B0604020202020204" pitchFamily="34" charset="0"/>
                <a:buChar char="•"/>
              </a:pPr>
              <a:r>
                <a:rPr lang="en-US" sz="1059" i="1" dirty="0">
                  <a:solidFill>
                    <a:srgbClr val="313131"/>
                  </a:solidFill>
                </a:rPr>
                <a:t>Scanning the ecosystem and crystalizing key components</a:t>
              </a:r>
            </a:p>
            <a:p>
              <a:pPr marL="252146" indent="-252146">
                <a:spcBef>
                  <a:spcPts val="529"/>
                </a:spcBef>
                <a:buSzPct val="100000"/>
                <a:buFont typeface="Arial" panose="020B0604020202020204" pitchFamily="34" charset="0"/>
                <a:buChar char="•"/>
              </a:pPr>
              <a:r>
                <a:rPr lang="en-US" sz="1059" i="1" dirty="0">
                  <a:solidFill>
                    <a:srgbClr val="313131"/>
                  </a:solidFill>
                </a:rPr>
                <a:t>Identifying leverageable assets and moats</a:t>
              </a:r>
            </a:p>
            <a:p>
              <a:pPr marL="252146" indent="-252146">
                <a:spcBef>
                  <a:spcPts val="529"/>
                </a:spcBef>
                <a:buSzPct val="100000"/>
                <a:buFont typeface="Arial" panose="020B0604020202020204" pitchFamily="34" charset="0"/>
                <a:buChar char="•"/>
              </a:pPr>
              <a:r>
                <a:rPr lang="en-US" sz="1059" i="1" dirty="0">
                  <a:solidFill>
                    <a:srgbClr val="313131"/>
                  </a:solidFill>
                </a:rPr>
                <a:t>Choosing the arena to focus </a:t>
              </a:r>
            </a:p>
            <a:p>
              <a:pPr marL="252146" indent="-252146">
                <a:spcBef>
                  <a:spcPts val="529"/>
                </a:spcBef>
                <a:buSzPct val="100000"/>
                <a:buFont typeface="Arial" panose="020B0604020202020204" pitchFamily="34" charset="0"/>
                <a:buChar char="•"/>
              </a:pPr>
              <a:r>
                <a:rPr lang="en-US" sz="1059" i="1" dirty="0">
                  <a:solidFill>
                    <a:srgbClr val="313131"/>
                  </a:solidFill>
                </a:rPr>
                <a:t>Identifying value chains and platformization space</a:t>
              </a:r>
            </a:p>
          </p:txBody>
        </p:sp>
      </p:grpSp>
      <p:grpSp>
        <p:nvGrpSpPr>
          <p:cNvPr id="64" name="Group 63">
            <a:extLst>
              <a:ext uri="{FF2B5EF4-FFF2-40B4-BE49-F238E27FC236}">
                <a16:creationId xmlns:a16="http://schemas.microsoft.com/office/drawing/2014/main" id="{CB50E966-0702-4461-9DD9-742DEC036D16}"/>
              </a:ext>
            </a:extLst>
          </p:cNvPr>
          <p:cNvGrpSpPr/>
          <p:nvPr/>
        </p:nvGrpSpPr>
        <p:grpSpPr>
          <a:xfrm>
            <a:off x="6654070" y="1751953"/>
            <a:ext cx="2458501" cy="2010978"/>
            <a:chOff x="6790142" y="4986738"/>
            <a:chExt cx="2141794" cy="2279108"/>
          </a:xfrm>
        </p:grpSpPr>
        <p:sp>
          <p:nvSpPr>
            <p:cNvPr id="65" name="Rectangle 64">
              <a:extLst>
                <a:ext uri="{FF2B5EF4-FFF2-40B4-BE49-F238E27FC236}">
                  <a16:creationId xmlns:a16="http://schemas.microsoft.com/office/drawing/2014/main" id="{23B46B47-DE20-4C12-B9A7-B976FD4BBC2F}"/>
                </a:ext>
              </a:extLst>
            </p:cNvPr>
            <p:cNvSpPr/>
            <p:nvPr/>
          </p:nvSpPr>
          <p:spPr bwMode="gray">
            <a:xfrm>
              <a:off x="6790142" y="4986738"/>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Platform Strategy Design</a:t>
              </a:r>
            </a:p>
          </p:txBody>
        </p:sp>
        <p:sp>
          <p:nvSpPr>
            <p:cNvPr id="66" name="TextBox 65">
              <a:extLst>
                <a:ext uri="{FF2B5EF4-FFF2-40B4-BE49-F238E27FC236}">
                  <a16:creationId xmlns:a16="http://schemas.microsoft.com/office/drawing/2014/main" id="{4F123907-4FFF-40DB-BB7D-B00D1F8ADC1E}"/>
                </a:ext>
              </a:extLst>
            </p:cNvPr>
            <p:cNvSpPr txBox="1"/>
            <p:nvPr/>
          </p:nvSpPr>
          <p:spPr>
            <a:xfrm>
              <a:off x="6796831" y="5754757"/>
              <a:ext cx="2135105" cy="1511089"/>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Analyzing potential to exchange value</a:t>
              </a:r>
            </a:p>
            <a:p>
              <a:pPr marL="252146" indent="-252146">
                <a:spcBef>
                  <a:spcPts val="529"/>
                </a:spcBef>
                <a:buSzPct val="100000"/>
                <a:buFont typeface="Arial" panose="020B0604020202020204" pitchFamily="34" charset="0"/>
                <a:buChar char="•"/>
              </a:pPr>
              <a:r>
                <a:rPr lang="en-US" sz="1059" i="1" dirty="0">
                  <a:solidFill>
                    <a:srgbClr val="313131"/>
                  </a:solidFill>
                </a:rPr>
                <a:t>Identifying elementary transaction</a:t>
              </a:r>
            </a:p>
            <a:p>
              <a:pPr marL="252146" indent="-252146">
                <a:spcBef>
                  <a:spcPts val="529"/>
                </a:spcBef>
                <a:buSzPct val="100000"/>
                <a:buFont typeface="Arial" panose="020B0604020202020204" pitchFamily="34" charset="0"/>
                <a:buChar char="•"/>
              </a:pPr>
              <a:r>
                <a:rPr lang="en-US" sz="1059" i="1" dirty="0">
                  <a:solidFill>
                    <a:srgbClr val="313131"/>
                  </a:solidFill>
                </a:rPr>
                <a:t>Assembling platform experiences</a:t>
              </a:r>
            </a:p>
            <a:p>
              <a:pPr marL="252146" indent="-252146">
                <a:spcBef>
                  <a:spcPts val="529"/>
                </a:spcBef>
                <a:buSzPct val="100000"/>
                <a:buFont typeface="Arial" panose="020B0604020202020204" pitchFamily="34" charset="0"/>
                <a:buChar char="•"/>
              </a:pPr>
              <a:r>
                <a:rPr lang="en-US" sz="1059" i="1" dirty="0">
                  <a:solidFill>
                    <a:srgbClr val="313131"/>
                  </a:solidFill>
                </a:rPr>
                <a:t>Potential business models</a:t>
              </a:r>
            </a:p>
          </p:txBody>
        </p:sp>
      </p:grpSp>
      <p:grpSp>
        <p:nvGrpSpPr>
          <p:cNvPr id="67" name="Group 66">
            <a:extLst>
              <a:ext uri="{FF2B5EF4-FFF2-40B4-BE49-F238E27FC236}">
                <a16:creationId xmlns:a16="http://schemas.microsoft.com/office/drawing/2014/main" id="{B497CE6F-1786-426E-BE8E-C2831872FF2C}"/>
              </a:ext>
            </a:extLst>
          </p:cNvPr>
          <p:cNvGrpSpPr/>
          <p:nvPr/>
        </p:nvGrpSpPr>
        <p:grpSpPr>
          <a:xfrm>
            <a:off x="9279587" y="1751954"/>
            <a:ext cx="2463819" cy="1063896"/>
            <a:chOff x="9041644" y="4986737"/>
            <a:chExt cx="2146427" cy="2026615"/>
          </a:xfrm>
        </p:grpSpPr>
        <p:sp>
          <p:nvSpPr>
            <p:cNvPr id="68" name="Rectangle 67">
              <a:extLst>
                <a:ext uri="{FF2B5EF4-FFF2-40B4-BE49-F238E27FC236}">
                  <a16:creationId xmlns:a16="http://schemas.microsoft.com/office/drawing/2014/main" id="{25DC1DA1-F9FA-4A6D-8038-F564DF407DF2}"/>
                </a:ext>
              </a:extLst>
            </p:cNvPr>
            <p:cNvSpPr/>
            <p:nvPr/>
          </p:nvSpPr>
          <p:spPr bwMode="gray">
            <a:xfrm>
              <a:off x="9041644" y="4986737"/>
              <a:ext cx="2141794" cy="1125680"/>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Platform’s Digital Blueprint</a:t>
              </a:r>
            </a:p>
          </p:txBody>
        </p:sp>
        <p:sp>
          <p:nvSpPr>
            <p:cNvPr id="69" name="TextBox 68">
              <a:extLst>
                <a:ext uri="{FF2B5EF4-FFF2-40B4-BE49-F238E27FC236}">
                  <a16:creationId xmlns:a16="http://schemas.microsoft.com/office/drawing/2014/main" id="{BD1779DB-6D73-4CBB-9341-9E4CD28B4025}"/>
                </a:ext>
              </a:extLst>
            </p:cNvPr>
            <p:cNvSpPr txBox="1"/>
            <p:nvPr/>
          </p:nvSpPr>
          <p:spPr>
            <a:xfrm>
              <a:off x="9052966" y="6270237"/>
              <a:ext cx="2135105" cy="743115"/>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Preparing use case catalogue</a:t>
              </a:r>
            </a:p>
            <a:p>
              <a:pPr marL="252146" indent="-252146">
                <a:spcBef>
                  <a:spcPts val="529"/>
                </a:spcBef>
                <a:buSzPct val="100000"/>
                <a:buFont typeface="Arial" panose="020B0604020202020204" pitchFamily="34" charset="0"/>
                <a:buChar char="•"/>
              </a:pPr>
              <a:r>
                <a:rPr lang="en-US" sz="1059" i="1" dirty="0">
                  <a:solidFill>
                    <a:srgbClr val="313131"/>
                  </a:solidFill>
                </a:rPr>
                <a:t>Digital tools/tech architecture</a:t>
              </a:r>
            </a:p>
          </p:txBody>
        </p:sp>
      </p:grpSp>
      <p:sp>
        <p:nvSpPr>
          <p:cNvPr id="79" name="Title 2">
            <a:extLst>
              <a:ext uri="{FF2B5EF4-FFF2-40B4-BE49-F238E27FC236}">
                <a16:creationId xmlns:a16="http://schemas.microsoft.com/office/drawing/2014/main" id="{4F9FC9B3-CC25-4F78-9F28-BA7DFE1E4BB1}"/>
              </a:ext>
            </a:extLst>
          </p:cNvPr>
          <p:cNvSpPr>
            <a:spLocks noGrp="1"/>
          </p:cNvSpPr>
          <p:nvPr>
            <p:ph type="title"/>
          </p:nvPr>
        </p:nvSpPr>
        <p:spPr>
          <a:xfrm>
            <a:off x="501651" y="317501"/>
            <a:ext cx="11162349" cy="334101"/>
          </a:xfrm>
        </p:spPr>
        <p:txBody>
          <a:bodyPr/>
          <a:lstStyle/>
          <a:p>
            <a:r>
              <a:rPr lang="en-US" sz="1800" dirty="0"/>
              <a:t>Scope of Services </a:t>
            </a:r>
            <a:endParaRPr lang="en-IN" sz="1800" dirty="0"/>
          </a:p>
        </p:txBody>
      </p:sp>
      <p:sp>
        <p:nvSpPr>
          <p:cNvPr id="83" name="Rectangle 82">
            <a:extLst>
              <a:ext uri="{FF2B5EF4-FFF2-40B4-BE49-F238E27FC236}">
                <a16:creationId xmlns:a16="http://schemas.microsoft.com/office/drawing/2014/main" id="{463E15A1-D8A8-46C5-B5D8-E47D7B06AC53}"/>
              </a:ext>
            </a:extLst>
          </p:cNvPr>
          <p:cNvSpPr/>
          <p:nvPr/>
        </p:nvSpPr>
        <p:spPr bwMode="gray">
          <a:xfrm>
            <a:off x="501651" y="682442"/>
            <a:ext cx="8371762" cy="386766"/>
          </a:xfrm>
          <a:prstGeom prst="rect">
            <a:avLst/>
          </a:prstGeom>
          <a:noFill/>
          <a:ln w="19050" algn="ctr">
            <a:noFill/>
            <a:miter lim="800000"/>
            <a:headEnd/>
            <a:tailEnd/>
          </a:ln>
        </p:spPr>
        <p:txBody>
          <a:bodyPr wrap="square" lIns="39113" tIns="39113" rIns="39113" bIns="39113" rtlCol="0" anchor="t">
            <a:spAutoFit/>
          </a:bodyPr>
          <a:lstStyle/>
          <a:p>
            <a:pPr algn="just" defTabSz="892178"/>
            <a:r>
              <a:rPr lang="en-US" sz="2000" dirty="0">
                <a:solidFill>
                  <a:schemeClr val="accent2"/>
                </a:solidFill>
                <a:latin typeface="Verdana"/>
              </a:rPr>
              <a:t>Pillar 4: Digital Platform Play</a:t>
            </a:r>
          </a:p>
        </p:txBody>
      </p:sp>
      <p:sp>
        <p:nvSpPr>
          <p:cNvPr id="96" name="Rectangle 95">
            <a:hlinkClick r:id="" action="ppaction://noaction"/>
            <a:extLst>
              <a:ext uri="{FF2B5EF4-FFF2-40B4-BE49-F238E27FC236}">
                <a16:creationId xmlns:a16="http://schemas.microsoft.com/office/drawing/2014/main" id="{595DC675-922B-4430-92F5-F16D30AA31E4}"/>
              </a:ext>
            </a:extLst>
          </p:cNvPr>
          <p:cNvSpPr/>
          <p:nvPr/>
        </p:nvSpPr>
        <p:spPr bwMode="gray">
          <a:xfrm>
            <a:off x="593310" y="3093441"/>
            <a:ext cx="2107861" cy="590939"/>
          </a:xfrm>
          <a:prstGeom prst="rect">
            <a:avLst/>
          </a:prstGeom>
          <a:solidFill>
            <a:srgbClr val="0076A8"/>
          </a:solidFill>
          <a:ln/>
        </p:spPr>
        <p:style>
          <a:lnRef idx="2">
            <a:schemeClr val="accent5"/>
          </a:lnRef>
          <a:fillRef idx="1">
            <a:schemeClr val="lt1"/>
          </a:fillRef>
          <a:effectRef idx="0">
            <a:schemeClr val="accent5"/>
          </a:effectRef>
          <a:fontRef idx="minor">
            <a:schemeClr val="dk1"/>
          </a:fontRef>
        </p:style>
        <p:txBody>
          <a:bodyPr vert="horz" wrap="square" lIns="103578" tIns="51789" rIns="103578" bIns="51789" numCol="1" anchor="ctr" anchorCtr="0" compatLnSpc="1">
            <a:prstTxWarp prst="textNoShape">
              <a:avLst/>
            </a:prstTxWarp>
          </a:bodyPr>
          <a:lstStyle/>
          <a:p>
            <a:pPr algn="ctr"/>
            <a:r>
              <a:rPr lang="en-US" sz="1235" b="1" dirty="0">
                <a:solidFill>
                  <a:schemeClr val="bg1"/>
                </a:solidFill>
                <a:latin typeface="+mj-lt"/>
              </a:rPr>
              <a:t>Platform Strategy Design &amp; Value proposition report</a:t>
            </a:r>
          </a:p>
        </p:txBody>
      </p:sp>
      <p:graphicFrame>
        <p:nvGraphicFramePr>
          <p:cNvPr id="35" name="Table 2">
            <a:extLst>
              <a:ext uri="{FF2B5EF4-FFF2-40B4-BE49-F238E27FC236}">
                <a16:creationId xmlns:a16="http://schemas.microsoft.com/office/drawing/2014/main" id="{931D5B86-7ED6-4F66-8BE0-EAD77C15D392}"/>
              </a:ext>
            </a:extLst>
          </p:cNvPr>
          <p:cNvGraphicFramePr>
            <a:graphicFrameLocks noGrp="1"/>
          </p:cNvGraphicFramePr>
          <p:nvPr>
            <p:extLst>
              <p:ext uri="{D42A27DB-BD31-4B8C-83A1-F6EECF244321}">
                <p14:modId xmlns:p14="http://schemas.microsoft.com/office/powerpoint/2010/main" val="2273543712"/>
              </p:ext>
            </p:extLst>
          </p:nvPr>
        </p:nvGraphicFramePr>
        <p:xfrm>
          <a:off x="522514" y="5570792"/>
          <a:ext cx="10863949" cy="819458"/>
        </p:xfrm>
        <a:graphic>
          <a:graphicData uri="http://schemas.openxmlformats.org/drawingml/2006/table">
            <a:tbl>
              <a:tblPr firstRow="1" bandRow="1">
                <a:tableStyleId>{7E9639D4-E3E2-4D34-9284-5A2195B3D0D7}</a:tableStyleId>
              </a:tblPr>
              <a:tblGrid>
                <a:gridCol w="3926174">
                  <a:extLst>
                    <a:ext uri="{9D8B030D-6E8A-4147-A177-3AD203B41FA5}">
                      <a16:colId xmlns:a16="http://schemas.microsoft.com/office/drawing/2014/main" val="1025434314"/>
                    </a:ext>
                  </a:extLst>
                </a:gridCol>
                <a:gridCol w="533675">
                  <a:extLst>
                    <a:ext uri="{9D8B030D-6E8A-4147-A177-3AD203B41FA5}">
                      <a16:colId xmlns:a16="http://schemas.microsoft.com/office/drawing/2014/main" val="1169307448"/>
                    </a:ext>
                  </a:extLst>
                </a:gridCol>
                <a:gridCol w="533675">
                  <a:extLst>
                    <a:ext uri="{9D8B030D-6E8A-4147-A177-3AD203B41FA5}">
                      <a16:colId xmlns:a16="http://schemas.microsoft.com/office/drawing/2014/main" val="3889063496"/>
                    </a:ext>
                  </a:extLst>
                </a:gridCol>
                <a:gridCol w="533675">
                  <a:extLst>
                    <a:ext uri="{9D8B030D-6E8A-4147-A177-3AD203B41FA5}">
                      <a16:colId xmlns:a16="http://schemas.microsoft.com/office/drawing/2014/main" val="297156964"/>
                    </a:ext>
                  </a:extLst>
                </a:gridCol>
                <a:gridCol w="533675">
                  <a:extLst>
                    <a:ext uri="{9D8B030D-6E8A-4147-A177-3AD203B41FA5}">
                      <a16:colId xmlns:a16="http://schemas.microsoft.com/office/drawing/2014/main" val="4047778301"/>
                    </a:ext>
                  </a:extLst>
                </a:gridCol>
                <a:gridCol w="533675">
                  <a:extLst>
                    <a:ext uri="{9D8B030D-6E8A-4147-A177-3AD203B41FA5}">
                      <a16:colId xmlns:a16="http://schemas.microsoft.com/office/drawing/2014/main" val="1524672010"/>
                    </a:ext>
                  </a:extLst>
                </a:gridCol>
                <a:gridCol w="533675">
                  <a:extLst>
                    <a:ext uri="{9D8B030D-6E8A-4147-A177-3AD203B41FA5}">
                      <a16:colId xmlns:a16="http://schemas.microsoft.com/office/drawing/2014/main" val="2389608434"/>
                    </a:ext>
                  </a:extLst>
                </a:gridCol>
                <a:gridCol w="533675">
                  <a:extLst>
                    <a:ext uri="{9D8B030D-6E8A-4147-A177-3AD203B41FA5}">
                      <a16:colId xmlns:a16="http://schemas.microsoft.com/office/drawing/2014/main" val="3608233947"/>
                    </a:ext>
                  </a:extLst>
                </a:gridCol>
                <a:gridCol w="533675">
                  <a:extLst>
                    <a:ext uri="{9D8B030D-6E8A-4147-A177-3AD203B41FA5}">
                      <a16:colId xmlns:a16="http://schemas.microsoft.com/office/drawing/2014/main" val="3969234793"/>
                    </a:ext>
                  </a:extLst>
                </a:gridCol>
                <a:gridCol w="533675">
                  <a:extLst>
                    <a:ext uri="{9D8B030D-6E8A-4147-A177-3AD203B41FA5}">
                      <a16:colId xmlns:a16="http://schemas.microsoft.com/office/drawing/2014/main" val="2673750714"/>
                    </a:ext>
                  </a:extLst>
                </a:gridCol>
                <a:gridCol w="533675">
                  <a:extLst>
                    <a:ext uri="{9D8B030D-6E8A-4147-A177-3AD203B41FA5}">
                      <a16:colId xmlns:a16="http://schemas.microsoft.com/office/drawing/2014/main" val="3847228832"/>
                    </a:ext>
                  </a:extLst>
                </a:gridCol>
                <a:gridCol w="533675">
                  <a:extLst>
                    <a:ext uri="{9D8B030D-6E8A-4147-A177-3AD203B41FA5}">
                      <a16:colId xmlns:a16="http://schemas.microsoft.com/office/drawing/2014/main" val="3035742053"/>
                    </a:ext>
                  </a:extLst>
                </a:gridCol>
                <a:gridCol w="533675">
                  <a:extLst>
                    <a:ext uri="{9D8B030D-6E8A-4147-A177-3AD203B41FA5}">
                      <a16:colId xmlns:a16="http://schemas.microsoft.com/office/drawing/2014/main" val="271010024"/>
                    </a:ext>
                  </a:extLst>
                </a:gridCol>
                <a:gridCol w="533675">
                  <a:extLst>
                    <a:ext uri="{9D8B030D-6E8A-4147-A177-3AD203B41FA5}">
                      <a16:colId xmlns:a16="http://schemas.microsoft.com/office/drawing/2014/main" val="3768528027"/>
                    </a:ext>
                  </a:extLst>
                </a:gridCol>
              </a:tblGrid>
              <a:tr h="242812">
                <a:tc>
                  <a:txBody>
                    <a:bodyPr/>
                    <a:lstStyle/>
                    <a:p>
                      <a:r>
                        <a:rPr lang="en-US" sz="1050" dirty="0"/>
                        <a:t>Workstream/ activity</a:t>
                      </a:r>
                      <a:endParaRPr lang="en-IN" sz="1050" dirty="0"/>
                    </a:p>
                  </a:txBody>
                  <a:tcPr/>
                </a:tc>
                <a:tc>
                  <a:txBody>
                    <a:bodyPr/>
                    <a:lstStyle/>
                    <a:p>
                      <a:r>
                        <a:rPr lang="en-US" sz="900" b="0" dirty="0"/>
                        <a:t>M1</a:t>
                      </a:r>
                      <a:endParaRPr lang="en-IN" sz="900" b="0" dirty="0"/>
                    </a:p>
                  </a:txBody>
                  <a:tcPr anchor="ctr"/>
                </a:tc>
                <a:tc>
                  <a:txBody>
                    <a:bodyPr/>
                    <a:lstStyle/>
                    <a:p>
                      <a:r>
                        <a:rPr lang="en-US" sz="900" b="0" dirty="0"/>
                        <a:t>M2</a:t>
                      </a:r>
                      <a:endParaRPr lang="en-IN" sz="900" b="0" dirty="0"/>
                    </a:p>
                  </a:txBody>
                  <a:tcPr anchor="ctr"/>
                </a:tc>
                <a:tc>
                  <a:txBody>
                    <a:bodyPr/>
                    <a:lstStyle/>
                    <a:p>
                      <a:r>
                        <a:rPr lang="en-US" sz="900" b="0" dirty="0"/>
                        <a:t>M3</a:t>
                      </a:r>
                      <a:endParaRPr lang="en-IN" sz="900" b="0" dirty="0"/>
                    </a:p>
                  </a:txBody>
                  <a:tcPr anchor="ctr"/>
                </a:tc>
                <a:tc>
                  <a:txBody>
                    <a:bodyPr/>
                    <a:lstStyle/>
                    <a:p>
                      <a:r>
                        <a:rPr lang="en-US" sz="900" b="0" dirty="0"/>
                        <a:t>M4</a:t>
                      </a:r>
                      <a:endParaRPr lang="en-IN" sz="900" b="0" dirty="0"/>
                    </a:p>
                  </a:txBody>
                  <a:tcPr anchor="ctr"/>
                </a:tc>
                <a:tc>
                  <a:txBody>
                    <a:bodyPr/>
                    <a:lstStyle/>
                    <a:p>
                      <a:r>
                        <a:rPr lang="en-US" sz="900" b="0" dirty="0"/>
                        <a:t>M5</a:t>
                      </a:r>
                      <a:endParaRPr lang="en-IN" sz="900" b="0" dirty="0"/>
                    </a:p>
                  </a:txBody>
                  <a:tcPr anchor="ctr"/>
                </a:tc>
                <a:tc>
                  <a:txBody>
                    <a:bodyPr/>
                    <a:lstStyle/>
                    <a:p>
                      <a:r>
                        <a:rPr lang="en-US" sz="900" b="0" dirty="0"/>
                        <a:t>M6</a:t>
                      </a:r>
                      <a:endParaRPr lang="en-IN" sz="900" b="0" dirty="0"/>
                    </a:p>
                  </a:txBody>
                  <a:tcPr anchor="ctr"/>
                </a:tc>
                <a:tc>
                  <a:txBody>
                    <a:bodyPr/>
                    <a:lstStyle/>
                    <a:p>
                      <a:r>
                        <a:rPr lang="en-US" sz="900" b="0" dirty="0"/>
                        <a:t>M7</a:t>
                      </a:r>
                      <a:endParaRPr lang="en-IN" sz="900" b="0" dirty="0"/>
                    </a:p>
                  </a:txBody>
                  <a:tcPr anchor="ctr"/>
                </a:tc>
                <a:tc>
                  <a:txBody>
                    <a:bodyPr/>
                    <a:lstStyle/>
                    <a:p>
                      <a:r>
                        <a:rPr lang="en-US" sz="900" b="0" dirty="0"/>
                        <a:t>M8</a:t>
                      </a:r>
                      <a:endParaRPr lang="en-IN" sz="900" b="0" dirty="0"/>
                    </a:p>
                  </a:txBody>
                  <a:tcPr anchor="ctr"/>
                </a:tc>
                <a:tc>
                  <a:txBody>
                    <a:bodyPr/>
                    <a:lstStyle/>
                    <a:p>
                      <a:r>
                        <a:rPr lang="en-US" sz="900" b="0" dirty="0"/>
                        <a:t>M9</a:t>
                      </a:r>
                      <a:endParaRPr lang="en-IN" sz="900" b="0" dirty="0"/>
                    </a:p>
                  </a:txBody>
                  <a:tcPr anchor="ctr"/>
                </a:tc>
                <a:tc>
                  <a:txBody>
                    <a:bodyPr/>
                    <a:lstStyle/>
                    <a:p>
                      <a:r>
                        <a:rPr lang="en-US" sz="900" b="0" dirty="0"/>
                        <a:t>M9</a:t>
                      </a:r>
                      <a:endParaRPr lang="en-IN" sz="900" b="0" dirty="0"/>
                    </a:p>
                  </a:txBody>
                  <a:tcPr anchor="ctr"/>
                </a:tc>
                <a:tc>
                  <a:txBody>
                    <a:bodyPr/>
                    <a:lstStyle/>
                    <a:p>
                      <a:r>
                        <a:rPr lang="en-US" sz="900" b="0" dirty="0"/>
                        <a:t>M10</a:t>
                      </a:r>
                      <a:endParaRPr lang="en-IN" sz="900" b="0" dirty="0"/>
                    </a:p>
                  </a:txBody>
                  <a:tcPr anchor="ctr"/>
                </a:tc>
                <a:tc>
                  <a:txBody>
                    <a:bodyPr/>
                    <a:lstStyle/>
                    <a:p>
                      <a:r>
                        <a:rPr lang="en-US" sz="900" b="0" dirty="0"/>
                        <a:t>M11</a:t>
                      </a:r>
                      <a:endParaRPr lang="en-IN" sz="900" b="0" dirty="0"/>
                    </a:p>
                  </a:txBody>
                  <a:tcPr anchor="ctr"/>
                </a:tc>
                <a:tc>
                  <a:txBody>
                    <a:bodyPr/>
                    <a:lstStyle/>
                    <a:p>
                      <a:r>
                        <a:rPr lang="en-US" sz="900" b="0" dirty="0"/>
                        <a:t>M12</a:t>
                      </a:r>
                      <a:endParaRPr lang="en-IN" sz="900" b="0" dirty="0"/>
                    </a:p>
                  </a:txBody>
                  <a:tcPr anchor="ctr"/>
                </a:tc>
                <a:extLst>
                  <a:ext uri="{0D108BD9-81ED-4DB2-BD59-A6C34878D82A}">
                    <a16:rowId xmlns:a16="http://schemas.microsoft.com/office/drawing/2014/main" val="357613014"/>
                  </a:ext>
                </a:extLst>
              </a:tr>
              <a:tr h="235455">
                <a:tc gridSpan="14">
                  <a:txBody>
                    <a:bodyPr/>
                    <a:lstStyle/>
                    <a:p>
                      <a:pPr marL="0" algn="l" defTabSz="862686" rtl="0" eaLnBrk="1" latinLnBrk="0" hangingPunct="1"/>
                      <a:r>
                        <a:rPr lang="en-US" sz="1000" b="1" kern="1200" dirty="0">
                          <a:solidFill>
                            <a:schemeClr val="accent4"/>
                          </a:solidFill>
                          <a:latin typeface="+mn-lt"/>
                          <a:ea typeface="+mn-ea"/>
                          <a:cs typeface="+mn-cs"/>
                        </a:rPr>
                        <a:t>Digital Platform Play</a:t>
                      </a:r>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extLst>
                  <a:ext uri="{0D108BD9-81ED-4DB2-BD59-A6C34878D82A}">
                    <a16:rowId xmlns:a16="http://schemas.microsoft.com/office/drawing/2014/main" val="2127875336"/>
                  </a:ext>
                </a:extLst>
              </a:tr>
              <a:tr h="324158">
                <a:tc>
                  <a:txBody>
                    <a:bodyPr/>
                    <a:lstStyle/>
                    <a:p>
                      <a:r>
                        <a:rPr lang="en-US" sz="1000" dirty="0"/>
                        <a:t>Diagnostic Review and action plan</a:t>
                      </a:r>
                    </a:p>
                  </a:txBody>
                  <a:tcPr anchor="ctr">
                    <a:noFill/>
                  </a:tcPr>
                </a:tc>
                <a:tc>
                  <a:txBody>
                    <a:bodyPr/>
                    <a:lstStyle/>
                    <a:p>
                      <a:endParaRPr lang="en-IN" sz="1050" dirty="0"/>
                    </a:p>
                  </a:txBody>
                  <a:tcPr anchor="ctr">
                    <a:solidFill>
                      <a:schemeClr val="accent2"/>
                    </a:solidFill>
                  </a:tcPr>
                </a:tc>
                <a:tc>
                  <a:txBody>
                    <a:bodyPr/>
                    <a:lstStyle/>
                    <a:p>
                      <a:endParaRPr lang="en-IN" sz="1050" dirty="0"/>
                    </a:p>
                  </a:txBody>
                  <a:tcPr anchor="ctr">
                    <a:solidFill>
                      <a:schemeClr val="accent2"/>
                    </a:solidFill>
                  </a:tcPr>
                </a:tc>
                <a:tc>
                  <a:txBody>
                    <a:bodyPr/>
                    <a:lstStyle/>
                    <a:p>
                      <a:endParaRPr lang="en-IN" sz="1050" dirty="0"/>
                    </a:p>
                  </a:txBody>
                  <a:tcPr anchor="ctr">
                    <a:solidFill>
                      <a:schemeClr val="accent2"/>
                    </a:solidFill>
                  </a:tcPr>
                </a:tc>
                <a:tc>
                  <a:txBody>
                    <a:bodyPr/>
                    <a:lstStyle/>
                    <a:p>
                      <a:endParaRPr lang="en-IN" sz="1050" dirty="0"/>
                    </a:p>
                  </a:txBody>
                  <a:tcPr anchor="ctr">
                    <a:noFill/>
                  </a:tcPr>
                </a:tc>
                <a:tc>
                  <a:txBody>
                    <a:bodyPr/>
                    <a:lstStyle/>
                    <a:p>
                      <a:endParaRPr lang="en-IN" sz="1050" dirty="0"/>
                    </a:p>
                  </a:txBody>
                  <a:tcPr anchor="ctr">
                    <a:noFill/>
                  </a:tcPr>
                </a:tc>
                <a:tc>
                  <a:txBody>
                    <a:bodyPr/>
                    <a:lstStyle/>
                    <a:p>
                      <a:endParaRPr lang="en-IN" sz="1050" dirty="0"/>
                    </a:p>
                  </a:txBody>
                  <a:tcPr anchor="ctr">
                    <a:noFill/>
                  </a:tcPr>
                </a:tc>
                <a:tc>
                  <a:txBody>
                    <a:bodyPr/>
                    <a:lstStyle/>
                    <a:p>
                      <a:endParaRPr lang="en-IN" sz="1050" dirty="0"/>
                    </a:p>
                  </a:txBody>
                  <a:tcPr anchor="ctr">
                    <a:noFill/>
                  </a:tcPr>
                </a:tc>
                <a:tc>
                  <a:txBody>
                    <a:bodyPr/>
                    <a:lstStyle/>
                    <a:p>
                      <a:endParaRPr lang="en-IN" sz="1050" dirty="0"/>
                    </a:p>
                  </a:txBody>
                  <a:tcPr anchor="ctr">
                    <a:noFill/>
                  </a:tcPr>
                </a:tc>
                <a:tc>
                  <a:txBody>
                    <a:bodyPr/>
                    <a:lstStyle/>
                    <a:p>
                      <a:endParaRPr lang="en-IN" sz="1050" dirty="0"/>
                    </a:p>
                  </a:txBody>
                  <a:tcPr anchor="ctr">
                    <a:noFill/>
                  </a:tcPr>
                </a:tc>
                <a:tc>
                  <a:txBody>
                    <a:bodyPr/>
                    <a:lstStyle/>
                    <a:p>
                      <a:endParaRPr lang="en-IN" sz="1050" dirty="0"/>
                    </a:p>
                  </a:txBody>
                  <a:tcPr anchor="ctr">
                    <a:noFill/>
                  </a:tcPr>
                </a:tc>
                <a:tc>
                  <a:txBody>
                    <a:bodyPr/>
                    <a:lstStyle/>
                    <a:p>
                      <a:endParaRPr lang="en-IN" sz="1050" dirty="0"/>
                    </a:p>
                  </a:txBody>
                  <a:tcPr anchor="ctr">
                    <a:noFill/>
                  </a:tcPr>
                </a:tc>
                <a:tc>
                  <a:txBody>
                    <a:bodyPr/>
                    <a:lstStyle/>
                    <a:p>
                      <a:endParaRPr lang="en-IN" sz="1050" dirty="0"/>
                    </a:p>
                  </a:txBody>
                  <a:tcPr anchor="ctr">
                    <a:noFill/>
                  </a:tcPr>
                </a:tc>
                <a:tc>
                  <a:txBody>
                    <a:bodyPr/>
                    <a:lstStyle/>
                    <a:p>
                      <a:endParaRPr lang="en-IN" sz="1050" dirty="0"/>
                    </a:p>
                  </a:txBody>
                  <a:tcPr anchor="ctr">
                    <a:noFill/>
                  </a:tcPr>
                </a:tc>
                <a:extLst>
                  <a:ext uri="{0D108BD9-81ED-4DB2-BD59-A6C34878D82A}">
                    <a16:rowId xmlns:a16="http://schemas.microsoft.com/office/drawing/2014/main" val="3722897627"/>
                  </a:ext>
                </a:extLst>
              </a:tr>
            </a:tbl>
          </a:graphicData>
        </a:graphic>
      </p:graphicFrame>
      <p:sp>
        <p:nvSpPr>
          <p:cNvPr id="37" name="TextBox 36">
            <a:extLst>
              <a:ext uri="{FF2B5EF4-FFF2-40B4-BE49-F238E27FC236}">
                <a16:creationId xmlns:a16="http://schemas.microsoft.com/office/drawing/2014/main" id="{89C32BA3-6B3E-417B-A60C-85F1F4AB664E}"/>
              </a:ext>
            </a:extLst>
          </p:cNvPr>
          <p:cNvSpPr txBox="1"/>
          <p:nvPr/>
        </p:nvSpPr>
        <p:spPr>
          <a:xfrm>
            <a:off x="7968349" y="5299268"/>
            <a:ext cx="1632857" cy="169277"/>
          </a:xfrm>
          <a:prstGeom prst="rect">
            <a:avLst/>
          </a:prstGeom>
          <a:solidFill>
            <a:schemeClr val="accent2"/>
          </a:solidFill>
        </p:spPr>
        <p:txBody>
          <a:bodyPr wrap="square" lIns="0" tIns="0" rIns="0" bIns="0" rtlCol="0">
            <a:spAutoFit/>
          </a:bodyPr>
          <a:lstStyle/>
          <a:p>
            <a:pPr algn="ctr">
              <a:spcBef>
                <a:spcPts val="600"/>
              </a:spcBef>
              <a:buSzPct val="100000"/>
            </a:pPr>
            <a:r>
              <a:rPr lang="en-US" sz="1100" dirty="0">
                <a:solidFill>
                  <a:schemeClr val="bg1"/>
                </a:solidFill>
              </a:rPr>
              <a:t>Strategy Phase</a:t>
            </a:r>
          </a:p>
        </p:txBody>
      </p:sp>
      <p:sp>
        <p:nvSpPr>
          <p:cNvPr id="41" name="TextBox 40">
            <a:extLst>
              <a:ext uri="{FF2B5EF4-FFF2-40B4-BE49-F238E27FC236}">
                <a16:creationId xmlns:a16="http://schemas.microsoft.com/office/drawing/2014/main" id="{CC985D8F-D33E-41F1-82C4-E15554F1C0DC}"/>
              </a:ext>
            </a:extLst>
          </p:cNvPr>
          <p:cNvSpPr txBox="1"/>
          <p:nvPr/>
        </p:nvSpPr>
        <p:spPr>
          <a:xfrm>
            <a:off x="9753606" y="5299268"/>
            <a:ext cx="1632857" cy="169277"/>
          </a:xfrm>
          <a:prstGeom prst="rect">
            <a:avLst/>
          </a:prstGeom>
          <a:solidFill>
            <a:schemeClr val="accent6"/>
          </a:solidFill>
        </p:spPr>
        <p:txBody>
          <a:bodyPr wrap="square" lIns="0" tIns="0" rIns="0" bIns="0" rtlCol="0">
            <a:spAutoFit/>
          </a:bodyPr>
          <a:lstStyle/>
          <a:p>
            <a:pPr algn="ctr">
              <a:spcBef>
                <a:spcPts val="600"/>
              </a:spcBef>
              <a:buSzPct val="100000"/>
            </a:pPr>
            <a:r>
              <a:rPr lang="en-US" sz="1100" dirty="0">
                <a:solidFill>
                  <a:schemeClr val="bg1"/>
                </a:solidFill>
              </a:rPr>
              <a:t>PMO Phase</a:t>
            </a:r>
          </a:p>
        </p:txBody>
      </p:sp>
    </p:spTree>
    <p:extLst>
      <p:ext uri="{BB962C8B-B14F-4D97-AF65-F5344CB8AC3E}">
        <p14:creationId xmlns:p14="http://schemas.microsoft.com/office/powerpoint/2010/main" val="2043490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588" y="2579"/>
          <a:ext cx="1587" cy="1587"/>
        </p:xfrm>
        <a:graphic>
          <a:graphicData uri="http://schemas.openxmlformats.org/presentationml/2006/ole">
            <mc:AlternateContent xmlns:mc="http://schemas.openxmlformats.org/markup-compatibility/2006">
              <mc:Choice xmlns:v="urn:schemas-microsoft-com:vml" Requires="v">
                <p:oleObj spid="_x0000_s9259" name="think-cell Slide" r:id="rId6" imgW="530" imgH="531" progId="TCLayout.ActiveDocument.1">
                  <p:embed/>
                </p:oleObj>
              </mc:Choice>
              <mc:Fallback>
                <p:oleObj name="think-cell Slide" r:id="rId6" imgW="530" imgH="531" progId="TCLayout.ActiveDocument.1">
                  <p:embed/>
                  <p:pic>
                    <p:nvPicPr>
                      <p:cNvPr id="4" name="Object 3" hidden="1"/>
                      <p:cNvPicPr/>
                      <p:nvPr/>
                    </p:nvPicPr>
                    <p:blipFill>
                      <a:blip r:embed="rId7"/>
                      <a:stretch>
                        <a:fillRect/>
                      </a:stretch>
                    </p:blipFill>
                    <p:spPr>
                      <a:xfrm>
                        <a:off x="1588" y="2579"/>
                        <a:ext cx="1587" cy="1587"/>
                      </a:xfrm>
                      <a:prstGeom prst="rect">
                        <a:avLst/>
                      </a:prstGeom>
                    </p:spPr>
                  </p:pic>
                </p:oleObj>
              </mc:Fallback>
            </mc:AlternateContent>
          </a:graphicData>
        </a:graphic>
      </p:graphicFrame>
      <p:sp>
        <p:nvSpPr>
          <p:cNvPr id="5" name="Rectangle 4" hidden="1"/>
          <p:cNvSpPr/>
          <p:nvPr>
            <p:custDataLst>
              <p:tags r:id="rId3"/>
            </p:custDataLst>
          </p:nvPr>
        </p:nvSpPr>
        <p:spPr>
          <a:xfrm>
            <a:off x="1" y="992"/>
            <a:ext cx="158667" cy="1586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GB" sz="1765" b="1" dirty="0">
              <a:latin typeface="Verdana" panose="020B0604030504040204" pitchFamily="34" charset="0"/>
              <a:ea typeface="+mj-ea"/>
              <a:cs typeface="+mj-cs"/>
              <a:sym typeface="Verdana" panose="020B0604030504040204" pitchFamily="34" charset="0"/>
            </a:endParaRPr>
          </a:p>
        </p:txBody>
      </p:sp>
      <p:sp>
        <p:nvSpPr>
          <p:cNvPr id="36" name="Rectangle 35"/>
          <p:cNvSpPr/>
          <p:nvPr/>
        </p:nvSpPr>
        <p:spPr bwMode="gray">
          <a:xfrm>
            <a:off x="5957829" y="1158947"/>
            <a:ext cx="2520529" cy="427986"/>
          </a:xfrm>
          <a:prstGeom prst="rect">
            <a:avLst/>
          </a:prstGeom>
          <a:noFill/>
          <a:ln w="19050" algn="ctr">
            <a:noFill/>
            <a:miter lim="800000"/>
            <a:headEnd/>
            <a:tailEnd/>
          </a:ln>
        </p:spPr>
        <p:txBody>
          <a:bodyPr wrap="square" lIns="100700" tIns="100700" rIns="100700" bIns="100700" rtlCol="0" anchor="ctr"/>
          <a:lstStyle/>
          <a:p>
            <a:pPr algn="ctr" defTabSz="1380987">
              <a:lnSpc>
                <a:spcPct val="106000"/>
              </a:lnSpc>
              <a:defRPr/>
            </a:pPr>
            <a:r>
              <a:rPr lang="en-US" sz="1412" b="1" dirty="0">
                <a:solidFill>
                  <a:schemeClr val="accent2"/>
                </a:solidFill>
                <a:latin typeface="Verdana"/>
              </a:rPr>
              <a:t>Activities</a:t>
            </a:r>
            <a:endParaRPr lang="en-IN" sz="1412" b="1" dirty="0">
              <a:solidFill>
                <a:schemeClr val="accent2"/>
              </a:solidFill>
              <a:latin typeface="Verdana"/>
            </a:endParaRPr>
          </a:p>
        </p:txBody>
      </p:sp>
      <p:sp>
        <p:nvSpPr>
          <p:cNvPr id="39" name="Rectangle 38"/>
          <p:cNvSpPr/>
          <p:nvPr/>
        </p:nvSpPr>
        <p:spPr bwMode="gray">
          <a:xfrm>
            <a:off x="845569" y="1158947"/>
            <a:ext cx="1515923" cy="359816"/>
          </a:xfrm>
          <a:prstGeom prst="rect">
            <a:avLst/>
          </a:prstGeom>
          <a:noFill/>
          <a:ln w="19050" algn="ctr">
            <a:noFill/>
            <a:miter lim="800000"/>
            <a:headEnd/>
            <a:tailEnd/>
          </a:ln>
        </p:spPr>
        <p:txBody>
          <a:bodyPr wrap="square" lIns="100700" tIns="100700" rIns="100700" bIns="100700" rtlCol="0" anchor="ctr"/>
          <a:lstStyle/>
          <a:p>
            <a:pPr algn="ctr" defTabSz="1380987">
              <a:lnSpc>
                <a:spcPct val="106000"/>
              </a:lnSpc>
              <a:defRPr/>
            </a:pPr>
            <a:r>
              <a:rPr lang="en-US" sz="1412" b="1" dirty="0">
                <a:solidFill>
                  <a:schemeClr val="accent2"/>
                </a:solidFill>
              </a:rPr>
              <a:t>Deliverables</a:t>
            </a:r>
            <a:endParaRPr lang="en-IN" sz="1412" b="1" dirty="0">
              <a:solidFill>
                <a:schemeClr val="accent2"/>
              </a:solidFill>
            </a:endParaRPr>
          </a:p>
        </p:txBody>
      </p:sp>
      <p:cxnSp>
        <p:nvCxnSpPr>
          <p:cNvPr id="38" name="Straight Connector 37"/>
          <p:cNvCxnSpPr/>
          <p:nvPr/>
        </p:nvCxnSpPr>
        <p:spPr>
          <a:xfrm flipV="1">
            <a:off x="458771" y="1635801"/>
            <a:ext cx="11184521" cy="24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Rectangle 44">
            <a:hlinkClick r:id="" action="ppaction://noaction"/>
          </p:cNvPr>
          <p:cNvSpPr/>
          <p:nvPr/>
        </p:nvSpPr>
        <p:spPr bwMode="gray">
          <a:xfrm>
            <a:off x="593310" y="1819330"/>
            <a:ext cx="2107861" cy="716093"/>
          </a:xfrm>
          <a:prstGeom prst="rect">
            <a:avLst/>
          </a:prstGeom>
          <a:solidFill>
            <a:srgbClr val="0076A8"/>
          </a:solidFill>
          <a:ln/>
        </p:spPr>
        <p:style>
          <a:lnRef idx="2">
            <a:schemeClr val="accent5"/>
          </a:lnRef>
          <a:fillRef idx="1">
            <a:schemeClr val="lt1"/>
          </a:fillRef>
          <a:effectRef idx="0">
            <a:schemeClr val="accent5"/>
          </a:effectRef>
          <a:fontRef idx="minor">
            <a:schemeClr val="dk1"/>
          </a:fontRef>
        </p:style>
        <p:txBody>
          <a:bodyPr vert="horz" wrap="square" lIns="103578" tIns="51789" rIns="103578" bIns="51789" numCol="1" anchor="ctr" anchorCtr="0" compatLnSpc="1">
            <a:prstTxWarp prst="textNoShape">
              <a:avLst/>
            </a:prstTxWarp>
          </a:bodyPr>
          <a:lstStyle/>
          <a:p>
            <a:pPr algn="ctr"/>
            <a:r>
              <a:rPr lang="en-US" sz="1235" b="1" dirty="0">
                <a:solidFill>
                  <a:schemeClr val="bg1"/>
                </a:solidFill>
                <a:latin typeface="+mj-lt"/>
              </a:rPr>
              <a:t>Note on key business challenges/use cases across identified functions</a:t>
            </a:r>
          </a:p>
        </p:txBody>
      </p:sp>
      <p:sp>
        <p:nvSpPr>
          <p:cNvPr id="49" name="Rectangle 48">
            <a:hlinkClick r:id="" action="ppaction://noaction"/>
          </p:cNvPr>
          <p:cNvSpPr/>
          <p:nvPr/>
        </p:nvSpPr>
        <p:spPr bwMode="gray">
          <a:xfrm>
            <a:off x="593310" y="4294199"/>
            <a:ext cx="2107861" cy="790717"/>
          </a:xfrm>
          <a:prstGeom prst="rect">
            <a:avLst/>
          </a:prstGeom>
          <a:solidFill>
            <a:srgbClr val="0076A8"/>
          </a:solidFill>
          <a:ln/>
        </p:spPr>
        <p:style>
          <a:lnRef idx="2">
            <a:schemeClr val="accent5"/>
          </a:lnRef>
          <a:fillRef idx="1">
            <a:schemeClr val="lt1"/>
          </a:fillRef>
          <a:effectRef idx="0">
            <a:schemeClr val="accent5"/>
          </a:effectRef>
          <a:fontRef idx="minor">
            <a:schemeClr val="dk1"/>
          </a:fontRef>
        </p:style>
        <p:txBody>
          <a:bodyPr vert="horz" wrap="square" lIns="0" tIns="51789" rIns="0" bIns="51789" numCol="1" anchor="ctr" anchorCtr="0" compatLnSpc="1">
            <a:prstTxWarp prst="textNoShape">
              <a:avLst/>
            </a:prstTxWarp>
          </a:bodyPr>
          <a:lstStyle/>
          <a:p>
            <a:pPr algn="ctr" defTabSz="1380987">
              <a:defRPr/>
            </a:pPr>
            <a:r>
              <a:rPr lang="en-US" sz="1235" b="1" dirty="0">
                <a:solidFill>
                  <a:schemeClr val="bg1"/>
                </a:solidFill>
              </a:rPr>
              <a:t>Implementation roadmap (wave 1 over the next 18 months)</a:t>
            </a:r>
            <a:endParaRPr lang="en-IN" sz="1235" b="1" dirty="0">
              <a:solidFill>
                <a:schemeClr val="bg1"/>
              </a:solidFill>
            </a:endParaRPr>
          </a:p>
        </p:txBody>
      </p:sp>
      <p:sp>
        <p:nvSpPr>
          <p:cNvPr id="40" name="Striped Right Arrow 39"/>
          <p:cNvSpPr/>
          <p:nvPr/>
        </p:nvSpPr>
        <p:spPr bwMode="gray">
          <a:xfrm>
            <a:off x="3005515" y="3148416"/>
            <a:ext cx="628032" cy="577352"/>
          </a:xfrm>
          <a:prstGeom prst="stripedRightArrow">
            <a:avLst>
              <a:gd name="adj1" fmla="val 100000"/>
              <a:gd name="adj2" fmla="val 50000"/>
            </a:avLst>
          </a:prstGeom>
          <a:solidFill>
            <a:schemeClr val="accent4"/>
          </a:solidFill>
          <a:ln>
            <a:noFill/>
          </a:ln>
        </p:spPr>
        <p:txBody>
          <a:bodyPr vert="horz" wrap="square" lIns="103578" tIns="51789" rIns="103578" bIns="51789" numCol="1" anchor="ctr" anchorCtr="0" compatLnSpc="1">
            <a:prstTxWarp prst="textNoShape">
              <a:avLst/>
            </a:prstTxWarp>
          </a:bodyPr>
          <a:lstStyle/>
          <a:p>
            <a:pPr algn="ctr" defTabSz="1380987">
              <a:defRPr/>
            </a:pPr>
            <a:endParaRPr lang="en-IN" sz="1235" dirty="0">
              <a:solidFill>
                <a:srgbClr val="012169">
                  <a:lumMod val="50000"/>
                </a:srgbClr>
              </a:solidFill>
              <a:latin typeface="Verdana"/>
            </a:endParaRPr>
          </a:p>
        </p:txBody>
      </p:sp>
      <p:grpSp>
        <p:nvGrpSpPr>
          <p:cNvPr id="9" name="Group 8"/>
          <p:cNvGrpSpPr/>
          <p:nvPr/>
        </p:nvGrpSpPr>
        <p:grpSpPr>
          <a:xfrm>
            <a:off x="4068566" y="3845103"/>
            <a:ext cx="2458501" cy="1490664"/>
            <a:chOff x="4574863" y="4988967"/>
            <a:chExt cx="2141794" cy="1689419"/>
          </a:xfrm>
        </p:grpSpPr>
        <p:sp>
          <p:nvSpPr>
            <p:cNvPr id="89" name="Rectangle 88"/>
            <p:cNvSpPr/>
            <p:nvPr/>
          </p:nvSpPr>
          <p:spPr bwMode="gray">
            <a:xfrm>
              <a:off x="4574863" y="4988967"/>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Recommendation of opportunities</a:t>
              </a:r>
              <a:endParaRPr lang="en-IN" sz="1235" b="1" dirty="0">
                <a:solidFill>
                  <a:prstClr val="white"/>
                </a:solidFill>
                <a:latin typeface="+mj-lt"/>
              </a:endParaRPr>
            </a:p>
          </p:txBody>
        </p:sp>
        <p:sp>
          <p:nvSpPr>
            <p:cNvPr id="6" name="TextBox 5"/>
            <p:cNvSpPr txBox="1"/>
            <p:nvPr/>
          </p:nvSpPr>
          <p:spPr>
            <a:xfrm>
              <a:off x="4574863" y="5754757"/>
              <a:ext cx="2135105" cy="923629"/>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Identify and recommend technology based extended business opportunities suitable for utilities to enhance their overall enterprise value</a:t>
              </a:r>
            </a:p>
          </p:txBody>
        </p:sp>
      </p:grpSp>
      <p:grpSp>
        <p:nvGrpSpPr>
          <p:cNvPr id="8" name="Group 7"/>
          <p:cNvGrpSpPr/>
          <p:nvPr/>
        </p:nvGrpSpPr>
        <p:grpSpPr>
          <a:xfrm>
            <a:off x="6652502" y="3843131"/>
            <a:ext cx="2458501" cy="1655624"/>
            <a:chOff x="6790142" y="4986738"/>
            <a:chExt cx="2141794" cy="1876374"/>
          </a:xfrm>
        </p:grpSpPr>
        <p:sp>
          <p:nvSpPr>
            <p:cNvPr id="92" name="Rectangle 91"/>
            <p:cNvSpPr/>
            <p:nvPr/>
          </p:nvSpPr>
          <p:spPr bwMode="gray">
            <a:xfrm>
              <a:off x="6790142" y="4986738"/>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Assessment of digital interventions</a:t>
              </a:r>
              <a:endParaRPr lang="en-IN" sz="1235" b="1" dirty="0">
                <a:solidFill>
                  <a:prstClr val="white"/>
                </a:solidFill>
                <a:latin typeface="+mj-lt"/>
              </a:endParaRPr>
            </a:p>
          </p:txBody>
        </p:sp>
        <p:sp>
          <p:nvSpPr>
            <p:cNvPr id="29" name="TextBox 28"/>
            <p:cNvSpPr txBox="1"/>
            <p:nvPr/>
          </p:nvSpPr>
          <p:spPr>
            <a:xfrm>
              <a:off x="6796831" y="5754757"/>
              <a:ext cx="2135105" cy="1108355"/>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Assess and prioritize digital interventions based on value creation, resource requirement, ease of implementation, regulatory challenges, timelines for implementation etc.</a:t>
              </a:r>
            </a:p>
          </p:txBody>
        </p:sp>
      </p:grpSp>
      <p:grpSp>
        <p:nvGrpSpPr>
          <p:cNvPr id="7" name="Group 6"/>
          <p:cNvGrpSpPr/>
          <p:nvPr/>
        </p:nvGrpSpPr>
        <p:grpSpPr>
          <a:xfrm>
            <a:off x="9278019" y="3843135"/>
            <a:ext cx="2463819" cy="1488756"/>
            <a:chOff x="9041644" y="4986737"/>
            <a:chExt cx="2146427" cy="2835930"/>
          </a:xfrm>
        </p:grpSpPr>
        <p:sp>
          <p:nvSpPr>
            <p:cNvPr id="53" name="Rectangle 52"/>
            <p:cNvSpPr/>
            <p:nvPr/>
          </p:nvSpPr>
          <p:spPr bwMode="gray">
            <a:xfrm>
              <a:off x="9041644" y="4986737"/>
              <a:ext cx="2141794" cy="1125680"/>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Implementation roadmap</a:t>
              </a:r>
              <a:endParaRPr lang="en-IN" sz="1235" b="1" dirty="0">
                <a:solidFill>
                  <a:prstClr val="white"/>
                </a:solidFill>
                <a:latin typeface="+mj-lt"/>
              </a:endParaRPr>
            </a:p>
          </p:txBody>
        </p:sp>
        <p:sp>
          <p:nvSpPr>
            <p:cNvPr id="30" name="TextBox 29"/>
            <p:cNvSpPr txBox="1"/>
            <p:nvPr/>
          </p:nvSpPr>
          <p:spPr>
            <a:xfrm>
              <a:off x="9052966" y="6270237"/>
              <a:ext cx="2135105" cy="1552430"/>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Develop an implementation roadmap and project plan for implementing shortlisted Wave 1 digital initiatives and new business opportunities</a:t>
              </a:r>
            </a:p>
          </p:txBody>
        </p:sp>
      </p:grpSp>
      <p:sp>
        <p:nvSpPr>
          <p:cNvPr id="90" name="Freeform 97"/>
          <p:cNvSpPr>
            <a:spLocks noEditPoints="1"/>
          </p:cNvSpPr>
          <p:nvPr/>
        </p:nvSpPr>
        <p:spPr bwMode="auto">
          <a:xfrm>
            <a:off x="5781026" y="1158946"/>
            <a:ext cx="412941" cy="447235"/>
          </a:xfrm>
          <a:custGeom>
            <a:avLst/>
            <a:gdLst>
              <a:gd name="T0" fmla="*/ 298 w 512"/>
              <a:gd name="T1" fmla="*/ 298 h 512"/>
              <a:gd name="T2" fmla="*/ 373 w 512"/>
              <a:gd name="T3" fmla="*/ 298 h 512"/>
              <a:gd name="T4" fmla="*/ 373 w 512"/>
              <a:gd name="T5" fmla="*/ 373 h 512"/>
              <a:gd name="T6" fmla="*/ 298 w 512"/>
              <a:gd name="T7" fmla="*/ 373 h 512"/>
              <a:gd name="T8" fmla="*/ 298 w 512"/>
              <a:gd name="T9" fmla="*/ 298 h 512"/>
              <a:gd name="T10" fmla="*/ 138 w 512"/>
              <a:gd name="T11" fmla="*/ 213 h 512"/>
              <a:gd name="T12" fmla="*/ 213 w 512"/>
              <a:gd name="T13" fmla="*/ 213 h 512"/>
              <a:gd name="T14" fmla="*/ 213 w 512"/>
              <a:gd name="T15" fmla="*/ 138 h 512"/>
              <a:gd name="T16" fmla="*/ 138 w 512"/>
              <a:gd name="T17" fmla="*/ 138 h 512"/>
              <a:gd name="T18" fmla="*/ 138 w 512"/>
              <a:gd name="T19" fmla="*/ 213 h 512"/>
              <a:gd name="T20" fmla="*/ 138 w 512"/>
              <a:gd name="T21" fmla="*/ 373 h 512"/>
              <a:gd name="T22" fmla="*/ 213 w 512"/>
              <a:gd name="T23" fmla="*/ 373 h 512"/>
              <a:gd name="T24" fmla="*/ 213 w 512"/>
              <a:gd name="T25" fmla="*/ 298 h 512"/>
              <a:gd name="T26" fmla="*/ 138 w 512"/>
              <a:gd name="T27" fmla="*/ 298 h 512"/>
              <a:gd name="T28" fmla="*/ 138 w 512"/>
              <a:gd name="T29" fmla="*/ 373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234 w 512"/>
              <a:gd name="T41" fmla="*/ 288 h 512"/>
              <a:gd name="T42" fmla="*/ 224 w 512"/>
              <a:gd name="T43" fmla="*/ 277 h 512"/>
              <a:gd name="T44" fmla="*/ 128 w 512"/>
              <a:gd name="T45" fmla="*/ 277 h 512"/>
              <a:gd name="T46" fmla="*/ 117 w 512"/>
              <a:gd name="T47" fmla="*/ 288 h 512"/>
              <a:gd name="T48" fmla="*/ 117 w 512"/>
              <a:gd name="T49" fmla="*/ 384 h 512"/>
              <a:gd name="T50" fmla="*/ 128 w 512"/>
              <a:gd name="T51" fmla="*/ 394 h 512"/>
              <a:gd name="T52" fmla="*/ 224 w 512"/>
              <a:gd name="T53" fmla="*/ 394 h 512"/>
              <a:gd name="T54" fmla="*/ 234 w 512"/>
              <a:gd name="T55" fmla="*/ 384 h 512"/>
              <a:gd name="T56" fmla="*/ 234 w 512"/>
              <a:gd name="T57" fmla="*/ 288 h 512"/>
              <a:gd name="T58" fmla="*/ 234 w 512"/>
              <a:gd name="T59" fmla="*/ 128 h 512"/>
              <a:gd name="T60" fmla="*/ 224 w 512"/>
              <a:gd name="T61" fmla="*/ 117 h 512"/>
              <a:gd name="T62" fmla="*/ 128 w 512"/>
              <a:gd name="T63" fmla="*/ 117 h 512"/>
              <a:gd name="T64" fmla="*/ 117 w 512"/>
              <a:gd name="T65" fmla="*/ 128 h 512"/>
              <a:gd name="T66" fmla="*/ 117 w 512"/>
              <a:gd name="T67" fmla="*/ 224 h 512"/>
              <a:gd name="T68" fmla="*/ 128 w 512"/>
              <a:gd name="T69" fmla="*/ 234 h 512"/>
              <a:gd name="T70" fmla="*/ 224 w 512"/>
              <a:gd name="T71" fmla="*/ 234 h 512"/>
              <a:gd name="T72" fmla="*/ 234 w 512"/>
              <a:gd name="T73" fmla="*/ 224 h 512"/>
              <a:gd name="T74" fmla="*/ 234 w 512"/>
              <a:gd name="T75" fmla="*/ 128 h 512"/>
              <a:gd name="T76" fmla="*/ 394 w 512"/>
              <a:gd name="T77" fmla="*/ 288 h 512"/>
              <a:gd name="T78" fmla="*/ 384 w 512"/>
              <a:gd name="T79" fmla="*/ 277 h 512"/>
              <a:gd name="T80" fmla="*/ 288 w 512"/>
              <a:gd name="T81" fmla="*/ 277 h 512"/>
              <a:gd name="T82" fmla="*/ 277 w 512"/>
              <a:gd name="T83" fmla="*/ 288 h 512"/>
              <a:gd name="T84" fmla="*/ 277 w 512"/>
              <a:gd name="T85" fmla="*/ 384 h 512"/>
              <a:gd name="T86" fmla="*/ 288 w 512"/>
              <a:gd name="T87" fmla="*/ 394 h 512"/>
              <a:gd name="T88" fmla="*/ 384 w 512"/>
              <a:gd name="T89" fmla="*/ 394 h 512"/>
              <a:gd name="T90" fmla="*/ 394 w 512"/>
              <a:gd name="T91" fmla="*/ 384 h 512"/>
              <a:gd name="T92" fmla="*/ 394 w 512"/>
              <a:gd name="T93" fmla="*/ 288 h 512"/>
              <a:gd name="T94" fmla="*/ 394 w 512"/>
              <a:gd name="T95" fmla="*/ 128 h 512"/>
              <a:gd name="T96" fmla="*/ 384 w 512"/>
              <a:gd name="T97" fmla="*/ 117 h 512"/>
              <a:gd name="T98" fmla="*/ 288 w 512"/>
              <a:gd name="T99" fmla="*/ 117 h 512"/>
              <a:gd name="T100" fmla="*/ 277 w 512"/>
              <a:gd name="T101" fmla="*/ 128 h 512"/>
              <a:gd name="T102" fmla="*/ 277 w 512"/>
              <a:gd name="T103" fmla="*/ 224 h 512"/>
              <a:gd name="T104" fmla="*/ 288 w 512"/>
              <a:gd name="T105" fmla="*/ 234 h 512"/>
              <a:gd name="T106" fmla="*/ 384 w 512"/>
              <a:gd name="T107" fmla="*/ 234 h 512"/>
              <a:gd name="T108" fmla="*/ 394 w 512"/>
              <a:gd name="T109" fmla="*/ 224 h 512"/>
              <a:gd name="T110" fmla="*/ 394 w 512"/>
              <a:gd name="T111" fmla="*/ 128 h 512"/>
              <a:gd name="T112" fmla="*/ 298 w 512"/>
              <a:gd name="T113" fmla="*/ 213 h 512"/>
              <a:gd name="T114" fmla="*/ 373 w 512"/>
              <a:gd name="T115" fmla="*/ 213 h 512"/>
              <a:gd name="T116" fmla="*/ 373 w 512"/>
              <a:gd name="T117" fmla="*/ 138 h 512"/>
              <a:gd name="T118" fmla="*/ 298 w 512"/>
              <a:gd name="T119" fmla="*/ 138 h 512"/>
              <a:gd name="T120" fmla="*/ 298 w 512"/>
              <a:gd name="T121"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298" y="298"/>
                </a:moveTo>
                <a:cubicBezTo>
                  <a:pt x="373" y="298"/>
                  <a:pt x="373" y="298"/>
                  <a:pt x="373" y="298"/>
                </a:cubicBezTo>
                <a:cubicBezTo>
                  <a:pt x="373" y="373"/>
                  <a:pt x="373" y="373"/>
                  <a:pt x="373" y="373"/>
                </a:cubicBezTo>
                <a:cubicBezTo>
                  <a:pt x="298" y="373"/>
                  <a:pt x="298" y="373"/>
                  <a:pt x="298" y="373"/>
                </a:cubicBezTo>
                <a:lnTo>
                  <a:pt x="298" y="298"/>
                </a:lnTo>
                <a:close/>
                <a:moveTo>
                  <a:pt x="138" y="213"/>
                </a:moveTo>
                <a:cubicBezTo>
                  <a:pt x="213" y="213"/>
                  <a:pt x="213" y="213"/>
                  <a:pt x="213" y="213"/>
                </a:cubicBezTo>
                <a:cubicBezTo>
                  <a:pt x="213" y="138"/>
                  <a:pt x="213" y="138"/>
                  <a:pt x="213" y="138"/>
                </a:cubicBezTo>
                <a:cubicBezTo>
                  <a:pt x="138" y="138"/>
                  <a:pt x="138" y="138"/>
                  <a:pt x="138" y="138"/>
                </a:cubicBezTo>
                <a:lnTo>
                  <a:pt x="138" y="213"/>
                </a:lnTo>
                <a:close/>
                <a:moveTo>
                  <a:pt x="138" y="373"/>
                </a:moveTo>
                <a:cubicBezTo>
                  <a:pt x="213" y="373"/>
                  <a:pt x="213" y="373"/>
                  <a:pt x="213" y="373"/>
                </a:cubicBezTo>
                <a:cubicBezTo>
                  <a:pt x="213" y="298"/>
                  <a:pt x="213" y="298"/>
                  <a:pt x="213" y="298"/>
                </a:cubicBezTo>
                <a:cubicBezTo>
                  <a:pt x="138" y="298"/>
                  <a:pt x="138" y="298"/>
                  <a:pt x="138" y="298"/>
                </a:cubicBezTo>
                <a:lnTo>
                  <a:pt x="138" y="37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34" y="288"/>
                </a:moveTo>
                <a:cubicBezTo>
                  <a:pt x="234" y="282"/>
                  <a:pt x="230" y="277"/>
                  <a:pt x="224" y="277"/>
                </a:cubicBezTo>
                <a:cubicBezTo>
                  <a:pt x="128" y="277"/>
                  <a:pt x="128" y="277"/>
                  <a:pt x="128" y="277"/>
                </a:cubicBezTo>
                <a:cubicBezTo>
                  <a:pt x="122" y="277"/>
                  <a:pt x="117" y="282"/>
                  <a:pt x="117" y="288"/>
                </a:cubicBezTo>
                <a:cubicBezTo>
                  <a:pt x="117" y="384"/>
                  <a:pt x="117" y="384"/>
                  <a:pt x="117" y="384"/>
                </a:cubicBezTo>
                <a:cubicBezTo>
                  <a:pt x="117" y="390"/>
                  <a:pt x="122" y="394"/>
                  <a:pt x="128" y="394"/>
                </a:cubicBezTo>
                <a:cubicBezTo>
                  <a:pt x="224" y="394"/>
                  <a:pt x="224" y="394"/>
                  <a:pt x="224" y="394"/>
                </a:cubicBezTo>
                <a:cubicBezTo>
                  <a:pt x="230" y="394"/>
                  <a:pt x="234" y="390"/>
                  <a:pt x="234" y="384"/>
                </a:cubicBezTo>
                <a:lnTo>
                  <a:pt x="234" y="288"/>
                </a:lnTo>
                <a:close/>
                <a:moveTo>
                  <a:pt x="234" y="128"/>
                </a:moveTo>
                <a:cubicBezTo>
                  <a:pt x="234" y="122"/>
                  <a:pt x="230" y="117"/>
                  <a:pt x="224" y="117"/>
                </a:cubicBezTo>
                <a:cubicBezTo>
                  <a:pt x="128" y="117"/>
                  <a:pt x="128" y="117"/>
                  <a:pt x="128" y="117"/>
                </a:cubicBezTo>
                <a:cubicBezTo>
                  <a:pt x="122" y="117"/>
                  <a:pt x="117" y="122"/>
                  <a:pt x="117" y="128"/>
                </a:cubicBezTo>
                <a:cubicBezTo>
                  <a:pt x="117" y="224"/>
                  <a:pt x="117" y="224"/>
                  <a:pt x="117" y="224"/>
                </a:cubicBezTo>
                <a:cubicBezTo>
                  <a:pt x="117" y="230"/>
                  <a:pt x="122" y="234"/>
                  <a:pt x="128" y="234"/>
                </a:cubicBezTo>
                <a:cubicBezTo>
                  <a:pt x="224" y="234"/>
                  <a:pt x="224" y="234"/>
                  <a:pt x="224" y="234"/>
                </a:cubicBezTo>
                <a:cubicBezTo>
                  <a:pt x="230" y="234"/>
                  <a:pt x="234" y="230"/>
                  <a:pt x="234" y="224"/>
                </a:cubicBezTo>
                <a:lnTo>
                  <a:pt x="234" y="128"/>
                </a:lnTo>
                <a:close/>
                <a:moveTo>
                  <a:pt x="394" y="288"/>
                </a:moveTo>
                <a:cubicBezTo>
                  <a:pt x="394" y="282"/>
                  <a:pt x="390" y="277"/>
                  <a:pt x="384" y="277"/>
                </a:cubicBezTo>
                <a:cubicBezTo>
                  <a:pt x="288" y="277"/>
                  <a:pt x="288" y="277"/>
                  <a:pt x="288" y="277"/>
                </a:cubicBezTo>
                <a:cubicBezTo>
                  <a:pt x="282" y="277"/>
                  <a:pt x="277" y="282"/>
                  <a:pt x="277" y="288"/>
                </a:cubicBezTo>
                <a:cubicBezTo>
                  <a:pt x="277" y="384"/>
                  <a:pt x="277" y="384"/>
                  <a:pt x="277" y="384"/>
                </a:cubicBezTo>
                <a:cubicBezTo>
                  <a:pt x="277" y="390"/>
                  <a:pt x="282" y="394"/>
                  <a:pt x="288" y="394"/>
                </a:cubicBezTo>
                <a:cubicBezTo>
                  <a:pt x="384" y="394"/>
                  <a:pt x="384" y="394"/>
                  <a:pt x="384" y="394"/>
                </a:cubicBezTo>
                <a:cubicBezTo>
                  <a:pt x="390" y="394"/>
                  <a:pt x="394" y="390"/>
                  <a:pt x="394" y="384"/>
                </a:cubicBezTo>
                <a:lnTo>
                  <a:pt x="394" y="288"/>
                </a:lnTo>
                <a:close/>
                <a:moveTo>
                  <a:pt x="394" y="128"/>
                </a:moveTo>
                <a:cubicBezTo>
                  <a:pt x="394" y="122"/>
                  <a:pt x="390" y="117"/>
                  <a:pt x="384" y="117"/>
                </a:cubicBezTo>
                <a:cubicBezTo>
                  <a:pt x="288" y="117"/>
                  <a:pt x="288" y="117"/>
                  <a:pt x="288" y="117"/>
                </a:cubicBezTo>
                <a:cubicBezTo>
                  <a:pt x="282" y="117"/>
                  <a:pt x="277" y="122"/>
                  <a:pt x="277" y="128"/>
                </a:cubicBezTo>
                <a:cubicBezTo>
                  <a:pt x="277" y="224"/>
                  <a:pt x="277" y="224"/>
                  <a:pt x="277" y="224"/>
                </a:cubicBezTo>
                <a:cubicBezTo>
                  <a:pt x="277" y="230"/>
                  <a:pt x="282" y="234"/>
                  <a:pt x="288" y="234"/>
                </a:cubicBezTo>
                <a:cubicBezTo>
                  <a:pt x="384" y="234"/>
                  <a:pt x="384" y="234"/>
                  <a:pt x="384" y="234"/>
                </a:cubicBezTo>
                <a:cubicBezTo>
                  <a:pt x="390" y="234"/>
                  <a:pt x="394" y="230"/>
                  <a:pt x="394" y="224"/>
                </a:cubicBezTo>
                <a:lnTo>
                  <a:pt x="394" y="128"/>
                </a:lnTo>
                <a:close/>
                <a:moveTo>
                  <a:pt x="298" y="213"/>
                </a:moveTo>
                <a:cubicBezTo>
                  <a:pt x="373" y="213"/>
                  <a:pt x="373" y="213"/>
                  <a:pt x="373" y="213"/>
                </a:cubicBezTo>
                <a:cubicBezTo>
                  <a:pt x="373" y="138"/>
                  <a:pt x="373" y="138"/>
                  <a:pt x="373" y="138"/>
                </a:cubicBezTo>
                <a:cubicBezTo>
                  <a:pt x="298" y="138"/>
                  <a:pt x="298" y="138"/>
                  <a:pt x="298" y="138"/>
                </a:cubicBezTo>
                <a:lnTo>
                  <a:pt x="298" y="213"/>
                </a:lnTo>
                <a:close/>
              </a:path>
            </a:pathLst>
          </a:custGeom>
          <a:solidFill>
            <a:schemeClr val="accent4"/>
          </a:solidFill>
          <a:ln>
            <a:noFill/>
          </a:ln>
        </p:spPr>
        <p:txBody>
          <a:bodyPr vert="horz" wrap="square" lIns="103578" tIns="51789" rIns="103578" bIns="51789" numCol="1" anchor="t" anchorCtr="0" compatLnSpc="1">
            <a:prstTxWarp prst="textNoShape">
              <a:avLst/>
            </a:prstTxWarp>
          </a:bodyPr>
          <a:lstStyle/>
          <a:p>
            <a:pPr defTabSz="1380987">
              <a:defRPr/>
            </a:pPr>
            <a:endParaRPr lang="en-GB" sz="2471" dirty="0">
              <a:solidFill>
                <a:prstClr val="black"/>
              </a:solidFill>
              <a:latin typeface="Verdana"/>
            </a:endParaRPr>
          </a:p>
        </p:txBody>
      </p:sp>
      <p:sp>
        <p:nvSpPr>
          <p:cNvPr id="91" name="Freeform 59">
            <a:extLst>
              <a:ext uri="{FF2B5EF4-FFF2-40B4-BE49-F238E27FC236}">
                <a16:creationId xmlns:a16="http://schemas.microsoft.com/office/drawing/2014/main" id="{9920DF9A-5043-4800-805F-AAA1D155489F}"/>
              </a:ext>
            </a:extLst>
          </p:cNvPr>
          <p:cNvSpPr>
            <a:spLocks noChangeAspect="1" noEditPoints="1"/>
          </p:cNvSpPr>
          <p:nvPr/>
        </p:nvSpPr>
        <p:spPr bwMode="auto">
          <a:xfrm>
            <a:off x="548586" y="1158946"/>
            <a:ext cx="411731" cy="447235"/>
          </a:xfrm>
          <a:custGeom>
            <a:avLst/>
            <a:gdLst>
              <a:gd name="T0" fmla="*/ 147 w 512"/>
              <a:gd name="T1" fmla="*/ 170 h 512"/>
              <a:gd name="T2" fmla="*/ 201 w 512"/>
              <a:gd name="T3" fmla="*/ 170 h 512"/>
              <a:gd name="T4" fmla="*/ 223 w 512"/>
              <a:gd name="T5" fmla="*/ 170 h 512"/>
              <a:gd name="T6" fmla="*/ 256 w 512"/>
              <a:gd name="T7" fmla="*/ 117 h 512"/>
              <a:gd name="T8" fmla="*/ 133 w 512"/>
              <a:gd name="T9" fmla="*/ 192 h 512"/>
              <a:gd name="T10" fmla="*/ 192 w 512"/>
              <a:gd name="T11" fmla="*/ 245 h 512"/>
              <a:gd name="T12" fmla="*/ 218 w 512"/>
              <a:gd name="T13" fmla="*/ 320 h 512"/>
              <a:gd name="T14" fmla="*/ 298 w 512"/>
              <a:gd name="T15" fmla="*/ 266 h 512"/>
              <a:gd name="T16" fmla="*/ 218 w 512"/>
              <a:gd name="T17" fmla="*/ 320 h 512"/>
              <a:gd name="T18" fmla="*/ 292 w 512"/>
              <a:gd name="T19" fmla="*/ 122 h 512"/>
              <a:gd name="T20" fmla="*/ 365 w 512"/>
              <a:gd name="T21" fmla="*/ 170 h 512"/>
              <a:gd name="T22" fmla="*/ 218 w 512"/>
              <a:gd name="T23" fmla="*/ 192 h 512"/>
              <a:gd name="T24" fmla="*/ 298 w 512"/>
              <a:gd name="T25" fmla="*/ 245 h 512"/>
              <a:gd name="T26" fmla="*/ 192 w 512"/>
              <a:gd name="T27" fmla="*/ 266 h 512"/>
              <a:gd name="T28" fmla="*/ 133 w 512"/>
              <a:gd name="T29" fmla="*/ 320 h 512"/>
              <a:gd name="T30" fmla="*/ 192 w 512"/>
              <a:gd name="T31" fmla="*/ 266 h 512"/>
              <a:gd name="T32" fmla="*/ 394 w 512"/>
              <a:gd name="T33" fmla="*/ 245 h 512"/>
              <a:gd name="T34" fmla="*/ 314 w 512"/>
              <a:gd name="T35" fmla="*/ 192 h 512"/>
              <a:gd name="T36" fmla="*/ 512 w 512"/>
              <a:gd name="T37" fmla="*/ 256 h 512"/>
              <a:gd name="T38" fmla="*/ 0 w 512"/>
              <a:gd name="T39" fmla="*/ 256 h 512"/>
              <a:gd name="T40" fmla="*/ 512 w 512"/>
              <a:gd name="T41" fmla="*/ 256 h 512"/>
              <a:gd name="T42" fmla="*/ 256 w 512"/>
              <a:gd name="T43" fmla="*/ 96 h 512"/>
              <a:gd name="T44" fmla="*/ 256 w 512"/>
              <a:gd name="T45" fmla="*/ 416 h 512"/>
              <a:gd name="T46" fmla="*/ 314 w 512"/>
              <a:gd name="T47" fmla="*/ 320 h 512"/>
              <a:gd name="T48" fmla="*/ 394 w 512"/>
              <a:gd name="T49" fmla="*/ 266 h 512"/>
              <a:gd name="T50" fmla="*/ 314 w 512"/>
              <a:gd name="T51" fmla="*/ 320 h 512"/>
              <a:gd name="T52" fmla="*/ 220 w 512"/>
              <a:gd name="T53" fmla="*/ 389 h 512"/>
              <a:gd name="T54" fmla="*/ 147 w 512"/>
              <a:gd name="T55" fmla="*/ 341 h 512"/>
              <a:gd name="T56" fmla="*/ 365 w 512"/>
              <a:gd name="T57" fmla="*/ 341 h 512"/>
              <a:gd name="T58" fmla="*/ 292 w 512"/>
              <a:gd name="T59" fmla="*/ 389 h 512"/>
              <a:gd name="T60" fmla="*/ 288 w 512"/>
              <a:gd name="T61" fmla="*/ 341 h 512"/>
              <a:gd name="T62" fmla="*/ 256 w 512"/>
              <a:gd name="T63" fmla="*/ 39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12" h="512">
                <a:moveTo>
                  <a:pt x="201" y="170"/>
                </a:moveTo>
                <a:cubicBezTo>
                  <a:pt x="147" y="170"/>
                  <a:pt x="147" y="170"/>
                  <a:pt x="147" y="170"/>
                </a:cubicBezTo>
                <a:cubicBezTo>
                  <a:pt x="165" y="147"/>
                  <a:pt x="190" y="130"/>
                  <a:pt x="220" y="122"/>
                </a:cubicBezTo>
                <a:cubicBezTo>
                  <a:pt x="212" y="135"/>
                  <a:pt x="206" y="151"/>
                  <a:pt x="201" y="170"/>
                </a:cubicBezTo>
                <a:close/>
                <a:moveTo>
                  <a:pt x="256" y="117"/>
                </a:moveTo>
                <a:cubicBezTo>
                  <a:pt x="245" y="117"/>
                  <a:pt x="232" y="137"/>
                  <a:pt x="223" y="170"/>
                </a:cubicBezTo>
                <a:cubicBezTo>
                  <a:pt x="288" y="170"/>
                  <a:pt x="288" y="170"/>
                  <a:pt x="288" y="170"/>
                </a:cubicBezTo>
                <a:cubicBezTo>
                  <a:pt x="279" y="137"/>
                  <a:pt x="266" y="117"/>
                  <a:pt x="256" y="117"/>
                </a:cubicBezTo>
                <a:close/>
                <a:moveTo>
                  <a:pt x="197" y="192"/>
                </a:moveTo>
                <a:cubicBezTo>
                  <a:pt x="133" y="192"/>
                  <a:pt x="133" y="192"/>
                  <a:pt x="133" y="192"/>
                </a:cubicBezTo>
                <a:cubicBezTo>
                  <a:pt x="124" y="208"/>
                  <a:pt x="119" y="226"/>
                  <a:pt x="118" y="245"/>
                </a:cubicBezTo>
                <a:cubicBezTo>
                  <a:pt x="192" y="245"/>
                  <a:pt x="192" y="245"/>
                  <a:pt x="192" y="245"/>
                </a:cubicBezTo>
                <a:cubicBezTo>
                  <a:pt x="192" y="227"/>
                  <a:pt x="194" y="209"/>
                  <a:pt x="197" y="192"/>
                </a:cubicBezTo>
                <a:close/>
                <a:moveTo>
                  <a:pt x="218" y="320"/>
                </a:moveTo>
                <a:cubicBezTo>
                  <a:pt x="293" y="320"/>
                  <a:pt x="293" y="320"/>
                  <a:pt x="293" y="320"/>
                </a:cubicBezTo>
                <a:cubicBezTo>
                  <a:pt x="296" y="304"/>
                  <a:pt x="298" y="286"/>
                  <a:pt x="298" y="266"/>
                </a:cubicBezTo>
                <a:cubicBezTo>
                  <a:pt x="213" y="266"/>
                  <a:pt x="213" y="266"/>
                  <a:pt x="213" y="266"/>
                </a:cubicBezTo>
                <a:cubicBezTo>
                  <a:pt x="214" y="286"/>
                  <a:pt x="216" y="304"/>
                  <a:pt x="218" y="320"/>
                </a:cubicBezTo>
                <a:close/>
                <a:moveTo>
                  <a:pt x="365" y="170"/>
                </a:moveTo>
                <a:cubicBezTo>
                  <a:pt x="347" y="147"/>
                  <a:pt x="321" y="130"/>
                  <a:pt x="292" y="122"/>
                </a:cubicBezTo>
                <a:cubicBezTo>
                  <a:pt x="299" y="135"/>
                  <a:pt x="306" y="151"/>
                  <a:pt x="310" y="170"/>
                </a:cubicBezTo>
                <a:lnTo>
                  <a:pt x="365" y="170"/>
                </a:lnTo>
                <a:close/>
                <a:moveTo>
                  <a:pt x="293" y="192"/>
                </a:moveTo>
                <a:cubicBezTo>
                  <a:pt x="218" y="192"/>
                  <a:pt x="218" y="192"/>
                  <a:pt x="218" y="192"/>
                </a:cubicBezTo>
                <a:cubicBezTo>
                  <a:pt x="216" y="207"/>
                  <a:pt x="214" y="225"/>
                  <a:pt x="213" y="245"/>
                </a:cubicBezTo>
                <a:cubicBezTo>
                  <a:pt x="298" y="245"/>
                  <a:pt x="298" y="245"/>
                  <a:pt x="298" y="245"/>
                </a:cubicBezTo>
                <a:cubicBezTo>
                  <a:pt x="298" y="225"/>
                  <a:pt x="296" y="207"/>
                  <a:pt x="293" y="192"/>
                </a:cubicBezTo>
                <a:close/>
                <a:moveTo>
                  <a:pt x="192" y="266"/>
                </a:moveTo>
                <a:cubicBezTo>
                  <a:pt x="118" y="266"/>
                  <a:pt x="118" y="266"/>
                  <a:pt x="118" y="266"/>
                </a:cubicBezTo>
                <a:cubicBezTo>
                  <a:pt x="119" y="285"/>
                  <a:pt x="124" y="303"/>
                  <a:pt x="133" y="320"/>
                </a:cubicBezTo>
                <a:cubicBezTo>
                  <a:pt x="197" y="320"/>
                  <a:pt x="197" y="320"/>
                  <a:pt x="197" y="320"/>
                </a:cubicBezTo>
                <a:cubicBezTo>
                  <a:pt x="194" y="303"/>
                  <a:pt x="192" y="284"/>
                  <a:pt x="192" y="266"/>
                </a:cubicBezTo>
                <a:close/>
                <a:moveTo>
                  <a:pt x="319" y="245"/>
                </a:moveTo>
                <a:cubicBezTo>
                  <a:pt x="394" y="245"/>
                  <a:pt x="394" y="245"/>
                  <a:pt x="394" y="245"/>
                </a:cubicBezTo>
                <a:cubicBezTo>
                  <a:pt x="392" y="226"/>
                  <a:pt x="387" y="208"/>
                  <a:pt x="379" y="192"/>
                </a:cubicBezTo>
                <a:cubicBezTo>
                  <a:pt x="314" y="192"/>
                  <a:pt x="314" y="192"/>
                  <a:pt x="314" y="192"/>
                </a:cubicBezTo>
                <a:cubicBezTo>
                  <a:pt x="317" y="209"/>
                  <a:pt x="319" y="227"/>
                  <a:pt x="319" y="245"/>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256"/>
                </a:moveTo>
                <a:cubicBezTo>
                  <a:pt x="416" y="167"/>
                  <a:pt x="344" y="96"/>
                  <a:pt x="256" y="96"/>
                </a:cubicBezTo>
                <a:cubicBezTo>
                  <a:pt x="167" y="96"/>
                  <a:pt x="96" y="167"/>
                  <a:pt x="96" y="256"/>
                </a:cubicBezTo>
                <a:cubicBezTo>
                  <a:pt x="96" y="344"/>
                  <a:pt x="167" y="416"/>
                  <a:pt x="256" y="416"/>
                </a:cubicBezTo>
                <a:cubicBezTo>
                  <a:pt x="344" y="416"/>
                  <a:pt x="416" y="344"/>
                  <a:pt x="416" y="256"/>
                </a:cubicBezTo>
                <a:close/>
                <a:moveTo>
                  <a:pt x="314" y="320"/>
                </a:moveTo>
                <a:cubicBezTo>
                  <a:pt x="379" y="320"/>
                  <a:pt x="379" y="320"/>
                  <a:pt x="379" y="320"/>
                </a:cubicBezTo>
                <a:cubicBezTo>
                  <a:pt x="387" y="303"/>
                  <a:pt x="392" y="285"/>
                  <a:pt x="394" y="266"/>
                </a:cubicBezTo>
                <a:cubicBezTo>
                  <a:pt x="319" y="266"/>
                  <a:pt x="319" y="266"/>
                  <a:pt x="319" y="266"/>
                </a:cubicBezTo>
                <a:cubicBezTo>
                  <a:pt x="319" y="284"/>
                  <a:pt x="317" y="303"/>
                  <a:pt x="314" y="320"/>
                </a:cubicBezTo>
                <a:close/>
                <a:moveTo>
                  <a:pt x="147" y="341"/>
                </a:moveTo>
                <a:cubicBezTo>
                  <a:pt x="165" y="364"/>
                  <a:pt x="190" y="381"/>
                  <a:pt x="220" y="389"/>
                </a:cubicBezTo>
                <a:cubicBezTo>
                  <a:pt x="212" y="377"/>
                  <a:pt x="206" y="360"/>
                  <a:pt x="201" y="341"/>
                </a:cubicBezTo>
                <a:lnTo>
                  <a:pt x="147" y="341"/>
                </a:lnTo>
                <a:close/>
                <a:moveTo>
                  <a:pt x="292" y="389"/>
                </a:moveTo>
                <a:cubicBezTo>
                  <a:pt x="321" y="381"/>
                  <a:pt x="347" y="364"/>
                  <a:pt x="365" y="341"/>
                </a:cubicBezTo>
                <a:cubicBezTo>
                  <a:pt x="310" y="341"/>
                  <a:pt x="310" y="341"/>
                  <a:pt x="310" y="341"/>
                </a:cubicBezTo>
                <a:cubicBezTo>
                  <a:pt x="306" y="360"/>
                  <a:pt x="299" y="377"/>
                  <a:pt x="292" y="389"/>
                </a:cubicBezTo>
                <a:close/>
                <a:moveTo>
                  <a:pt x="256" y="394"/>
                </a:moveTo>
                <a:cubicBezTo>
                  <a:pt x="266" y="394"/>
                  <a:pt x="279" y="375"/>
                  <a:pt x="288" y="341"/>
                </a:cubicBezTo>
                <a:cubicBezTo>
                  <a:pt x="223" y="341"/>
                  <a:pt x="223" y="341"/>
                  <a:pt x="223" y="341"/>
                </a:cubicBezTo>
                <a:cubicBezTo>
                  <a:pt x="232" y="375"/>
                  <a:pt x="245" y="394"/>
                  <a:pt x="256" y="394"/>
                </a:cubicBezTo>
                <a:close/>
              </a:path>
            </a:pathLst>
          </a:custGeom>
          <a:solidFill>
            <a:schemeClr val="accent4"/>
          </a:solidFill>
          <a:ln>
            <a:noFill/>
          </a:ln>
        </p:spPr>
        <p:txBody>
          <a:bodyPr vert="horz" wrap="square" lIns="80682" tIns="40341" rIns="80682" bIns="40341" numCol="1" anchor="t" anchorCtr="0" compatLnSpc="1">
            <a:prstTxWarp prst="textNoShape">
              <a:avLst/>
            </a:prstTxWarp>
          </a:bodyPr>
          <a:lstStyle/>
          <a:p>
            <a:endParaRPr lang="en-GB" sz="1765" dirty="0"/>
          </a:p>
        </p:txBody>
      </p:sp>
      <p:grpSp>
        <p:nvGrpSpPr>
          <p:cNvPr id="61" name="Group 60">
            <a:extLst>
              <a:ext uri="{FF2B5EF4-FFF2-40B4-BE49-F238E27FC236}">
                <a16:creationId xmlns:a16="http://schemas.microsoft.com/office/drawing/2014/main" id="{783C2A1D-B5EC-4A4F-8E9F-BB607BEAF6BC}"/>
              </a:ext>
            </a:extLst>
          </p:cNvPr>
          <p:cNvGrpSpPr/>
          <p:nvPr/>
        </p:nvGrpSpPr>
        <p:grpSpPr>
          <a:xfrm>
            <a:off x="4070134" y="1782201"/>
            <a:ext cx="2458501" cy="1653657"/>
            <a:chOff x="4574863" y="4988967"/>
            <a:chExt cx="2141794" cy="1874145"/>
          </a:xfrm>
        </p:grpSpPr>
        <p:sp>
          <p:nvSpPr>
            <p:cNvPr id="62" name="Rectangle 61">
              <a:extLst>
                <a:ext uri="{FF2B5EF4-FFF2-40B4-BE49-F238E27FC236}">
                  <a16:creationId xmlns:a16="http://schemas.microsoft.com/office/drawing/2014/main" id="{7DB3D57D-9865-4D89-81DD-94DC4F997E00}"/>
                </a:ext>
              </a:extLst>
            </p:cNvPr>
            <p:cNvSpPr/>
            <p:nvPr/>
          </p:nvSpPr>
          <p:spPr bwMode="gray">
            <a:xfrm>
              <a:off x="4574863" y="4988967"/>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Business challenge assessment</a:t>
              </a:r>
              <a:endParaRPr lang="en-IN" sz="1235" b="1" dirty="0">
                <a:solidFill>
                  <a:prstClr val="white"/>
                </a:solidFill>
                <a:latin typeface="+mj-lt"/>
              </a:endParaRPr>
            </a:p>
          </p:txBody>
        </p:sp>
        <p:sp>
          <p:nvSpPr>
            <p:cNvPr id="63" name="TextBox 62">
              <a:extLst>
                <a:ext uri="{FF2B5EF4-FFF2-40B4-BE49-F238E27FC236}">
                  <a16:creationId xmlns:a16="http://schemas.microsoft.com/office/drawing/2014/main" id="{08567972-DA6F-437A-B80F-7AE5BA54BA95}"/>
                </a:ext>
              </a:extLst>
            </p:cNvPr>
            <p:cNvSpPr txBox="1"/>
            <p:nvPr/>
          </p:nvSpPr>
          <p:spPr>
            <a:xfrm>
              <a:off x="4574863" y="5754757"/>
              <a:ext cx="2135105" cy="1108355"/>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Assess function-wise (mainly power procurement, asset management, operations and maintenance, MBC, customer services and safety) business challenges and use cases</a:t>
              </a:r>
            </a:p>
          </p:txBody>
        </p:sp>
      </p:grpSp>
      <p:grpSp>
        <p:nvGrpSpPr>
          <p:cNvPr id="64" name="Group 63">
            <a:extLst>
              <a:ext uri="{FF2B5EF4-FFF2-40B4-BE49-F238E27FC236}">
                <a16:creationId xmlns:a16="http://schemas.microsoft.com/office/drawing/2014/main" id="{CB50E966-0702-4461-9DD9-742DEC036D16}"/>
              </a:ext>
            </a:extLst>
          </p:cNvPr>
          <p:cNvGrpSpPr/>
          <p:nvPr/>
        </p:nvGrpSpPr>
        <p:grpSpPr>
          <a:xfrm>
            <a:off x="6654070" y="1780233"/>
            <a:ext cx="2458501" cy="1818617"/>
            <a:chOff x="6790142" y="4986738"/>
            <a:chExt cx="2141794" cy="2061099"/>
          </a:xfrm>
        </p:grpSpPr>
        <p:sp>
          <p:nvSpPr>
            <p:cNvPr id="65" name="Rectangle 64">
              <a:extLst>
                <a:ext uri="{FF2B5EF4-FFF2-40B4-BE49-F238E27FC236}">
                  <a16:creationId xmlns:a16="http://schemas.microsoft.com/office/drawing/2014/main" id="{23B46B47-DE20-4C12-B9A7-B976FD4BBC2F}"/>
                </a:ext>
              </a:extLst>
            </p:cNvPr>
            <p:cNvSpPr/>
            <p:nvPr/>
          </p:nvSpPr>
          <p:spPr bwMode="gray">
            <a:xfrm>
              <a:off x="6790142" y="4986738"/>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Understanding of other utilities</a:t>
              </a:r>
              <a:endParaRPr lang="en-IN" sz="1235" b="1" dirty="0">
                <a:solidFill>
                  <a:prstClr val="white"/>
                </a:solidFill>
                <a:latin typeface="+mj-lt"/>
              </a:endParaRPr>
            </a:p>
          </p:txBody>
        </p:sp>
        <p:sp>
          <p:nvSpPr>
            <p:cNvPr id="66" name="TextBox 65">
              <a:extLst>
                <a:ext uri="{FF2B5EF4-FFF2-40B4-BE49-F238E27FC236}">
                  <a16:creationId xmlns:a16="http://schemas.microsoft.com/office/drawing/2014/main" id="{4F123907-4FFF-40DB-BB7D-B00D1F8ADC1E}"/>
                </a:ext>
              </a:extLst>
            </p:cNvPr>
            <p:cNvSpPr txBox="1"/>
            <p:nvPr/>
          </p:nvSpPr>
          <p:spPr>
            <a:xfrm>
              <a:off x="6796831" y="5754757"/>
              <a:ext cx="2135105" cy="1293080"/>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Bring in understanding and knowledge of various leading Indian and Global utilities around use of technology to identify digital interventions to transform BRPL/ BYPL into a utility of the future</a:t>
              </a:r>
            </a:p>
          </p:txBody>
        </p:sp>
      </p:grpSp>
      <p:grpSp>
        <p:nvGrpSpPr>
          <p:cNvPr id="67" name="Group 66">
            <a:extLst>
              <a:ext uri="{FF2B5EF4-FFF2-40B4-BE49-F238E27FC236}">
                <a16:creationId xmlns:a16="http://schemas.microsoft.com/office/drawing/2014/main" id="{B497CE6F-1786-426E-BE8E-C2831872FF2C}"/>
              </a:ext>
            </a:extLst>
          </p:cNvPr>
          <p:cNvGrpSpPr/>
          <p:nvPr/>
        </p:nvGrpSpPr>
        <p:grpSpPr>
          <a:xfrm>
            <a:off x="9279587" y="1780235"/>
            <a:ext cx="2463819" cy="1162769"/>
            <a:chOff x="9041644" y="4986737"/>
            <a:chExt cx="2146427" cy="2214958"/>
          </a:xfrm>
        </p:grpSpPr>
        <p:sp>
          <p:nvSpPr>
            <p:cNvPr id="68" name="Rectangle 67">
              <a:extLst>
                <a:ext uri="{FF2B5EF4-FFF2-40B4-BE49-F238E27FC236}">
                  <a16:creationId xmlns:a16="http://schemas.microsoft.com/office/drawing/2014/main" id="{25DC1DA1-F9FA-4A6D-8038-F564DF407DF2}"/>
                </a:ext>
              </a:extLst>
            </p:cNvPr>
            <p:cNvSpPr/>
            <p:nvPr/>
          </p:nvSpPr>
          <p:spPr bwMode="gray">
            <a:xfrm>
              <a:off x="9041644" y="4986737"/>
              <a:ext cx="2141794" cy="1125680"/>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Mapping existing landscape</a:t>
              </a:r>
              <a:endParaRPr lang="en-IN" sz="1235" b="1" dirty="0">
                <a:solidFill>
                  <a:prstClr val="white"/>
                </a:solidFill>
                <a:latin typeface="+mj-lt"/>
              </a:endParaRPr>
            </a:p>
          </p:txBody>
        </p:sp>
        <p:sp>
          <p:nvSpPr>
            <p:cNvPr id="69" name="TextBox 68">
              <a:extLst>
                <a:ext uri="{FF2B5EF4-FFF2-40B4-BE49-F238E27FC236}">
                  <a16:creationId xmlns:a16="http://schemas.microsoft.com/office/drawing/2014/main" id="{BD1779DB-6D73-4CBB-9341-9E4CD28B4025}"/>
                </a:ext>
              </a:extLst>
            </p:cNvPr>
            <p:cNvSpPr txBox="1"/>
            <p:nvPr/>
          </p:nvSpPr>
          <p:spPr>
            <a:xfrm>
              <a:off x="9052966" y="6270237"/>
              <a:ext cx="2135105" cy="931458"/>
            </a:xfrm>
            <a:prstGeom prst="rect">
              <a:avLst/>
            </a:prstGeom>
            <a:noFill/>
          </p:spPr>
          <p:txBody>
            <a:bodyPr wrap="square" lIns="0" tIns="0" rIns="0" bIns="0" rtlCol="0">
              <a:spAutoFit/>
            </a:bodyPr>
            <a:lstStyle/>
            <a:p>
              <a:pPr marL="252146" indent="-252146">
                <a:spcBef>
                  <a:spcPts val="529"/>
                </a:spcBef>
                <a:buSzPct val="100000"/>
                <a:buFont typeface="Arial" panose="020B0604020202020204" pitchFamily="34" charset="0"/>
                <a:buChar char="•"/>
              </a:pPr>
              <a:r>
                <a:rPr lang="en-US" sz="1059" i="1" dirty="0">
                  <a:solidFill>
                    <a:srgbClr val="313131"/>
                  </a:solidFill>
                </a:rPr>
                <a:t>Map existing OT, digital and IT landscape of BRPL/ BYPL and its migration over wave 1</a:t>
              </a:r>
            </a:p>
          </p:txBody>
        </p:sp>
      </p:grpSp>
      <p:sp>
        <p:nvSpPr>
          <p:cNvPr id="79" name="Title 2">
            <a:extLst>
              <a:ext uri="{FF2B5EF4-FFF2-40B4-BE49-F238E27FC236}">
                <a16:creationId xmlns:a16="http://schemas.microsoft.com/office/drawing/2014/main" id="{4F9FC9B3-CC25-4F78-9F28-BA7DFE1E4BB1}"/>
              </a:ext>
            </a:extLst>
          </p:cNvPr>
          <p:cNvSpPr>
            <a:spLocks noGrp="1"/>
          </p:cNvSpPr>
          <p:nvPr>
            <p:ph type="title"/>
          </p:nvPr>
        </p:nvSpPr>
        <p:spPr>
          <a:xfrm>
            <a:off x="501651" y="317501"/>
            <a:ext cx="11162349" cy="334101"/>
          </a:xfrm>
        </p:spPr>
        <p:txBody>
          <a:bodyPr/>
          <a:lstStyle/>
          <a:p>
            <a:r>
              <a:rPr lang="en-US" sz="1800" dirty="0"/>
              <a:t>Scope of Services </a:t>
            </a:r>
            <a:endParaRPr lang="en-IN" sz="1800" dirty="0"/>
          </a:p>
        </p:txBody>
      </p:sp>
      <p:sp>
        <p:nvSpPr>
          <p:cNvPr id="83" name="Rectangle 82">
            <a:extLst>
              <a:ext uri="{FF2B5EF4-FFF2-40B4-BE49-F238E27FC236}">
                <a16:creationId xmlns:a16="http://schemas.microsoft.com/office/drawing/2014/main" id="{463E15A1-D8A8-46C5-B5D8-E47D7B06AC53}"/>
              </a:ext>
            </a:extLst>
          </p:cNvPr>
          <p:cNvSpPr/>
          <p:nvPr/>
        </p:nvSpPr>
        <p:spPr bwMode="gray">
          <a:xfrm>
            <a:off x="501651" y="682442"/>
            <a:ext cx="8371762" cy="386766"/>
          </a:xfrm>
          <a:prstGeom prst="rect">
            <a:avLst/>
          </a:prstGeom>
          <a:noFill/>
          <a:ln w="19050" algn="ctr">
            <a:noFill/>
            <a:miter lim="800000"/>
            <a:headEnd/>
            <a:tailEnd/>
          </a:ln>
        </p:spPr>
        <p:txBody>
          <a:bodyPr wrap="square" lIns="39113" tIns="39113" rIns="39113" bIns="39113" rtlCol="0" anchor="t">
            <a:spAutoFit/>
          </a:bodyPr>
          <a:lstStyle/>
          <a:p>
            <a:pPr algn="just" defTabSz="892178"/>
            <a:r>
              <a:rPr lang="en-US" sz="2000" dirty="0">
                <a:solidFill>
                  <a:schemeClr val="accent2"/>
                </a:solidFill>
                <a:latin typeface="Verdana"/>
              </a:rPr>
              <a:t>Pillar 5: Digital transformation of discom operations</a:t>
            </a:r>
          </a:p>
        </p:txBody>
      </p:sp>
      <p:sp>
        <p:nvSpPr>
          <p:cNvPr id="96" name="Rectangle 95">
            <a:hlinkClick r:id="" action="ppaction://noaction"/>
            <a:extLst>
              <a:ext uri="{FF2B5EF4-FFF2-40B4-BE49-F238E27FC236}">
                <a16:creationId xmlns:a16="http://schemas.microsoft.com/office/drawing/2014/main" id="{595DC675-922B-4430-92F5-F16D30AA31E4}"/>
              </a:ext>
            </a:extLst>
          </p:cNvPr>
          <p:cNvSpPr/>
          <p:nvPr/>
        </p:nvSpPr>
        <p:spPr bwMode="gray">
          <a:xfrm>
            <a:off x="593310" y="3121722"/>
            <a:ext cx="2107861" cy="716093"/>
          </a:xfrm>
          <a:prstGeom prst="rect">
            <a:avLst/>
          </a:prstGeom>
          <a:solidFill>
            <a:srgbClr val="0076A8"/>
          </a:solidFill>
          <a:ln/>
        </p:spPr>
        <p:style>
          <a:lnRef idx="2">
            <a:schemeClr val="accent5"/>
          </a:lnRef>
          <a:fillRef idx="1">
            <a:schemeClr val="lt1"/>
          </a:fillRef>
          <a:effectRef idx="0">
            <a:schemeClr val="accent5"/>
          </a:effectRef>
          <a:fontRef idx="minor">
            <a:schemeClr val="dk1"/>
          </a:fontRef>
        </p:style>
        <p:txBody>
          <a:bodyPr vert="horz" wrap="square" lIns="103578" tIns="51789" rIns="103578" bIns="51789" numCol="1" anchor="ctr" anchorCtr="0" compatLnSpc="1">
            <a:prstTxWarp prst="textNoShape">
              <a:avLst/>
            </a:prstTxWarp>
          </a:bodyPr>
          <a:lstStyle/>
          <a:p>
            <a:pPr algn="ctr"/>
            <a:r>
              <a:rPr lang="en-US" sz="1235" b="1" dirty="0">
                <a:solidFill>
                  <a:schemeClr val="bg1"/>
                </a:solidFill>
                <a:latin typeface="+mj-lt"/>
              </a:rPr>
              <a:t>Report on shortlisted digital interventions and new business opportunities</a:t>
            </a:r>
          </a:p>
        </p:txBody>
      </p:sp>
      <p:graphicFrame>
        <p:nvGraphicFramePr>
          <p:cNvPr id="35" name="Table 2">
            <a:extLst>
              <a:ext uri="{FF2B5EF4-FFF2-40B4-BE49-F238E27FC236}">
                <a16:creationId xmlns:a16="http://schemas.microsoft.com/office/drawing/2014/main" id="{A869370A-D1CF-4406-8AAD-2CDAF6310008}"/>
              </a:ext>
            </a:extLst>
          </p:cNvPr>
          <p:cNvGraphicFramePr>
            <a:graphicFrameLocks noGrp="1"/>
          </p:cNvGraphicFramePr>
          <p:nvPr>
            <p:extLst>
              <p:ext uri="{D42A27DB-BD31-4B8C-83A1-F6EECF244321}">
                <p14:modId xmlns:p14="http://schemas.microsoft.com/office/powerpoint/2010/main" val="783212702"/>
              </p:ext>
            </p:extLst>
          </p:nvPr>
        </p:nvGraphicFramePr>
        <p:xfrm>
          <a:off x="522514" y="5863026"/>
          <a:ext cx="10863949" cy="819458"/>
        </p:xfrm>
        <a:graphic>
          <a:graphicData uri="http://schemas.openxmlformats.org/drawingml/2006/table">
            <a:tbl>
              <a:tblPr firstRow="1" bandRow="1">
                <a:tableStyleId>{7E9639D4-E3E2-4D34-9284-5A2195B3D0D7}</a:tableStyleId>
              </a:tblPr>
              <a:tblGrid>
                <a:gridCol w="3926174">
                  <a:extLst>
                    <a:ext uri="{9D8B030D-6E8A-4147-A177-3AD203B41FA5}">
                      <a16:colId xmlns:a16="http://schemas.microsoft.com/office/drawing/2014/main" val="1025434314"/>
                    </a:ext>
                  </a:extLst>
                </a:gridCol>
                <a:gridCol w="533675">
                  <a:extLst>
                    <a:ext uri="{9D8B030D-6E8A-4147-A177-3AD203B41FA5}">
                      <a16:colId xmlns:a16="http://schemas.microsoft.com/office/drawing/2014/main" val="1169307448"/>
                    </a:ext>
                  </a:extLst>
                </a:gridCol>
                <a:gridCol w="533675">
                  <a:extLst>
                    <a:ext uri="{9D8B030D-6E8A-4147-A177-3AD203B41FA5}">
                      <a16:colId xmlns:a16="http://schemas.microsoft.com/office/drawing/2014/main" val="3889063496"/>
                    </a:ext>
                  </a:extLst>
                </a:gridCol>
                <a:gridCol w="533675">
                  <a:extLst>
                    <a:ext uri="{9D8B030D-6E8A-4147-A177-3AD203B41FA5}">
                      <a16:colId xmlns:a16="http://schemas.microsoft.com/office/drawing/2014/main" val="297156964"/>
                    </a:ext>
                  </a:extLst>
                </a:gridCol>
                <a:gridCol w="533675">
                  <a:extLst>
                    <a:ext uri="{9D8B030D-6E8A-4147-A177-3AD203B41FA5}">
                      <a16:colId xmlns:a16="http://schemas.microsoft.com/office/drawing/2014/main" val="4047778301"/>
                    </a:ext>
                  </a:extLst>
                </a:gridCol>
                <a:gridCol w="533675">
                  <a:extLst>
                    <a:ext uri="{9D8B030D-6E8A-4147-A177-3AD203B41FA5}">
                      <a16:colId xmlns:a16="http://schemas.microsoft.com/office/drawing/2014/main" val="1524672010"/>
                    </a:ext>
                  </a:extLst>
                </a:gridCol>
                <a:gridCol w="533675">
                  <a:extLst>
                    <a:ext uri="{9D8B030D-6E8A-4147-A177-3AD203B41FA5}">
                      <a16:colId xmlns:a16="http://schemas.microsoft.com/office/drawing/2014/main" val="2389608434"/>
                    </a:ext>
                  </a:extLst>
                </a:gridCol>
                <a:gridCol w="533675">
                  <a:extLst>
                    <a:ext uri="{9D8B030D-6E8A-4147-A177-3AD203B41FA5}">
                      <a16:colId xmlns:a16="http://schemas.microsoft.com/office/drawing/2014/main" val="3608233947"/>
                    </a:ext>
                  </a:extLst>
                </a:gridCol>
                <a:gridCol w="533675">
                  <a:extLst>
                    <a:ext uri="{9D8B030D-6E8A-4147-A177-3AD203B41FA5}">
                      <a16:colId xmlns:a16="http://schemas.microsoft.com/office/drawing/2014/main" val="3969234793"/>
                    </a:ext>
                  </a:extLst>
                </a:gridCol>
                <a:gridCol w="533675">
                  <a:extLst>
                    <a:ext uri="{9D8B030D-6E8A-4147-A177-3AD203B41FA5}">
                      <a16:colId xmlns:a16="http://schemas.microsoft.com/office/drawing/2014/main" val="2673750714"/>
                    </a:ext>
                  </a:extLst>
                </a:gridCol>
                <a:gridCol w="533675">
                  <a:extLst>
                    <a:ext uri="{9D8B030D-6E8A-4147-A177-3AD203B41FA5}">
                      <a16:colId xmlns:a16="http://schemas.microsoft.com/office/drawing/2014/main" val="3847228832"/>
                    </a:ext>
                  </a:extLst>
                </a:gridCol>
                <a:gridCol w="533675">
                  <a:extLst>
                    <a:ext uri="{9D8B030D-6E8A-4147-A177-3AD203B41FA5}">
                      <a16:colId xmlns:a16="http://schemas.microsoft.com/office/drawing/2014/main" val="3035742053"/>
                    </a:ext>
                  </a:extLst>
                </a:gridCol>
                <a:gridCol w="533675">
                  <a:extLst>
                    <a:ext uri="{9D8B030D-6E8A-4147-A177-3AD203B41FA5}">
                      <a16:colId xmlns:a16="http://schemas.microsoft.com/office/drawing/2014/main" val="271010024"/>
                    </a:ext>
                  </a:extLst>
                </a:gridCol>
                <a:gridCol w="533675">
                  <a:extLst>
                    <a:ext uri="{9D8B030D-6E8A-4147-A177-3AD203B41FA5}">
                      <a16:colId xmlns:a16="http://schemas.microsoft.com/office/drawing/2014/main" val="3768528027"/>
                    </a:ext>
                  </a:extLst>
                </a:gridCol>
              </a:tblGrid>
              <a:tr h="242812">
                <a:tc>
                  <a:txBody>
                    <a:bodyPr/>
                    <a:lstStyle/>
                    <a:p>
                      <a:r>
                        <a:rPr lang="en-US" sz="1050" dirty="0"/>
                        <a:t>Workstream/ activity</a:t>
                      </a:r>
                      <a:endParaRPr lang="en-IN" sz="1050" dirty="0"/>
                    </a:p>
                  </a:txBody>
                  <a:tcPr/>
                </a:tc>
                <a:tc>
                  <a:txBody>
                    <a:bodyPr/>
                    <a:lstStyle/>
                    <a:p>
                      <a:r>
                        <a:rPr lang="en-US" sz="900" b="0" dirty="0"/>
                        <a:t>M1</a:t>
                      </a:r>
                      <a:endParaRPr lang="en-IN" sz="900" b="0" dirty="0"/>
                    </a:p>
                  </a:txBody>
                  <a:tcPr anchor="ctr"/>
                </a:tc>
                <a:tc>
                  <a:txBody>
                    <a:bodyPr/>
                    <a:lstStyle/>
                    <a:p>
                      <a:r>
                        <a:rPr lang="en-US" sz="900" b="0" dirty="0"/>
                        <a:t>M2</a:t>
                      </a:r>
                      <a:endParaRPr lang="en-IN" sz="900" b="0" dirty="0"/>
                    </a:p>
                  </a:txBody>
                  <a:tcPr anchor="ctr"/>
                </a:tc>
                <a:tc>
                  <a:txBody>
                    <a:bodyPr/>
                    <a:lstStyle/>
                    <a:p>
                      <a:r>
                        <a:rPr lang="en-US" sz="900" b="0" dirty="0"/>
                        <a:t>M3</a:t>
                      </a:r>
                      <a:endParaRPr lang="en-IN" sz="900" b="0" dirty="0"/>
                    </a:p>
                  </a:txBody>
                  <a:tcPr anchor="ctr"/>
                </a:tc>
                <a:tc>
                  <a:txBody>
                    <a:bodyPr/>
                    <a:lstStyle/>
                    <a:p>
                      <a:r>
                        <a:rPr lang="en-US" sz="900" b="0" dirty="0"/>
                        <a:t>M4</a:t>
                      </a:r>
                      <a:endParaRPr lang="en-IN" sz="900" b="0" dirty="0"/>
                    </a:p>
                  </a:txBody>
                  <a:tcPr anchor="ctr"/>
                </a:tc>
                <a:tc>
                  <a:txBody>
                    <a:bodyPr/>
                    <a:lstStyle/>
                    <a:p>
                      <a:r>
                        <a:rPr lang="en-US" sz="900" b="0" dirty="0"/>
                        <a:t>M5</a:t>
                      </a:r>
                      <a:endParaRPr lang="en-IN" sz="900" b="0" dirty="0"/>
                    </a:p>
                  </a:txBody>
                  <a:tcPr anchor="ctr"/>
                </a:tc>
                <a:tc>
                  <a:txBody>
                    <a:bodyPr/>
                    <a:lstStyle/>
                    <a:p>
                      <a:r>
                        <a:rPr lang="en-US" sz="900" b="0" dirty="0"/>
                        <a:t>M6</a:t>
                      </a:r>
                      <a:endParaRPr lang="en-IN" sz="900" b="0" dirty="0"/>
                    </a:p>
                  </a:txBody>
                  <a:tcPr anchor="ctr"/>
                </a:tc>
                <a:tc>
                  <a:txBody>
                    <a:bodyPr/>
                    <a:lstStyle/>
                    <a:p>
                      <a:r>
                        <a:rPr lang="en-US" sz="900" b="0" dirty="0"/>
                        <a:t>M7</a:t>
                      </a:r>
                      <a:endParaRPr lang="en-IN" sz="900" b="0" dirty="0"/>
                    </a:p>
                  </a:txBody>
                  <a:tcPr anchor="ctr"/>
                </a:tc>
                <a:tc>
                  <a:txBody>
                    <a:bodyPr/>
                    <a:lstStyle/>
                    <a:p>
                      <a:r>
                        <a:rPr lang="en-US" sz="900" b="0" dirty="0"/>
                        <a:t>M8</a:t>
                      </a:r>
                      <a:endParaRPr lang="en-IN" sz="900" b="0" dirty="0"/>
                    </a:p>
                  </a:txBody>
                  <a:tcPr anchor="ctr"/>
                </a:tc>
                <a:tc>
                  <a:txBody>
                    <a:bodyPr/>
                    <a:lstStyle/>
                    <a:p>
                      <a:r>
                        <a:rPr lang="en-US" sz="900" b="0" dirty="0"/>
                        <a:t>M9</a:t>
                      </a:r>
                      <a:endParaRPr lang="en-IN" sz="900" b="0" dirty="0"/>
                    </a:p>
                  </a:txBody>
                  <a:tcPr anchor="ctr"/>
                </a:tc>
                <a:tc>
                  <a:txBody>
                    <a:bodyPr/>
                    <a:lstStyle/>
                    <a:p>
                      <a:r>
                        <a:rPr lang="en-US" sz="900" b="0" dirty="0"/>
                        <a:t>M9</a:t>
                      </a:r>
                      <a:endParaRPr lang="en-IN" sz="900" b="0" dirty="0"/>
                    </a:p>
                  </a:txBody>
                  <a:tcPr anchor="ctr"/>
                </a:tc>
                <a:tc>
                  <a:txBody>
                    <a:bodyPr/>
                    <a:lstStyle/>
                    <a:p>
                      <a:r>
                        <a:rPr lang="en-US" sz="900" b="0" dirty="0"/>
                        <a:t>M10</a:t>
                      </a:r>
                      <a:endParaRPr lang="en-IN" sz="900" b="0" dirty="0"/>
                    </a:p>
                  </a:txBody>
                  <a:tcPr anchor="ctr"/>
                </a:tc>
                <a:tc>
                  <a:txBody>
                    <a:bodyPr/>
                    <a:lstStyle/>
                    <a:p>
                      <a:r>
                        <a:rPr lang="en-US" sz="900" b="0" dirty="0"/>
                        <a:t>M11</a:t>
                      </a:r>
                      <a:endParaRPr lang="en-IN" sz="900" b="0" dirty="0"/>
                    </a:p>
                  </a:txBody>
                  <a:tcPr anchor="ctr"/>
                </a:tc>
                <a:tc>
                  <a:txBody>
                    <a:bodyPr/>
                    <a:lstStyle/>
                    <a:p>
                      <a:r>
                        <a:rPr lang="en-US" sz="900" b="0" dirty="0"/>
                        <a:t>M12</a:t>
                      </a:r>
                      <a:endParaRPr lang="en-IN" sz="900" b="0" dirty="0"/>
                    </a:p>
                  </a:txBody>
                  <a:tcPr anchor="ctr"/>
                </a:tc>
                <a:extLst>
                  <a:ext uri="{0D108BD9-81ED-4DB2-BD59-A6C34878D82A}">
                    <a16:rowId xmlns:a16="http://schemas.microsoft.com/office/drawing/2014/main" val="357613014"/>
                  </a:ext>
                </a:extLst>
              </a:tr>
              <a:tr h="235455">
                <a:tc gridSpan="14">
                  <a:txBody>
                    <a:bodyPr/>
                    <a:lstStyle/>
                    <a:p>
                      <a:pPr marL="0" algn="l" defTabSz="862686" rtl="0" eaLnBrk="1" latinLnBrk="0" hangingPunct="1"/>
                      <a:r>
                        <a:rPr lang="en-US" sz="1000" b="1" kern="1200" dirty="0">
                          <a:solidFill>
                            <a:schemeClr val="accent4"/>
                          </a:solidFill>
                          <a:latin typeface="+mn-lt"/>
                          <a:ea typeface="+mn-ea"/>
                          <a:cs typeface="+mn-cs"/>
                        </a:rPr>
                        <a:t>Digital Transformation of Discom operations</a:t>
                      </a:r>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extLst>
                  <a:ext uri="{0D108BD9-81ED-4DB2-BD59-A6C34878D82A}">
                    <a16:rowId xmlns:a16="http://schemas.microsoft.com/office/drawing/2014/main" val="3691685545"/>
                  </a:ext>
                </a:extLst>
              </a:tr>
              <a:tr h="324158">
                <a:tc>
                  <a:txBody>
                    <a:bodyPr/>
                    <a:lstStyle/>
                    <a:p>
                      <a:r>
                        <a:rPr lang="en-US" sz="1000" dirty="0"/>
                        <a:t>Diagnostic Review and strategic roadmap</a:t>
                      </a:r>
                    </a:p>
                  </a:txBody>
                  <a:tcPr anchor="ctr">
                    <a:noFill/>
                  </a:tcPr>
                </a:tc>
                <a:tc>
                  <a:txBody>
                    <a:bodyPr/>
                    <a:lstStyle/>
                    <a:p>
                      <a:endParaRPr lang="en-IN" sz="1050" dirty="0"/>
                    </a:p>
                  </a:txBody>
                  <a:tcPr anchor="ctr">
                    <a:solidFill>
                      <a:schemeClr val="accent2"/>
                    </a:solidFill>
                  </a:tcPr>
                </a:tc>
                <a:tc>
                  <a:txBody>
                    <a:bodyPr/>
                    <a:lstStyle/>
                    <a:p>
                      <a:endParaRPr lang="en-IN" sz="1050" dirty="0"/>
                    </a:p>
                  </a:txBody>
                  <a:tcPr anchor="ctr">
                    <a:solidFill>
                      <a:schemeClr val="accent2"/>
                    </a:solidFill>
                  </a:tcPr>
                </a:tc>
                <a:tc>
                  <a:txBody>
                    <a:bodyPr/>
                    <a:lstStyle/>
                    <a:p>
                      <a:endParaRPr lang="en-IN" sz="1050" dirty="0"/>
                    </a:p>
                  </a:txBody>
                  <a:tcPr anchor="ctr">
                    <a:solidFill>
                      <a:schemeClr val="accent2"/>
                    </a:solidFill>
                  </a:tcPr>
                </a:tc>
                <a:tc>
                  <a:txBody>
                    <a:bodyPr/>
                    <a:lstStyle/>
                    <a:p>
                      <a:endParaRPr lang="en-IN" sz="1050" dirty="0"/>
                    </a:p>
                  </a:txBody>
                  <a:tcPr anchor="ctr">
                    <a:noFill/>
                  </a:tcPr>
                </a:tc>
                <a:tc>
                  <a:txBody>
                    <a:bodyPr/>
                    <a:lstStyle/>
                    <a:p>
                      <a:endParaRPr lang="en-IN" sz="1050" dirty="0"/>
                    </a:p>
                  </a:txBody>
                  <a:tcPr anchor="ctr">
                    <a:noFill/>
                  </a:tcPr>
                </a:tc>
                <a:tc>
                  <a:txBody>
                    <a:bodyPr/>
                    <a:lstStyle/>
                    <a:p>
                      <a:endParaRPr lang="en-IN" sz="1050" dirty="0"/>
                    </a:p>
                  </a:txBody>
                  <a:tcPr anchor="ctr">
                    <a:noFill/>
                  </a:tcPr>
                </a:tc>
                <a:tc>
                  <a:txBody>
                    <a:bodyPr/>
                    <a:lstStyle/>
                    <a:p>
                      <a:endParaRPr lang="en-IN" sz="1050" dirty="0"/>
                    </a:p>
                  </a:txBody>
                  <a:tcPr anchor="ctr">
                    <a:noFill/>
                  </a:tcPr>
                </a:tc>
                <a:tc>
                  <a:txBody>
                    <a:bodyPr/>
                    <a:lstStyle/>
                    <a:p>
                      <a:endParaRPr lang="en-IN" sz="1050" dirty="0"/>
                    </a:p>
                  </a:txBody>
                  <a:tcPr anchor="ctr">
                    <a:noFill/>
                  </a:tcPr>
                </a:tc>
                <a:tc>
                  <a:txBody>
                    <a:bodyPr/>
                    <a:lstStyle/>
                    <a:p>
                      <a:endParaRPr lang="en-IN" sz="1050" dirty="0"/>
                    </a:p>
                  </a:txBody>
                  <a:tcPr anchor="ctr">
                    <a:noFill/>
                  </a:tcPr>
                </a:tc>
                <a:tc>
                  <a:txBody>
                    <a:bodyPr/>
                    <a:lstStyle/>
                    <a:p>
                      <a:endParaRPr lang="en-IN" sz="1050" dirty="0"/>
                    </a:p>
                  </a:txBody>
                  <a:tcPr anchor="ctr">
                    <a:noFill/>
                  </a:tcPr>
                </a:tc>
                <a:tc>
                  <a:txBody>
                    <a:bodyPr/>
                    <a:lstStyle/>
                    <a:p>
                      <a:endParaRPr lang="en-IN" sz="1050" dirty="0"/>
                    </a:p>
                  </a:txBody>
                  <a:tcPr anchor="ctr">
                    <a:noFill/>
                  </a:tcPr>
                </a:tc>
                <a:tc>
                  <a:txBody>
                    <a:bodyPr/>
                    <a:lstStyle/>
                    <a:p>
                      <a:endParaRPr lang="en-IN" sz="1050" dirty="0"/>
                    </a:p>
                  </a:txBody>
                  <a:tcPr anchor="ctr">
                    <a:noFill/>
                  </a:tcPr>
                </a:tc>
                <a:tc>
                  <a:txBody>
                    <a:bodyPr/>
                    <a:lstStyle/>
                    <a:p>
                      <a:endParaRPr lang="en-IN" sz="1050" dirty="0"/>
                    </a:p>
                  </a:txBody>
                  <a:tcPr anchor="ctr">
                    <a:noFill/>
                  </a:tcPr>
                </a:tc>
                <a:extLst>
                  <a:ext uri="{0D108BD9-81ED-4DB2-BD59-A6C34878D82A}">
                    <a16:rowId xmlns:a16="http://schemas.microsoft.com/office/drawing/2014/main" val="3967454045"/>
                  </a:ext>
                </a:extLst>
              </a:tr>
            </a:tbl>
          </a:graphicData>
        </a:graphic>
      </p:graphicFrame>
      <p:sp>
        <p:nvSpPr>
          <p:cNvPr id="37" name="TextBox 36">
            <a:extLst>
              <a:ext uri="{FF2B5EF4-FFF2-40B4-BE49-F238E27FC236}">
                <a16:creationId xmlns:a16="http://schemas.microsoft.com/office/drawing/2014/main" id="{32A6F7FD-288E-40AF-9711-AB3D5B90FB3A}"/>
              </a:ext>
            </a:extLst>
          </p:cNvPr>
          <p:cNvSpPr txBox="1"/>
          <p:nvPr/>
        </p:nvSpPr>
        <p:spPr>
          <a:xfrm>
            <a:off x="7968349" y="5572647"/>
            <a:ext cx="1632857" cy="169277"/>
          </a:xfrm>
          <a:prstGeom prst="rect">
            <a:avLst/>
          </a:prstGeom>
          <a:solidFill>
            <a:schemeClr val="accent2"/>
          </a:solidFill>
        </p:spPr>
        <p:txBody>
          <a:bodyPr wrap="square" lIns="0" tIns="0" rIns="0" bIns="0" rtlCol="0">
            <a:spAutoFit/>
          </a:bodyPr>
          <a:lstStyle/>
          <a:p>
            <a:pPr algn="ctr">
              <a:spcBef>
                <a:spcPts val="600"/>
              </a:spcBef>
              <a:buSzPct val="100000"/>
            </a:pPr>
            <a:r>
              <a:rPr lang="en-US" sz="1100" dirty="0">
                <a:solidFill>
                  <a:schemeClr val="bg1"/>
                </a:solidFill>
              </a:rPr>
              <a:t>Strategy Phase</a:t>
            </a:r>
          </a:p>
        </p:txBody>
      </p:sp>
      <p:sp>
        <p:nvSpPr>
          <p:cNvPr id="41" name="TextBox 40">
            <a:extLst>
              <a:ext uri="{FF2B5EF4-FFF2-40B4-BE49-F238E27FC236}">
                <a16:creationId xmlns:a16="http://schemas.microsoft.com/office/drawing/2014/main" id="{4CB5D015-2D8D-43E5-AA1D-F2EBB067C4C3}"/>
              </a:ext>
            </a:extLst>
          </p:cNvPr>
          <p:cNvSpPr txBox="1"/>
          <p:nvPr/>
        </p:nvSpPr>
        <p:spPr>
          <a:xfrm>
            <a:off x="9753606" y="5572647"/>
            <a:ext cx="1632857" cy="169277"/>
          </a:xfrm>
          <a:prstGeom prst="rect">
            <a:avLst/>
          </a:prstGeom>
          <a:solidFill>
            <a:schemeClr val="accent6"/>
          </a:solidFill>
        </p:spPr>
        <p:txBody>
          <a:bodyPr wrap="square" lIns="0" tIns="0" rIns="0" bIns="0" rtlCol="0">
            <a:spAutoFit/>
          </a:bodyPr>
          <a:lstStyle/>
          <a:p>
            <a:pPr algn="ctr">
              <a:spcBef>
                <a:spcPts val="600"/>
              </a:spcBef>
              <a:buSzPct val="100000"/>
            </a:pPr>
            <a:r>
              <a:rPr lang="en-US" sz="1100" dirty="0">
                <a:solidFill>
                  <a:schemeClr val="bg1"/>
                </a:solidFill>
              </a:rPr>
              <a:t>PMO Phase</a:t>
            </a:r>
          </a:p>
        </p:txBody>
      </p:sp>
    </p:spTree>
    <p:extLst>
      <p:ext uri="{BB962C8B-B14F-4D97-AF65-F5344CB8AC3E}">
        <p14:creationId xmlns:p14="http://schemas.microsoft.com/office/powerpoint/2010/main" val="3661193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588" y="2579"/>
          <a:ext cx="1587" cy="1587"/>
        </p:xfrm>
        <a:graphic>
          <a:graphicData uri="http://schemas.openxmlformats.org/presentationml/2006/ole">
            <mc:AlternateContent xmlns:mc="http://schemas.openxmlformats.org/markup-compatibility/2006">
              <mc:Choice xmlns:v="urn:schemas-microsoft-com:vml" Requires="v">
                <p:oleObj spid="_x0000_s10272" name="think-cell Slide" r:id="rId6" imgW="530" imgH="531" progId="TCLayout.ActiveDocument.1">
                  <p:embed/>
                </p:oleObj>
              </mc:Choice>
              <mc:Fallback>
                <p:oleObj name="think-cell Slide" r:id="rId6" imgW="530" imgH="531" progId="TCLayout.ActiveDocument.1">
                  <p:embed/>
                  <p:pic>
                    <p:nvPicPr>
                      <p:cNvPr id="4" name="Object 3" hidden="1"/>
                      <p:cNvPicPr/>
                      <p:nvPr/>
                    </p:nvPicPr>
                    <p:blipFill>
                      <a:blip r:embed="rId7"/>
                      <a:stretch>
                        <a:fillRect/>
                      </a:stretch>
                    </p:blipFill>
                    <p:spPr>
                      <a:xfrm>
                        <a:off x="1588" y="2579"/>
                        <a:ext cx="1587" cy="1587"/>
                      </a:xfrm>
                      <a:prstGeom prst="rect">
                        <a:avLst/>
                      </a:prstGeom>
                    </p:spPr>
                  </p:pic>
                </p:oleObj>
              </mc:Fallback>
            </mc:AlternateContent>
          </a:graphicData>
        </a:graphic>
      </p:graphicFrame>
      <p:sp>
        <p:nvSpPr>
          <p:cNvPr id="5" name="Rectangle 4" hidden="1"/>
          <p:cNvSpPr/>
          <p:nvPr>
            <p:custDataLst>
              <p:tags r:id="rId3"/>
            </p:custDataLst>
          </p:nvPr>
        </p:nvSpPr>
        <p:spPr>
          <a:xfrm>
            <a:off x="1" y="992"/>
            <a:ext cx="158667" cy="1586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GB" sz="1765" b="1" dirty="0">
              <a:latin typeface="Verdana" panose="020B0604030504040204" pitchFamily="34" charset="0"/>
              <a:ea typeface="+mj-ea"/>
              <a:cs typeface="+mj-cs"/>
              <a:sym typeface="Verdana" panose="020B0604030504040204" pitchFamily="34" charset="0"/>
            </a:endParaRPr>
          </a:p>
        </p:txBody>
      </p:sp>
      <p:sp>
        <p:nvSpPr>
          <p:cNvPr id="36" name="Rectangle 35"/>
          <p:cNvSpPr/>
          <p:nvPr/>
        </p:nvSpPr>
        <p:spPr bwMode="gray">
          <a:xfrm>
            <a:off x="5957829" y="1158947"/>
            <a:ext cx="2520529" cy="427986"/>
          </a:xfrm>
          <a:prstGeom prst="rect">
            <a:avLst/>
          </a:prstGeom>
          <a:noFill/>
          <a:ln w="19050" algn="ctr">
            <a:noFill/>
            <a:miter lim="800000"/>
            <a:headEnd/>
            <a:tailEnd/>
          </a:ln>
        </p:spPr>
        <p:txBody>
          <a:bodyPr wrap="square" lIns="100700" tIns="100700" rIns="100700" bIns="100700" rtlCol="0" anchor="ctr"/>
          <a:lstStyle/>
          <a:p>
            <a:pPr algn="ctr" defTabSz="1380987">
              <a:lnSpc>
                <a:spcPct val="106000"/>
              </a:lnSpc>
              <a:defRPr/>
            </a:pPr>
            <a:r>
              <a:rPr lang="en-US" sz="1412" b="1" dirty="0">
                <a:solidFill>
                  <a:schemeClr val="accent2"/>
                </a:solidFill>
                <a:latin typeface="Verdana"/>
              </a:rPr>
              <a:t>Activities</a:t>
            </a:r>
            <a:endParaRPr lang="en-IN" sz="1412" b="1" dirty="0">
              <a:solidFill>
                <a:schemeClr val="accent2"/>
              </a:solidFill>
              <a:latin typeface="Verdana"/>
            </a:endParaRPr>
          </a:p>
        </p:txBody>
      </p:sp>
      <p:sp>
        <p:nvSpPr>
          <p:cNvPr id="39" name="Rectangle 38"/>
          <p:cNvSpPr/>
          <p:nvPr/>
        </p:nvSpPr>
        <p:spPr bwMode="gray">
          <a:xfrm>
            <a:off x="845569" y="1158947"/>
            <a:ext cx="1515923" cy="359816"/>
          </a:xfrm>
          <a:prstGeom prst="rect">
            <a:avLst/>
          </a:prstGeom>
          <a:noFill/>
          <a:ln w="19050" algn="ctr">
            <a:noFill/>
            <a:miter lim="800000"/>
            <a:headEnd/>
            <a:tailEnd/>
          </a:ln>
        </p:spPr>
        <p:txBody>
          <a:bodyPr wrap="square" lIns="100700" tIns="100700" rIns="100700" bIns="100700" rtlCol="0" anchor="ctr"/>
          <a:lstStyle/>
          <a:p>
            <a:pPr algn="ctr" defTabSz="1380987">
              <a:lnSpc>
                <a:spcPct val="106000"/>
              </a:lnSpc>
              <a:defRPr/>
            </a:pPr>
            <a:r>
              <a:rPr lang="en-US" sz="1412" b="1" dirty="0">
                <a:solidFill>
                  <a:schemeClr val="accent2"/>
                </a:solidFill>
              </a:rPr>
              <a:t>Deliverables</a:t>
            </a:r>
            <a:endParaRPr lang="en-IN" sz="1412" b="1" dirty="0">
              <a:solidFill>
                <a:schemeClr val="accent2"/>
              </a:solidFill>
            </a:endParaRPr>
          </a:p>
        </p:txBody>
      </p:sp>
      <p:cxnSp>
        <p:nvCxnSpPr>
          <p:cNvPr id="38" name="Straight Connector 37"/>
          <p:cNvCxnSpPr/>
          <p:nvPr/>
        </p:nvCxnSpPr>
        <p:spPr>
          <a:xfrm flipV="1">
            <a:off x="458771" y="1635801"/>
            <a:ext cx="11184521" cy="24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Rectangle 44">
            <a:hlinkClick r:id="" action="ppaction://noaction"/>
          </p:cNvPr>
          <p:cNvSpPr/>
          <p:nvPr/>
        </p:nvSpPr>
        <p:spPr bwMode="gray">
          <a:xfrm>
            <a:off x="593310" y="1819330"/>
            <a:ext cx="2107861" cy="716093"/>
          </a:xfrm>
          <a:prstGeom prst="rect">
            <a:avLst/>
          </a:prstGeom>
          <a:solidFill>
            <a:srgbClr val="0076A8"/>
          </a:solidFill>
          <a:ln/>
        </p:spPr>
        <p:style>
          <a:lnRef idx="2">
            <a:schemeClr val="accent5"/>
          </a:lnRef>
          <a:fillRef idx="1">
            <a:schemeClr val="lt1"/>
          </a:fillRef>
          <a:effectRef idx="0">
            <a:schemeClr val="accent5"/>
          </a:effectRef>
          <a:fontRef idx="minor">
            <a:schemeClr val="dk1"/>
          </a:fontRef>
        </p:style>
        <p:txBody>
          <a:bodyPr vert="horz" wrap="square" lIns="103578" tIns="51789" rIns="103578" bIns="51789" numCol="1" anchor="ctr" anchorCtr="0" compatLnSpc="1">
            <a:prstTxWarp prst="textNoShape">
              <a:avLst/>
            </a:prstTxWarp>
          </a:bodyPr>
          <a:lstStyle/>
          <a:p>
            <a:pPr algn="ctr"/>
            <a:r>
              <a:rPr lang="en-US" sz="1235" b="1" dirty="0">
                <a:solidFill>
                  <a:schemeClr val="bg1"/>
                </a:solidFill>
                <a:latin typeface="+mj-lt"/>
              </a:rPr>
              <a:t>Continued analysis and SME support on the overhang issues</a:t>
            </a:r>
          </a:p>
        </p:txBody>
      </p:sp>
      <p:sp>
        <p:nvSpPr>
          <p:cNvPr id="49" name="Rectangle 48">
            <a:hlinkClick r:id="" action="ppaction://noaction"/>
          </p:cNvPr>
          <p:cNvSpPr/>
          <p:nvPr/>
        </p:nvSpPr>
        <p:spPr bwMode="gray">
          <a:xfrm>
            <a:off x="593310" y="4294199"/>
            <a:ext cx="2107861" cy="790717"/>
          </a:xfrm>
          <a:prstGeom prst="rect">
            <a:avLst/>
          </a:prstGeom>
          <a:solidFill>
            <a:srgbClr val="0076A8"/>
          </a:solidFill>
          <a:ln/>
        </p:spPr>
        <p:style>
          <a:lnRef idx="2">
            <a:schemeClr val="accent5"/>
          </a:lnRef>
          <a:fillRef idx="1">
            <a:schemeClr val="lt1"/>
          </a:fillRef>
          <a:effectRef idx="0">
            <a:schemeClr val="accent5"/>
          </a:effectRef>
          <a:fontRef idx="minor">
            <a:schemeClr val="dk1"/>
          </a:fontRef>
        </p:style>
        <p:txBody>
          <a:bodyPr vert="horz" wrap="square" lIns="0" tIns="51789" rIns="0" bIns="51789" numCol="1" anchor="ctr" anchorCtr="0" compatLnSpc="1">
            <a:prstTxWarp prst="textNoShape">
              <a:avLst/>
            </a:prstTxWarp>
          </a:bodyPr>
          <a:lstStyle/>
          <a:p>
            <a:pPr algn="ctr" defTabSz="1380987">
              <a:defRPr/>
            </a:pPr>
            <a:r>
              <a:rPr lang="en-US" sz="1235" b="1" dirty="0">
                <a:solidFill>
                  <a:schemeClr val="bg1"/>
                </a:solidFill>
              </a:rPr>
              <a:t>Monthly monitoring report on movements Power Purchase and Regulatory Asset</a:t>
            </a:r>
            <a:endParaRPr lang="en-IN" sz="1235" b="1" dirty="0">
              <a:solidFill>
                <a:schemeClr val="bg1"/>
              </a:solidFill>
            </a:endParaRPr>
          </a:p>
        </p:txBody>
      </p:sp>
      <p:sp>
        <p:nvSpPr>
          <p:cNvPr id="40" name="Striped Right Arrow 39"/>
          <p:cNvSpPr/>
          <p:nvPr/>
        </p:nvSpPr>
        <p:spPr bwMode="gray">
          <a:xfrm>
            <a:off x="3005515" y="3148416"/>
            <a:ext cx="628032" cy="577352"/>
          </a:xfrm>
          <a:prstGeom prst="stripedRightArrow">
            <a:avLst>
              <a:gd name="adj1" fmla="val 100000"/>
              <a:gd name="adj2" fmla="val 50000"/>
            </a:avLst>
          </a:prstGeom>
          <a:solidFill>
            <a:schemeClr val="accent4"/>
          </a:solidFill>
          <a:ln>
            <a:noFill/>
          </a:ln>
        </p:spPr>
        <p:txBody>
          <a:bodyPr vert="horz" wrap="square" lIns="103578" tIns="51789" rIns="103578" bIns="51789" numCol="1" anchor="ctr" anchorCtr="0" compatLnSpc="1">
            <a:prstTxWarp prst="textNoShape">
              <a:avLst/>
            </a:prstTxWarp>
          </a:bodyPr>
          <a:lstStyle/>
          <a:p>
            <a:pPr algn="ctr" defTabSz="1380987">
              <a:defRPr/>
            </a:pPr>
            <a:endParaRPr lang="en-IN" sz="1235" dirty="0">
              <a:solidFill>
                <a:srgbClr val="012169">
                  <a:lumMod val="50000"/>
                </a:srgbClr>
              </a:solidFill>
              <a:latin typeface="Verdana"/>
            </a:endParaRPr>
          </a:p>
        </p:txBody>
      </p:sp>
      <p:sp>
        <p:nvSpPr>
          <p:cNvPr id="90" name="Freeform 97"/>
          <p:cNvSpPr>
            <a:spLocks noEditPoints="1"/>
          </p:cNvSpPr>
          <p:nvPr/>
        </p:nvSpPr>
        <p:spPr bwMode="auto">
          <a:xfrm>
            <a:off x="5781026" y="1158946"/>
            <a:ext cx="412941" cy="447235"/>
          </a:xfrm>
          <a:custGeom>
            <a:avLst/>
            <a:gdLst>
              <a:gd name="T0" fmla="*/ 298 w 512"/>
              <a:gd name="T1" fmla="*/ 298 h 512"/>
              <a:gd name="T2" fmla="*/ 373 w 512"/>
              <a:gd name="T3" fmla="*/ 298 h 512"/>
              <a:gd name="T4" fmla="*/ 373 w 512"/>
              <a:gd name="T5" fmla="*/ 373 h 512"/>
              <a:gd name="T6" fmla="*/ 298 w 512"/>
              <a:gd name="T7" fmla="*/ 373 h 512"/>
              <a:gd name="T8" fmla="*/ 298 w 512"/>
              <a:gd name="T9" fmla="*/ 298 h 512"/>
              <a:gd name="T10" fmla="*/ 138 w 512"/>
              <a:gd name="T11" fmla="*/ 213 h 512"/>
              <a:gd name="T12" fmla="*/ 213 w 512"/>
              <a:gd name="T13" fmla="*/ 213 h 512"/>
              <a:gd name="T14" fmla="*/ 213 w 512"/>
              <a:gd name="T15" fmla="*/ 138 h 512"/>
              <a:gd name="T16" fmla="*/ 138 w 512"/>
              <a:gd name="T17" fmla="*/ 138 h 512"/>
              <a:gd name="T18" fmla="*/ 138 w 512"/>
              <a:gd name="T19" fmla="*/ 213 h 512"/>
              <a:gd name="T20" fmla="*/ 138 w 512"/>
              <a:gd name="T21" fmla="*/ 373 h 512"/>
              <a:gd name="T22" fmla="*/ 213 w 512"/>
              <a:gd name="T23" fmla="*/ 373 h 512"/>
              <a:gd name="T24" fmla="*/ 213 w 512"/>
              <a:gd name="T25" fmla="*/ 298 h 512"/>
              <a:gd name="T26" fmla="*/ 138 w 512"/>
              <a:gd name="T27" fmla="*/ 298 h 512"/>
              <a:gd name="T28" fmla="*/ 138 w 512"/>
              <a:gd name="T29" fmla="*/ 373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234 w 512"/>
              <a:gd name="T41" fmla="*/ 288 h 512"/>
              <a:gd name="T42" fmla="*/ 224 w 512"/>
              <a:gd name="T43" fmla="*/ 277 h 512"/>
              <a:gd name="T44" fmla="*/ 128 w 512"/>
              <a:gd name="T45" fmla="*/ 277 h 512"/>
              <a:gd name="T46" fmla="*/ 117 w 512"/>
              <a:gd name="T47" fmla="*/ 288 h 512"/>
              <a:gd name="T48" fmla="*/ 117 w 512"/>
              <a:gd name="T49" fmla="*/ 384 h 512"/>
              <a:gd name="T50" fmla="*/ 128 w 512"/>
              <a:gd name="T51" fmla="*/ 394 h 512"/>
              <a:gd name="T52" fmla="*/ 224 w 512"/>
              <a:gd name="T53" fmla="*/ 394 h 512"/>
              <a:gd name="T54" fmla="*/ 234 w 512"/>
              <a:gd name="T55" fmla="*/ 384 h 512"/>
              <a:gd name="T56" fmla="*/ 234 w 512"/>
              <a:gd name="T57" fmla="*/ 288 h 512"/>
              <a:gd name="T58" fmla="*/ 234 w 512"/>
              <a:gd name="T59" fmla="*/ 128 h 512"/>
              <a:gd name="T60" fmla="*/ 224 w 512"/>
              <a:gd name="T61" fmla="*/ 117 h 512"/>
              <a:gd name="T62" fmla="*/ 128 w 512"/>
              <a:gd name="T63" fmla="*/ 117 h 512"/>
              <a:gd name="T64" fmla="*/ 117 w 512"/>
              <a:gd name="T65" fmla="*/ 128 h 512"/>
              <a:gd name="T66" fmla="*/ 117 w 512"/>
              <a:gd name="T67" fmla="*/ 224 h 512"/>
              <a:gd name="T68" fmla="*/ 128 w 512"/>
              <a:gd name="T69" fmla="*/ 234 h 512"/>
              <a:gd name="T70" fmla="*/ 224 w 512"/>
              <a:gd name="T71" fmla="*/ 234 h 512"/>
              <a:gd name="T72" fmla="*/ 234 w 512"/>
              <a:gd name="T73" fmla="*/ 224 h 512"/>
              <a:gd name="T74" fmla="*/ 234 w 512"/>
              <a:gd name="T75" fmla="*/ 128 h 512"/>
              <a:gd name="T76" fmla="*/ 394 w 512"/>
              <a:gd name="T77" fmla="*/ 288 h 512"/>
              <a:gd name="T78" fmla="*/ 384 w 512"/>
              <a:gd name="T79" fmla="*/ 277 h 512"/>
              <a:gd name="T80" fmla="*/ 288 w 512"/>
              <a:gd name="T81" fmla="*/ 277 h 512"/>
              <a:gd name="T82" fmla="*/ 277 w 512"/>
              <a:gd name="T83" fmla="*/ 288 h 512"/>
              <a:gd name="T84" fmla="*/ 277 w 512"/>
              <a:gd name="T85" fmla="*/ 384 h 512"/>
              <a:gd name="T86" fmla="*/ 288 w 512"/>
              <a:gd name="T87" fmla="*/ 394 h 512"/>
              <a:gd name="T88" fmla="*/ 384 w 512"/>
              <a:gd name="T89" fmla="*/ 394 h 512"/>
              <a:gd name="T90" fmla="*/ 394 w 512"/>
              <a:gd name="T91" fmla="*/ 384 h 512"/>
              <a:gd name="T92" fmla="*/ 394 w 512"/>
              <a:gd name="T93" fmla="*/ 288 h 512"/>
              <a:gd name="T94" fmla="*/ 394 w 512"/>
              <a:gd name="T95" fmla="*/ 128 h 512"/>
              <a:gd name="T96" fmla="*/ 384 w 512"/>
              <a:gd name="T97" fmla="*/ 117 h 512"/>
              <a:gd name="T98" fmla="*/ 288 w 512"/>
              <a:gd name="T99" fmla="*/ 117 h 512"/>
              <a:gd name="T100" fmla="*/ 277 w 512"/>
              <a:gd name="T101" fmla="*/ 128 h 512"/>
              <a:gd name="T102" fmla="*/ 277 w 512"/>
              <a:gd name="T103" fmla="*/ 224 h 512"/>
              <a:gd name="T104" fmla="*/ 288 w 512"/>
              <a:gd name="T105" fmla="*/ 234 h 512"/>
              <a:gd name="T106" fmla="*/ 384 w 512"/>
              <a:gd name="T107" fmla="*/ 234 h 512"/>
              <a:gd name="T108" fmla="*/ 394 w 512"/>
              <a:gd name="T109" fmla="*/ 224 h 512"/>
              <a:gd name="T110" fmla="*/ 394 w 512"/>
              <a:gd name="T111" fmla="*/ 128 h 512"/>
              <a:gd name="T112" fmla="*/ 298 w 512"/>
              <a:gd name="T113" fmla="*/ 213 h 512"/>
              <a:gd name="T114" fmla="*/ 373 w 512"/>
              <a:gd name="T115" fmla="*/ 213 h 512"/>
              <a:gd name="T116" fmla="*/ 373 w 512"/>
              <a:gd name="T117" fmla="*/ 138 h 512"/>
              <a:gd name="T118" fmla="*/ 298 w 512"/>
              <a:gd name="T119" fmla="*/ 138 h 512"/>
              <a:gd name="T120" fmla="*/ 298 w 512"/>
              <a:gd name="T121"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298" y="298"/>
                </a:moveTo>
                <a:cubicBezTo>
                  <a:pt x="373" y="298"/>
                  <a:pt x="373" y="298"/>
                  <a:pt x="373" y="298"/>
                </a:cubicBezTo>
                <a:cubicBezTo>
                  <a:pt x="373" y="373"/>
                  <a:pt x="373" y="373"/>
                  <a:pt x="373" y="373"/>
                </a:cubicBezTo>
                <a:cubicBezTo>
                  <a:pt x="298" y="373"/>
                  <a:pt x="298" y="373"/>
                  <a:pt x="298" y="373"/>
                </a:cubicBezTo>
                <a:lnTo>
                  <a:pt x="298" y="298"/>
                </a:lnTo>
                <a:close/>
                <a:moveTo>
                  <a:pt x="138" y="213"/>
                </a:moveTo>
                <a:cubicBezTo>
                  <a:pt x="213" y="213"/>
                  <a:pt x="213" y="213"/>
                  <a:pt x="213" y="213"/>
                </a:cubicBezTo>
                <a:cubicBezTo>
                  <a:pt x="213" y="138"/>
                  <a:pt x="213" y="138"/>
                  <a:pt x="213" y="138"/>
                </a:cubicBezTo>
                <a:cubicBezTo>
                  <a:pt x="138" y="138"/>
                  <a:pt x="138" y="138"/>
                  <a:pt x="138" y="138"/>
                </a:cubicBezTo>
                <a:lnTo>
                  <a:pt x="138" y="213"/>
                </a:lnTo>
                <a:close/>
                <a:moveTo>
                  <a:pt x="138" y="373"/>
                </a:moveTo>
                <a:cubicBezTo>
                  <a:pt x="213" y="373"/>
                  <a:pt x="213" y="373"/>
                  <a:pt x="213" y="373"/>
                </a:cubicBezTo>
                <a:cubicBezTo>
                  <a:pt x="213" y="298"/>
                  <a:pt x="213" y="298"/>
                  <a:pt x="213" y="298"/>
                </a:cubicBezTo>
                <a:cubicBezTo>
                  <a:pt x="138" y="298"/>
                  <a:pt x="138" y="298"/>
                  <a:pt x="138" y="298"/>
                </a:cubicBezTo>
                <a:lnTo>
                  <a:pt x="138" y="37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34" y="288"/>
                </a:moveTo>
                <a:cubicBezTo>
                  <a:pt x="234" y="282"/>
                  <a:pt x="230" y="277"/>
                  <a:pt x="224" y="277"/>
                </a:cubicBezTo>
                <a:cubicBezTo>
                  <a:pt x="128" y="277"/>
                  <a:pt x="128" y="277"/>
                  <a:pt x="128" y="277"/>
                </a:cubicBezTo>
                <a:cubicBezTo>
                  <a:pt x="122" y="277"/>
                  <a:pt x="117" y="282"/>
                  <a:pt x="117" y="288"/>
                </a:cubicBezTo>
                <a:cubicBezTo>
                  <a:pt x="117" y="384"/>
                  <a:pt x="117" y="384"/>
                  <a:pt x="117" y="384"/>
                </a:cubicBezTo>
                <a:cubicBezTo>
                  <a:pt x="117" y="390"/>
                  <a:pt x="122" y="394"/>
                  <a:pt x="128" y="394"/>
                </a:cubicBezTo>
                <a:cubicBezTo>
                  <a:pt x="224" y="394"/>
                  <a:pt x="224" y="394"/>
                  <a:pt x="224" y="394"/>
                </a:cubicBezTo>
                <a:cubicBezTo>
                  <a:pt x="230" y="394"/>
                  <a:pt x="234" y="390"/>
                  <a:pt x="234" y="384"/>
                </a:cubicBezTo>
                <a:lnTo>
                  <a:pt x="234" y="288"/>
                </a:lnTo>
                <a:close/>
                <a:moveTo>
                  <a:pt x="234" y="128"/>
                </a:moveTo>
                <a:cubicBezTo>
                  <a:pt x="234" y="122"/>
                  <a:pt x="230" y="117"/>
                  <a:pt x="224" y="117"/>
                </a:cubicBezTo>
                <a:cubicBezTo>
                  <a:pt x="128" y="117"/>
                  <a:pt x="128" y="117"/>
                  <a:pt x="128" y="117"/>
                </a:cubicBezTo>
                <a:cubicBezTo>
                  <a:pt x="122" y="117"/>
                  <a:pt x="117" y="122"/>
                  <a:pt x="117" y="128"/>
                </a:cubicBezTo>
                <a:cubicBezTo>
                  <a:pt x="117" y="224"/>
                  <a:pt x="117" y="224"/>
                  <a:pt x="117" y="224"/>
                </a:cubicBezTo>
                <a:cubicBezTo>
                  <a:pt x="117" y="230"/>
                  <a:pt x="122" y="234"/>
                  <a:pt x="128" y="234"/>
                </a:cubicBezTo>
                <a:cubicBezTo>
                  <a:pt x="224" y="234"/>
                  <a:pt x="224" y="234"/>
                  <a:pt x="224" y="234"/>
                </a:cubicBezTo>
                <a:cubicBezTo>
                  <a:pt x="230" y="234"/>
                  <a:pt x="234" y="230"/>
                  <a:pt x="234" y="224"/>
                </a:cubicBezTo>
                <a:lnTo>
                  <a:pt x="234" y="128"/>
                </a:lnTo>
                <a:close/>
                <a:moveTo>
                  <a:pt x="394" y="288"/>
                </a:moveTo>
                <a:cubicBezTo>
                  <a:pt x="394" y="282"/>
                  <a:pt x="390" y="277"/>
                  <a:pt x="384" y="277"/>
                </a:cubicBezTo>
                <a:cubicBezTo>
                  <a:pt x="288" y="277"/>
                  <a:pt x="288" y="277"/>
                  <a:pt x="288" y="277"/>
                </a:cubicBezTo>
                <a:cubicBezTo>
                  <a:pt x="282" y="277"/>
                  <a:pt x="277" y="282"/>
                  <a:pt x="277" y="288"/>
                </a:cubicBezTo>
                <a:cubicBezTo>
                  <a:pt x="277" y="384"/>
                  <a:pt x="277" y="384"/>
                  <a:pt x="277" y="384"/>
                </a:cubicBezTo>
                <a:cubicBezTo>
                  <a:pt x="277" y="390"/>
                  <a:pt x="282" y="394"/>
                  <a:pt x="288" y="394"/>
                </a:cubicBezTo>
                <a:cubicBezTo>
                  <a:pt x="384" y="394"/>
                  <a:pt x="384" y="394"/>
                  <a:pt x="384" y="394"/>
                </a:cubicBezTo>
                <a:cubicBezTo>
                  <a:pt x="390" y="394"/>
                  <a:pt x="394" y="390"/>
                  <a:pt x="394" y="384"/>
                </a:cubicBezTo>
                <a:lnTo>
                  <a:pt x="394" y="288"/>
                </a:lnTo>
                <a:close/>
                <a:moveTo>
                  <a:pt x="394" y="128"/>
                </a:moveTo>
                <a:cubicBezTo>
                  <a:pt x="394" y="122"/>
                  <a:pt x="390" y="117"/>
                  <a:pt x="384" y="117"/>
                </a:cubicBezTo>
                <a:cubicBezTo>
                  <a:pt x="288" y="117"/>
                  <a:pt x="288" y="117"/>
                  <a:pt x="288" y="117"/>
                </a:cubicBezTo>
                <a:cubicBezTo>
                  <a:pt x="282" y="117"/>
                  <a:pt x="277" y="122"/>
                  <a:pt x="277" y="128"/>
                </a:cubicBezTo>
                <a:cubicBezTo>
                  <a:pt x="277" y="224"/>
                  <a:pt x="277" y="224"/>
                  <a:pt x="277" y="224"/>
                </a:cubicBezTo>
                <a:cubicBezTo>
                  <a:pt x="277" y="230"/>
                  <a:pt x="282" y="234"/>
                  <a:pt x="288" y="234"/>
                </a:cubicBezTo>
                <a:cubicBezTo>
                  <a:pt x="384" y="234"/>
                  <a:pt x="384" y="234"/>
                  <a:pt x="384" y="234"/>
                </a:cubicBezTo>
                <a:cubicBezTo>
                  <a:pt x="390" y="234"/>
                  <a:pt x="394" y="230"/>
                  <a:pt x="394" y="224"/>
                </a:cubicBezTo>
                <a:lnTo>
                  <a:pt x="394" y="128"/>
                </a:lnTo>
                <a:close/>
                <a:moveTo>
                  <a:pt x="298" y="213"/>
                </a:moveTo>
                <a:cubicBezTo>
                  <a:pt x="373" y="213"/>
                  <a:pt x="373" y="213"/>
                  <a:pt x="373" y="213"/>
                </a:cubicBezTo>
                <a:cubicBezTo>
                  <a:pt x="373" y="138"/>
                  <a:pt x="373" y="138"/>
                  <a:pt x="373" y="138"/>
                </a:cubicBezTo>
                <a:cubicBezTo>
                  <a:pt x="298" y="138"/>
                  <a:pt x="298" y="138"/>
                  <a:pt x="298" y="138"/>
                </a:cubicBezTo>
                <a:lnTo>
                  <a:pt x="298" y="213"/>
                </a:lnTo>
                <a:close/>
              </a:path>
            </a:pathLst>
          </a:custGeom>
          <a:solidFill>
            <a:schemeClr val="accent4"/>
          </a:solidFill>
          <a:ln>
            <a:noFill/>
          </a:ln>
        </p:spPr>
        <p:txBody>
          <a:bodyPr vert="horz" wrap="square" lIns="103578" tIns="51789" rIns="103578" bIns="51789" numCol="1" anchor="t" anchorCtr="0" compatLnSpc="1">
            <a:prstTxWarp prst="textNoShape">
              <a:avLst/>
            </a:prstTxWarp>
          </a:bodyPr>
          <a:lstStyle/>
          <a:p>
            <a:pPr defTabSz="1380987">
              <a:defRPr/>
            </a:pPr>
            <a:endParaRPr lang="en-GB" sz="2471" dirty="0">
              <a:solidFill>
                <a:prstClr val="black"/>
              </a:solidFill>
              <a:latin typeface="Verdana"/>
            </a:endParaRPr>
          </a:p>
        </p:txBody>
      </p:sp>
      <p:sp>
        <p:nvSpPr>
          <p:cNvPr id="91" name="Freeform 59">
            <a:extLst>
              <a:ext uri="{FF2B5EF4-FFF2-40B4-BE49-F238E27FC236}">
                <a16:creationId xmlns:a16="http://schemas.microsoft.com/office/drawing/2014/main" id="{9920DF9A-5043-4800-805F-AAA1D155489F}"/>
              </a:ext>
            </a:extLst>
          </p:cNvPr>
          <p:cNvSpPr>
            <a:spLocks noChangeAspect="1" noEditPoints="1"/>
          </p:cNvSpPr>
          <p:nvPr/>
        </p:nvSpPr>
        <p:spPr bwMode="auto">
          <a:xfrm>
            <a:off x="548586" y="1158946"/>
            <a:ext cx="411731" cy="447235"/>
          </a:xfrm>
          <a:custGeom>
            <a:avLst/>
            <a:gdLst>
              <a:gd name="T0" fmla="*/ 147 w 512"/>
              <a:gd name="T1" fmla="*/ 170 h 512"/>
              <a:gd name="T2" fmla="*/ 201 w 512"/>
              <a:gd name="T3" fmla="*/ 170 h 512"/>
              <a:gd name="T4" fmla="*/ 223 w 512"/>
              <a:gd name="T5" fmla="*/ 170 h 512"/>
              <a:gd name="T6" fmla="*/ 256 w 512"/>
              <a:gd name="T7" fmla="*/ 117 h 512"/>
              <a:gd name="T8" fmla="*/ 133 w 512"/>
              <a:gd name="T9" fmla="*/ 192 h 512"/>
              <a:gd name="T10" fmla="*/ 192 w 512"/>
              <a:gd name="T11" fmla="*/ 245 h 512"/>
              <a:gd name="T12" fmla="*/ 218 w 512"/>
              <a:gd name="T13" fmla="*/ 320 h 512"/>
              <a:gd name="T14" fmla="*/ 298 w 512"/>
              <a:gd name="T15" fmla="*/ 266 h 512"/>
              <a:gd name="T16" fmla="*/ 218 w 512"/>
              <a:gd name="T17" fmla="*/ 320 h 512"/>
              <a:gd name="T18" fmla="*/ 292 w 512"/>
              <a:gd name="T19" fmla="*/ 122 h 512"/>
              <a:gd name="T20" fmla="*/ 365 w 512"/>
              <a:gd name="T21" fmla="*/ 170 h 512"/>
              <a:gd name="T22" fmla="*/ 218 w 512"/>
              <a:gd name="T23" fmla="*/ 192 h 512"/>
              <a:gd name="T24" fmla="*/ 298 w 512"/>
              <a:gd name="T25" fmla="*/ 245 h 512"/>
              <a:gd name="T26" fmla="*/ 192 w 512"/>
              <a:gd name="T27" fmla="*/ 266 h 512"/>
              <a:gd name="T28" fmla="*/ 133 w 512"/>
              <a:gd name="T29" fmla="*/ 320 h 512"/>
              <a:gd name="T30" fmla="*/ 192 w 512"/>
              <a:gd name="T31" fmla="*/ 266 h 512"/>
              <a:gd name="T32" fmla="*/ 394 w 512"/>
              <a:gd name="T33" fmla="*/ 245 h 512"/>
              <a:gd name="T34" fmla="*/ 314 w 512"/>
              <a:gd name="T35" fmla="*/ 192 h 512"/>
              <a:gd name="T36" fmla="*/ 512 w 512"/>
              <a:gd name="T37" fmla="*/ 256 h 512"/>
              <a:gd name="T38" fmla="*/ 0 w 512"/>
              <a:gd name="T39" fmla="*/ 256 h 512"/>
              <a:gd name="T40" fmla="*/ 512 w 512"/>
              <a:gd name="T41" fmla="*/ 256 h 512"/>
              <a:gd name="T42" fmla="*/ 256 w 512"/>
              <a:gd name="T43" fmla="*/ 96 h 512"/>
              <a:gd name="T44" fmla="*/ 256 w 512"/>
              <a:gd name="T45" fmla="*/ 416 h 512"/>
              <a:gd name="T46" fmla="*/ 314 w 512"/>
              <a:gd name="T47" fmla="*/ 320 h 512"/>
              <a:gd name="T48" fmla="*/ 394 w 512"/>
              <a:gd name="T49" fmla="*/ 266 h 512"/>
              <a:gd name="T50" fmla="*/ 314 w 512"/>
              <a:gd name="T51" fmla="*/ 320 h 512"/>
              <a:gd name="T52" fmla="*/ 220 w 512"/>
              <a:gd name="T53" fmla="*/ 389 h 512"/>
              <a:gd name="T54" fmla="*/ 147 w 512"/>
              <a:gd name="T55" fmla="*/ 341 h 512"/>
              <a:gd name="T56" fmla="*/ 365 w 512"/>
              <a:gd name="T57" fmla="*/ 341 h 512"/>
              <a:gd name="T58" fmla="*/ 292 w 512"/>
              <a:gd name="T59" fmla="*/ 389 h 512"/>
              <a:gd name="T60" fmla="*/ 288 w 512"/>
              <a:gd name="T61" fmla="*/ 341 h 512"/>
              <a:gd name="T62" fmla="*/ 256 w 512"/>
              <a:gd name="T63" fmla="*/ 39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12" h="512">
                <a:moveTo>
                  <a:pt x="201" y="170"/>
                </a:moveTo>
                <a:cubicBezTo>
                  <a:pt x="147" y="170"/>
                  <a:pt x="147" y="170"/>
                  <a:pt x="147" y="170"/>
                </a:cubicBezTo>
                <a:cubicBezTo>
                  <a:pt x="165" y="147"/>
                  <a:pt x="190" y="130"/>
                  <a:pt x="220" y="122"/>
                </a:cubicBezTo>
                <a:cubicBezTo>
                  <a:pt x="212" y="135"/>
                  <a:pt x="206" y="151"/>
                  <a:pt x="201" y="170"/>
                </a:cubicBezTo>
                <a:close/>
                <a:moveTo>
                  <a:pt x="256" y="117"/>
                </a:moveTo>
                <a:cubicBezTo>
                  <a:pt x="245" y="117"/>
                  <a:pt x="232" y="137"/>
                  <a:pt x="223" y="170"/>
                </a:cubicBezTo>
                <a:cubicBezTo>
                  <a:pt x="288" y="170"/>
                  <a:pt x="288" y="170"/>
                  <a:pt x="288" y="170"/>
                </a:cubicBezTo>
                <a:cubicBezTo>
                  <a:pt x="279" y="137"/>
                  <a:pt x="266" y="117"/>
                  <a:pt x="256" y="117"/>
                </a:cubicBezTo>
                <a:close/>
                <a:moveTo>
                  <a:pt x="197" y="192"/>
                </a:moveTo>
                <a:cubicBezTo>
                  <a:pt x="133" y="192"/>
                  <a:pt x="133" y="192"/>
                  <a:pt x="133" y="192"/>
                </a:cubicBezTo>
                <a:cubicBezTo>
                  <a:pt x="124" y="208"/>
                  <a:pt x="119" y="226"/>
                  <a:pt x="118" y="245"/>
                </a:cubicBezTo>
                <a:cubicBezTo>
                  <a:pt x="192" y="245"/>
                  <a:pt x="192" y="245"/>
                  <a:pt x="192" y="245"/>
                </a:cubicBezTo>
                <a:cubicBezTo>
                  <a:pt x="192" y="227"/>
                  <a:pt x="194" y="209"/>
                  <a:pt x="197" y="192"/>
                </a:cubicBezTo>
                <a:close/>
                <a:moveTo>
                  <a:pt x="218" y="320"/>
                </a:moveTo>
                <a:cubicBezTo>
                  <a:pt x="293" y="320"/>
                  <a:pt x="293" y="320"/>
                  <a:pt x="293" y="320"/>
                </a:cubicBezTo>
                <a:cubicBezTo>
                  <a:pt x="296" y="304"/>
                  <a:pt x="298" y="286"/>
                  <a:pt x="298" y="266"/>
                </a:cubicBezTo>
                <a:cubicBezTo>
                  <a:pt x="213" y="266"/>
                  <a:pt x="213" y="266"/>
                  <a:pt x="213" y="266"/>
                </a:cubicBezTo>
                <a:cubicBezTo>
                  <a:pt x="214" y="286"/>
                  <a:pt x="216" y="304"/>
                  <a:pt x="218" y="320"/>
                </a:cubicBezTo>
                <a:close/>
                <a:moveTo>
                  <a:pt x="365" y="170"/>
                </a:moveTo>
                <a:cubicBezTo>
                  <a:pt x="347" y="147"/>
                  <a:pt x="321" y="130"/>
                  <a:pt x="292" y="122"/>
                </a:cubicBezTo>
                <a:cubicBezTo>
                  <a:pt x="299" y="135"/>
                  <a:pt x="306" y="151"/>
                  <a:pt x="310" y="170"/>
                </a:cubicBezTo>
                <a:lnTo>
                  <a:pt x="365" y="170"/>
                </a:lnTo>
                <a:close/>
                <a:moveTo>
                  <a:pt x="293" y="192"/>
                </a:moveTo>
                <a:cubicBezTo>
                  <a:pt x="218" y="192"/>
                  <a:pt x="218" y="192"/>
                  <a:pt x="218" y="192"/>
                </a:cubicBezTo>
                <a:cubicBezTo>
                  <a:pt x="216" y="207"/>
                  <a:pt x="214" y="225"/>
                  <a:pt x="213" y="245"/>
                </a:cubicBezTo>
                <a:cubicBezTo>
                  <a:pt x="298" y="245"/>
                  <a:pt x="298" y="245"/>
                  <a:pt x="298" y="245"/>
                </a:cubicBezTo>
                <a:cubicBezTo>
                  <a:pt x="298" y="225"/>
                  <a:pt x="296" y="207"/>
                  <a:pt x="293" y="192"/>
                </a:cubicBezTo>
                <a:close/>
                <a:moveTo>
                  <a:pt x="192" y="266"/>
                </a:moveTo>
                <a:cubicBezTo>
                  <a:pt x="118" y="266"/>
                  <a:pt x="118" y="266"/>
                  <a:pt x="118" y="266"/>
                </a:cubicBezTo>
                <a:cubicBezTo>
                  <a:pt x="119" y="285"/>
                  <a:pt x="124" y="303"/>
                  <a:pt x="133" y="320"/>
                </a:cubicBezTo>
                <a:cubicBezTo>
                  <a:pt x="197" y="320"/>
                  <a:pt x="197" y="320"/>
                  <a:pt x="197" y="320"/>
                </a:cubicBezTo>
                <a:cubicBezTo>
                  <a:pt x="194" y="303"/>
                  <a:pt x="192" y="284"/>
                  <a:pt x="192" y="266"/>
                </a:cubicBezTo>
                <a:close/>
                <a:moveTo>
                  <a:pt x="319" y="245"/>
                </a:moveTo>
                <a:cubicBezTo>
                  <a:pt x="394" y="245"/>
                  <a:pt x="394" y="245"/>
                  <a:pt x="394" y="245"/>
                </a:cubicBezTo>
                <a:cubicBezTo>
                  <a:pt x="392" y="226"/>
                  <a:pt x="387" y="208"/>
                  <a:pt x="379" y="192"/>
                </a:cubicBezTo>
                <a:cubicBezTo>
                  <a:pt x="314" y="192"/>
                  <a:pt x="314" y="192"/>
                  <a:pt x="314" y="192"/>
                </a:cubicBezTo>
                <a:cubicBezTo>
                  <a:pt x="317" y="209"/>
                  <a:pt x="319" y="227"/>
                  <a:pt x="319" y="245"/>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256"/>
                </a:moveTo>
                <a:cubicBezTo>
                  <a:pt x="416" y="167"/>
                  <a:pt x="344" y="96"/>
                  <a:pt x="256" y="96"/>
                </a:cubicBezTo>
                <a:cubicBezTo>
                  <a:pt x="167" y="96"/>
                  <a:pt x="96" y="167"/>
                  <a:pt x="96" y="256"/>
                </a:cubicBezTo>
                <a:cubicBezTo>
                  <a:pt x="96" y="344"/>
                  <a:pt x="167" y="416"/>
                  <a:pt x="256" y="416"/>
                </a:cubicBezTo>
                <a:cubicBezTo>
                  <a:pt x="344" y="416"/>
                  <a:pt x="416" y="344"/>
                  <a:pt x="416" y="256"/>
                </a:cubicBezTo>
                <a:close/>
                <a:moveTo>
                  <a:pt x="314" y="320"/>
                </a:moveTo>
                <a:cubicBezTo>
                  <a:pt x="379" y="320"/>
                  <a:pt x="379" y="320"/>
                  <a:pt x="379" y="320"/>
                </a:cubicBezTo>
                <a:cubicBezTo>
                  <a:pt x="387" y="303"/>
                  <a:pt x="392" y="285"/>
                  <a:pt x="394" y="266"/>
                </a:cubicBezTo>
                <a:cubicBezTo>
                  <a:pt x="319" y="266"/>
                  <a:pt x="319" y="266"/>
                  <a:pt x="319" y="266"/>
                </a:cubicBezTo>
                <a:cubicBezTo>
                  <a:pt x="319" y="284"/>
                  <a:pt x="317" y="303"/>
                  <a:pt x="314" y="320"/>
                </a:cubicBezTo>
                <a:close/>
                <a:moveTo>
                  <a:pt x="147" y="341"/>
                </a:moveTo>
                <a:cubicBezTo>
                  <a:pt x="165" y="364"/>
                  <a:pt x="190" y="381"/>
                  <a:pt x="220" y="389"/>
                </a:cubicBezTo>
                <a:cubicBezTo>
                  <a:pt x="212" y="377"/>
                  <a:pt x="206" y="360"/>
                  <a:pt x="201" y="341"/>
                </a:cubicBezTo>
                <a:lnTo>
                  <a:pt x="147" y="341"/>
                </a:lnTo>
                <a:close/>
                <a:moveTo>
                  <a:pt x="292" y="389"/>
                </a:moveTo>
                <a:cubicBezTo>
                  <a:pt x="321" y="381"/>
                  <a:pt x="347" y="364"/>
                  <a:pt x="365" y="341"/>
                </a:cubicBezTo>
                <a:cubicBezTo>
                  <a:pt x="310" y="341"/>
                  <a:pt x="310" y="341"/>
                  <a:pt x="310" y="341"/>
                </a:cubicBezTo>
                <a:cubicBezTo>
                  <a:pt x="306" y="360"/>
                  <a:pt x="299" y="377"/>
                  <a:pt x="292" y="389"/>
                </a:cubicBezTo>
                <a:close/>
                <a:moveTo>
                  <a:pt x="256" y="394"/>
                </a:moveTo>
                <a:cubicBezTo>
                  <a:pt x="266" y="394"/>
                  <a:pt x="279" y="375"/>
                  <a:pt x="288" y="341"/>
                </a:cubicBezTo>
                <a:cubicBezTo>
                  <a:pt x="223" y="341"/>
                  <a:pt x="223" y="341"/>
                  <a:pt x="223" y="341"/>
                </a:cubicBezTo>
                <a:cubicBezTo>
                  <a:pt x="232" y="375"/>
                  <a:pt x="245" y="394"/>
                  <a:pt x="256" y="394"/>
                </a:cubicBezTo>
                <a:close/>
              </a:path>
            </a:pathLst>
          </a:custGeom>
          <a:solidFill>
            <a:schemeClr val="accent4"/>
          </a:solidFill>
          <a:ln>
            <a:noFill/>
          </a:ln>
        </p:spPr>
        <p:txBody>
          <a:bodyPr vert="horz" wrap="square" lIns="80682" tIns="40341" rIns="80682" bIns="40341" numCol="1" anchor="t" anchorCtr="0" compatLnSpc="1">
            <a:prstTxWarp prst="textNoShape">
              <a:avLst/>
            </a:prstTxWarp>
          </a:bodyPr>
          <a:lstStyle/>
          <a:p>
            <a:endParaRPr lang="en-GB" sz="1765" dirty="0"/>
          </a:p>
        </p:txBody>
      </p:sp>
      <p:grpSp>
        <p:nvGrpSpPr>
          <p:cNvPr id="61" name="Group 60">
            <a:extLst>
              <a:ext uri="{FF2B5EF4-FFF2-40B4-BE49-F238E27FC236}">
                <a16:creationId xmlns:a16="http://schemas.microsoft.com/office/drawing/2014/main" id="{783C2A1D-B5EC-4A4F-8E9F-BB607BEAF6BC}"/>
              </a:ext>
            </a:extLst>
          </p:cNvPr>
          <p:cNvGrpSpPr/>
          <p:nvPr/>
        </p:nvGrpSpPr>
        <p:grpSpPr>
          <a:xfrm>
            <a:off x="4070135" y="1782201"/>
            <a:ext cx="3600000" cy="2497991"/>
            <a:chOff x="4574863" y="4988967"/>
            <a:chExt cx="2257988" cy="2831057"/>
          </a:xfrm>
        </p:grpSpPr>
        <p:sp>
          <p:nvSpPr>
            <p:cNvPr id="62" name="Rectangle 61">
              <a:extLst>
                <a:ext uri="{FF2B5EF4-FFF2-40B4-BE49-F238E27FC236}">
                  <a16:creationId xmlns:a16="http://schemas.microsoft.com/office/drawing/2014/main" id="{7DB3D57D-9865-4D89-81DD-94DC4F997E00}"/>
                </a:ext>
              </a:extLst>
            </p:cNvPr>
            <p:cNvSpPr/>
            <p:nvPr/>
          </p:nvSpPr>
          <p:spPr bwMode="gray">
            <a:xfrm>
              <a:off x="4574863" y="4988967"/>
              <a:ext cx="2257988" cy="693600"/>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Power purchase payables </a:t>
              </a:r>
            </a:p>
          </p:txBody>
        </p:sp>
        <p:sp>
          <p:nvSpPr>
            <p:cNvPr id="63" name="TextBox 62">
              <a:extLst>
                <a:ext uri="{FF2B5EF4-FFF2-40B4-BE49-F238E27FC236}">
                  <a16:creationId xmlns:a16="http://schemas.microsoft.com/office/drawing/2014/main" id="{08567972-DA6F-437A-B80F-7AE5BA54BA95}"/>
                </a:ext>
              </a:extLst>
            </p:cNvPr>
            <p:cNvSpPr txBox="1"/>
            <p:nvPr/>
          </p:nvSpPr>
          <p:spPr>
            <a:xfrm>
              <a:off x="4574863" y="5754757"/>
              <a:ext cx="2135105" cy="2065267"/>
            </a:xfrm>
            <a:prstGeom prst="rect">
              <a:avLst/>
            </a:prstGeom>
            <a:noFill/>
          </p:spPr>
          <p:txBody>
            <a:bodyPr wrap="square" lIns="0" tIns="0" rIns="0" bIns="0" rtlCol="0">
              <a:spAutoFit/>
            </a:bodyPr>
            <a:lstStyle/>
            <a:p>
              <a:pPr>
                <a:spcBef>
                  <a:spcPts val="529"/>
                </a:spcBef>
                <a:buSzPct val="100000"/>
              </a:pPr>
              <a:r>
                <a:rPr lang="en-US" sz="1059" i="1" dirty="0">
                  <a:solidFill>
                    <a:srgbClr val="313131"/>
                  </a:solidFill>
                </a:rPr>
                <a:t>Program Management and SME support to discoms </a:t>
              </a:r>
            </a:p>
            <a:p>
              <a:pPr marL="252146" indent="-252146">
                <a:spcBef>
                  <a:spcPts val="529"/>
                </a:spcBef>
                <a:buSzPct val="100000"/>
                <a:buFont typeface="Arial" panose="020B0604020202020204" pitchFamily="34" charset="0"/>
                <a:buChar char="•"/>
              </a:pPr>
              <a:r>
                <a:rPr lang="en-US" sz="1059" i="1" dirty="0">
                  <a:solidFill>
                    <a:srgbClr val="313131"/>
                  </a:solidFill>
                </a:rPr>
                <a:t>Evaluating options for payout of outstanding Power Purchase dues, along with settlement of LPSC</a:t>
              </a:r>
            </a:p>
            <a:p>
              <a:pPr marL="252146" indent="-252146">
                <a:spcBef>
                  <a:spcPts val="529"/>
                </a:spcBef>
                <a:buSzPct val="100000"/>
                <a:buFont typeface="Arial" panose="020B0604020202020204" pitchFamily="34" charset="0"/>
                <a:buChar char="•"/>
              </a:pPr>
              <a:r>
                <a:rPr lang="en-US" sz="1059" i="1" dirty="0">
                  <a:solidFill>
                    <a:srgbClr val="313131"/>
                  </a:solidFill>
                </a:rPr>
                <a:t>Financial restructuring and funding of outstanding power purchase liabilities</a:t>
              </a:r>
            </a:p>
            <a:p>
              <a:pPr marL="252146" indent="-252146">
                <a:spcBef>
                  <a:spcPts val="529"/>
                </a:spcBef>
                <a:buSzPct val="100000"/>
                <a:buFont typeface="Arial" panose="020B0604020202020204" pitchFamily="34" charset="0"/>
                <a:buChar char="•"/>
              </a:pPr>
              <a:r>
                <a:rPr lang="en-US" sz="1059" i="1" dirty="0">
                  <a:solidFill>
                    <a:srgbClr val="313131"/>
                  </a:solidFill>
                </a:rPr>
                <a:t>Analysis and preparation for discussions/negotiations with key stakeholders</a:t>
              </a:r>
            </a:p>
          </p:txBody>
        </p:sp>
      </p:grpSp>
      <p:grpSp>
        <p:nvGrpSpPr>
          <p:cNvPr id="64" name="Group 63">
            <a:extLst>
              <a:ext uri="{FF2B5EF4-FFF2-40B4-BE49-F238E27FC236}">
                <a16:creationId xmlns:a16="http://schemas.microsoft.com/office/drawing/2014/main" id="{CB50E966-0702-4461-9DD9-742DEC036D16}"/>
              </a:ext>
            </a:extLst>
          </p:cNvPr>
          <p:cNvGrpSpPr/>
          <p:nvPr/>
        </p:nvGrpSpPr>
        <p:grpSpPr>
          <a:xfrm>
            <a:off x="7824250" y="1780233"/>
            <a:ext cx="3600000" cy="2848374"/>
            <a:chOff x="6790142" y="4986738"/>
            <a:chExt cx="2141794" cy="3261545"/>
          </a:xfrm>
        </p:grpSpPr>
        <p:sp>
          <p:nvSpPr>
            <p:cNvPr id="65" name="Rectangle 64">
              <a:extLst>
                <a:ext uri="{FF2B5EF4-FFF2-40B4-BE49-F238E27FC236}">
                  <a16:creationId xmlns:a16="http://schemas.microsoft.com/office/drawing/2014/main" id="{23B46B47-DE20-4C12-B9A7-B976FD4BBC2F}"/>
                </a:ext>
              </a:extLst>
            </p:cNvPr>
            <p:cNvSpPr/>
            <p:nvPr/>
          </p:nvSpPr>
          <p:spPr bwMode="gray">
            <a:xfrm>
              <a:off x="6790142" y="4986738"/>
              <a:ext cx="2141794" cy="669731"/>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Accumulation of regulatory assets</a:t>
              </a:r>
            </a:p>
          </p:txBody>
        </p:sp>
        <p:sp>
          <p:nvSpPr>
            <p:cNvPr id="66" name="TextBox 65">
              <a:extLst>
                <a:ext uri="{FF2B5EF4-FFF2-40B4-BE49-F238E27FC236}">
                  <a16:creationId xmlns:a16="http://schemas.microsoft.com/office/drawing/2014/main" id="{4F123907-4FFF-40DB-BB7D-B00D1F8ADC1E}"/>
                </a:ext>
              </a:extLst>
            </p:cNvPr>
            <p:cNvSpPr txBox="1"/>
            <p:nvPr/>
          </p:nvSpPr>
          <p:spPr>
            <a:xfrm>
              <a:off x="6796831" y="5754757"/>
              <a:ext cx="2135105" cy="2493526"/>
            </a:xfrm>
            <a:prstGeom prst="rect">
              <a:avLst/>
            </a:prstGeom>
            <a:noFill/>
          </p:spPr>
          <p:txBody>
            <a:bodyPr wrap="square" lIns="0" tIns="0" rIns="0" bIns="0" rtlCol="0">
              <a:spAutoFit/>
            </a:bodyPr>
            <a:lstStyle/>
            <a:p>
              <a:pPr>
                <a:spcBef>
                  <a:spcPts val="529"/>
                </a:spcBef>
                <a:buSzPct val="100000"/>
              </a:pPr>
              <a:r>
                <a:rPr lang="en-US" sz="1059" i="1" dirty="0">
                  <a:solidFill>
                    <a:srgbClr val="313131"/>
                  </a:solidFill>
                </a:rPr>
                <a:t>Program Management and SME support to discoms</a:t>
              </a:r>
            </a:p>
            <a:p>
              <a:pPr marL="252146" indent="-252146">
                <a:spcBef>
                  <a:spcPts val="529"/>
                </a:spcBef>
                <a:buSzPct val="100000"/>
                <a:buFont typeface="+mj-lt"/>
                <a:buAutoNum type="arabicPeriod"/>
              </a:pPr>
              <a:r>
                <a:rPr lang="en-US" sz="1059" i="1" dirty="0">
                  <a:solidFill>
                    <a:srgbClr val="313131"/>
                  </a:solidFill>
                </a:rPr>
                <a:t>Review of regulatory assets</a:t>
              </a:r>
            </a:p>
            <a:p>
              <a:pPr marL="228600" indent="-228600">
                <a:spcBef>
                  <a:spcPts val="529"/>
                </a:spcBef>
                <a:buSzPct val="100000"/>
                <a:buFont typeface="+mj-lt"/>
                <a:buAutoNum type="arabicPeriod"/>
              </a:pPr>
              <a:r>
                <a:rPr lang="en-US" sz="1059" i="1" dirty="0">
                  <a:solidFill>
                    <a:srgbClr val="313131"/>
                  </a:solidFill>
                </a:rPr>
                <a:t>Categorization of regulatory assets for strategy finalization:</a:t>
              </a:r>
            </a:p>
            <a:p>
              <a:pPr marL="709346" lvl="1" indent="-252146">
                <a:spcBef>
                  <a:spcPts val="529"/>
                </a:spcBef>
                <a:buSzPct val="100000"/>
                <a:buFont typeface="Arial" panose="020B0604020202020204" pitchFamily="34" charset="0"/>
                <a:buChar char="•"/>
              </a:pPr>
              <a:r>
                <a:rPr lang="en-US" sz="1059" i="1" dirty="0">
                  <a:solidFill>
                    <a:srgbClr val="313131"/>
                  </a:solidFill>
                </a:rPr>
                <a:t>Seeking low cost financing against approved regulatory assets </a:t>
              </a:r>
            </a:p>
            <a:p>
              <a:pPr marL="709346" lvl="1" indent="-252146">
                <a:spcBef>
                  <a:spcPts val="529"/>
                </a:spcBef>
                <a:buSzPct val="100000"/>
                <a:buFont typeface="Arial" panose="020B0604020202020204" pitchFamily="34" charset="0"/>
                <a:buChar char="•"/>
              </a:pPr>
              <a:r>
                <a:rPr lang="en-US" sz="1059" i="1" dirty="0">
                  <a:solidFill>
                    <a:srgbClr val="313131"/>
                  </a:solidFill>
                </a:rPr>
                <a:t>Support with analysis and preparation in discussions with stakeholders</a:t>
              </a:r>
            </a:p>
            <a:p>
              <a:pPr marL="709346" lvl="1" indent="-252146">
                <a:spcBef>
                  <a:spcPts val="529"/>
                </a:spcBef>
                <a:buSzPct val="100000"/>
                <a:buFont typeface="Arial" panose="020B0604020202020204" pitchFamily="34" charset="0"/>
                <a:buChar char="•"/>
              </a:pPr>
              <a:r>
                <a:rPr lang="en-US" sz="1059" i="1" dirty="0">
                  <a:solidFill>
                    <a:srgbClr val="313131"/>
                  </a:solidFill>
                </a:rPr>
                <a:t>Support in quantified approval from DERC for regulatory assets </a:t>
              </a:r>
            </a:p>
            <a:p>
              <a:pPr marL="252146" indent="-252146">
                <a:spcBef>
                  <a:spcPts val="529"/>
                </a:spcBef>
                <a:buSzPct val="100000"/>
                <a:buFont typeface="+mj-lt"/>
                <a:buAutoNum type="arabicPeriod"/>
              </a:pPr>
              <a:r>
                <a:rPr lang="en-US" sz="1059" i="1" dirty="0">
                  <a:solidFill>
                    <a:srgbClr val="313131"/>
                  </a:solidFill>
                </a:rPr>
                <a:t>PMO support on other pending cases</a:t>
              </a:r>
            </a:p>
          </p:txBody>
        </p:sp>
      </p:grpSp>
      <p:sp>
        <p:nvSpPr>
          <p:cNvPr id="79" name="Title 2">
            <a:extLst>
              <a:ext uri="{FF2B5EF4-FFF2-40B4-BE49-F238E27FC236}">
                <a16:creationId xmlns:a16="http://schemas.microsoft.com/office/drawing/2014/main" id="{4F9FC9B3-CC25-4F78-9F28-BA7DFE1E4BB1}"/>
              </a:ext>
            </a:extLst>
          </p:cNvPr>
          <p:cNvSpPr>
            <a:spLocks noGrp="1"/>
          </p:cNvSpPr>
          <p:nvPr>
            <p:ph type="title"/>
          </p:nvPr>
        </p:nvSpPr>
        <p:spPr>
          <a:xfrm>
            <a:off x="501651" y="317501"/>
            <a:ext cx="11162349" cy="334101"/>
          </a:xfrm>
        </p:spPr>
        <p:txBody>
          <a:bodyPr/>
          <a:lstStyle/>
          <a:p>
            <a:r>
              <a:rPr lang="en-US" sz="1800" dirty="0"/>
              <a:t>Scope of Services </a:t>
            </a:r>
            <a:endParaRPr lang="en-IN" sz="1800" dirty="0"/>
          </a:p>
        </p:txBody>
      </p:sp>
      <p:sp>
        <p:nvSpPr>
          <p:cNvPr id="83" name="Rectangle 82">
            <a:extLst>
              <a:ext uri="{FF2B5EF4-FFF2-40B4-BE49-F238E27FC236}">
                <a16:creationId xmlns:a16="http://schemas.microsoft.com/office/drawing/2014/main" id="{463E15A1-D8A8-46C5-B5D8-E47D7B06AC53}"/>
              </a:ext>
            </a:extLst>
          </p:cNvPr>
          <p:cNvSpPr/>
          <p:nvPr/>
        </p:nvSpPr>
        <p:spPr bwMode="gray">
          <a:xfrm>
            <a:off x="501651" y="682442"/>
            <a:ext cx="8371762" cy="386766"/>
          </a:xfrm>
          <a:prstGeom prst="rect">
            <a:avLst/>
          </a:prstGeom>
          <a:noFill/>
          <a:ln w="19050" algn="ctr">
            <a:noFill/>
            <a:miter lim="800000"/>
            <a:headEnd/>
            <a:tailEnd/>
          </a:ln>
        </p:spPr>
        <p:txBody>
          <a:bodyPr wrap="square" lIns="39113" tIns="39113" rIns="39113" bIns="39113" rtlCol="0" anchor="t">
            <a:spAutoFit/>
          </a:bodyPr>
          <a:lstStyle/>
          <a:p>
            <a:pPr algn="just" defTabSz="892178"/>
            <a:r>
              <a:rPr lang="en-US" sz="2000" dirty="0">
                <a:solidFill>
                  <a:schemeClr val="accent2"/>
                </a:solidFill>
                <a:latin typeface="Verdana"/>
              </a:rPr>
              <a:t>Pillar 6: Reducing past overhang</a:t>
            </a:r>
          </a:p>
        </p:txBody>
      </p:sp>
      <p:sp>
        <p:nvSpPr>
          <p:cNvPr id="96" name="Rectangle 95">
            <a:hlinkClick r:id="" action="ppaction://noaction"/>
            <a:extLst>
              <a:ext uri="{FF2B5EF4-FFF2-40B4-BE49-F238E27FC236}">
                <a16:creationId xmlns:a16="http://schemas.microsoft.com/office/drawing/2014/main" id="{595DC675-922B-4430-92F5-F16D30AA31E4}"/>
              </a:ext>
            </a:extLst>
          </p:cNvPr>
          <p:cNvSpPr/>
          <p:nvPr/>
        </p:nvSpPr>
        <p:spPr bwMode="gray">
          <a:xfrm>
            <a:off x="593310" y="3121722"/>
            <a:ext cx="2107861" cy="716093"/>
          </a:xfrm>
          <a:prstGeom prst="rect">
            <a:avLst/>
          </a:prstGeom>
          <a:solidFill>
            <a:srgbClr val="0076A8"/>
          </a:solidFill>
          <a:ln/>
        </p:spPr>
        <p:style>
          <a:lnRef idx="2">
            <a:schemeClr val="accent5"/>
          </a:lnRef>
          <a:fillRef idx="1">
            <a:schemeClr val="lt1"/>
          </a:fillRef>
          <a:effectRef idx="0">
            <a:schemeClr val="accent5"/>
          </a:effectRef>
          <a:fontRef idx="minor">
            <a:schemeClr val="dk1"/>
          </a:fontRef>
        </p:style>
        <p:txBody>
          <a:bodyPr vert="horz" wrap="square" lIns="103578" tIns="51789" rIns="103578" bIns="51789" numCol="1" anchor="ctr" anchorCtr="0" compatLnSpc="1">
            <a:prstTxWarp prst="textNoShape">
              <a:avLst/>
            </a:prstTxWarp>
          </a:bodyPr>
          <a:lstStyle/>
          <a:p>
            <a:pPr algn="ctr"/>
            <a:r>
              <a:rPr lang="en-US" sz="1235" b="1" dirty="0">
                <a:solidFill>
                  <a:schemeClr val="bg1"/>
                </a:solidFill>
                <a:latin typeface="+mj-lt"/>
              </a:rPr>
              <a:t>L2/L3 level granular tracking and monitoring of interventions</a:t>
            </a:r>
          </a:p>
        </p:txBody>
      </p:sp>
      <p:graphicFrame>
        <p:nvGraphicFramePr>
          <p:cNvPr id="42" name="Table 2">
            <a:extLst>
              <a:ext uri="{FF2B5EF4-FFF2-40B4-BE49-F238E27FC236}">
                <a16:creationId xmlns:a16="http://schemas.microsoft.com/office/drawing/2014/main" id="{D946954C-E04E-44D1-89CE-21B9E3EA587D}"/>
              </a:ext>
            </a:extLst>
          </p:cNvPr>
          <p:cNvGraphicFramePr>
            <a:graphicFrameLocks noGrp="1"/>
          </p:cNvGraphicFramePr>
          <p:nvPr>
            <p:extLst>
              <p:ext uri="{D42A27DB-BD31-4B8C-83A1-F6EECF244321}">
                <p14:modId xmlns:p14="http://schemas.microsoft.com/office/powerpoint/2010/main" val="3389795595"/>
              </p:ext>
            </p:extLst>
          </p:nvPr>
        </p:nvGraphicFramePr>
        <p:xfrm>
          <a:off x="522514" y="5448247"/>
          <a:ext cx="10863949" cy="1273279"/>
        </p:xfrm>
        <a:graphic>
          <a:graphicData uri="http://schemas.openxmlformats.org/drawingml/2006/table">
            <a:tbl>
              <a:tblPr firstRow="1" bandRow="1">
                <a:tableStyleId>{7E9639D4-E3E2-4D34-9284-5A2195B3D0D7}</a:tableStyleId>
              </a:tblPr>
              <a:tblGrid>
                <a:gridCol w="3926174">
                  <a:extLst>
                    <a:ext uri="{9D8B030D-6E8A-4147-A177-3AD203B41FA5}">
                      <a16:colId xmlns:a16="http://schemas.microsoft.com/office/drawing/2014/main" val="1025434314"/>
                    </a:ext>
                  </a:extLst>
                </a:gridCol>
                <a:gridCol w="533675">
                  <a:extLst>
                    <a:ext uri="{9D8B030D-6E8A-4147-A177-3AD203B41FA5}">
                      <a16:colId xmlns:a16="http://schemas.microsoft.com/office/drawing/2014/main" val="1169307448"/>
                    </a:ext>
                  </a:extLst>
                </a:gridCol>
                <a:gridCol w="533675">
                  <a:extLst>
                    <a:ext uri="{9D8B030D-6E8A-4147-A177-3AD203B41FA5}">
                      <a16:colId xmlns:a16="http://schemas.microsoft.com/office/drawing/2014/main" val="3889063496"/>
                    </a:ext>
                  </a:extLst>
                </a:gridCol>
                <a:gridCol w="533675">
                  <a:extLst>
                    <a:ext uri="{9D8B030D-6E8A-4147-A177-3AD203B41FA5}">
                      <a16:colId xmlns:a16="http://schemas.microsoft.com/office/drawing/2014/main" val="297156964"/>
                    </a:ext>
                  </a:extLst>
                </a:gridCol>
                <a:gridCol w="533675">
                  <a:extLst>
                    <a:ext uri="{9D8B030D-6E8A-4147-A177-3AD203B41FA5}">
                      <a16:colId xmlns:a16="http://schemas.microsoft.com/office/drawing/2014/main" val="4047778301"/>
                    </a:ext>
                  </a:extLst>
                </a:gridCol>
                <a:gridCol w="533675">
                  <a:extLst>
                    <a:ext uri="{9D8B030D-6E8A-4147-A177-3AD203B41FA5}">
                      <a16:colId xmlns:a16="http://schemas.microsoft.com/office/drawing/2014/main" val="1524672010"/>
                    </a:ext>
                  </a:extLst>
                </a:gridCol>
                <a:gridCol w="533675">
                  <a:extLst>
                    <a:ext uri="{9D8B030D-6E8A-4147-A177-3AD203B41FA5}">
                      <a16:colId xmlns:a16="http://schemas.microsoft.com/office/drawing/2014/main" val="2389608434"/>
                    </a:ext>
                  </a:extLst>
                </a:gridCol>
                <a:gridCol w="533675">
                  <a:extLst>
                    <a:ext uri="{9D8B030D-6E8A-4147-A177-3AD203B41FA5}">
                      <a16:colId xmlns:a16="http://schemas.microsoft.com/office/drawing/2014/main" val="3608233947"/>
                    </a:ext>
                  </a:extLst>
                </a:gridCol>
                <a:gridCol w="533675">
                  <a:extLst>
                    <a:ext uri="{9D8B030D-6E8A-4147-A177-3AD203B41FA5}">
                      <a16:colId xmlns:a16="http://schemas.microsoft.com/office/drawing/2014/main" val="3969234793"/>
                    </a:ext>
                  </a:extLst>
                </a:gridCol>
                <a:gridCol w="533675">
                  <a:extLst>
                    <a:ext uri="{9D8B030D-6E8A-4147-A177-3AD203B41FA5}">
                      <a16:colId xmlns:a16="http://schemas.microsoft.com/office/drawing/2014/main" val="2673750714"/>
                    </a:ext>
                  </a:extLst>
                </a:gridCol>
                <a:gridCol w="533675">
                  <a:extLst>
                    <a:ext uri="{9D8B030D-6E8A-4147-A177-3AD203B41FA5}">
                      <a16:colId xmlns:a16="http://schemas.microsoft.com/office/drawing/2014/main" val="3847228832"/>
                    </a:ext>
                  </a:extLst>
                </a:gridCol>
                <a:gridCol w="533675">
                  <a:extLst>
                    <a:ext uri="{9D8B030D-6E8A-4147-A177-3AD203B41FA5}">
                      <a16:colId xmlns:a16="http://schemas.microsoft.com/office/drawing/2014/main" val="3035742053"/>
                    </a:ext>
                  </a:extLst>
                </a:gridCol>
                <a:gridCol w="533675">
                  <a:extLst>
                    <a:ext uri="{9D8B030D-6E8A-4147-A177-3AD203B41FA5}">
                      <a16:colId xmlns:a16="http://schemas.microsoft.com/office/drawing/2014/main" val="271010024"/>
                    </a:ext>
                  </a:extLst>
                </a:gridCol>
                <a:gridCol w="533675">
                  <a:extLst>
                    <a:ext uri="{9D8B030D-6E8A-4147-A177-3AD203B41FA5}">
                      <a16:colId xmlns:a16="http://schemas.microsoft.com/office/drawing/2014/main" val="3768528027"/>
                    </a:ext>
                  </a:extLst>
                </a:gridCol>
              </a:tblGrid>
              <a:tr h="242812">
                <a:tc>
                  <a:txBody>
                    <a:bodyPr/>
                    <a:lstStyle/>
                    <a:p>
                      <a:r>
                        <a:rPr lang="en-US" sz="1050" dirty="0"/>
                        <a:t>Workstream/ activity</a:t>
                      </a:r>
                      <a:endParaRPr lang="en-IN" sz="1050" dirty="0"/>
                    </a:p>
                  </a:txBody>
                  <a:tcPr/>
                </a:tc>
                <a:tc>
                  <a:txBody>
                    <a:bodyPr/>
                    <a:lstStyle/>
                    <a:p>
                      <a:r>
                        <a:rPr lang="en-US" sz="900" b="0" dirty="0"/>
                        <a:t>M1</a:t>
                      </a:r>
                      <a:endParaRPr lang="en-IN" sz="900" b="0" dirty="0"/>
                    </a:p>
                  </a:txBody>
                  <a:tcPr anchor="ctr"/>
                </a:tc>
                <a:tc>
                  <a:txBody>
                    <a:bodyPr/>
                    <a:lstStyle/>
                    <a:p>
                      <a:r>
                        <a:rPr lang="en-US" sz="900" b="0" dirty="0"/>
                        <a:t>M2</a:t>
                      </a:r>
                      <a:endParaRPr lang="en-IN" sz="900" b="0" dirty="0"/>
                    </a:p>
                  </a:txBody>
                  <a:tcPr anchor="ctr"/>
                </a:tc>
                <a:tc>
                  <a:txBody>
                    <a:bodyPr/>
                    <a:lstStyle/>
                    <a:p>
                      <a:r>
                        <a:rPr lang="en-US" sz="900" b="0" dirty="0"/>
                        <a:t>M3</a:t>
                      </a:r>
                      <a:endParaRPr lang="en-IN" sz="900" b="0" dirty="0"/>
                    </a:p>
                  </a:txBody>
                  <a:tcPr anchor="ctr"/>
                </a:tc>
                <a:tc>
                  <a:txBody>
                    <a:bodyPr/>
                    <a:lstStyle/>
                    <a:p>
                      <a:r>
                        <a:rPr lang="en-US" sz="900" b="0" dirty="0"/>
                        <a:t>M4</a:t>
                      </a:r>
                      <a:endParaRPr lang="en-IN" sz="900" b="0" dirty="0"/>
                    </a:p>
                  </a:txBody>
                  <a:tcPr anchor="ctr"/>
                </a:tc>
                <a:tc>
                  <a:txBody>
                    <a:bodyPr/>
                    <a:lstStyle/>
                    <a:p>
                      <a:r>
                        <a:rPr lang="en-US" sz="900" b="0" dirty="0"/>
                        <a:t>M5</a:t>
                      </a:r>
                      <a:endParaRPr lang="en-IN" sz="900" b="0" dirty="0"/>
                    </a:p>
                  </a:txBody>
                  <a:tcPr anchor="ctr"/>
                </a:tc>
                <a:tc>
                  <a:txBody>
                    <a:bodyPr/>
                    <a:lstStyle/>
                    <a:p>
                      <a:r>
                        <a:rPr lang="en-US" sz="900" b="0" dirty="0"/>
                        <a:t>M6</a:t>
                      </a:r>
                      <a:endParaRPr lang="en-IN" sz="900" b="0" dirty="0"/>
                    </a:p>
                  </a:txBody>
                  <a:tcPr anchor="ctr"/>
                </a:tc>
                <a:tc>
                  <a:txBody>
                    <a:bodyPr/>
                    <a:lstStyle/>
                    <a:p>
                      <a:r>
                        <a:rPr lang="en-US" sz="900" b="0" dirty="0"/>
                        <a:t>M7</a:t>
                      </a:r>
                      <a:endParaRPr lang="en-IN" sz="900" b="0" dirty="0"/>
                    </a:p>
                  </a:txBody>
                  <a:tcPr anchor="ctr"/>
                </a:tc>
                <a:tc>
                  <a:txBody>
                    <a:bodyPr/>
                    <a:lstStyle/>
                    <a:p>
                      <a:r>
                        <a:rPr lang="en-US" sz="900" b="0" dirty="0"/>
                        <a:t>M8</a:t>
                      </a:r>
                      <a:endParaRPr lang="en-IN" sz="900" b="0" dirty="0"/>
                    </a:p>
                  </a:txBody>
                  <a:tcPr anchor="ctr"/>
                </a:tc>
                <a:tc>
                  <a:txBody>
                    <a:bodyPr/>
                    <a:lstStyle/>
                    <a:p>
                      <a:r>
                        <a:rPr lang="en-US" sz="900" b="0" dirty="0"/>
                        <a:t>M9</a:t>
                      </a:r>
                      <a:endParaRPr lang="en-IN" sz="900" b="0" dirty="0"/>
                    </a:p>
                  </a:txBody>
                  <a:tcPr anchor="ctr"/>
                </a:tc>
                <a:tc>
                  <a:txBody>
                    <a:bodyPr/>
                    <a:lstStyle/>
                    <a:p>
                      <a:r>
                        <a:rPr lang="en-US" sz="900" b="0" dirty="0"/>
                        <a:t>M9</a:t>
                      </a:r>
                      <a:endParaRPr lang="en-IN" sz="900" b="0" dirty="0"/>
                    </a:p>
                  </a:txBody>
                  <a:tcPr anchor="ctr"/>
                </a:tc>
                <a:tc>
                  <a:txBody>
                    <a:bodyPr/>
                    <a:lstStyle/>
                    <a:p>
                      <a:r>
                        <a:rPr lang="en-US" sz="900" b="0" dirty="0"/>
                        <a:t>M10</a:t>
                      </a:r>
                      <a:endParaRPr lang="en-IN" sz="900" b="0" dirty="0"/>
                    </a:p>
                  </a:txBody>
                  <a:tcPr anchor="ctr"/>
                </a:tc>
                <a:tc>
                  <a:txBody>
                    <a:bodyPr/>
                    <a:lstStyle/>
                    <a:p>
                      <a:r>
                        <a:rPr lang="en-US" sz="900" b="0" dirty="0"/>
                        <a:t>M11</a:t>
                      </a:r>
                      <a:endParaRPr lang="en-IN" sz="900" b="0" dirty="0"/>
                    </a:p>
                  </a:txBody>
                  <a:tcPr anchor="ctr"/>
                </a:tc>
                <a:tc>
                  <a:txBody>
                    <a:bodyPr/>
                    <a:lstStyle/>
                    <a:p>
                      <a:r>
                        <a:rPr lang="en-US" sz="900" b="0" dirty="0"/>
                        <a:t>M12</a:t>
                      </a:r>
                      <a:endParaRPr lang="en-IN" sz="900" b="0" dirty="0"/>
                    </a:p>
                  </a:txBody>
                  <a:tcPr anchor="ctr"/>
                </a:tc>
                <a:extLst>
                  <a:ext uri="{0D108BD9-81ED-4DB2-BD59-A6C34878D82A}">
                    <a16:rowId xmlns:a16="http://schemas.microsoft.com/office/drawing/2014/main" val="357613014"/>
                  </a:ext>
                </a:extLst>
              </a:tr>
              <a:tr h="235455">
                <a:tc gridSpan="14">
                  <a:txBody>
                    <a:bodyPr/>
                    <a:lstStyle/>
                    <a:p>
                      <a:pPr marL="0" algn="l" defTabSz="862686" rtl="0" eaLnBrk="1" latinLnBrk="0" hangingPunct="1"/>
                      <a:r>
                        <a:rPr lang="en-US" sz="1000" b="1" kern="1200" dirty="0">
                          <a:solidFill>
                            <a:schemeClr val="accent4"/>
                          </a:solidFill>
                          <a:latin typeface="+mn-lt"/>
                          <a:ea typeface="+mn-ea"/>
                          <a:cs typeface="+mn-cs"/>
                        </a:rPr>
                        <a:t>Reducing past overhang</a:t>
                      </a:r>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tc hMerge="1">
                  <a:txBody>
                    <a:bodyPr/>
                    <a:lstStyle/>
                    <a:p>
                      <a:endParaRPr lang="en-IN" sz="1200" dirty="0"/>
                    </a:p>
                  </a:txBody>
                  <a:tcPr anchor="ctr">
                    <a:noFill/>
                  </a:tcPr>
                </a:tc>
                <a:extLst>
                  <a:ext uri="{0D108BD9-81ED-4DB2-BD59-A6C34878D82A}">
                    <a16:rowId xmlns:a16="http://schemas.microsoft.com/office/drawing/2014/main" val="1665946299"/>
                  </a:ext>
                </a:extLst>
              </a:tr>
              <a:tr h="453821">
                <a:tc>
                  <a:txBody>
                    <a:bodyPr/>
                    <a:lstStyle/>
                    <a:p>
                      <a:r>
                        <a:rPr lang="en-US" sz="1000" dirty="0"/>
                        <a:t>Assist in working out options for outstanding power purchase payables</a:t>
                      </a:r>
                    </a:p>
                  </a:txBody>
                  <a:tcPr anchor="ctr">
                    <a:noFill/>
                  </a:tcPr>
                </a:tc>
                <a:tc>
                  <a:txBody>
                    <a:bodyPr/>
                    <a:lstStyle/>
                    <a:p>
                      <a:endParaRPr lang="en-IN" sz="1050" dirty="0"/>
                    </a:p>
                  </a:txBody>
                  <a:tcPr anchor="ctr">
                    <a:solidFill>
                      <a:schemeClr val="accent2"/>
                    </a:solidFill>
                  </a:tcPr>
                </a:tc>
                <a:tc>
                  <a:txBody>
                    <a:bodyPr/>
                    <a:lstStyle/>
                    <a:p>
                      <a:endParaRPr lang="en-IN" sz="1050" dirty="0"/>
                    </a:p>
                  </a:txBody>
                  <a:tcPr anchor="ctr">
                    <a:solidFill>
                      <a:schemeClr val="accent2"/>
                    </a:solidFill>
                  </a:tcPr>
                </a:tc>
                <a:tc>
                  <a:txBody>
                    <a:bodyPr/>
                    <a:lstStyle/>
                    <a:p>
                      <a:endParaRPr lang="en-IN" sz="1050" dirty="0"/>
                    </a:p>
                  </a:txBody>
                  <a:tcPr anchor="ctr">
                    <a:solidFill>
                      <a:schemeClr val="accent2"/>
                    </a:solidFill>
                  </a:tcPr>
                </a:tc>
                <a:tc rowSpan="2" gridSpan="10">
                  <a:txBody>
                    <a:bodyPr/>
                    <a:lstStyle/>
                    <a:p>
                      <a:pPr algn="ctr"/>
                      <a:endParaRPr lang="en-IN" sz="1050" b="1" dirty="0"/>
                    </a:p>
                  </a:txBody>
                  <a:tcPr anchor="ctr">
                    <a:solidFill>
                      <a:schemeClr val="accent6"/>
                    </a:solidFill>
                  </a:tcPr>
                </a:tc>
                <a:tc rowSpan="2" hMerge="1">
                  <a:txBody>
                    <a:bodyPr/>
                    <a:lstStyle/>
                    <a:p>
                      <a:endParaRPr lang="en-IN" sz="1200" dirty="0"/>
                    </a:p>
                  </a:txBody>
                  <a:tcPr anchor="ctr">
                    <a:noFill/>
                  </a:tcPr>
                </a:tc>
                <a:tc rowSpan="2" hMerge="1">
                  <a:txBody>
                    <a:bodyPr/>
                    <a:lstStyle/>
                    <a:p>
                      <a:endParaRPr lang="en-IN" sz="1200" dirty="0"/>
                    </a:p>
                  </a:txBody>
                  <a:tcPr anchor="ctr">
                    <a:noFill/>
                  </a:tcPr>
                </a:tc>
                <a:tc rowSpan="2" hMerge="1">
                  <a:txBody>
                    <a:bodyPr/>
                    <a:lstStyle/>
                    <a:p>
                      <a:endParaRPr lang="en-IN" sz="1200" dirty="0"/>
                    </a:p>
                  </a:txBody>
                  <a:tcPr anchor="ctr">
                    <a:noFill/>
                  </a:tcPr>
                </a:tc>
                <a:tc rowSpan="2" hMerge="1">
                  <a:txBody>
                    <a:bodyPr/>
                    <a:lstStyle/>
                    <a:p>
                      <a:endParaRPr lang="en-IN" sz="1200" dirty="0"/>
                    </a:p>
                  </a:txBody>
                  <a:tcPr anchor="ctr">
                    <a:noFill/>
                  </a:tcPr>
                </a:tc>
                <a:tc rowSpan="2" hMerge="1">
                  <a:txBody>
                    <a:bodyPr/>
                    <a:lstStyle/>
                    <a:p>
                      <a:endParaRPr lang="en-IN" sz="1200" dirty="0"/>
                    </a:p>
                  </a:txBody>
                  <a:tcPr anchor="ctr">
                    <a:noFill/>
                  </a:tcPr>
                </a:tc>
                <a:tc rowSpan="2" hMerge="1">
                  <a:txBody>
                    <a:bodyPr/>
                    <a:lstStyle/>
                    <a:p>
                      <a:endParaRPr lang="en-IN" sz="1200" dirty="0"/>
                    </a:p>
                  </a:txBody>
                  <a:tcPr anchor="ctr">
                    <a:noFill/>
                  </a:tcPr>
                </a:tc>
                <a:tc rowSpan="2" hMerge="1">
                  <a:txBody>
                    <a:bodyPr/>
                    <a:lstStyle/>
                    <a:p>
                      <a:endParaRPr lang="en-IN" sz="1200" dirty="0"/>
                    </a:p>
                  </a:txBody>
                  <a:tcPr anchor="ctr">
                    <a:noFill/>
                  </a:tcPr>
                </a:tc>
                <a:tc rowSpan="2" hMerge="1">
                  <a:txBody>
                    <a:bodyPr/>
                    <a:lstStyle/>
                    <a:p>
                      <a:endParaRPr lang="en-IN" sz="1200" dirty="0"/>
                    </a:p>
                  </a:txBody>
                  <a:tcPr anchor="ctr">
                    <a:noFill/>
                  </a:tcPr>
                </a:tc>
                <a:tc rowSpan="2" hMerge="1">
                  <a:txBody>
                    <a:bodyPr/>
                    <a:lstStyle/>
                    <a:p>
                      <a:endParaRPr lang="en-IN" sz="1200" dirty="0"/>
                    </a:p>
                  </a:txBody>
                  <a:tcPr anchor="ctr">
                    <a:noFill/>
                  </a:tcPr>
                </a:tc>
                <a:extLst>
                  <a:ext uri="{0D108BD9-81ED-4DB2-BD59-A6C34878D82A}">
                    <a16:rowId xmlns:a16="http://schemas.microsoft.com/office/drawing/2014/main" val="2243482100"/>
                  </a:ext>
                </a:extLst>
              </a:tr>
              <a:tr h="324158">
                <a:tc>
                  <a:txBody>
                    <a:bodyPr/>
                    <a:lstStyle/>
                    <a:p>
                      <a:r>
                        <a:rPr lang="en-US" sz="1000" dirty="0"/>
                        <a:t>Assistance with respect to Regulatory Assets</a:t>
                      </a:r>
                    </a:p>
                  </a:txBody>
                  <a:tcPr anchor="ctr">
                    <a:noFill/>
                  </a:tcPr>
                </a:tc>
                <a:tc>
                  <a:txBody>
                    <a:bodyPr/>
                    <a:lstStyle/>
                    <a:p>
                      <a:endParaRPr lang="en-IN" sz="1050" dirty="0"/>
                    </a:p>
                  </a:txBody>
                  <a:tcPr anchor="ctr">
                    <a:solidFill>
                      <a:schemeClr val="accent2"/>
                    </a:solidFill>
                  </a:tcPr>
                </a:tc>
                <a:tc>
                  <a:txBody>
                    <a:bodyPr/>
                    <a:lstStyle/>
                    <a:p>
                      <a:endParaRPr lang="en-IN" sz="1050" dirty="0"/>
                    </a:p>
                  </a:txBody>
                  <a:tcPr anchor="ctr">
                    <a:solidFill>
                      <a:schemeClr val="accent2"/>
                    </a:solidFill>
                  </a:tcPr>
                </a:tc>
                <a:tc>
                  <a:txBody>
                    <a:bodyPr/>
                    <a:lstStyle/>
                    <a:p>
                      <a:endParaRPr lang="en-IN" sz="1050" dirty="0"/>
                    </a:p>
                  </a:txBody>
                  <a:tcPr anchor="ctr">
                    <a:solidFill>
                      <a:schemeClr val="accent2"/>
                    </a:solidFill>
                  </a:tcPr>
                </a:tc>
                <a:tc gridSpan="10" vMerge="1">
                  <a:txBody>
                    <a:bodyPr/>
                    <a:lstStyle/>
                    <a:p>
                      <a:endParaRPr lang="en-IN" sz="1200" dirty="0"/>
                    </a:p>
                  </a:txBody>
                  <a:tcPr anchor="ctr">
                    <a:noFill/>
                  </a:tcPr>
                </a:tc>
                <a:tc hMerge="1" vMerge="1">
                  <a:txBody>
                    <a:bodyPr/>
                    <a:lstStyle/>
                    <a:p>
                      <a:endParaRPr lang="en-IN" sz="1200" dirty="0"/>
                    </a:p>
                  </a:txBody>
                  <a:tcPr anchor="ctr">
                    <a:noFill/>
                  </a:tcPr>
                </a:tc>
                <a:tc hMerge="1" vMerge="1">
                  <a:txBody>
                    <a:bodyPr/>
                    <a:lstStyle/>
                    <a:p>
                      <a:endParaRPr lang="en-IN" sz="1200" dirty="0"/>
                    </a:p>
                  </a:txBody>
                  <a:tcPr anchor="ctr">
                    <a:noFill/>
                  </a:tcPr>
                </a:tc>
                <a:tc hMerge="1" vMerge="1">
                  <a:txBody>
                    <a:bodyPr/>
                    <a:lstStyle/>
                    <a:p>
                      <a:endParaRPr lang="en-IN" sz="1200" dirty="0"/>
                    </a:p>
                  </a:txBody>
                  <a:tcPr anchor="ctr">
                    <a:noFill/>
                  </a:tcPr>
                </a:tc>
                <a:tc hMerge="1" vMerge="1">
                  <a:txBody>
                    <a:bodyPr/>
                    <a:lstStyle/>
                    <a:p>
                      <a:endParaRPr lang="en-IN" sz="1200" dirty="0"/>
                    </a:p>
                  </a:txBody>
                  <a:tcPr anchor="ctr">
                    <a:noFill/>
                  </a:tcPr>
                </a:tc>
                <a:tc hMerge="1" vMerge="1">
                  <a:txBody>
                    <a:bodyPr/>
                    <a:lstStyle/>
                    <a:p>
                      <a:endParaRPr lang="en-IN" sz="1200" dirty="0"/>
                    </a:p>
                  </a:txBody>
                  <a:tcPr anchor="ctr">
                    <a:noFill/>
                  </a:tcPr>
                </a:tc>
                <a:tc hMerge="1" vMerge="1">
                  <a:txBody>
                    <a:bodyPr/>
                    <a:lstStyle/>
                    <a:p>
                      <a:endParaRPr lang="en-IN" sz="1200" dirty="0"/>
                    </a:p>
                  </a:txBody>
                  <a:tcPr anchor="ctr">
                    <a:noFill/>
                  </a:tcPr>
                </a:tc>
                <a:tc hMerge="1" vMerge="1">
                  <a:txBody>
                    <a:bodyPr/>
                    <a:lstStyle/>
                    <a:p>
                      <a:endParaRPr lang="en-IN" sz="1200" dirty="0"/>
                    </a:p>
                  </a:txBody>
                  <a:tcPr anchor="ctr">
                    <a:noFill/>
                  </a:tcPr>
                </a:tc>
                <a:tc hMerge="1" vMerge="1">
                  <a:txBody>
                    <a:bodyPr/>
                    <a:lstStyle/>
                    <a:p>
                      <a:endParaRPr lang="en-IN" sz="1200" dirty="0"/>
                    </a:p>
                  </a:txBody>
                  <a:tcPr anchor="ctr">
                    <a:noFill/>
                  </a:tcPr>
                </a:tc>
                <a:tc hMerge="1" vMerge="1">
                  <a:txBody>
                    <a:bodyPr/>
                    <a:lstStyle/>
                    <a:p>
                      <a:endParaRPr lang="en-IN" sz="1200" dirty="0"/>
                    </a:p>
                  </a:txBody>
                  <a:tcPr anchor="ctr">
                    <a:noFill/>
                  </a:tcPr>
                </a:tc>
                <a:extLst>
                  <a:ext uri="{0D108BD9-81ED-4DB2-BD59-A6C34878D82A}">
                    <a16:rowId xmlns:a16="http://schemas.microsoft.com/office/drawing/2014/main" val="1296455594"/>
                  </a:ext>
                </a:extLst>
              </a:tr>
            </a:tbl>
          </a:graphicData>
        </a:graphic>
      </p:graphicFrame>
      <p:sp>
        <p:nvSpPr>
          <p:cNvPr id="43" name="TextBox 42">
            <a:extLst>
              <a:ext uri="{FF2B5EF4-FFF2-40B4-BE49-F238E27FC236}">
                <a16:creationId xmlns:a16="http://schemas.microsoft.com/office/drawing/2014/main" id="{7F300CFD-A086-4C8D-9B5F-5A947B6DA8E9}"/>
              </a:ext>
            </a:extLst>
          </p:cNvPr>
          <p:cNvSpPr txBox="1"/>
          <p:nvPr/>
        </p:nvSpPr>
        <p:spPr>
          <a:xfrm>
            <a:off x="7968349" y="5139011"/>
            <a:ext cx="1632857" cy="169277"/>
          </a:xfrm>
          <a:prstGeom prst="rect">
            <a:avLst/>
          </a:prstGeom>
          <a:solidFill>
            <a:schemeClr val="accent2"/>
          </a:solidFill>
        </p:spPr>
        <p:txBody>
          <a:bodyPr wrap="square" lIns="0" tIns="0" rIns="0" bIns="0" rtlCol="0">
            <a:spAutoFit/>
          </a:bodyPr>
          <a:lstStyle/>
          <a:p>
            <a:pPr algn="ctr">
              <a:spcBef>
                <a:spcPts val="600"/>
              </a:spcBef>
              <a:buSzPct val="100000"/>
            </a:pPr>
            <a:r>
              <a:rPr lang="en-US" sz="1100" dirty="0">
                <a:solidFill>
                  <a:schemeClr val="bg1"/>
                </a:solidFill>
              </a:rPr>
              <a:t>Strategy Phase</a:t>
            </a:r>
          </a:p>
        </p:txBody>
      </p:sp>
      <p:sp>
        <p:nvSpPr>
          <p:cNvPr id="44" name="TextBox 43">
            <a:extLst>
              <a:ext uri="{FF2B5EF4-FFF2-40B4-BE49-F238E27FC236}">
                <a16:creationId xmlns:a16="http://schemas.microsoft.com/office/drawing/2014/main" id="{3EDFC497-7124-4521-8B8D-8B2270E57B7F}"/>
              </a:ext>
            </a:extLst>
          </p:cNvPr>
          <p:cNvSpPr txBox="1"/>
          <p:nvPr/>
        </p:nvSpPr>
        <p:spPr>
          <a:xfrm>
            <a:off x="9753606" y="5139011"/>
            <a:ext cx="1632857" cy="169277"/>
          </a:xfrm>
          <a:prstGeom prst="rect">
            <a:avLst/>
          </a:prstGeom>
          <a:solidFill>
            <a:schemeClr val="accent6"/>
          </a:solidFill>
        </p:spPr>
        <p:txBody>
          <a:bodyPr wrap="square" lIns="0" tIns="0" rIns="0" bIns="0" rtlCol="0">
            <a:spAutoFit/>
          </a:bodyPr>
          <a:lstStyle/>
          <a:p>
            <a:pPr algn="ctr">
              <a:spcBef>
                <a:spcPts val="600"/>
              </a:spcBef>
              <a:buSzPct val="100000"/>
            </a:pPr>
            <a:r>
              <a:rPr lang="en-US" sz="1100" dirty="0">
                <a:solidFill>
                  <a:schemeClr val="bg1"/>
                </a:solidFill>
              </a:rPr>
              <a:t>PMO Phase</a:t>
            </a:r>
          </a:p>
        </p:txBody>
      </p:sp>
    </p:spTree>
    <p:extLst>
      <p:ext uri="{BB962C8B-B14F-4D97-AF65-F5344CB8AC3E}">
        <p14:creationId xmlns:p14="http://schemas.microsoft.com/office/powerpoint/2010/main" val="1089201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85FC84-A9FA-4245-8375-FBC5E597F872}"/>
              </a:ext>
            </a:extLst>
          </p:cNvPr>
          <p:cNvPicPr>
            <a:picLocks noChangeAspect="1"/>
          </p:cNvPicPr>
          <p:nvPr/>
        </p:nvPicPr>
        <p:blipFill rotWithShape="1">
          <a:blip r:embed="rId2"/>
          <a:srcRect l="8839" t="20927" r="21607" b="15079"/>
          <a:stretch/>
        </p:blipFill>
        <p:spPr>
          <a:xfrm>
            <a:off x="501651" y="1135197"/>
            <a:ext cx="10208986" cy="5222696"/>
          </a:xfrm>
          <a:prstGeom prst="rect">
            <a:avLst/>
          </a:prstGeom>
        </p:spPr>
      </p:pic>
      <p:sp>
        <p:nvSpPr>
          <p:cNvPr id="42" name="Title 2">
            <a:extLst>
              <a:ext uri="{FF2B5EF4-FFF2-40B4-BE49-F238E27FC236}">
                <a16:creationId xmlns:a16="http://schemas.microsoft.com/office/drawing/2014/main" id="{3FDAFB21-631D-45C1-9F81-F0D2D4294750}"/>
              </a:ext>
            </a:extLst>
          </p:cNvPr>
          <p:cNvSpPr>
            <a:spLocks noGrp="1"/>
          </p:cNvSpPr>
          <p:nvPr>
            <p:ph type="title"/>
          </p:nvPr>
        </p:nvSpPr>
        <p:spPr>
          <a:xfrm>
            <a:off x="501651" y="317501"/>
            <a:ext cx="11162349" cy="334101"/>
          </a:xfrm>
        </p:spPr>
        <p:txBody>
          <a:bodyPr/>
          <a:lstStyle/>
          <a:p>
            <a:r>
              <a:rPr lang="en-US" sz="1800" dirty="0"/>
              <a:t>Meet the Team</a:t>
            </a:r>
            <a:endParaRPr lang="en-IN" sz="1800" dirty="0"/>
          </a:p>
        </p:txBody>
      </p:sp>
      <p:sp>
        <p:nvSpPr>
          <p:cNvPr id="51" name="Rectangle 50">
            <a:extLst>
              <a:ext uri="{FF2B5EF4-FFF2-40B4-BE49-F238E27FC236}">
                <a16:creationId xmlns:a16="http://schemas.microsoft.com/office/drawing/2014/main" id="{F06E14B2-7F84-4A43-AC7E-3A76A0D043EE}"/>
              </a:ext>
            </a:extLst>
          </p:cNvPr>
          <p:cNvSpPr/>
          <p:nvPr/>
        </p:nvSpPr>
        <p:spPr bwMode="gray">
          <a:xfrm>
            <a:off x="501651" y="748431"/>
            <a:ext cx="8371762" cy="386766"/>
          </a:xfrm>
          <a:prstGeom prst="rect">
            <a:avLst/>
          </a:prstGeom>
          <a:noFill/>
          <a:ln w="19050" algn="ctr">
            <a:noFill/>
            <a:miter lim="800000"/>
            <a:headEnd/>
            <a:tailEnd/>
          </a:ln>
        </p:spPr>
        <p:txBody>
          <a:bodyPr wrap="square" lIns="39113" tIns="39113" rIns="39113" bIns="39113" rtlCol="0" anchor="t">
            <a:spAutoFit/>
          </a:bodyPr>
          <a:lstStyle/>
          <a:p>
            <a:pPr algn="just" defTabSz="892178"/>
            <a:r>
              <a:rPr lang="en-US" sz="2000" dirty="0">
                <a:solidFill>
                  <a:schemeClr val="accent2"/>
                </a:solidFill>
                <a:latin typeface="Verdana"/>
              </a:rPr>
              <a:t>Team Structure</a:t>
            </a:r>
          </a:p>
        </p:txBody>
      </p:sp>
    </p:spTree>
    <p:extLst>
      <p:ext uri="{BB962C8B-B14F-4D97-AF65-F5344CB8AC3E}">
        <p14:creationId xmlns:p14="http://schemas.microsoft.com/office/powerpoint/2010/main" val="674571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1231392" y="1116062"/>
            <a:ext cx="0" cy="4915964"/>
          </a:xfrm>
          <a:prstGeom prst="line">
            <a:avLst/>
          </a:prstGeom>
          <a:ln w="28575">
            <a:solidFill>
              <a:srgbClr val="009A44"/>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aphicFrame>
        <p:nvGraphicFramePr>
          <p:cNvPr id="79" name="Object 78"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290" name="think-cell Slide" r:id="rId5" imgW="530" imgH="531" progId="TCLayout.ActiveDocument.1">
                  <p:embed/>
                </p:oleObj>
              </mc:Choice>
              <mc:Fallback>
                <p:oleObj name="think-cell Slide" r:id="rId5" imgW="530" imgH="531" progId="TCLayout.ActiveDocument.1">
                  <p:embed/>
                  <p:pic>
                    <p:nvPicPr>
                      <p:cNvPr id="79" name="Object 78"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8" name="Rectangle 77" hidden="1"/>
          <p:cNvSpPr/>
          <p:nvPr>
            <p:custDataLst>
              <p:tags r:id="rId3"/>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marR="0" lvl="0" indent="0" algn="ctr" defTabSz="1219170" rtl="0" eaLnBrk="1" fontAlgn="auto" latinLnBrk="0" hangingPunct="1">
              <a:lnSpc>
                <a:spcPct val="100000"/>
              </a:lnSpc>
              <a:spcBef>
                <a:spcPct val="0"/>
              </a:spcBef>
              <a:spcAft>
                <a:spcPct val="0"/>
              </a:spcAft>
              <a:buClrTx/>
              <a:buSzTx/>
              <a:buFont typeface="Wingdings 2" pitchFamily="18" charset="2"/>
              <a:buNone/>
              <a:tabLst/>
              <a:defRPr/>
            </a:pPr>
            <a:endParaRPr kumimoji="0" lang="en-US" sz="2000" b="1" i="0" u="none" strike="noStrike" kern="1200" cap="none" spc="0" normalizeH="0" baseline="0" noProof="0" dirty="0">
              <a:ln>
                <a:noFill/>
              </a:ln>
              <a:solidFill>
                <a:srgbClr val="FFFFFF"/>
              </a:solidFill>
              <a:effectLst/>
              <a:uLnTx/>
              <a:uFillTx/>
              <a:latin typeface="Verdana" panose="020B0604030504040204" pitchFamily="34" charset="0"/>
              <a:ea typeface="+mn-ea"/>
              <a:cs typeface="+mn-cs"/>
              <a:sym typeface="Verdana" panose="020B0604030504040204" pitchFamily="34" charset="0"/>
            </a:endParaRPr>
          </a:p>
        </p:txBody>
      </p:sp>
      <p:sp>
        <p:nvSpPr>
          <p:cNvPr id="3" name="Text Placeholder 2"/>
          <p:cNvSpPr>
            <a:spLocks noGrp="1"/>
          </p:cNvSpPr>
          <p:nvPr>
            <p:ph type="body" sz="quarter" idx="13"/>
          </p:nvPr>
        </p:nvSpPr>
        <p:spPr>
          <a:xfrm>
            <a:off x="416113" y="1381125"/>
            <a:ext cx="1741753" cy="4291669"/>
          </a:xfrm>
          <a:solidFill>
            <a:schemeClr val="bg1"/>
          </a:solidFill>
        </p:spPr>
        <p:txBody>
          <a:bodyPr anchor="ctr"/>
          <a:lstStyle/>
          <a:p>
            <a:r>
              <a:rPr lang="en-US" dirty="0">
                <a:solidFill>
                  <a:srgbClr val="43B02A"/>
                </a:solidFill>
              </a:rPr>
              <a:t>Our teaming model involves different project committees to ensure that we bring in high-level expertise to bear while executing this engagement</a:t>
            </a:r>
          </a:p>
        </p:txBody>
      </p:sp>
      <p:sp>
        <p:nvSpPr>
          <p:cNvPr id="7" name="Title 6"/>
          <p:cNvSpPr>
            <a:spLocks noGrp="1"/>
          </p:cNvSpPr>
          <p:nvPr>
            <p:ph type="title"/>
          </p:nvPr>
        </p:nvSpPr>
        <p:spPr/>
        <p:txBody>
          <a:bodyPr/>
          <a:lstStyle/>
          <a:p>
            <a:r>
              <a:rPr lang="en-US" dirty="0"/>
              <a:t>Project Governance Mechanism</a:t>
            </a:r>
            <a:endParaRPr lang="en-IN" dirty="0"/>
          </a:p>
        </p:txBody>
      </p:sp>
      <p:grpSp>
        <p:nvGrpSpPr>
          <p:cNvPr id="8" name="Group 7">
            <a:extLst>
              <a:ext uri="{FF2B5EF4-FFF2-40B4-BE49-F238E27FC236}">
                <a16:creationId xmlns:a16="http://schemas.microsoft.com/office/drawing/2014/main" id="{F92D5061-173A-4A04-ABAD-DADF5E1249DC}"/>
              </a:ext>
            </a:extLst>
          </p:cNvPr>
          <p:cNvGrpSpPr/>
          <p:nvPr/>
        </p:nvGrpSpPr>
        <p:grpSpPr>
          <a:xfrm>
            <a:off x="4702109" y="857493"/>
            <a:ext cx="4332457" cy="1556946"/>
            <a:chOff x="2581625" y="877802"/>
            <a:chExt cx="4332457" cy="1686672"/>
          </a:xfrm>
        </p:grpSpPr>
        <p:grpSp>
          <p:nvGrpSpPr>
            <p:cNvPr id="2" name="Group 1">
              <a:extLst>
                <a:ext uri="{FF2B5EF4-FFF2-40B4-BE49-F238E27FC236}">
                  <a16:creationId xmlns:a16="http://schemas.microsoft.com/office/drawing/2014/main" id="{1A5729F2-7BFF-48B6-BDE4-76973F792D6A}"/>
                </a:ext>
              </a:extLst>
            </p:cNvPr>
            <p:cNvGrpSpPr/>
            <p:nvPr/>
          </p:nvGrpSpPr>
          <p:grpSpPr>
            <a:xfrm>
              <a:off x="2581625" y="877802"/>
              <a:ext cx="4332457" cy="1600873"/>
              <a:chOff x="2581625" y="877802"/>
              <a:chExt cx="4332457" cy="1600873"/>
            </a:xfrm>
          </p:grpSpPr>
          <p:sp>
            <p:nvSpPr>
              <p:cNvPr id="39" name="Rectangle 153"/>
              <p:cNvSpPr>
                <a:spLocks noChangeArrowheads="1"/>
              </p:cNvSpPr>
              <p:nvPr/>
            </p:nvSpPr>
            <p:spPr bwMode="auto">
              <a:xfrm>
                <a:off x="2754779" y="877802"/>
                <a:ext cx="4159303" cy="221238"/>
              </a:xfrm>
              <a:prstGeom prst="rect">
                <a:avLst/>
              </a:prstGeom>
              <a:solidFill>
                <a:srgbClr val="00B050"/>
              </a:solidFill>
              <a:ln w="12700" algn="ctr">
                <a:solidFill>
                  <a:schemeClr val="accent1"/>
                </a:solidFill>
                <a:miter lim="800000"/>
                <a:headEnd/>
                <a:tailEnd/>
              </a:ln>
            </p:spPr>
            <p:txBody>
              <a:bodyPr lIns="36000" tIns="36000" rIns="36000" bIns="36000" anchor="b" anchorCtr="1">
                <a:noAutofit/>
              </a:bodyPr>
              <a:lstStyle/>
              <a:p>
                <a:pPr marL="0" marR="0" lvl="0" indent="0" algn="ctr" defTabSz="1106488" rtl="0" eaLnBrk="1" fontAlgn="auto" latinLnBrk="0" hangingPunct="1">
                  <a:lnSpc>
                    <a:spcPct val="100000"/>
                  </a:lnSpc>
                  <a:spcBef>
                    <a:spcPct val="50000"/>
                  </a:spcBef>
                  <a:spcAft>
                    <a:spcPts val="0"/>
                  </a:spcAft>
                  <a:buClr>
                    <a:srgbClr val="000000"/>
                  </a:buClr>
                  <a:buSzTx/>
                  <a:buFontTx/>
                  <a:buNone/>
                  <a:tabLst>
                    <a:tab pos="6911975" algn="l"/>
                  </a:tabLst>
                  <a:defRPr/>
                </a:pPr>
                <a:r>
                  <a:rPr lang="en-US" sz="1100" b="1" dirty="0">
                    <a:solidFill>
                      <a:srgbClr val="FFFFFF"/>
                    </a:solidFill>
                    <a:latin typeface="Verdana"/>
                  </a:rPr>
                  <a:t>Project Governance and Quality Review </a:t>
                </a:r>
                <a:r>
                  <a:rPr kumimoji="0" lang="en-US" sz="1100" b="1" i="0" u="none" strike="noStrike" kern="1200" cap="none" spc="0" normalizeH="0" baseline="0" noProof="0" dirty="0">
                    <a:ln>
                      <a:noFill/>
                    </a:ln>
                    <a:solidFill>
                      <a:srgbClr val="FFFFFF"/>
                    </a:solidFill>
                    <a:effectLst/>
                    <a:uLnTx/>
                    <a:uFillTx/>
                    <a:latin typeface="Verdana"/>
                    <a:ea typeface="+mn-ea"/>
                    <a:cs typeface="+mn-cs"/>
                  </a:rPr>
                  <a:t>Committee</a:t>
                </a:r>
              </a:p>
            </p:txBody>
          </p:sp>
          <p:sp>
            <p:nvSpPr>
              <p:cNvPr id="40" name="Rectangle 154"/>
              <p:cNvSpPr>
                <a:spLocks noChangeArrowheads="1"/>
              </p:cNvSpPr>
              <p:nvPr/>
            </p:nvSpPr>
            <p:spPr bwMode="auto">
              <a:xfrm>
                <a:off x="2754778" y="1107581"/>
                <a:ext cx="4159304" cy="1371094"/>
              </a:xfrm>
              <a:prstGeom prst="rect">
                <a:avLst/>
              </a:prstGeom>
              <a:noFill/>
              <a:ln w="12700" algn="ctr">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oAutofit/>
              </a:bodyPr>
              <a:lstStyle/>
              <a:p>
                <a:pPr marL="450850" marR="0" lvl="0" indent="0" algn="l" defTabSz="121917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dirty="0">
                  <a:ln>
                    <a:noFill/>
                  </a:ln>
                  <a:solidFill>
                    <a:srgbClr val="000000"/>
                  </a:solidFill>
                  <a:effectLst/>
                  <a:uLnTx/>
                  <a:uFillTx/>
                  <a:latin typeface="Verdana"/>
                  <a:ea typeface="+mn-ea"/>
                  <a:cs typeface="+mn-cs"/>
                </a:endParaRPr>
              </a:p>
            </p:txBody>
          </p:sp>
          <p:grpSp>
            <p:nvGrpSpPr>
              <p:cNvPr id="4" name="Group 3">
                <a:extLst>
                  <a:ext uri="{FF2B5EF4-FFF2-40B4-BE49-F238E27FC236}">
                    <a16:creationId xmlns:a16="http://schemas.microsoft.com/office/drawing/2014/main" id="{CAD910DC-ED2D-4E86-B583-BFA1F546583F}"/>
                  </a:ext>
                </a:extLst>
              </p:cNvPr>
              <p:cNvGrpSpPr/>
              <p:nvPr/>
            </p:nvGrpSpPr>
            <p:grpSpPr>
              <a:xfrm>
                <a:off x="2581625" y="1257123"/>
                <a:ext cx="1667404" cy="1175321"/>
                <a:chOff x="3684561" y="1257123"/>
                <a:chExt cx="1667404" cy="1175321"/>
              </a:xfrm>
            </p:grpSpPr>
            <p:sp>
              <p:nvSpPr>
                <p:cNvPr id="29" name="Rectangle 28"/>
                <p:cNvSpPr/>
                <p:nvPr/>
              </p:nvSpPr>
              <p:spPr>
                <a:xfrm>
                  <a:off x="3684561" y="2032335"/>
                  <a:ext cx="1667404" cy="400109"/>
                </a:xfrm>
                <a:prstGeom prst="rect">
                  <a:avLst/>
                </a:prstGeom>
              </p:spPr>
              <p:txBody>
                <a:bodyPr wrap="square">
                  <a:spAutoFit/>
                </a:bodyPr>
                <a:lstStyle/>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a:ea typeface="+mn-ea"/>
                      <a:cs typeface="+mn-cs"/>
                    </a:rPr>
                    <a:t>Anujesh Dwivedi</a:t>
                  </a:r>
                </a:p>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Verdana"/>
                      <a:ea typeface="+mn-ea"/>
                      <a:cs typeface="+mn-cs"/>
                    </a:rPr>
                    <a:t>Partner</a:t>
                  </a:r>
                  <a:endParaRPr kumimoji="0" lang="ru-RU" sz="1000" b="0" i="0" u="none" strike="noStrike" kern="1200" cap="none" spc="0" normalizeH="0" baseline="0" noProof="0" dirty="0">
                    <a:ln>
                      <a:noFill/>
                    </a:ln>
                    <a:solidFill>
                      <a:srgbClr val="000000"/>
                    </a:solidFill>
                    <a:effectLst/>
                    <a:uLnTx/>
                    <a:uFillTx/>
                    <a:latin typeface="Verdana"/>
                    <a:ea typeface="+mn-ea"/>
                    <a:cs typeface="+mn-cs"/>
                  </a:endParaRPr>
                </a:p>
              </p:txBody>
            </p:sp>
            <p:pic>
              <p:nvPicPr>
                <p:cNvPr id="70" name="Picture 69">
                  <a:extLst>
                    <a:ext uri="{FF2B5EF4-FFF2-40B4-BE49-F238E27FC236}">
                      <a16:creationId xmlns:a16="http://schemas.microsoft.com/office/drawing/2014/main" id="{CD528461-9DA5-47CF-90B9-0011F5C68442}"/>
                    </a:ext>
                  </a:extLst>
                </p:cNvPr>
                <p:cNvPicPr>
                  <a:picLocks/>
                </p:cNvPicPr>
                <p:nvPr/>
              </p:nvPicPr>
              <p:blipFill rotWithShape="1">
                <a:blip r:embed="rId7">
                  <a:extLst>
                    <a:ext uri="{28A0092B-C50C-407E-A947-70E740481C1C}">
                      <a14:useLocalDpi xmlns:a14="http://schemas.microsoft.com/office/drawing/2010/main" val="0"/>
                    </a:ext>
                  </a:extLst>
                </a:blip>
                <a:srcRect b="10937"/>
                <a:stretch/>
              </p:blipFill>
              <p:spPr>
                <a:xfrm>
                  <a:off x="4049834" y="1257123"/>
                  <a:ext cx="792000" cy="857990"/>
                </a:xfrm>
                <a:prstGeom prst="rect">
                  <a:avLst/>
                </a:prstGeom>
              </p:spPr>
            </p:pic>
          </p:grpSp>
        </p:grpSp>
        <p:grpSp>
          <p:nvGrpSpPr>
            <p:cNvPr id="6" name="Group 5">
              <a:extLst>
                <a:ext uri="{FF2B5EF4-FFF2-40B4-BE49-F238E27FC236}">
                  <a16:creationId xmlns:a16="http://schemas.microsoft.com/office/drawing/2014/main" id="{C21AEFE6-3E29-49EC-98F6-2304C4B17A26}"/>
                </a:ext>
              </a:extLst>
            </p:cNvPr>
            <p:cNvGrpSpPr/>
            <p:nvPr/>
          </p:nvGrpSpPr>
          <p:grpSpPr>
            <a:xfrm>
              <a:off x="4993064" y="1251417"/>
              <a:ext cx="1797412" cy="1313057"/>
              <a:chOff x="4924949" y="1254161"/>
              <a:chExt cx="1797412" cy="1313057"/>
            </a:xfrm>
          </p:grpSpPr>
          <p:sp>
            <p:nvSpPr>
              <p:cNvPr id="74" name="Rectangle 73"/>
              <p:cNvSpPr/>
              <p:nvPr/>
            </p:nvSpPr>
            <p:spPr>
              <a:xfrm>
                <a:off x="4924949" y="2043998"/>
                <a:ext cx="1797412" cy="523220"/>
              </a:xfrm>
              <a:prstGeom prst="rect">
                <a:avLst/>
              </a:prstGeom>
            </p:spPr>
            <p:txBody>
              <a:bodyPr wrap="square">
                <a:spAutoFit/>
              </a:bodyPr>
              <a:lstStyle/>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a:ea typeface="+mn-ea"/>
                    <a:cs typeface="+mn-cs"/>
                  </a:rPr>
                  <a:t>Shubhranshu Pattnaik</a:t>
                </a:r>
              </a:p>
              <a:p>
                <a:pPr marL="1588" marR="0" lvl="0" indent="0" algn="ctr" defTabSz="1219170" rtl="0" eaLnBrk="1" fontAlgn="auto" latinLnBrk="0" hangingPunct="1">
                  <a:lnSpc>
                    <a:spcPct val="100000"/>
                  </a:lnSpc>
                  <a:spcBef>
                    <a:spcPts val="0"/>
                  </a:spcBef>
                  <a:spcAft>
                    <a:spcPts val="0"/>
                  </a:spcAft>
                  <a:buClrTx/>
                  <a:buSzTx/>
                  <a:buFontTx/>
                  <a:buNone/>
                  <a:tabLst/>
                  <a:defRPr/>
                </a:pPr>
                <a:r>
                  <a:rPr lang="en-US" sz="1000" dirty="0">
                    <a:solidFill>
                      <a:srgbClr val="000000"/>
                    </a:solidFill>
                    <a:latin typeface="Verdana"/>
                  </a:rPr>
                  <a:t>Partner</a:t>
                </a:r>
                <a:endParaRPr kumimoji="0" lang="en-US" sz="1000" i="0" u="none" strike="noStrike" kern="1200" cap="none" spc="0" normalizeH="0" baseline="0" noProof="0" dirty="0">
                  <a:ln>
                    <a:noFill/>
                  </a:ln>
                  <a:solidFill>
                    <a:srgbClr val="000000"/>
                  </a:solidFill>
                  <a:effectLst/>
                  <a:uLnTx/>
                  <a:uFillTx/>
                  <a:latin typeface="Verdana"/>
                  <a:ea typeface="+mn-ea"/>
                  <a:cs typeface="+mn-cs"/>
                </a:endParaRPr>
              </a:p>
              <a:p>
                <a:pPr marL="1588" marR="0" lvl="0" indent="0" algn="ctr" defTabSz="1219170" rtl="0" eaLnBrk="1" fontAlgn="auto" latinLnBrk="0" hangingPunct="1">
                  <a:lnSpc>
                    <a:spcPct val="100000"/>
                  </a:lnSpc>
                  <a:spcBef>
                    <a:spcPts val="0"/>
                  </a:spcBef>
                  <a:spcAft>
                    <a:spcPts val="0"/>
                  </a:spcAft>
                  <a:buClrTx/>
                  <a:buSzTx/>
                  <a:buFontTx/>
                  <a:buNone/>
                  <a:tabLst/>
                  <a:defRPr/>
                </a:pPr>
                <a:endParaRPr kumimoji="0" lang="ru-RU" sz="800" b="0" i="0" u="none" strike="noStrike" kern="1200" cap="none" spc="0" normalizeH="0" baseline="0" noProof="0" dirty="0">
                  <a:ln>
                    <a:noFill/>
                  </a:ln>
                  <a:solidFill>
                    <a:srgbClr val="000000"/>
                  </a:solidFill>
                  <a:effectLst/>
                  <a:uLnTx/>
                  <a:uFillTx/>
                  <a:latin typeface="Verdana"/>
                  <a:ea typeface="+mn-ea"/>
                  <a:cs typeface="+mn-cs"/>
                </a:endParaRPr>
              </a:p>
            </p:txBody>
          </p:sp>
          <p:pic>
            <p:nvPicPr>
              <p:cNvPr id="71" name="Picture 70" descr="S patnaik-passport-photo">
                <a:extLst>
                  <a:ext uri="{FF2B5EF4-FFF2-40B4-BE49-F238E27FC236}">
                    <a16:creationId xmlns:a16="http://schemas.microsoft.com/office/drawing/2014/main" id="{1E9B5725-E2E3-46E1-8525-332E3EB34972}"/>
                  </a:ext>
                </a:extLst>
              </p:cNvPr>
              <p:cNvPicPr/>
              <p:nvPr/>
            </p:nvPicPr>
            <p:blipFill>
              <a:blip r:embed="rId8">
                <a:extLst>
                  <a:ext uri="{28A0092B-C50C-407E-A947-70E740481C1C}">
                    <a14:useLocalDpi xmlns:a14="http://schemas.microsoft.com/office/drawing/2010/main" val="0"/>
                  </a:ext>
                </a:extLst>
              </a:blip>
              <a:srcRect b="7709"/>
              <a:stretch>
                <a:fillRect/>
              </a:stretch>
            </p:blipFill>
            <p:spPr bwMode="auto">
              <a:xfrm>
                <a:off x="5479319" y="1254161"/>
                <a:ext cx="792000" cy="857990"/>
              </a:xfrm>
              <a:prstGeom prst="rect">
                <a:avLst/>
              </a:prstGeom>
              <a:noFill/>
            </p:spPr>
          </p:pic>
        </p:grpSp>
      </p:grpSp>
      <p:grpSp>
        <p:nvGrpSpPr>
          <p:cNvPr id="10" name="Group 9">
            <a:extLst>
              <a:ext uri="{FF2B5EF4-FFF2-40B4-BE49-F238E27FC236}">
                <a16:creationId xmlns:a16="http://schemas.microsoft.com/office/drawing/2014/main" id="{9003491A-5280-49C1-AAF3-1ED7BEF0DB73}"/>
              </a:ext>
            </a:extLst>
          </p:cNvPr>
          <p:cNvGrpSpPr/>
          <p:nvPr/>
        </p:nvGrpSpPr>
        <p:grpSpPr>
          <a:xfrm>
            <a:off x="4730936" y="2419278"/>
            <a:ext cx="4286714" cy="1554876"/>
            <a:chOff x="2581625" y="2768074"/>
            <a:chExt cx="4286714" cy="1554876"/>
          </a:xfrm>
        </p:grpSpPr>
        <p:sp>
          <p:nvSpPr>
            <p:cNvPr id="155" name="Rectangle 154"/>
            <p:cNvSpPr>
              <a:spLocks noChangeArrowheads="1"/>
            </p:cNvSpPr>
            <p:nvPr/>
          </p:nvSpPr>
          <p:spPr bwMode="auto">
            <a:xfrm>
              <a:off x="2754778" y="2768074"/>
              <a:ext cx="4113560" cy="1554876"/>
            </a:xfrm>
            <a:prstGeom prst="rect">
              <a:avLst/>
            </a:prstGeom>
            <a:noFill/>
            <a:ln w="12700" algn="ctr">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oAutofit/>
            </a:bodyPr>
            <a:lstStyle/>
            <a:p>
              <a:pPr marL="450850" marR="0" lvl="0" indent="0" algn="l" defTabSz="121917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154" name="Rectangle 153"/>
            <p:cNvSpPr>
              <a:spLocks noChangeArrowheads="1"/>
            </p:cNvSpPr>
            <p:nvPr/>
          </p:nvSpPr>
          <p:spPr bwMode="auto">
            <a:xfrm>
              <a:off x="2761823" y="2780448"/>
              <a:ext cx="4106516" cy="229710"/>
            </a:xfrm>
            <a:prstGeom prst="rect">
              <a:avLst/>
            </a:prstGeom>
            <a:solidFill>
              <a:srgbClr val="00B050"/>
            </a:solidFill>
            <a:ln w="12700" algn="ctr">
              <a:solidFill>
                <a:schemeClr val="accent1"/>
              </a:solidFill>
              <a:miter lim="800000"/>
              <a:headEnd/>
              <a:tailEnd/>
            </a:ln>
          </p:spPr>
          <p:txBody>
            <a:bodyPr lIns="36000" tIns="36000" rIns="36000" bIns="36000" anchor="b" anchorCtr="1">
              <a:noAutofit/>
            </a:bodyPr>
            <a:lstStyle/>
            <a:p>
              <a:pPr marL="0" marR="0" lvl="0" indent="0" algn="ctr" defTabSz="1106488" rtl="0" eaLnBrk="1" fontAlgn="auto" latinLnBrk="0" hangingPunct="1">
                <a:lnSpc>
                  <a:spcPct val="100000"/>
                </a:lnSpc>
                <a:spcBef>
                  <a:spcPct val="50000"/>
                </a:spcBef>
                <a:spcAft>
                  <a:spcPts val="0"/>
                </a:spcAft>
                <a:buClr>
                  <a:srgbClr val="000000"/>
                </a:buClr>
                <a:buSzTx/>
                <a:buFontTx/>
                <a:buNone/>
                <a:tabLst>
                  <a:tab pos="6911975" algn="l"/>
                </a:tabLst>
                <a:defRPr/>
              </a:pPr>
              <a:r>
                <a:rPr kumimoji="0" lang="en-US" sz="1100" b="1" i="0" u="none" strike="noStrike" kern="1200" cap="none" spc="0" normalizeH="0" baseline="0" noProof="0" dirty="0">
                  <a:ln>
                    <a:noFill/>
                  </a:ln>
                  <a:solidFill>
                    <a:srgbClr val="FFFFFF"/>
                  </a:solidFill>
                  <a:effectLst/>
                  <a:uLnTx/>
                  <a:uFillTx/>
                  <a:latin typeface="Verdana"/>
                  <a:ea typeface="+mn-ea"/>
                  <a:cs typeface="+mn-cs"/>
                </a:rPr>
                <a:t>Project Management Committee</a:t>
              </a:r>
            </a:p>
          </p:txBody>
        </p:sp>
        <p:pic>
          <p:nvPicPr>
            <p:cNvPr id="75" name="Picture 74">
              <a:extLst>
                <a:ext uri="{FF2B5EF4-FFF2-40B4-BE49-F238E27FC236}">
                  <a16:creationId xmlns:a16="http://schemas.microsoft.com/office/drawing/2014/main" id="{4CC472DA-C903-4BEE-A7EE-B4BA3F6F81CA}"/>
                </a:ext>
              </a:extLst>
            </p:cNvPr>
            <p:cNvPicPr>
              <a:picLocks/>
            </p:cNvPicPr>
            <p:nvPr/>
          </p:nvPicPr>
          <p:blipFill>
            <a:blip r:embed="rId9"/>
            <a:stretch>
              <a:fillRect/>
            </a:stretch>
          </p:blipFill>
          <p:spPr>
            <a:xfrm>
              <a:off x="2899118" y="3080206"/>
              <a:ext cx="792000" cy="792000"/>
            </a:xfrm>
            <a:prstGeom prst="rect">
              <a:avLst/>
            </a:prstGeom>
          </p:spPr>
        </p:pic>
        <p:pic>
          <p:nvPicPr>
            <p:cNvPr id="76" name="Picture 75">
              <a:extLst>
                <a:ext uri="{FF2B5EF4-FFF2-40B4-BE49-F238E27FC236}">
                  <a16:creationId xmlns:a16="http://schemas.microsoft.com/office/drawing/2014/main" id="{1DDDC3DF-C090-457B-B5E9-24783A0BAA97}"/>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5632708" y="3109496"/>
              <a:ext cx="792000" cy="792000"/>
            </a:xfrm>
            <a:prstGeom prst="rect">
              <a:avLst/>
            </a:prstGeom>
          </p:spPr>
        </p:pic>
        <p:sp>
          <p:nvSpPr>
            <p:cNvPr id="80" name="Rectangle 79">
              <a:extLst>
                <a:ext uri="{FF2B5EF4-FFF2-40B4-BE49-F238E27FC236}">
                  <a16:creationId xmlns:a16="http://schemas.microsoft.com/office/drawing/2014/main" id="{83F423D6-5074-457B-87D5-24200AF80DA8}"/>
                </a:ext>
              </a:extLst>
            </p:cNvPr>
            <p:cNvSpPr/>
            <p:nvPr/>
          </p:nvSpPr>
          <p:spPr>
            <a:xfrm>
              <a:off x="2581625" y="3922840"/>
              <a:ext cx="1667404" cy="400110"/>
            </a:xfrm>
            <a:prstGeom prst="rect">
              <a:avLst/>
            </a:prstGeom>
          </p:spPr>
          <p:txBody>
            <a:bodyPr wrap="square">
              <a:spAutoFit/>
            </a:bodyPr>
            <a:lstStyle/>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a:ea typeface="+mn-ea"/>
                  <a:cs typeface="+mn-cs"/>
                </a:rPr>
                <a:t>Mohit Bhardwaj</a:t>
              </a:r>
            </a:p>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Verdana"/>
                  <a:ea typeface="+mn-ea"/>
                  <a:cs typeface="+mn-cs"/>
                </a:rPr>
                <a:t>Director</a:t>
              </a:r>
              <a:endParaRPr kumimoji="0" lang="ru-RU" sz="1000" b="0" i="0" u="none" strike="noStrike" kern="1200" cap="none" spc="0" normalizeH="0" baseline="0" noProof="0" dirty="0">
                <a:ln>
                  <a:noFill/>
                </a:ln>
                <a:solidFill>
                  <a:srgbClr val="000000"/>
                </a:solidFill>
                <a:effectLst/>
                <a:uLnTx/>
                <a:uFillTx/>
                <a:latin typeface="Verdana"/>
                <a:ea typeface="+mn-ea"/>
                <a:cs typeface="+mn-cs"/>
              </a:endParaRPr>
            </a:p>
          </p:txBody>
        </p:sp>
        <p:sp>
          <p:nvSpPr>
            <p:cNvPr id="81" name="Rectangle 80">
              <a:extLst>
                <a:ext uri="{FF2B5EF4-FFF2-40B4-BE49-F238E27FC236}">
                  <a16:creationId xmlns:a16="http://schemas.microsoft.com/office/drawing/2014/main" id="{0B953D55-7444-4300-992F-D07AF3BFB47F}"/>
                </a:ext>
              </a:extLst>
            </p:cNvPr>
            <p:cNvSpPr/>
            <p:nvPr/>
          </p:nvSpPr>
          <p:spPr>
            <a:xfrm>
              <a:off x="5108627" y="3908727"/>
              <a:ext cx="1667404" cy="400110"/>
            </a:xfrm>
            <a:prstGeom prst="rect">
              <a:avLst/>
            </a:prstGeom>
          </p:spPr>
          <p:txBody>
            <a:bodyPr wrap="square">
              <a:spAutoFit/>
            </a:bodyPr>
            <a:lstStyle/>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a:ea typeface="+mn-ea"/>
                  <a:cs typeface="+mn-cs"/>
                </a:rPr>
                <a:t>Gaurav Angira</a:t>
              </a:r>
            </a:p>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Verdana"/>
                  <a:ea typeface="+mn-ea"/>
                  <a:cs typeface="+mn-cs"/>
                </a:rPr>
                <a:t>Director</a:t>
              </a:r>
              <a:endParaRPr kumimoji="0" lang="ru-RU" sz="1000" b="0" i="0" u="none" strike="noStrike" kern="1200" cap="none" spc="0" normalizeH="0" baseline="0" noProof="0" dirty="0">
                <a:ln>
                  <a:noFill/>
                </a:ln>
                <a:solidFill>
                  <a:srgbClr val="000000"/>
                </a:solidFill>
                <a:effectLst/>
                <a:uLnTx/>
                <a:uFillTx/>
                <a:latin typeface="Verdana"/>
                <a:ea typeface="+mn-ea"/>
                <a:cs typeface="+mn-cs"/>
              </a:endParaRPr>
            </a:p>
          </p:txBody>
        </p:sp>
      </p:grpSp>
      <p:grpSp>
        <p:nvGrpSpPr>
          <p:cNvPr id="13" name="Group 12">
            <a:extLst>
              <a:ext uri="{FF2B5EF4-FFF2-40B4-BE49-F238E27FC236}">
                <a16:creationId xmlns:a16="http://schemas.microsoft.com/office/drawing/2014/main" id="{A80BC71E-3839-44D6-8693-2F009872D1D4}"/>
              </a:ext>
            </a:extLst>
          </p:cNvPr>
          <p:cNvGrpSpPr/>
          <p:nvPr/>
        </p:nvGrpSpPr>
        <p:grpSpPr>
          <a:xfrm>
            <a:off x="2130333" y="4078244"/>
            <a:ext cx="4891367" cy="1874588"/>
            <a:chOff x="1867684" y="4078244"/>
            <a:chExt cx="4891367" cy="1874588"/>
          </a:xfrm>
        </p:grpSpPr>
        <p:sp>
          <p:nvSpPr>
            <p:cNvPr id="91" name="Rectangle 154"/>
            <p:cNvSpPr>
              <a:spLocks noChangeArrowheads="1"/>
            </p:cNvSpPr>
            <p:nvPr/>
          </p:nvSpPr>
          <p:spPr bwMode="auto">
            <a:xfrm>
              <a:off x="2089173" y="4281261"/>
              <a:ext cx="4461581" cy="1671571"/>
            </a:xfrm>
            <a:prstGeom prst="rect">
              <a:avLst/>
            </a:prstGeom>
            <a:noFill/>
            <a:ln w="12700" algn="ctr">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oAutofit/>
            </a:bodyPr>
            <a:lstStyle/>
            <a:p>
              <a:pPr marL="450850" marR="0" lvl="0" indent="0" algn="l" defTabSz="121917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90" name="Rectangle 153"/>
            <p:cNvSpPr>
              <a:spLocks noChangeArrowheads="1"/>
            </p:cNvSpPr>
            <p:nvPr/>
          </p:nvSpPr>
          <p:spPr bwMode="auto">
            <a:xfrm>
              <a:off x="2095549" y="4078244"/>
              <a:ext cx="4461582" cy="201900"/>
            </a:xfrm>
            <a:prstGeom prst="rect">
              <a:avLst/>
            </a:prstGeom>
            <a:solidFill>
              <a:srgbClr val="00B050"/>
            </a:solidFill>
            <a:ln w="12700" algn="ctr">
              <a:solidFill>
                <a:schemeClr val="accent1"/>
              </a:solidFill>
              <a:miter lim="800000"/>
              <a:headEnd/>
              <a:tailEnd/>
            </a:ln>
          </p:spPr>
          <p:txBody>
            <a:bodyPr lIns="36000" tIns="36000" rIns="36000" bIns="36000" anchor="b" anchorCtr="1">
              <a:noAutofit/>
            </a:bodyPr>
            <a:lstStyle/>
            <a:p>
              <a:pPr marL="0" marR="0" lvl="0" indent="0" algn="ctr" defTabSz="1106488" rtl="0" eaLnBrk="1" fontAlgn="auto" latinLnBrk="0" hangingPunct="1">
                <a:lnSpc>
                  <a:spcPct val="100000"/>
                </a:lnSpc>
                <a:spcBef>
                  <a:spcPct val="50000"/>
                </a:spcBef>
                <a:spcAft>
                  <a:spcPts val="0"/>
                </a:spcAft>
                <a:buClr>
                  <a:srgbClr val="000000"/>
                </a:buClr>
                <a:buSzTx/>
                <a:buFontTx/>
                <a:buNone/>
                <a:tabLst>
                  <a:tab pos="6911975" algn="l"/>
                </a:tabLst>
                <a:defRPr/>
              </a:pPr>
              <a:r>
                <a:rPr kumimoji="0" lang="en-US" sz="1100" b="1" i="0" u="none" strike="noStrike" kern="1200" cap="none" spc="0" normalizeH="0" baseline="0" noProof="0" dirty="0">
                  <a:ln>
                    <a:noFill/>
                  </a:ln>
                  <a:solidFill>
                    <a:srgbClr val="FFFFFF"/>
                  </a:solidFill>
                  <a:effectLst/>
                  <a:uLnTx/>
                  <a:uFillTx/>
                  <a:latin typeface="Verdana"/>
                  <a:ea typeface="+mn-ea"/>
                  <a:cs typeface="+mn-cs"/>
                </a:rPr>
                <a:t>Project Execution Team (BRPL)</a:t>
              </a:r>
            </a:p>
          </p:txBody>
        </p:sp>
        <p:pic>
          <p:nvPicPr>
            <p:cNvPr id="77" name="Picture 76">
              <a:extLst>
                <a:ext uri="{FF2B5EF4-FFF2-40B4-BE49-F238E27FC236}">
                  <a16:creationId xmlns:a16="http://schemas.microsoft.com/office/drawing/2014/main" id="{6F780F47-7287-4E11-B5AE-194E3B6048BA}"/>
                </a:ext>
              </a:extLst>
            </p:cNvPr>
            <p:cNvPicPr>
              <a:picLocks/>
            </p:cNvPicPr>
            <p:nvPr/>
          </p:nvPicPr>
          <p:blipFill rotWithShape="1">
            <a:blip r:embed="rId11">
              <a:extLst>
                <a:ext uri="{28A0092B-C50C-407E-A947-70E740481C1C}">
                  <a14:useLocalDpi xmlns:a14="http://schemas.microsoft.com/office/drawing/2010/main" val="0"/>
                </a:ext>
              </a:extLst>
            </a:blip>
            <a:srcRect b="7227"/>
            <a:stretch/>
          </p:blipFill>
          <p:spPr>
            <a:xfrm>
              <a:off x="2315574" y="4445205"/>
              <a:ext cx="792000" cy="792000"/>
            </a:xfrm>
            <a:prstGeom prst="rect">
              <a:avLst/>
            </a:prstGeom>
          </p:spPr>
        </p:pic>
        <p:sp>
          <p:nvSpPr>
            <p:cNvPr id="82" name="Rectangle 81">
              <a:extLst>
                <a:ext uri="{FF2B5EF4-FFF2-40B4-BE49-F238E27FC236}">
                  <a16:creationId xmlns:a16="http://schemas.microsoft.com/office/drawing/2014/main" id="{C70DE1BA-2466-4AB8-978C-B24959ADE4F4}"/>
                </a:ext>
              </a:extLst>
            </p:cNvPr>
            <p:cNvSpPr/>
            <p:nvPr/>
          </p:nvSpPr>
          <p:spPr>
            <a:xfrm>
              <a:off x="1867684" y="5240140"/>
              <a:ext cx="1667404" cy="553998"/>
            </a:xfrm>
            <a:prstGeom prst="rect">
              <a:avLst/>
            </a:prstGeom>
          </p:spPr>
          <p:txBody>
            <a:bodyPr wrap="square">
              <a:spAutoFit/>
            </a:bodyPr>
            <a:lstStyle/>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a:ea typeface="+mn-ea"/>
                  <a:cs typeface="+mn-cs"/>
                </a:rPr>
                <a:t>Amit </a:t>
              </a:r>
            </a:p>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a:ea typeface="+mn-ea"/>
                  <a:cs typeface="+mn-cs"/>
                </a:rPr>
                <a:t>Goenka</a:t>
              </a:r>
            </a:p>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Verdana"/>
                  <a:ea typeface="+mn-ea"/>
                  <a:cs typeface="+mn-cs"/>
                </a:rPr>
                <a:t>Associate Director</a:t>
              </a:r>
              <a:endParaRPr kumimoji="0" lang="ru-RU" sz="1000" b="0" i="0" u="none" strike="noStrike" kern="1200" cap="none" spc="0" normalizeH="0" baseline="0" noProof="0" dirty="0">
                <a:ln>
                  <a:noFill/>
                </a:ln>
                <a:solidFill>
                  <a:srgbClr val="000000"/>
                </a:solidFill>
                <a:effectLst/>
                <a:uLnTx/>
                <a:uFillTx/>
                <a:latin typeface="Verdana"/>
                <a:ea typeface="+mn-ea"/>
                <a:cs typeface="+mn-cs"/>
              </a:endParaRPr>
            </a:p>
          </p:txBody>
        </p:sp>
        <p:pic>
          <p:nvPicPr>
            <p:cNvPr id="30" name="Picture 29">
              <a:extLst>
                <a:ext uri="{FF2B5EF4-FFF2-40B4-BE49-F238E27FC236}">
                  <a16:creationId xmlns:a16="http://schemas.microsoft.com/office/drawing/2014/main" id="{AF4DF1E5-B344-4448-B636-710D3134F3EC}"/>
                </a:ext>
              </a:extLst>
            </p:cNvPr>
            <p:cNvPicPr>
              <a:picLocks/>
            </p:cNvPicPr>
            <p:nvPr/>
          </p:nvPicPr>
          <p:blipFill rotWithShape="1">
            <a:blip r:embed="rId12">
              <a:extLst>
                <a:ext uri="{28A0092B-C50C-407E-A947-70E740481C1C}">
                  <a14:useLocalDpi xmlns:a14="http://schemas.microsoft.com/office/drawing/2010/main" val="0"/>
                </a:ext>
              </a:extLst>
            </a:blip>
            <a:srcRect l="5549" r="7808" b="29911"/>
            <a:stretch/>
          </p:blipFill>
          <p:spPr>
            <a:xfrm>
              <a:off x="3396561" y="4445205"/>
              <a:ext cx="792000" cy="792000"/>
            </a:xfrm>
            <a:prstGeom prst="rect">
              <a:avLst/>
            </a:prstGeom>
            <a:ln>
              <a:noFill/>
            </a:ln>
          </p:spPr>
        </p:pic>
        <p:sp>
          <p:nvSpPr>
            <p:cNvPr id="31" name="Rectangle 30">
              <a:extLst>
                <a:ext uri="{FF2B5EF4-FFF2-40B4-BE49-F238E27FC236}">
                  <a16:creationId xmlns:a16="http://schemas.microsoft.com/office/drawing/2014/main" id="{6599ADEE-A1D4-48F8-8032-DF259E5648A8}"/>
                </a:ext>
              </a:extLst>
            </p:cNvPr>
            <p:cNvSpPr/>
            <p:nvPr/>
          </p:nvSpPr>
          <p:spPr>
            <a:xfrm>
              <a:off x="2949077" y="5259596"/>
              <a:ext cx="1667404" cy="553998"/>
            </a:xfrm>
            <a:prstGeom prst="rect">
              <a:avLst/>
            </a:prstGeom>
          </p:spPr>
          <p:txBody>
            <a:bodyPr wrap="square">
              <a:spAutoFit/>
            </a:bodyPr>
            <a:lstStyle/>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a:ea typeface="+mn-ea"/>
                  <a:cs typeface="+mn-cs"/>
                </a:rPr>
                <a:t>Rajat </a:t>
              </a:r>
            </a:p>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a:ea typeface="+mn-ea"/>
                  <a:cs typeface="+mn-cs"/>
                </a:rPr>
                <a:t>Goel</a:t>
              </a:r>
            </a:p>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Verdana"/>
                  <a:ea typeface="+mn-ea"/>
                  <a:cs typeface="+mn-cs"/>
                </a:rPr>
                <a:t>Manager</a:t>
              </a:r>
              <a:endParaRPr kumimoji="0" lang="ru-RU" sz="1000" b="0" i="0" u="none" strike="noStrike" kern="1200" cap="none" spc="0" normalizeH="0" baseline="0" noProof="0" dirty="0">
                <a:ln>
                  <a:noFill/>
                </a:ln>
                <a:solidFill>
                  <a:srgbClr val="000000"/>
                </a:solidFill>
                <a:effectLst/>
                <a:uLnTx/>
                <a:uFillTx/>
                <a:latin typeface="Verdana"/>
                <a:ea typeface="+mn-ea"/>
                <a:cs typeface="+mn-cs"/>
              </a:endParaRPr>
            </a:p>
          </p:txBody>
        </p:sp>
        <p:pic>
          <p:nvPicPr>
            <p:cNvPr id="32" name="Picture 2" descr="Anuj Vashistha">
              <a:extLst>
                <a:ext uri="{FF2B5EF4-FFF2-40B4-BE49-F238E27FC236}">
                  <a16:creationId xmlns:a16="http://schemas.microsoft.com/office/drawing/2014/main" id="{BB662903-407D-436A-98A3-C116CD91E01E}"/>
                </a:ext>
              </a:extLst>
            </p:cNvPr>
            <p:cNvPicPr>
              <a:picLocks noChangeArrowheads="1"/>
            </p:cNvPicPr>
            <p:nvPr/>
          </p:nvPicPr>
          <p:blipFill rotWithShape="1">
            <a:blip r:embed="rId13">
              <a:extLst>
                <a:ext uri="{28A0092B-C50C-407E-A947-70E740481C1C}">
                  <a14:useLocalDpi xmlns:a14="http://schemas.microsoft.com/office/drawing/2010/main" val="0"/>
                </a:ext>
              </a:extLst>
            </a:blip>
            <a:srcRect l="11060" r="11520"/>
            <a:stretch/>
          </p:blipFill>
          <p:spPr bwMode="auto">
            <a:xfrm>
              <a:off x="4477548" y="4445205"/>
              <a:ext cx="792000" cy="792000"/>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2">
              <a:extLst>
                <a:ext uri="{FF2B5EF4-FFF2-40B4-BE49-F238E27FC236}">
                  <a16:creationId xmlns:a16="http://schemas.microsoft.com/office/drawing/2014/main" id="{57781538-2320-4847-B3DE-16E171E56184}"/>
                </a:ext>
              </a:extLst>
            </p:cNvPr>
            <p:cNvSpPr/>
            <p:nvPr/>
          </p:nvSpPr>
          <p:spPr>
            <a:xfrm>
              <a:off x="4032941" y="5242172"/>
              <a:ext cx="1667404" cy="553998"/>
            </a:xfrm>
            <a:prstGeom prst="rect">
              <a:avLst/>
            </a:prstGeom>
          </p:spPr>
          <p:txBody>
            <a:bodyPr wrap="square">
              <a:spAutoFit/>
            </a:bodyPr>
            <a:lstStyle/>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a:ea typeface="+mn-ea"/>
                  <a:cs typeface="+mn-cs"/>
                </a:rPr>
                <a:t>Somdeb </a:t>
              </a:r>
            </a:p>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a:ea typeface="+mn-ea"/>
                  <a:cs typeface="+mn-cs"/>
                </a:rPr>
                <a:t>Banerjee</a:t>
              </a:r>
            </a:p>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Verdana"/>
                  <a:ea typeface="+mn-ea"/>
                  <a:cs typeface="+mn-cs"/>
                </a:rPr>
                <a:t>Manager</a:t>
              </a:r>
              <a:endParaRPr kumimoji="0" lang="ru-RU" sz="1000" b="0" i="0" u="none" strike="noStrike" kern="1200" cap="none" spc="0" normalizeH="0" baseline="0" noProof="0" dirty="0">
                <a:ln>
                  <a:noFill/>
                </a:ln>
                <a:solidFill>
                  <a:srgbClr val="000000"/>
                </a:solidFill>
                <a:effectLst/>
                <a:uLnTx/>
                <a:uFillTx/>
                <a:latin typeface="Verdana"/>
                <a:ea typeface="+mn-ea"/>
                <a:cs typeface="+mn-cs"/>
              </a:endParaRPr>
            </a:p>
          </p:txBody>
        </p:sp>
        <p:pic>
          <p:nvPicPr>
            <p:cNvPr id="11" name="Picture 10">
              <a:extLst>
                <a:ext uri="{FF2B5EF4-FFF2-40B4-BE49-F238E27FC236}">
                  <a16:creationId xmlns:a16="http://schemas.microsoft.com/office/drawing/2014/main" id="{D52C4E6C-53F0-4C44-8438-BFE3E127481A}"/>
                </a:ext>
              </a:extLst>
            </p:cNvPr>
            <p:cNvPicPr>
              <a:picLocks/>
            </p:cNvPicPr>
            <p:nvPr/>
          </p:nvPicPr>
          <p:blipFill>
            <a:blip r:embed="rId14"/>
            <a:stretch>
              <a:fillRect/>
            </a:stretch>
          </p:blipFill>
          <p:spPr>
            <a:xfrm>
              <a:off x="5558536" y="4445205"/>
              <a:ext cx="792000" cy="792000"/>
            </a:xfrm>
            <a:prstGeom prst="rect">
              <a:avLst/>
            </a:prstGeom>
          </p:spPr>
        </p:pic>
        <p:sp>
          <p:nvSpPr>
            <p:cNvPr id="35" name="Rectangle 34">
              <a:extLst>
                <a:ext uri="{FF2B5EF4-FFF2-40B4-BE49-F238E27FC236}">
                  <a16:creationId xmlns:a16="http://schemas.microsoft.com/office/drawing/2014/main" id="{F4BF38E1-4B22-45A0-8F7D-B818B79AF47F}"/>
                </a:ext>
              </a:extLst>
            </p:cNvPr>
            <p:cNvSpPr/>
            <p:nvPr/>
          </p:nvSpPr>
          <p:spPr>
            <a:xfrm>
              <a:off x="5091647" y="5233772"/>
              <a:ext cx="1667404" cy="553998"/>
            </a:xfrm>
            <a:prstGeom prst="rect">
              <a:avLst/>
            </a:prstGeom>
          </p:spPr>
          <p:txBody>
            <a:bodyPr wrap="square">
              <a:spAutoFit/>
            </a:bodyPr>
            <a:lstStyle/>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a:ea typeface="+mn-ea"/>
                  <a:cs typeface="+mn-cs"/>
                </a:rPr>
                <a:t>Shouvik </a:t>
              </a:r>
            </a:p>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a:ea typeface="+mn-ea"/>
                  <a:cs typeface="+mn-cs"/>
                </a:rPr>
                <a:t>Mukherjee</a:t>
              </a:r>
            </a:p>
            <a:p>
              <a:pPr marL="1588" marR="0" lvl="0" indent="0" algn="ctr" defTabSz="1219170" rtl="0" eaLnBrk="1" fontAlgn="auto" latinLnBrk="0" hangingPunct="1">
                <a:lnSpc>
                  <a:spcPct val="100000"/>
                </a:lnSpc>
                <a:spcBef>
                  <a:spcPts val="0"/>
                </a:spcBef>
                <a:spcAft>
                  <a:spcPts val="0"/>
                </a:spcAft>
                <a:buClrTx/>
                <a:buSzTx/>
                <a:buFontTx/>
                <a:buNone/>
                <a:tabLst/>
                <a:defRPr/>
              </a:pPr>
              <a:r>
                <a:rPr lang="en-US" sz="1000" dirty="0">
                  <a:solidFill>
                    <a:srgbClr val="000000"/>
                  </a:solidFill>
                  <a:latin typeface="Verdana"/>
                </a:rPr>
                <a:t>Senior Consultant</a:t>
              </a:r>
              <a:endParaRPr kumimoji="0" lang="ru-RU" sz="1000" b="0" i="0" u="none" strike="noStrike" kern="1200" cap="none" spc="0" normalizeH="0" baseline="0" noProof="0" dirty="0">
                <a:ln>
                  <a:noFill/>
                </a:ln>
                <a:solidFill>
                  <a:srgbClr val="000000"/>
                </a:solidFill>
                <a:effectLst/>
                <a:uLnTx/>
                <a:uFillTx/>
                <a:latin typeface="Verdana"/>
                <a:ea typeface="+mn-ea"/>
                <a:cs typeface="+mn-cs"/>
              </a:endParaRPr>
            </a:p>
          </p:txBody>
        </p:sp>
      </p:grpSp>
      <p:grpSp>
        <p:nvGrpSpPr>
          <p:cNvPr id="51" name="Group 50">
            <a:extLst>
              <a:ext uri="{FF2B5EF4-FFF2-40B4-BE49-F238E27FC236}">
                <a16:creationId xmlns:a16="http://schemas.microsoft.com/office/drawing/2014/main" id="{9EECC236-FDCB-444D-84B8-8E60B799E5A4}"/>
              </a:ext>
            </a:extLst>
          </p:cNvPr>
          <p:cNvGrpSpPr/>
          <p:nvPr/>
        </p:nvGrpSpPr>
        <p:grpSpPr>
          <a:xfrm>
            <a:off x="7156307" y="4074996"/>
            <a:ext cx="4891367" cy="1874588"/>
            <a:chOff x="1867684" y="4078244"/>
            <a:chExt cx="4891367" cy="1874588"/>
          </a:xfrm>
        </p:grpSpPr>
        <p:sp>
          <p:nvSpPr>
            <p:cNvPr id="52" name="Rectangle 154">
              <a:extLst>
                <a:ext uri="{FF2B5EF4-FFF2-40B4-BE49-F238E27FC236}">
                  <a16:creationId xmlns:a16="http://schemas.microsoft.com/office/drawing/2014/main" id="{0997655C-39EB-4617-9FD5-17D1D78A0F30}"/>
                </a:ext>
              </a:extLst>
            </p:cNvPr>
            <p:cNvSpPr>
              <a:spLocks noChangeArrowheads="1"/>
            </p:cNvSpPr>
            <p:nvPr/>
          </p:nvSpPr>
          <p:spPr bwMode="auto">
            <a:xfrm>
              <a:off x="2089173" y="4281261"/>
              <a:ext cx="4461581" cy="1671571"/>
            </a:xfrm>
            <a:prstGeom prst="rect">
              <a:avLst/>
            </a:prstGeom>
            <a:noFill/>
            <a:ln w="12700" algn="ctr">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oAutofit/>
            </a:bodyPr>
            <a:lstStyle/>
            <a:p>
              <a:pPr marL="450850" marR="0" lvl="0" indent="0" algn="l" defTabSz="1219170" rtl="0" eaLnBrk="1" fontAlgn="auto" latinLnBrk="0" hangingPunct="1">
                <a:lnSpc>
                  <a:spcPct val="100000"/>
                </a:lnSpc>
                <a:spcBef>
                  <a:spcPts val="0"/>
                </a:spcBef>
                <a:spcAft>
                  <a:spcPts val="0"/>
                </a:spcAft>
                <a:buClrTx/>
                <a:buSzTx/>
                <a:buFontTx/>
                <a:buNone/>
                <a:tabLst/>
                <a:defRPr/>
              </a:pPr>
              <a:endParaRPr kumimoji="0" lang="en-GB" sz="800" b="0" i="0" u="none" strike="noStrike" kern="1200" cap="none" spc="0" normalizeH="0" baseline="0" noProof="0" dirty="0">
                <a:ln>
                  <a:noFill/>
                </a:ln>
                <a:solidFill>
                  <a:srgbClr val="000000"/>
                </a:solidFill>
                <a:effectLst/>
                <a:uLnTx/>
                <a:uFillTx/>
                <a:latin typeface="Verdana"/>
                <a:ea typeface="+mn-ea"/>
                <a:cs typeface="+mn-cs"/>
              </a:endParaRPr>
            </a:p>
          </p:txBody>
        </p:sp>
        <p:sp>
          <p:nvSpPr>
            <p:cNvPr id="53" name="Rectangle 153">
              <a:extLst>
                <a:ext uri="{FF2B5EF4-FFF2-40B4-BE49-F238E27FC236}">
                  <a16:creationId xmlns:a16="http://schemas.microsoft.com/office/drawing/2014/main" id="{71344901-C48B-4362-A132-9C24EEED948B}"/>
                </a:ext>
              </a:extLst>
            </p:cNvPr>
            <p:cNvSpPr>
              <a:spLocks noChangeArrowheads="1"/>
            </p:cNvSpPr>
            <p:nvPr/>
          </p:nvSpPr>
          <p:spPr bwMode="auto">
            <a:xfrm>
              <a:off x="2089173" y="4078244"/>
              <a:ext cx="4467958" cy="209608"/>
            </a:xfrm>
            <a:prstGeom prst="rect">
              <a:avLst/>
            </a:prstGeom>
            <a:solidFill>
              <a:srgbClr val="00B050"/>
            </a:solidFill>
            <a:ln w="12700" algn="ctr">
              <a:solidFill>
                <a:schemeClr val="accent1"/>
              </a:solidFill>
              <a:miter lim="800000"/>
              <a:headEnd/>
              <a:tailEnd/>
            </a:ln>
          </p:spPr>
          <p:txBody>
            <a:bodyPr lIns="36000" tIns="36000" rIns="36000" bIns="36000" anchor="b" anchorCtr="1">
              <a:noAutofit/>
            </a:bodyPr>
            <a:lstStyle/>
            <a:p>
              <a:pPr marL="0" marR="0" lvl="0" indent="0" algn="ctr" defTabSz="1106488" rtl="0" eaLnBrk="1" fontAlgn="auto" latinLnBrk="0" hangingPunct="1">
                <a:lnSpc>
                  <a:spcPct val="100000"/>
                </a:lnSpc>
                <a:spcBef>
                  <a:spcPct val="50000"/>
                </a:spcBef>
                <a:spcAft>
                  <a:spcPts val="0"/>
                </a:spcAft>
                <a:buClr>
                  <a:srgbClr val="000000"/>
                </a:buClr>
                <a:buSzTx/>
                <a:buFontTx/>
                <a:buNone/>
                <a:tabLst>
                  <a:tab pos="6911975" algn="l"/>
                </a:tabLst>
                <a:defRPr/>
              </a:pPr>
              <a:r>
                <a:rPr kumimoji="0" lang="en-US" sz="1100" b="1" i="0" u="none" strike="noStrike" kern="1200" cap="none" spc="0" normalizeH="0" baseline="0" noProof="0" dirty="0">
                  <a:ln>
                    <a:noFill/>
                  </a:ln>
                  <a:solidFill>
                    <a:srgbClr val="FFFFFF"/>
                  </a:solidFill>
                  <a:effectLst/>
                  <a:uLnTx/>
                  <a:uFillTx/>
                  <a:latin typeface="Verdana"/>
                  <a:ea typeface="+mn-ea"/>
                  <a:cs typeface="+mn-cs"/>
                </a:rPr>
                <a:t>Project Execution Team (BYPL)</a:t>
              </a:r>
            </a:p>
          </p:txBody>
        </p:sp>
        <p:sp>
          <p:nvSpPr>
            <p:cNvPr id="55" name="Rectangle 54">
              <a:extLst>
                <a:ext uri="{FF2B5EF4-FFF2-40B4-BE49-F238E27FC236}">
                  <a16:creationId xmlns:a16="http://schemas.microsoft.com/office/drawing/2014/main" id="{EE0966C2-55EA-41EB-B66A-DC2CD27530F5}"/>
                </a:ext>
              </a:extLst>
            </p:cNvPr>
            <p:cNvSpPr/>
            <p:nvPr/>
          </p:nvSpPr>
          <p:spPr>
            <a:xfrm>
              <a:off x="1867684" y="5240140"/>
              <a:ext cx="1667404" cy="553998"/>
            </a:xfrm>
            <a:prstGeom prst="rect">
              <a:avLst/>
            </a:prstGeom>
          </p:spPr>
          <p:txBody>
            <a:bodyPr wrap="square">
              <a:spAutoFit/>
            </a:bodyPr>
            <a:lstStyle/>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a:ea typeface="+mn-ea"/>
                  <a:cs typeface="+mn-cs"/>
                </a:rPr>
                <a:t>Pankaj</a:t>
              </a:r>
            </a:p>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a:ea typeface="+mn-ea"/>
                  <a:cs typeface="+mn-cs"/>
                </a:rPr>
                <a:t>Goinka</a:t>
              </a:r>
            </a:p>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Verdana"/>
                  <a:ea typeface="+mn-ea"/>
                  <a:cs typeface="+mn-cs"/>
                </a:rPr>
                <a:t>Associate Director</a:t>
              </a:r>
              <a:endParaRPr kumimoji="0" lang="ru-RU" sz="1000" b="0" i="0" u="none" strike="noStrike" kern="1200" cap="none" spc="0" normalizeH="0" baseline="0" noProof="0" dirty="0">
                <a:ln>
                  <a:noFill/>
                </a:ln>
                <a:solidFill>
                  <a:srgbClr val="000000"/>
                </a:solidFill>
                <a:effectLst/>
                <a:uLnTx/>
                <a:uFillTx/>
                <a:latin typeface="Verdana"/>
                <a:ea typeface="+mn-ea"/>
                <a:cs typeface="+mn-cs"/>
              </a:endParaRPr>
            </a:p>
          </p:txBody>
        </p:sp>
        <p:sp>
          <p:nvSpPr>
            <p:cNvPr id="57" name="Rectangle 56">
              <a:extLst>
                <a:ext uri="{FF2B5EF4-FFF2-40B4-BE49-F238E27FC236}">
                  <a16:creationId xmlns:a16="http://schemas.microsoft.com/office/drawing/2014/main" id="{C2C626F7-3534-48D1-9308-02D65A9CECD1}"/>
                </a:ext>
              </a:extLst>
            </p:cNvPr>
            <p:cNvSpPr/>
            <p:nvPr/>
          </p:nvSpPr>
          <p:spPr>
            <a:xfrm>
              <a:off x="2949077" y="5259596"/>
              <a:ext cx="1667404" cy="553998"/>
            </a:xfrm>
            <a:prstGeom prst="rect">
              <a:avLst/>
            </a:prstGeom>
          </p:spPr>
          <p:txBody>
            <a:bodyPr wrap="square">
              <a:spAutoFit/>
            </a:bodyPr>
            <a:lstStyle/>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a:ea typeface="+mn-ea"/>
                  <a:cs typeface="+mn-cs"/>
                </a:rPr>
                <a:t>Anurag</a:t>
              </a:r>
            </a:p>
            <a:p>
              <a:pPr marL="1588" marR="0" lvl="0" indent="0" algn="ctr" defTabSz="1219170" rtl="0" eaLnBrk="1" fontAlgn="auto" latinLnBrk="0" hangingPunct="1">
                <a:lnSpc>
                  <a:spcPct val="100000"/>
                </a:lnSpc>
                <a:spcBef>
                  <a:spcPts val="0"/>
                </a:spcBef>
                <a:spcAft>
                  <a:spcPts val="0"/>
                </a:spcAft>
                <a:buClrTx/>
                <a:buSzTx/>
                <a:buFontTx/>
                <a:buNone/>
                <a:tabLst/>
                <a:defRPr/>
              </a:pPr>
              <a:r>
                <a:rPr lang="en-US" sz="1000" b="1" dirty="0">
                  <a:solidFill>
                    <a:srgbClr val="000000"/>
                  </a:solidFill>
                  <a:latin typeface="Verdana"/>
                </a:rPr>
                <a:t>Sirola</a:t>
              </a:r>
              <a:endParaRPr kumimoji="0" lang="en-US" sz="1000" b="1" i="0" u="none" strike="noStrike" kern="1200" cap="none" spc="0" normalizeH="0" baseline="0" noProof="0" dirty="0">
                <a:ln>
                  <a:noFill/>
                </a:ln>
                <a:solidFill>
                  <a:srgbClr val="000000"/>
                </a:solidFill>
                <a:effectLst/>
                <a:uLnTx/>
                <a:uFillTx/>
                <a:latin typeface="Verdana"/>
                <a:ea typeface="+mn-ea"/>
                <a:cs typeface="+mn-cs"/>
              </a:endParaRPr>
            </a:p>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Verdana"/>
                  <a:ea typeface="+mn-ea"/>
                  <a:cs typeface="+mn-cs"/>
                </a:rPr>
                <a:t>Manager</a:t>
              </a:r>
              <a:endParaRPr kumimoji="0" lang="ru-RU" sz="1000" b="0" i="0" u="none" strike="noStrike" kern="1200" cap="none" spc="0" normalizeH="0" baseline="0" noProof="0" dirty="0">
                <a:ln>
                  <a:noFill/>
                </a:ln>
                <a:solidFill>
                  <a:srgbClr val="000000"/>
                </a:solidFill>
                <a:effectLst/>
                <a:uLnTx/>
                <a:uFillTx/>
                <a:latin typeface="Verdana"/>
                <a:ea typeface="+mn-ea"/>
                <a:cs typeface="+mn-cs"/>
              </a:endParaRPr>
            </a:p>
          </p:txBody>
        </p:sp>
        <p:sp>
          <p:nvSpPr>
            <p:cNvPr id="59" name="Rectangle 58">
              <a:extLst>
                <a:ext uri="{FF2B5EF4-FFF2-40B4-BE49-F238E27FC236}">
                  <a16:creationId xmlns:a16="http://schemas.microsoft.com/office/drawing/2014/main" id="{978A8AD9-8683-435F-BA24-D4445FCA8007}"/>
                </a:ext>
              </a:extLst>
            </p:cNvPr>
            <p:cNvSpPr/>
            <p:nvPr/>
          </p:nvSpPr>
          <p:spPr>
            <a:xfrm>
              <a:off x="4032941" y="5242172"/>
              <a:ext cx="1667404" cy="553998"/>
            </a:xfrm>
            <a:prstGeom prst="rect">
              <a:avLst/>
            </a:prstGeom>
          </p:spPr>
          <p:txBody>
            <a:bodyPr wrap="square">
              <a:spAutoFit/>
            </a:bodyPr>
            <a:lstStyle/>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a:ea typeface="+mn-ea"/>
                  <a:cs typeface="+mn-cs"/>
                </a:rPr>
                <a:t>Kaushikeya </a:t>
              </a:r>
            </a:p>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a:ea typeface="+mn-ea"/>
                  <a:cs typeface="+mn-cs"/>
                </a:rPr>
                <a:t>Jeta</a:t>
              </a:r>
            </a:p>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Verdana"/>
                  <a:ea typeface="+mn-ea"/>
                  <a:cs typeface="+mn-cs"/>
                </a:rPr>
                <a:t>Manager</a:t>
              </a:r>
              <a:endParaRPr kumimoji="0" lang="ru-RU" sz="1000" b="0" i="0" u="none" strike="noStrike" kern="1200" cap="none" spc="0" normalizeH="0" baseline="0" noProof="0" dirty="0">
                <a:ln>
                  <a:noFill/>
                </a:ln>
                <a:solidFill>
                  <a:srgbClr val="000000"/>
                </a:solidFill>
                <a:effectLst/>
                <a:uLnTx/>
                <a:uFillTx/>
                <a:latin typeface="Verdana"/>
                <a:ea typeface="+mn-ea"/>
                <a:cs typeface="+mn-cs"/>
              </a:endParaRPr>
            </a:p>
          </p:txBody>
        </p:sp>
        <p:sp>
          <p:nvSpPr>
            <p:cNvPr id="61" name="Rectangle 60">
              <a:extLst>
                <a:ext uri="{FF2B5EF4-FFF2-40B4-BE49-F238E27FC236}">
                  <a16:creationId xmlns:a16="http://schemas.microsoft.com/office/drawing/2014/main" id="{06016192-0B03-465B-8589-3D8C727CAED1}"/>
                </a:ext>
              </a:extLst>
            </p:cNvPr>
            <p:cNvSpPr/>
            <p:nvPr/>
          </p:nvSpPr>
          <p:spPr>
            <a:xfrm>
              <a:off x="5091647" y="5233772"/>
              <a:ext cx="1667404" cy="553998"/>
            </a:xfrm>
            <a:prstGeom prst="rect">
              <a:avLst/>
            </a:prstGeom>
          </p:spPr>
          <p:txBody>
            <a:bodyPr wrap="square">
              <a:spAutoFit/>
            </a:bodyPr>
            <a:lstStyle/>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Verdana"/>
                  <a:ea typeface="+mn-ea"/>
                  <a:cs typeface="+mn-cs"/>
                </a:rPr>
                <a:t>Shehroz </a:t>
              </a:r>
            </a:p>
            <a:p>
              <a:pPr marL="1588"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err="1">
                  <a:ln>
                    <a:noFill/>
                  </a:ln>
                  <a:solidFill>
                    <a:srgbClr val="000000"/>
                  </a:solidFill>
                  <a:effectLst/>
                  <a:uLnTx/>
                  <a:uFillTx/>
                  <a:latin typeface="Verdana"/>
                  <a:ea typeface="+mn-ea"/>
                  <a:cs typeface="+mn-cs"/>
                </a:rPr>
                <a:t>Arfeen</a:t>
              </a:r>
              <a:r>
                <a:rPr kumimoji="0" lang="en-US" sz="1000" b="1" i="0" u="none" strike="noStrike" kern="1200" cap="none" spc="0" normalizeH="0" baseline="0" noProof="0" dirty="0">
                  <a:ln>
                    <a:noFill/>
                  </a:ln>
                  <a:solidFill>
                    <a:srgbClr val="000000"/>
                  </a:solidFill>
                  <a:effectLst/>
                  <a:uLnTx/>
                  <a:uFillTx/>
                  <a:latin typeface="Verdana"/>
                  <a:ea typeface="+mn-ea"/>
                  <a:cs typeface="+mn-cs"/>
                </a:rPr>
                <a:t> Khan</a:t>
              </a:r>
            </a:p>
            <a:p>
              <a:pPr marL="1588" marR="0" lvl="0" indent="0" algn="ctr" defTabSz="1219170" rtl="0" eaLnBrk="1" fontAlgn="auto" latinLnBrk="0" hangingPunct="1">
                <a:lnSpc>
                  <a:spcPct val="100000"/>
                </a:lnSpc>
                <a:spcBef>
                  <a:spcPts val="0"/>
                </a:spcBef>
                <a:spcAft>
                  <a:spcPts val="0"/>
                </a:spcAft>
                <a:buClrTx/>
                <a:buSzTx/>
                <a:buFontTx/>
                <a:buNone/>
                <a:tabLst/>
                <a:defRPr/>
              </a:pPr>
              <a:r>
                <a:rPr lang="en-US" sz="1000" dirty="0">
                  <a:solidFill>
                    <a:srgbClr val="000000"/>
                  </a:solidFill>
                  <a:latin typeface="Verdana"/>
                </a:rPr>
                <a:t>Senior Consultant</a:t>
              </a:r>
              <a:endParaRPr kumimoji="0" lang="ru-RU" sz="1000" b="0" i="0" u="none" strike="noStrike" kern="1200" cap="none" spc="0" normalizeH="0" baseline="0" noProof="0" dirty="0">
                <a:ln>
                  <a:noFill/>
                </a:ln>
                <a:solidFill>
                  <a:srgbClr val="000000"/>
                </a:solidFill>
                <a:effectLst/>
                <a:uLnTx/>
                <a:uFillTx/>
                <a:latin typeface="Verdana"/>
                <a:ea typeface="+mn-ea"/>
                <a:cs typeface="+mn-cs"/>
              </a:endParaRPr>
            </a:p>
          </p:txBody>
        </p:sp>
      </p:grpSp>
      <p:pic>
        <p:nvPicPr>
          <p:cNvPr id="14" name="Picture 13">
            <a:extLst>
              <a:ext uri="{FF2B5EF4-FFF2-40B4-BE49-F238E27FC236}">
                <a16:creationId xmlns:a16="http://schemas.microsoft.com/office/drawing/2014/main" id="{5F601D6D-2A3B-49FD-B440-C469056C71FF}"/>
              </a:ext>
            </a:extLst>
          </p:cNvPr>
          <p:cNvPicPr>
            <a:picLocks/>
          </p:cNvPicPr>
          <p:nvPr/>
        </p:nvPicPr>
        <p:blipFill>
          <a:blip r:embed="rId15"/>
          <a:stretch>
            <a:fillRect/>
          </a:stretch>
        </p:blipFill>
        <p:spPr>
          <a:xfrm>
            <a:off x="7604196" y="4438524"/>
            <a:ext cx="792000" cy="792000"/>
          </a:xfrm>
          <a:prstGeom prst="rect">
            <a:avLst/>
          </a:prstGeom>
        </p:spPr>
      </p:pic>
      <p:pic>
        <p:nvPicPr>
          <p:cNvPr id="15" name="Picture 14">
            <a:extLst>
              <a:ext uri="{FF2B5EF4-FFF2-40B4-BE49-F238E27FC236}">
                <a16:creationId xmlns:a16="http://schemas.microsoft.com/office/drawing/2014/main" id="{6923048A-D156-4C45-AD0B-3DCE8A18FA24}"/>
              </a:ext>
            </a:extLst>
          </p:cNvPr>
          <p:cNvPicPr>
            <a:picLocks/>
          </p:cNvPicPr>
          <p:nvPr/>
        </p:nvPicPr>
        <p:blipFill>
          <a:blip r:embed="rId16"/>
          <a:stretch>
            <a:fillRect/>
          </a:stretch>
        </p:blipFill>
        <p:spPr>
          <a:xfrm>
            <a:off x="8675856" y="4440687"/>
            <a:ext cx="792000" cy="792000"/>
          </a:xfrm>
          <a:prstGeom prst="rect">
            <a:avLst/>
          </a:prstGeom>
        </p:spPr>
      </p:pic>
      <p:pic>
        <p:nvPicPr>
          <p:cNvPr id="62" name="Picture 61">
            <a:extLst>
              <a:ext uri="{FF2B5EF4-FFF2-40B4-BE49-F238E27FC236}">
                <a16:creationId xmlns:a16="http://schemas.microsoft.com/office/drawing/2014/main" id="{5AF0CB6E-2AF7-4BDC-B88B-6C751D8D59CC}"/>
              </a:ext>
            </a:extLst>
          </p:cNvPr>
          <p:cNvPicPr>
            <a:picLocks/>
          </p:cNvPicPr>
          <p:nvPr/>
        </p:nvPicPr>
        <p:blipFill>
          <a:blip r:embed="rId17">
            <a:extLst>
              <a:ext uri="{28A0092B-C50C-407E-A947-70E740481C1C}">
                <a14:useLocalDpi xmlns:a14="http://schemas.microsoft.com/office/drawing/2010/main" val="0"/>
              </a:ext>
            </a:extLst>
          </a:blip>
          <a:stretch>
            <a:fillRect/>
          </a:stretch>
        </p:blipFill>
        <p:spPr>
          <a:xfrm>
            <a:off x="9758125" y="4434863"/>
            <a:ext cx="792000" cy="792000"/>
          </a:xfrm>
          <a:prstGeom prst="rect">
            <a:avLst/>
          </a:prstGeom>
        </p:spPr>
      </p:pic>
      <p:pic>
        <p:nvPicPr>
          <p:cNvPr id="16" name="Picture 15">
            <a:extLst>
              <a:ext uri="{FF2B5EF4-FFF2-40B4-BE49-F238E27FC236}">
                <a16:creationId xmlns:a16="http://schemas.microsoft.com/office/drawing/2014/main" id="{AD86D9CF-1EE5-4E43-96D3-C83899961A8B}"/>
              </a:ext>
            </a:extLst>
          </p:cNvPr>
          <p:cNvPicPr>
            <a:picLocks/>
          </p:cNvPicPr>
          <p:nvPr/>
        </p:nvPicPr>
        <p:blipFill>
          <a:blip r:embed="rId18"/>
          <a:stretch>
            <a:fillRect/>
          </a:stretch>
        </p:blipFill>
        <p:spPr>
          <a:xfrm>
            <a:off x="10825817" y="4441266"/>
            <a:ext cx="792000" cy="792000"/>
          </a:xfrm>
          <a:prstGeom prst="rect">
            <a:avLst/>
          </a:prstGeom>
        </p:spPr>
      </p:pic>
    </p:spTree>
    <p:extLst>
      <p:ext uri="{BB962C8B-B14F-4D97-AF65-F5344CB8AC3E}">
        <p14:creationId xmlns:p14="http://schemas.microsoft.com/office/powerpoint/2010/main" val="235940278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p:cNvPicPr>
            <a:picLocks noGrp="1" noChangeAspect="1"/>
          </p:cNvPicPr>
          <p:nvPr>
            <p:ph type="pic" sz="quarter" idx="14"/>
          </p:nvPr>
        </p:nvPicPr>
        <p:blipFill>
          <a:blip r:embed="rId4">
            <a:extLst>
              <a:ext uri="{28A0092B-C50C-407E-A947-70E740481C1C}">
                <a14:useLocalDpi xmlns:a14="http://schemas.microsoft.com/office/drawing/2010/main" val="0"/>
              </a:ext>
            </a:extLst>
          </a:blip>
          <a:srcRect t="12799" b="12799"/>
          <a:stretch>
            <a:fillRect/>
          </a:stretch>
        </p:blipFill>
        <p:spPr>
          <a:xfrm>
            <a:off x="5506721" y="1214962"/>
            <a:ext cx="6370320" cy="4738797"/>
          </a:xfrm>
        </p:spPr>
      </p:pic>
      <p:sp>
        <p:nvSpPr>
          <p:cNvPr id="4" name="Rectangle 3"/>
          <p:cNvSpPr/>
          <p:nvPr/>
        </p:nvSpPr>
        <p:spPr>
          <a:xfrm>
            <a:off x="314959" y="4213109"/>
            <a:ext cx="5353657" cy="2231380"/>
          </a:xfrm>
          <a:prstGeom prst="rect">
            <a:avLst/>
          </a:prstGeom>
        </p:spPr>
        <p:txBody>
          <a:bodyPr wrap="square">
            <a:spAutoFit/>
          </a:bodyPr>
          <a:lstStyle/>
          <a:p>
            <a:pPr defTabSz="1019175">
              <a:spcAft>
                <a:spcPts val="600"/>
              </a:spcAft>
              <a:buClr>
                <a:schemeClr val="tx1"/>
              </a:buClr>
              <a:buSzPct val="80000"/>
              <a:buFont typeface="Wingdings" pitchFamily="2" charset="2"/>
              <a:buNone/>
            </a:pPr>
            <a:r>
              <a:rPr lang="en-US" sz="700" noProof="1"/>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defTabSz="1019175">
              <a:spcAft>
                <a:spcPts val="600"/>
              </a:spcAft>
              <a:buClr>
                <a:schemeClr val="tx1"/>
              </a:buClr>
              <a:buSzPct val="80000"/>
              <a:buFont typeface="Wingdings" pitchFamily="2" charset="2"/>
              <a:buNone/>
            </a:pPr>
            <a:r>
              <a:rPr lang="en-US" sz="700" noProof="1"/>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defTabSz="1019175">
              <a:spcAft>
                <a:spcPts val="600"/>
              </a:spcAft>
              <a:buClr>
                <a:schemeClr val="tx1"/>
              </a:buClr>
              <a:buSzPct val="80000"/>
              <a:buFont typeface="Wingdings" pitchFamily="2" charset="2"/>
              <a:buNone/>
            </a:pPr>
            <a:r>
              <a:rPr lang="en-US" sz="700" noProof="1"/>
              <a:t>Nothing in this material creates any contractual relationship between DTTILLP and you. Any mutually binding legal obligationsorrights may only be created between you and DTTILLP upon execution of a legally binding contract. By using this material and any information contained in it, the user accepts this entire notice and terms of use.</a:t>
            </a:r>
          </a:p>
          <a:p>
            <a:pPr defTabSz="1019175">
              <a:spcAft>
                <a:spcPts val="600"/>
              </a:spcAft>
              <a:buClr>
                <a:schemeClr val="tx1"/>
              </a:buClr>
              <a:buSzPct val="80000"/>
              <a:buFont typeface="Wingdings" pitchFamily="2" charset="2"/>
              <a:buNone/>
            </a:pPr>
            <a:r>
              <a:rPr lang="en-US" sz="700" noProof="1"/>
              <a:t>©2019 Deloitte Touche Tohmatsu India LLP. Member of Deloitte Touche Tohmatsu Limited</a:t>
            </a:r>
          </a:p>
          <a:p>
            <a:pPr defTabSz="1019175">
              <a:spcAft>
                <a:spcPts val="600"/>
              </a:spcAft>
              <a:buClr>
                <a:schemeClr val="tx1"/>
              </a:buClr>
              <a:buSzPct val="80000"/>
              <a:buFont typeface="Wingdings" pitchFamily="2" charset="2"/>
              <a:buNone/>
            </a:pPr>
            <a:r>
              <a:rPr lang="en-US" sz="700" noProof="1"/>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custDataLst>
      <p:tags r:id="rId1"/>
    </p:custDataLst>
    <p:extLst>
      <p:ext uri="{BB962C8B-B14F-4D97-AF65-F5344CB8AC3E}">
        <p14:creationId xmlns:p14="http://schemas.microsoft.com/office/powerpoint/2010/main" val="3109989499"/>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BV6pwSqKSzi4e0Ni7A.IS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TssNI4u0lT4decIc891v9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TssNI4u0lT4decIc891v9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TssNI4u0lT4decIc891v9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TssNI4u0lT4decIc891v9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TssNI4u0lT4decIc891v9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TssNI4u0lT4decIc891v9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kMtXL6HpQXKqftWiPQd16g"/>
</p:tagLst>
</file>

<file path=ppt/tags/tag19.xml><?xml version="1.0" encoding="utf-8"?>
<p:tagLst xmlns:a="http://schemas.openxmlformats.org/drawingml/2006/main" xmlns:r="http://schemas.openxmlformats.org/officeDocument/2006/relationships" xmlns:p="http://schemas.openxmlformats.org/presentationml/2006/main">
  <p:tag name="TEMPLAFYSLIDEID" val="636090605918013724"/>
</p:tagLst>
</file>

<file path=ppt/theme/theme1.xml><?xml version="1.0" encoding="utf-8"?>
<a:theme xmlns:a="http://schemas.openxmlformats.org/drawingml/2006/main" name="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1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BCD3492A-0D37-4E47-829D-709A468F1237}"/>
</file>

<file path=customXml/itemProps2.xml><?xml version="1.0" encoding="utf-8"?>
<ds:datastoreItem xmlns:ds="http://schemas.openxmlformats.org/officeDocument/2006/customXml" ds:itemID="{D9EED178-ADE9-4D35-A8D2-61D26F757E22}"/>
</file>

<file path=customXml/itemProps3.xml><?xml version="1.0" encoding="utf-8"?>
<ds:datastoreItem xmlns:ds="http://schemas.openxmlformats.org/officeDocument/2006/customXml" ds:itemID="{7D5F5586-A8DE-4379-8188-C3A04DD160AE}"/>
</file>

<file path=docProps/app.xml><?xml version="1.0" encoding="utf-8"?>
<Properties xmlns="http://schemas.openxmlformats.org/officeDocument/2006/extended-properties" xmlns:vt="http://schemas.openxmlformats.org/officeDocument/2006/docPropsVTypes">
  <Template>Office Theme</Template>
  <TotalTime>492</TotalTime>
  <Words>1585</Words>
  <Application>Microsoft Office PowerPoint</Application>
  <PresentationFormat>Widescreen</PresentationFormat>
  <Paragraphs>305</Paragraphs>
  <Slides>12</Slides>
  <Notes>8</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12</vt:i4>
      </vt:variant>
    </vt:vector>
  </HeadingPairs>
  <TitlesOfParts>
    <vt:vector size="21" baseType="lpstr">
      <vt:lpstr>Arial</vt:lpstr>
      <vt:lpstr>Calibri</vt:lpstr>
      <vt:lpstr>CorpoS</vt:lpstr>
      <vt:lpstr>Verdana</vt:lpstr>
      <vt:lpstr>Wingdings</vt:lpstr>
      <vt:lpstr>Wingdings 2</vt:lpstr>
      <vt:lpstr>Deloitte 16_9 onscreen</vt:lpstr>
      <vt:lpstr>1_Deloitte 16_9 onscreen</vt:lpstr>
      <vt:lpstr>think-cell Slide</vt:lpstr>
      <vt:lpstr>Program Management Consultancy for Business Transformation</vt:lpstr>
      <vt:lpstr>Scope of Services </vt:lpstr>
      <vt:lpstr>Scope of Services </vt:lpstr>
      <vt:lpstr>Scope of Services </vt:lpstr>
      <vt:lpstr>Scope of Services </vt:lpstr>
      <vt:lpstr>Scope of Services </vt:lpstr>
      <vt:lpstr>Scope of Services </vt:lpstr>
      <vt:lpstr>Scope of Services </vt:lpstr>
      <vt:lpstr>Scope of Services </vt:lpstr>
      <vt:lpstr>Meet the Team</vt:lpstr>
      <vt:lpstr>Project Governance Mechanism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Mukherjee, Shouvik</dc:creator>
  <cp:lastModifiedBy>Mukherjee, Shouvik</cp:lastModifiedBy>
  <cp:revision>174</cp:revision>
  <dcterms:created xsi:type="dcterms:W3CDTF">2021-07-23T15:06:14Z</dcterms:created>
  <dcterms:modified xsi:type="dcterms:W3CDTF">2021-07-26T10:17:48Z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2021-07-23T15:06:13Z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9cd6998f-2cf0-46a8-9f7a-5921f486e9d4</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